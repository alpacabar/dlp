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handoutMasters/handoutMaster1.xml" ContentType="application/vnd.openxmlformats-officedocument.presentationml.handoutMaster+xml"/>
  <Override PartName="/ppt/media/image4.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thumbnail" Target="docProps/thumbnail.jpeg"/><Relationship Id="rId4" Type="http://schemas.openxmlformats.org/package/2006/relationships/metadata/core-properties" Target="docProps/core.xml"/><Relationship Id="rId5"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7" r:id="rId1"/>
    <p:sldMasterId id="2147483687" r:id="rId2"/>
  </p:sldMasterIdLst>
  <p:notesMasterIdLst>
    <p:notesMasterId r:id="rId101"/>
  </p:notesMasterIdLst>
  <p:handoutMasterIdLst>
    <p:handoutMasterId r:id="rId102"/>
  </p:handoutMasterIdLst>
  <p:sldIdLst>
    <p:sldId id="504" r:id="rId3"/>
    <p:sldId id="302" r:id="rId4"/>
    <p:sldId id="519" r:id="rId5"/>
    <p:sldId id="507" r:id="rId6"/>
    <p:sldId id="506" r:id="rId7"/>
    <p:sldId id="521" r:id="rId8"/>
    <p:sldId id="523" r:id="rId9"/>
    <p:sldId id="518" r:id="rId10"/>
    <p:sldId id="517" r:id="rId11"/>
    <p:sldId id="524" r:id="rId12"/>
    <p:sldId id="525" r:id="rId13"/>
    <p:sldId id="526" r:id="rId14"/>
    <p:sldId id="527" r:id="rId15"/>
    <p:sldId id="528" r:id="rId16"/>
    <p:sldId id="529" r:id="rId17"/>
    <p:sldId id="530" r:id="rId18"/>
    <p:sldId id="531" r:id="rId19"/>
    <p:sldId id="532" r:id="rId20"/>
    <p:sldId id="533" r:id="rId21"/>
    <p:sldId id="534" r:id="rId22"/>
    <p:sldId id="535" r:id="rId23"/>
    <p:sldId id="536" r:id="rId24"/>
    <p:sldId id="537" r:id="rId25"/>
    <p:sldId id="538" r:id="rId26"/>
    <p:sldId id="539" r:id="rId27"/>
    <p:sldId id="540" r:id="rId28"/>
    <p:sldId id="541" r:id="rId29"/>
    <p:sldId id="542" r:id="rId30"/>
    <p:sldId id="543" r:id="rId31"/>
    <p:sldId id="544" r:id="rId32"/>
    <p:sldId id="571" r:id="rId33"/>
    <p:sldId id="511" r:id="rId34"/>
    <p:sldId id="572" r:id="rId35"/>
    <p:sldId id="573" r:id="rId36"/>
    <p:sldId id="593" r:id="rId37"/>
    <p:sldId id="578" r:id="rId38"/>
    <p:sldId id="594" r:id="rId39"/>
    <p:sldId id="512" r:id="rId40"/>
    <p:sldId id="580" r:id="rId41"/>
    <p:sldId id="574" r:id="rId42"/>
    <p:sldId id="575" r:id="rId43"/>
    <p:sldId id="576" r:id="rId44"/>
    <p:sldId id="595" r:id="rId45"/>
    <p:sldId id="596" r:id="rId46"/>
    <p:sldId id="513" r:id="rId47"/>
    <p:sldId id="555" r:id="rId48"/>
    <p:sldId id="556" r:id="rId49"/>
    <p:sldId id="557" r:id="rId50"/>
    <p:sldId id="558" r:id="rId51"/>
    <p:sldId id="559" r:id="rId52"/>
    <p:sldId id="566" r:id="rId53"/>
    <p:sldId id="569" r:id="rId54"/>
    <p:sldId id="560" r:id="rId55"/>
    <p:sldId id="561" r:id="rId56"/>
    <p:sldId id="562" r:id="rId57"/>
    <p:sldId id="563" r:id="rId58"/>
    <p:sldId id="564" r:id="rId59"/>
    <p:sldId id="565" r:id="rId60"/>
    <p:sldId id="570" r:id="rId61"/>
    <p:sldId id="568" r:id="rId62"/>
    <p:sldId id="602" r:id="rId63"/>
    <p:sldId id="581" r:id="rId64"/>
    <p:sldId id="604" r:id="rId65"/>
    <p:sldId id="605" r:id="rId66"/>
    <p:sldId id="600" r:id="rId67"/>
    <p:sldId id="606" r:id="rId68"/>
    <p:sldId id="520" r:id="rId69"/>
    <p:sldId id="509" r:id="rId70"/>
  </p:sldIdLst>
  <p:sldSz cx="12192000" cy="6858000"/>
  <p:notesSz cx="6858000" cy="9144000"/>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2A46291F-53C0-204E-AA51-C4935B47B172}">
          <p14:sldIdLst>
            <p14:sldId id="504"/>
            <p14:sldId id="302"/>
            <p14:sldId id="519"/>
            <p14:sldId id="507"/>
            <p14:sldId id="506"/>
            <p14:sldId id="521"/>
            <p14:sldId id="523"/>
            <p14:sldId id="518"/>
            <p14:sldId id="517"/>
            <p14:sldId id="524"/>
            <p14:sldId id="525"/>
            <p14:sldId id="526"/>
            <p14:sldId id="527"/>
            <p14:sldId id="528"/>
            <p14:sldId id="529"/>
            <p14:sldId id="530"/>
            <p14:sldId id="531"/>
            <p14:sldId id="532"/>
            <p14:sldId id="533"/>
            <p14:sldId id="534"/>
            <p14:sldId id="535"/>
            <p14:sldId id="536"/>
            <p14:sldId id="537"/>
            <p14:sldId id="538"/>
            <p14:sldId id="539"/>
            <p14:sldId id="540"/>
            <p14:sldId id="541"/>
            <p14:sldId id="542"/>
            <p14:sldId id="543"/>
            <p14:sldId id="544"/>
            <p14:sldId id="571"/>
            <p14:sldId id="511"/>
            <p14:sldId id="572"/>
            <p14:sldId id="573"/>
            <p14:sldId id="593"/>
            <p14:sldId id="578"/>
            <p14:sldId id="594"/>
            <p14:sldId id="512"/>
            <p14:sldId id="580"/>
            <p14:sldId id="574"/>
            <p14:sldId id="575"/>
            <p14:sldId id="576"/>
            <p14:sldId id="595"/>
            <p14:sldId id="596"/>
            <p14:sldId id="513"/>
            <p14:sldId id="555"/>
            <p14:sldId id="556"/>
            <p14:sldId id="557"/>
            <p14:sldId id="558"/>
            <p14:sldId id="559"/>
            <p14:sldId id="566"/>
            <p14:sldId id="569"/>
            <p14:sldId id="560"/>
            <p14:sldId id="561"/>
            <p14:sldId id="562"/>
            <p14:sldId id="563"/>
            <p14:sldId id="564"/>
            <p14:sldId id="565"/>
            <p14:sldId id="570"/>
            <p14:sldId id="568"/>
          </p14:sldIdLst>
        </p14:section>
        <p14:section name="compiled section" id="{CF281108-7123-5441-B0B2-AF12BF0651DF}">
          <p14:sldIdLst>
            <p14:sldId id="602"/>
            <p14:sldId id="581"/>
            <p14:sldId id="604"/>
            <p14:sldId id="605"/>
            <p14:sldId id="600"/>
            <p14:sldId id="606"/>
            <p14:sldId id="520"/>
            <p14:sldId id="509"/>
            <p14:sldId id="508"/>
            <p14:sldId id="265"/>
            <p14:sldId id="303"/>
            <p14:sldId id="501"/>
            <p14:sldId id="503"/>
            <p14:sldId id="286"/>
            <p14:sldId id="295"/>
            <p14:sldId id="285"/>
            <p14:sldId id="287"/>
            <p14:sldId id="266"/>
            <p14:sldId id="288"/>
            <p14:sldId id="289"/>
            <p14:sldId id="290"/>
            <p14:sldId id="267"/>
            <p14:sldId id="268"/>
            <p14:sldId id="269"/>
            <p14:sldId id="270"/>
            <p14:sldId id="271"/>
            <p14:sldId id="272"/>
            <p14:sldId id="273"/>
            <p14:sldId id="274"/>
            <p14:sldId id="275"/>
            <p14:sldId id="276"/>
            <p14:sldId id="277"/>
            <p14:sldId id="278"/>
            <p14:sldId id="279"/>
            <p14:sldId id="280"/>
            <p14:sldId id="281"/>
            <p14:sldId id="282"/>
            <p14:sldId id="294"/>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33CC33"/>
    <a:srgbClr val="103076"/>
    <a:srgbClr val="CC6600"/>
    <a:srgbClr val="27748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125"/>
    <p:restoredTop sz="94668"/>
  </p:normalViewPr>
  <p:slideViewPr>
    <p:cSldViewPr snapToGrid="0">
      <p:cViewPr varScale="1">
        <p:scale>
          <a:sx n="119" d="100"/>
          <a:sy n="119" d="100"/>
        </p:scale>
        <p:origin x="296"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slide" Target="slides/slide17.xml"/><Relationship Id="rId20" Type="http://schemas.openxmlformats.org/officeDocument/2006/relationships/slide" Target="slides/slide18.xml"/><Relationship Id="rId21" Type="http://schemas.openxmlformats.org/officeDocument/2006/relationships/slide" Target="slides/slide19.xml"/><Relationship Id="rId22" Type="http://schemas.openxmlformats.org/officeDocument/2006/relationships/slide" Target="slides/slide20.xml"/><Relationship Id="rId23" Type="http://schemas.openxmlformats.org/officeDocument/2006/relationships/slide" Target="slides/slide21.xml"/><Relationship Id="rId24" Type="http://schemas.openxmlformats.org/officeDocument/2006/relationships/slide" Target="slides/slide22.xml"/><Relationship Id="rId25" Type="http://schemas.openxmlformats.org/officeDocument/2006/relationships/slide" Target="slides/slide23.xml"/><Relationship Id="rId26" Type="http://schemas.openxmlformats.org/officeDocument/2006/relationships/slide" Target="slides/slide24.xml"/><Relationship Id="rId27" Type="http://schemas.openxmlformats.org/officeDocument/2006/relationships/slide" Target="slides/slide25.xml"/><Relationship Id="rId28" Type="http://schemas.openxmlformats.org/officeDocument/2006/relationships/slide" Target="slides/slide26.xml"/><Relationship Id="rId29" Type="http://schemas.openxmlformats.org/officeDocument/2006/relationships/slide" Target="slides/slide27.xml"/><Relationship Id="rId30" Type="http://schemas.openxmlformats.org/officeDocument/2006/relationships/slide" Target="slides/slide28.xml"/><Relationship Id="rId31" Type="http://schemas.openxmlformats.org/officeDocument/2006/relationships/slide" Target="slides/slide29.xml"/><Relationship Id="rId32" Type="http://schemas.openxmlformats.org/officeDocument/2006/relationships/slide" Target="slides/slide30.xml"/><Relationship Id="rId33" Type="http://schemas.openxmlformats.org/officeDocument/2006/relationships/slide" Target="slides/slide31.xml"/><Relationship Id="rId34" Type="http://schemas.openxmlformats.org/officeDocument/2006/relationships/slide" Target="slides/slide32.xml"/><Relationship Id="rId35" Type="http://schemas.openxmlformats.org/officeDocument/2006/relationships/slide" Target="slides/slide33.xml"/><Relationship Id="rId36" Type="http://schemas.openxmlformats.org/officeDocument/2006/relationships/slide" Target="slides/slide34.xml"/><Relationship Id="rId37" Type="http://schemas.openxmlformats.org/officeDocument/2006/relationships/slide" Target="slides/slide35.xml"/><Relationship Id="rId38" Type="http://schemas.openxmlformats.org/officeDocument/2006/relationships/slide" Target="slides/slide36.xml"/><Relationship Id="rId39" Type="http://schemas.openxmlformats.org/officeDocument/2006/relationships/slide" Target="slides/slide37.xml"/><Relationship Id="rId40" Type="http://schemas.openxmlformats.org/officeDocument/2006/relationships/slide" Target="slides/slide38.xml"/><Relationship Id="rId41" Type="http://schemas.openxmlformats.org/officeDocument/2006/relationships/slide" Target="slides/slide39.xml"/><Relationship Id="rId42" Type="http://schemas.openxmlformats.org/officeDocument/2006/relationships/slide" Target="slides/slide40.xml"/><Relationship Id="rId43" Type="http://schemas.openxmlformats.org/officeDocument/2006/relationships/slide" Target="slides/slide41.xml"/><Relationship Id="rId44" Type="http://schemas.openxmlformats.org/officeDocument/2006/relationships/slide" Target="slides/slide42.xml"/><Relationship Id="rId45" Type="http://schemas.openxmlformats.org/officeDocument/2006/relationships/slide" Target="slides/slide43.xml"/><Relationship Id="rId46" Type="http://schemas.openxmlformats.org/officeDocument/2006/relationships/slide" Target="slides/slide44.xml"/><Relationship Id="rId47" Type="http://schemas.openxmlformats.org/officeDocument/2006/relationships/slide" Target="slides/slide45.xml"/><Relationship Id="rId48" Type="http://schemas.openxmlformats.org/officeDocument/2006/relationships/slide" Target="slides/slide46.xml"/><Relationship Id="rId49" Type="http://schemas.openxmlformats.org/officeDocument/2006/relationships/slide" Target="slides/slide47.xml"/><Relationship Id="rId50" Type="http://schemas.openxmlformats.org/officeDocument/2006/relationships/slide" Target="slides/slide48.xml"/><Relationship Id="rId51" Type="http://schemas.openxmlformats.org/officeDocument/2006/relationships/slide" Target="slides/slide49.xml"/><Relationship Id="rId52" Type="http://schemas.openxmlformats.org/officeDocument/2006/relationships/slide" Target="slides/slide50.xml"/><Relationship Id="rId53" Type="http://schemas.openxmlformats.org/officeDocument/2006/relationships/slide" Target="slides/slide51.xml"/><Relationship Id="rId54" Type="http://schemas.openxmlformats.org/officeDocument/2006/relationships/slide" Target="slides/slide52.xml"/><Relationship Id="rId55" Type="http://schemas.openxmlformats.org/officeDocument/2006/relationships/slide" Target="slides/slide53.xml"/><Relationship Id="rId56" Type="http://schemas.openxmlformats.org/officeDocument/2006/relationships/slide" Target="slides/slide54.xml"/><Relationship Id="rId57" Type="http://schemas.openxmlformats.org/officeDocument/2006/relationships/slide" Target="slides/slide55.xml"/><Relationship Id="rId58" Type="http://schemas.openxmlformats.org/officeDocument/2006/relationships/slide" Target="slides/slide56.xml"/><Relationship Id="rId59" Type="http://schemas.openxmlformats.org/officeDocument/2006/relationships/slide" Target="slides/slide57.xml"/><Relationship Id="rId60" Type="http://schemas.openxmlformats.org/officeDocument/2006/relationships/slide" Target="slides/slide58.xml"/><Relationship Id="rId61" Type="http://schemas.openxmlformats.org/officeDocument/2006/relationships/slide" Target="slides/slide59.xml"/><Relationship Id="rId62" Type="http://schemas.openxmlformats.org/officeDocument/2006/relationships/slide" Target="slides/slide60.xml"/><Relationship Id="rId63" Type="http://schemas.openxmlformats.org/officeDocument/2006/relationships/slide" Target="slides/slide61.xml"/><Relationship Id="rId64" Type="http://schemas.openxmlformats.org/officeDocument/2006/relationships/slide" Target="slides/slide62.xml"/><Relationship Id="rId65" Type="http://schemas.openxmlformats.org/officeDocument/2006/relationships/slide" Target="slides/slide63.xml"/><Relationship Id="rId66" Type="http://schemas.openxmlformats.org/officeDocument/2006/relationships/slide" Target="slides/slide64.xml"/><Relationship Id="rId67" Type="http://schemas.openxmlformats.org/officeDocument/2006/relationships/slide" Target="slides/slide65.xml"/><Relationship Id="rId68" Type="http://schemas.openxmlformats.org/officeDocument/2006/relationships/slide" Target="slides/slide66.xml"/><Relationship Id="rId69" Type="http://schemas.openxmlformats.org/officeDocument/2006/relationships/slide" Target="slides/slide67.xml"/><Relationship Id="rId70" Type="http://schemas.openxmlformats.org/officeDocument/2006/relationships/slide" Target="slides/slide68.xml"/><Relationship Id="rId101" Type="http://schemas.openxmlformats.org/officeDocument/2006/relationships/notesMaster" Target="notesMasters/notesMaster1.xml"/><Relationship Id="rId102" Type="http://schemas.openxmlformats.org/officeDocument/2006/relationships/handoutMaster" Target="handoutMasters/handoutMaster1.xml"/><Relationship Id="rId103" Type="http://schemas.openxmlformats.org/officeDocument/2006/relationships/presProps" Target="presProps.xml"/><Relationship Id="rId104" Type="http://schemas.openxmlformats.org/officeDocument/2006/relationships/viewProps" Target="viewProps.xml"/><Relationship Id="rId105" Type="http://schemas.openxmlformats.org/officeDocument/2006/relationships/theme" Target="theme/theme1.xml"/><Relationship Id="rId106"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a:extLst>
              <a:ext uri="{FF2B5EF4-FFF2-40B4-BE49-F238E27FC236}">
                <a16:creationId xmlns:a16="http://schemas.microsoft.com/office/drawing/2014/main" id="{57E67CCE-7EAA-F964-8FFD-D00AE6FA68C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ko-KR" altLang="en-US"/>
          </a:p>
        </p:txBody>
      </p:sp>
      <p:sp>
        <p:nvSpPr>
          <p:cNvPr id="3" name="날짜 개체 틀 2">
            <a:extLst>
              <a:ext uri="{FF2B5EF4-FFF2-40B4-BE49-F238E27FC236}">
                <a16:creationId xmlns:a16="http://schemas.microsoft.com/office/drawing/2014/main" id="{F49E77C3-4E66-6FB8-75A8-6B1272167874}"/>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0B570C8-9F12-431C-834D-133E4F9EFBC7}" type="datetimeFigureOut">
              <a:rPr lang="ko-KR" altLang="en-US" smtClean="0"/>
              <a:t>2026. 10. 2.</a:t>
            </a:fld>
            <a:endParaRPr lang="ko-KR" altLang="en-US"/>
          </a:p>
        </p:txBody>
      </p:sp>
      <p:sp>
        <p:nvSpPr>
          <p:cNvPr id="4" name="바닥글 개체 틀 3">
            <a:extLst>
              <a:ext uri="{FF2B5EF4-FFF2-40B4-BE49-F238E27FC236}">
                <a16:creationId xmlns:a16="http://schemas.microsoft.com/office/drawing/2014/main" id="{D0657DD6-70B0-5695-BD72-F90F2192CAFB}"/>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ko-KR" altLang="en-US"/>
          </a:p>
        </p:txBody>
      </p:sp>
      <p:sp>
        <p:nvSpPr>
          <p:cNvPr id="5" name="슬라이드 번호 개체 틀 4">
            <a:extLst>
              <a:ext uri="{FF2B5EF4-FFF2-40B4-BE49-F238E27FC236}">
                <a16:creationId xmlns:a16="http://schemas.microsoft.com/office/drawing/2014/main" id="{E81B7422-2727-2FEA-8C7D-7979A6AAD190}"/>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35B02068-39CB-4913-BFF4-958B65344A87}" type="slidenum">
              <a:rPr lang="ko-KR" altLang="en-US" smtClean="0"/>
              <a:t>‹#›</a:t>
            </a:fld>
            <a:endParaRPr lang="ko-KR" altLang="en-US"/>
          </a:p>
        </p:txBody>
      </p:sp>
    </p:spTree>
    <p:extLst>
      <p:ext uri="{BB962C8B-B14F-4D97-AF65-F5344CB8AC3E}">
        <p14:creationId xmlns:p14="http://schemas.microsoft.com/office/powerpoint/2010/main" val="141905983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ko-KR" altLang="en-US"/>
          </a:p>
        </p:txBody>
      </p:sp>
      <p:sp>
        <p:nvSpPr>
          <p:cNvPr id="3" name="날짜 개체 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283D077-44CD-4EE8-9722-684EFEE1BA47}" type="datetimeFigureOut">
              <a:rPr lang="ko-KR" altLang="en-US" smtClean="0"/>
              <a:t>2026. 10. 2.</a:t>
            </a:fld>
            <a:endParaRPr lang="ko-KR" altLang="en-US"/>
          </a:p>
        </p:txBody>
      </p:sp>
      <p:sp>
        <p:nvSpPr>
          <p:cNvPr id="4" name="슬라이드 이미지 개체 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ko-KR" altLang="en-US"/>
          </a:p>
        </p:txBody>
      </p:sp>
      <p:sp>
        <p:nvSpPr>
          <p:cNvPr id="5" name="슬라이드 노트 개체 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6" name="바닥글 개체 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ko-KR" altLang="en-US"/>
          </a:p>
        </p:txBody>
      </p:sp>
      <p:sp>
        <p:nvSpPr>
          <p:cNvPr id="7" name="슬라이드 번호 개체 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B4D4D96-940C-4183-92F1-CDDC2839BE9F}" type="slidenum">
              <a:rPr lang="ko-KR" altLang="en-US" smtClean="0"/>
              <a:t>‹#›</a:t>
            </a:fld>
            <a:endParaRPr lang="ko-KR" altLang="en-US"/>
          </a:p>
        </p:txBody>
      </p:sp>
    </p:spTree>
    <p:extLst>
      <p:ext uri="{BB962C8B-B14F-4D97-AF65-F5344CB8AC3E}">
        <p14:creationId xmlns:p14="http://schemas.microsoft.com/office/powerpoint/2010/main" val="1735144206"/>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 Id="rId3" Type="http://schemas.openxmlformats.org/officeDocument/2006/relationships/hyperlink" Target="https://eroun.ai/" TargetMode="External"/><Relationship Id="rId4" Type="http://schemas.openxmlformats.org/officeDocument/2006/relationships/hyperlink" Target="https://exosp.com/blog/eroun-and-company-mou" TargetMode="Externa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 Id="rId3" Type="http://schemas.openxmlformats.org/officeDocument/2006/relationships/hyperlink" Target="https://www.epnc.co.kr/news/articleView.html?idxno=401427" TargetMode="External"/><Relationship Id="rId4" Type="http://schemas.openxmlformats.org/officeDocument/2006/relationships/hyperlink" Target="https://www.dailysecu.com/news/articleView.html?idxno=208459" TargetMode="External"/><Relationship Id="rId5" Type="http://schemas.openxmlformats.org/officeDocument/2006/relationships/hyperlink" Target="https://byline.network/2025/04/18-430/" TargetMode="Externa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 Id="rId3" Type="http://schemas.openxmlformats.org/officeDocument/2006/relationships/hyperlink" Target="https://www.epnc.co.kr/news/articleView.html?idxno=401427" TargetMode="External"/><Relationship Id="rId4" Type="http://schemas.openxmlformats.org/officeDocument/2006/relationships/hyperlink" Target="https://www.dailysecu.com/news/articleView.html?idxno=208459" TargetMode="External"/><Relationship Id="rId5" Type="http://schemas.openxmlformats.org/officeDocument/2006/relationships/hyperlink" Target="https://byline.network/2025/04/18-430/" TargetMode="Externa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 Id="rId3" Type="http://schemas.openxmlformats.org/officeDocument/2006/relationships/hyperlink" Target="https://www.somansa.com/wp-content/uploads/2025/08/" TargetMode="External"/><Relationship Id="rId4" Type="http://schemas.openxmlformats.org/officeDocument/2006/relationships/hyperlink" Target="https://www.somansa.com/wp-content/uploads/2024/12/Privacy-i_241105.pdf" TargetMode="External"/><Relationship Id="rId5" Type="http://schemas.openxmlformats.org/officeDocument/2006/relationships/hyperlink" Target="https://www.somansa.com/wp-content/uploads/2025/11/2025_WK-SG-SUITE_20250810_" TargetMode="External"/><Relationship Id="rId6" Type="http://schemas.openxmlformats.org/officeDocument/2006/relationships/hyperlink" Target="https://www.somansa.com/wp-content/uploads/2025/07/EN-" TargetMode="External"/><Relationship Id="rId7" Type="http://schemas.openxmlformats.org/officeDocument/2006/relationships/hyperlink" Target="https://www.ncloud.com/marketplace/privacy-i" TargetMode="External"/><Relationship Id="rId8" Type="http://schemas.openxmlformats.org/officeDocument/2006/relationships/hyperlink" Target="https://www.somansa.com/wp-content/uploads/2026/07/" TargetMode="External"/><Relationship Id="rId9" Type="http://schemas.openxmlformats.org/officeDocument/2006/relationships/hyperlink" Target="https://www.somansa.com/news_event_categories/press/" TargetMode="External"/><Relationship Id="rId10" Type="http://schemas.openxmlformats.org/officeDocument/2006/relationships/hyperlink" Target="https://www.somansa.com/wp-content/uploads/2025/07/EN-Mail-i-DLP.pdf" TargetMode="External"/><Relationship Id="rId11" Type="http://schemas.openxmlformats.org/officeDocument/2006/relationships/hyperlink" Target="https://www.somansa.com/" TargetMode="Externa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 Id="rId3" Type="http://schemas.openxmlformats.org/officeDocument/2006/relationships/hyperlink" Target="https://www.somansa.com/wp-content/uploads/2025/08/" TargetMode="External"/><Relationship Id="rId4" Type="http://schemas.openxmlformats.org/officeDocument/2006/relationships/hyperlink" Target="https://www.somansa.com/wp-content/uploads/2024/12/Privacy-i_241105.pdf" TargetMode="External"/><Relationship Id="rId5" Type="http://schemas.openxmlformats.org/officeDocument/2006/relationships/hyperlink" Target="https://www.somansa.com/wp-content/uploads/2025/11/2025_WK-SG-SUITE_20250810_" TargetMode="External"/><Relationship Id="rId6" Type="http://schemas.openxmlformats.org/officeDocument/2006/relationships/hyperlink" Target="https://www.somansa.com/wp-content/uploads/2025/07/EN-" TargetMode="External"/><Relationship Id="rId7" Type="http://schemas.openxmlformats.org/officeDocument/2006/relationships/hyperlink" Target="https://www.ncloud.com/marketplace/privacy-i" TargetMode="External"/><Relationship Id="rId8" Type="http://schemas.openxmlformats.org/officeDocument/2006/relationships/hyperlink" Target="https://www.somansa.com/wp-content/uploads/2026/07/" TargetMode="External"/><Relationship Id="rId9" Type="http://schemas.openxmlformats.org/officeDocument/2006/relationships/hyperlink" Target="https://www.somansa.com/news_event_categories/press/" TargetMode="External"/><Relationship Id="rId10" Type="http://schemas.openxmlformats.org/officeDocument/2006/relationships/hyperlink" Target="https://www.somansa.com/wp-content/uploads/2025/07/EN-Mail-i-DLP.pdf" TargetMode="External"/><Relationship Id="rId11" Type="http://schemas.openxmlformats.org/officeDocument/2006/relationships/hyperlink" Target="https://www.somansa.com/" TargetMode="Externa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 Id="rId3" Type="http://schemas.openxmlformats.org/officeDocument/2006/relationships/hyperlink" Target="https://www.somansa.com/wp-content/uploads/2025/08/" TargetMode="External"/><Relationship Id="rId4" Type="http://schemas.openxmlformats.org/officeDocument/2006/relationships/hyperlink" Target="https://www.somansa.com/wp-content/uploads/2024/12/Privacy-i_241105.pdf" TargetMode="External"/><Relationship Id="rId5" Type="http://schemas.openxmlformats.org/officeDocument/2006/relationships/hyperlink" Target="https://www.somansa.com/wp-content/uploads/2025/11/2025_WK-SG-SUITE_20250810_" TargetMode="External"/><Relationship Id="rId6" Type="http://schemas.openxmlformats.org/officeDocument/2006/relationships/hyperlink" Target="https://www.somansa.com/wp-content/uploads/2025/07/EN-" TargetMode="External"/><Relationship Id="rId7" Type="http://schemas.openxmlformats.org/officeDocument/2006/relationships/hyperlink" Target="https://www.ncloud.com/marketplace/privacy-i" TargetMode="External"/><Relationship Id="rId8" Type="http://schemas.openxmlformats.org/officeDocument/2006/relationships/hyperlink" Target="https://www.somansa.com/wp-content/uploads/2026/07/" TargetMode="External"/><Relationship Id="rId9" Type="http://schemas.openxmlformats.org/officeDocument/2006/relationships/hyperlink" Target="https://www.somansa.com/news_event_categories/press/" TargetMode="External"/><Relationship Id="rId10" Type="http://schemas.openxmlformats.org/officeDocument/2006/relationships/hyperlink" Target="https://www.somansa.com/wp-content/uploads/2025/07/EN-Mail-i-DLP.pdf" TargetMode="External"/><Relationship Id="rId11" Type="http://schemas.openxmlformats.org/officeDocument/2006/relationships/hyperlink" Target="https://www.somansa.com/" TargetMode="Externa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 Id="rId3" Type="http://schemas.openxmlformats.org/officeDocument/2006/relationships/hyperlink" Target="https://www.somansa.com/wp-content/uploads/2025/08/" TargetMode="External"/><Relationship Id="rId4" Type="http://schemas.openxmlformats.org/officeDocument/2006/relationships/hyperlink" Target="https://www.somansa.com/wp-content/uploads/2024/12/Privacy-i_241105.pdf" TargetMode="External"/><Relationship Id="rId5" Type="http://schemas.openxmlformats.org/officeDocument/2006/relationships/hyperlink" Target="https://www.somansa.com/wp-content/uploads/2025/11/2025_WK-SG-SUITE_20250810_" TargetMode="External"/><Relationship Id="rId6" Type="http://schemas.openxmlformats.org/officeDocument/2006/relationships/hyperlink" Target="https://www.somansa.com/wp-content/uploads/2025/07/EN-" TargetMode="External"/><Relationship Id="rId7" Type="http://schemas.openxmlformats.org/officeDocument/2006/relationships/hyperlink" Target="https://www.ncloud.com/marketplace/privacy-i" TargetMode="External"/><Relationship Id="rId8" Type="http://schemas.openxmlformats.org/officeDocument/2006/relationships/hyperlink" Target="https://www.somansa.com/wp-content/uploads/2026/07/" TargetMode="External"/><Relationship Id="rId9" Type="http://schemas.openxmlformats.org/officeDocument/2006/relationships/hyperlink" Target="https://www.somansa.com/news_event_categories/press/" TargetMode="External"/><Relationship Id="rId10" Type="http://schemas.openxmlformats.org/officeDocument/2006/relationships/hyperlink" Target="https://www.somansa.com/wp-content/uploads/2025/07/EN-Mail-i-DLP.pdf" TargetMode="External"/><Relationship Id="rId11" Type="http://schemas.openxmlformats.org/officeDocument/2006/relationships/hyperlink" Target="https://www.somansa.com/" TargetMode="Externa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 Id="rId3" Type="http://schemas.openxmlformats.org/officeDocument/2006/relationships/hyperlink" Target="https://www.somansa.com/wp-content/uploads/2025/08/" TargetMode="External"/><Relationship Id="rId4" Type="http://schemas.openxmlformats.org/officeDocument/2006/relationships/hyperlink" Target="https://www.somansa.com/wp-content/uploads/2024/12/Privacy-i_241105.pdf" TargetMode="External"/><Relationship Id="rId5" Type="http://schemas.openxmlformats.org/officeDocument/2006/relationships/hyperlink" Target="https://www.somansa.com/wp-content/uploads/2025/11/2025_WK-SG-SUITE_20250810_" TargetMode="External"/><Relationship Id="rId6" Type="http://schemas.openxmlformats.org/officeDocument/2006/relationships/hyperlink" Target="https://www.somansa.com/wp-content/uploads/2025/07/EN-" TargetMode="External"/><Relationship Id="rId7" Type="http://schemas.openxmlformats.org/officeDocument/2006/relationships/hyperlink" Target="https://www.ncloud.com/marketplace/privacy-i" TargetMode="External"/><Relationship Id="rId8" Type="http://schemas.openxmlformats.org/officeDocument/2006/relationships/hyperlink" Target="https://www.somansa.com/wp-content/uploads/2026/07/" TargetMode="External"/><Relationship Id="rId9" Type="http://schemas.openxmlformats.org/officeDocument/2006/relationships/hyperlink" Target="https://www.somansa.com/news_event_categories/press/" TargetMode="External"/><Relationship Id="rId10" Type="http://schemas.openxmlformats.org/officeDocument/2006/relationships/hyperlink" Target="https://www.somansa.com/wp-content/uploads/2025/07/EN-Mail-i-DLP.pdf" TargetMode="External"/><Relationship Id="rId11" Type="http://schemas.openxmlformats.org/officeDocument/2006/relationships/hyperlink" Target="https://www.somansa.com/" TargetMode="Externa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 Id="rId3" Type="http://schemas.openxmlformats.org/officeDocument/2006/relationships/hyperlink" Target="https://www.somansa.com/wp-content/uploads/2025/08/" TargetMode="External"/><Relationship Id="rId4" Type="http://schemas.openxmlformats.org/officeDocument/2006/relationships/hyperlink" Target="https://www.somansa.com/wp-content/uploads/2024/12/Privacy-i_241105.pdf" TargetMode="External"/><Relationship Id="rId5" Type="http://schemas.openxmlformats.org/officeDocument/2006/relationships/hyperlink" Target="https://www.somansa.com/wp-content/uploads/2025/11/2025_WK-SG-SUITE_20250810_" TargetMode="External"/><Relationship Id="rId6" Type="http://schemas.openxmlformats.org/officeDocument/2006/relationships/hyperlink" Target="https://www.somansa.com/wp-content/uploads/2025/07/EN-" TargetMode="External"/><Relationship Id="rId7" Type="http://schemas.openxmlformats.org/officeDocument/2006/relationships/hyperlink" Target="https://www.ncloud.com/marketplace/privacy-i" TargetMode="External"/><Relationship Id="rId8" Type="http://schemas.openxmlformats.org/officeDocument/2006/relationships/hyperlink" Target="https://www.somansa.com/wp-content/uploads/2026/07/" TargetMode="External"/><Relationship Id="rId9" Type="http://schemas.openxmlformats.org/officeDocument/2006/relationships/hyperlink" Target="https://www.somansa.com/news_event_categories/press/" TargetMode="External"/><Relationship Id="rId10" Type="http://schemas.openxmlformats.org/officeDocument/2006/relationships/hyperlink" Target="https://www.somansa.com/wp-content/uploads/2025/07/EN-Mail-i-DLP.pdf" TargetMode="External"/><Relationship Id="rId11" Type="http://schemas.openxmlformats.org/officeDocument/2006/relationships/hyperlink" Target="https://www.somansa.com/" TargetMode="Externa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 Id="rId3" Type="http://schemas.openxmlformats.org/officeDocument/2006/relationships/hyperlink" Target="https://www.somansa.com/wp-content/uploads/2025/08/" TargetMode="External"/><Relationship Id="rId4" Type="http://schemas.openxmlformats.org/officeDocument/2006/relationships/hyperlink" Target="https://www.somansa.com/wp-content/uploads/2024/12/Privacy-i_241105.pdf" TargetMode="External"/><Relationship Id="rId5" Type="http://schemas.openxmlformats.org/officeDocument/2006/relationships/hyperlink" Target="https://www.somansa.com/wp-content/uploads/2025/11/2025_WK-SG-SUITE_20250810_" TargetMode="External"/><Relationship Id="rId6" Type="http://schemas.openxmlformats.org/officeDocument/2006/relationships/hyperlink" Target="https://www.somansa.com/wp-content/uploads/2025/07/EN-" TargetMode="External"/><Relationship Id="rId7" Type="http://schemas.openxmlformats.org/officeDocument/2006/relationships/hyperlink" Target="https://www.ncloud.com/marketplace/privacy-i" TargetMode="External"/><Relationship Id="rId8" Type="http://schemas.openxmlformats.org/officeDocument/2006/relationships/hyperlink" Target="https://www.somansa.com/wp-content/uploads/2026/07/" TargetMode="External"/><Relationship Id="rId9" Type="http://schemas.openxmlformats.org/officeDocument/2006/relationships/hyperlink" Target="https://www.somansa.com/news_event_categories/press/" TargetMode="External"/><Relationship Id="rId10" Type="http://schemas.openxmlformats.org/officeDocument/2006/relationships/hyperlink" Target="https://www.somansa.com/wp-content/uploads/2025/07/EN-Mail-i-DLP.pdf" TargetMode="External"/><Relationship Id="rId11" Type="http://schemas.openxmlformats.org/officeDocument/2006/relationships/hyperlink" Target="https://www.somansa.com/" TargetMode="Externa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 Id="rId3" Type="http://schemas.openxmlformats.org/officeDocument/2006/relationships/hyperlink" Target="https://www.somansa.com/wp-content/uploads/2025/08/" TargetMode="External"/><Relationship Id="rId4" Type="http://schemas.openxmlformats.org/officeDocument/2006/relationships/hyperlink" Target="https://www.somansa.com/wp-content/uploads/2024/12/Privacy-i_241105.pdf" TargetMode="External"/><Relationship Id="rId5" Type="http://schemas.openxmlformats.org/officeDocument/2006/relationships/hyperlink" Target="https://www.somansa.com/wp-content/uploads/2025/11/2025_WK-SG-SUITE_20250810_" TargetMode="External"/><Relationship Id="rId6" Type="http://schemas.openxmlformats.org/officeDocument/2006/relationships/hyperlink" Target="https://www.somansa.com/wp-content/uploads/2025/07/EN-" TargetMode="External"/><Relationship Id="rId7" Type="http://schemas.openxmlformats.org/officeDocument/2006/relationships/hyperlink" Target="https://www.ncloud.com/marketplace/privacy-i" TargetMode="External"/><Relationship Id="rId8" Type="http://schemas.openxmlformats.org/officeDocument/2006/relationships/hyperlink" Target="https://www.somansa.com/wp-content/uploads/2026/07/" TargetMode="External"/><Relationship Id="rId9" Type="http://schemas.openxmlformats.org/officeDocument/2006/relationships/hyperlink" Target="https://www.somansa.com/news_event_categories/press/" TargetMode="External"/><Relationship Id="rId10" Type="http://schemas.openxmlformats.org/officeDocument/2006/relationships/hyperlink" Target="https://www.somansa.com/wp-content/uploads/2025/07/EN-Mail-i-DLP.pdf" TargetMode="External"/><Relationship Id="rId11" Type="http://schemas.openxmlformats.org/officeDocument/2006/relationships/hyperlink" Target="https://www.somansa.com/" TargetMode="Externa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 Id="rId3" Type="http://schemas.openxmlformats.org/officeDocument/2006/relationships/hyperlink" Target="https://www.somansa.com/wp-content/uploads/2025/08/" TargetMode="External"/><Relationship Id="rId4" Type="http://schemas.openxmlformats.org/officeDocument/2006/relationships/hyperlink" Target="https://www.somansa.com/wp-content/uploads/2024/12/Privacy-i_241105.pdf" TargetMode="External"/><Relationship Id="rId5" Type="http://schemas.openxmlformats.org/officeDocument/2006/relationships/hyperlink" Target="https://www.somansa.com/wp-content/uploads/2025/11/2025_WK-SG-SUITE_20250810_" TargetMode="External"/><Relationship Id="rId6" Type="http://schemas.openxmlformats.org/officeDocument/2006/relationships/hyperlink" Target="https://www.somansa.com/wp-content/uploads/2025/07/EN-" TargetMode="External"/><Relationship Id="rId7" Type="http://schemas.openxmlformats.org/officeDocument/2006/relationships/hyperlink" Target="https://www.ncloud.com/marketplace/privacy-i" TargetMode="External"/><Relationship Id="rId8" Type="http://schemas.openxmlformats.org/officeDocument/2006/relationships/hyperlink" Target="https://www.somansa.com/wp-content/uploads/2026/07/" TargetMode="External"/><Relationship Id="rId9" Type="http://schemas.openxmlformats.org/officeDocument/2006/relationships/hyperlink" Target="https://www.somansa.com/news_event_categories/press/" TargetMode="External"/><Relationship Id="rId10" Type="http://schemas.openxmlformats.org/officeDocument/2006/relationships/hyperlink" Target="https://www.somansa.com/wp-content/uploads/2025/07/EN-Mail-i-DLP.pdf" TargetMode="External"/><Relationship Id="rId11" Type="http://schemas.openxmlformats.org/officeDocument/2006/relationships/hyperlink" Target="https://www.somansa.com/" TargetMode="Externa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 Id="rId3" Type="http://schemas.openxmlformats.org/officeDocument/2006/relationships/hyperlink" Target="https://www.somansa.com/wp-content/uploads/2025/08/" TargetMode="External"/><Relationship Id="rId4" Type="http://schemas.openxmlformats.org/officeDocument/2006/relationships/hyperlink" Target="https://www.somansa.com/wp-content/uploads/2024/12/Privacy-i_241105.pdf" TargetMode="External"/><Relationship Id="rId5" Type="http://schemas.openxmlformats.org/officeDocument/2006/relationships/hyperlink" Target="https://www.somansa.com/wp-content/uploads/2025/11/2025_WK-SG-SUITE_20250810_" TargetMode="External"/><Relationship Id="rId6" Type="http://schemas.openxmlformats.org/officeDocument/2006/relationships/hyperlink" Target="https://www.somansa.com/wp-content/uploads/2025/07/EN-" TargetMode="External"/><Relationship Id="rId7" Type="http://schemas.openxmlformats.org/officeDocument/2006/relationships/hyperlink" Target="https://www.ncloud.com/marketplace/privacy-i" TargetMode="External"/><Relationship Id="rId8" Type="http://schemas.openxmlformats.org/officeDocument/2006/relationships/hyperlink" Target="https://www.somansa.com/wp-content/uploads/2026/07/" TargetMode="External"/><Relationship Id="rId9" Type="http://schemas.openxmlformats.org/officeDocument/2006/relationships/hyperlink" Target="https://www.somansa.com/news_event_categories/press/" TargetMode="External"/><Relationship Id="rId10" Type="http://schemas.openxmlformats.org/officeDocument/2006/relationships/hyperlink" Target="https://www.somansa.com/wp-content/uploads/2025/07/EN-Mail-i-DLP.pdf" TargetMode="External"/><Relationship Id="rId11" Type="http://schemas.openxmlformats.org/officeDocument/2006/relationships/hyperlink" Target="https://www.somansa.com/" TargetMode="Externa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 Id="rId3" Type="http://schemas.openxmlformats.org/officeDocument/2006/relationships/hyperlink" Target="https://www.somansa.com/wp-content/uploads/2025/08/" TargetMode="External"/><Relationship Id="rId4" Type="http://schemas.openxmlformats.org/officeDocument/2006/relationships/hyperlink" Target="https://www.somansa.com/wp-content/uploads/2024/12/Privacy-i_241105.pdf" TargetMode="External"/><Relationship Id="rId5" Type="http://schemas.openxmlformats.org/officeDocument/2006/relationships/hyperlink" Target="https://www.somansa.com/wp-content/uploads/2025/11/2025_WK-SG-SUITE_20250810_" TargetMode="External"/><Relationship Id="rId6" Type="http://schemas.openxmlformats.org/officeDocument/2006/relationships/hyperlink" Target="https://www.somansa.com/wp-content/uploads/2025/07/EN-" TargetMode="External"/><Relationship Id="rId7" Type="http://schemas.openxmlformats.org/officeDocument/2006/relationships/hyperlink" Target="https://www.ncloud.com/marketplace/privacy-i" TargetMode="External"/><Relationship Id="rId8" Type="http://schemas.openxmlformats.org/officeDocument/2006/relationships/hyperlink" Target="https://www.somansa.com/wp-content/uploads/2026/07/" TargetMode="External"/><Relationship Id="rId9" Type="http://schemas.openxmlformats.org/officeDocument/2006/relationships/hyperlink" Target="https://www.somansa.com/news_event_categories/press/" TargetMode="External"/><Relationship Id="rId10" Type="http://schemas.openxmlformats.org/officeDocument/2006/relationships/hyperlink" Target="https://www.somansa.com/wp-content/uploads/2025/07/EN-Mail-i-DLP.pdf" TargetMode="External"/><Relationship Id="rId11" Type="http://schemas.openxmlformats.org/officeDocument/2006/relationships/hyperlink" Target="https://www.somansa.com/" TargetMode="Externa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 Id="rId3" Type="http://schemas.openxmlformats.org/officeDocument/2006/relationships/hyperlink" Target="https://www.fasoo.ai/products/fasoo-enterprise-drm" TargetMode="External"/><Relationship Id="rId4" Type="http://schemas.openxmlformats.org/officeDocument/2006/relationships/hyperlink" Target="https://www.fasoo.ai/products/fasoo-data-radar" TargetMode="External"/><Relationship Id="rId5" Type="http://schemas.openxmlformats.org/officeDocument/2006/relationships/hyperlink" Target="https://www.fasoo.ai/products/fasoo-ai-r-dlp" TargetMode="External"/><Relationship Id="rId6" Type="http://schemas.openxmlformats.org/officeDocument/2006/relationships/hyperlink" Target="https://www.fasoo.ai/products/ai-r-endpoint" TargetMode="External"/><Relationship Id="rId7" Type="http://schemas.openxmlformats.org/officeDocument/2006/relationships/hyperlink" Target="https://www.fasoo.ai/products/ai-r-gateway" TargetMode="External"/><Relationship Id="rId8" Type="http://schemas.openxmlformats.org/officeDocument/2006/relationships/hyperlink" Target="https://www.fasoo.ai/products/ai-r-bridge" TargetMode="External"/><Relationship Id="rId9" Type="http://schemas.openxmlformats.org/officeDocument/2006/relationships/hyperlink" Target="https://www.fasoo.ai/products/fasoo-smart-screen" TargetMode="External"/><Relationship Id="rId10" Type="http://schemas.openxmlformats.org/officeDocument/2006/relationships/hyperlink" Target="https://www.fasoo.ai/products/fasoo-smart-print" TargetMode="External"/><Relationship Id="rId11" Type="http://schemas.openxmlformats.org/officeDocument/2006/relationships/hyperlink" Target="https://www.fasoo.ai/products/fasoo-secure-mail" TargetMode="Externa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 Id="rId3" Type="http://schemas.openxmlformats.org/officeDocument/2006/relationships/hyperlink" Target="https://www.fasoo.ai/products/fasoo-enterprise-drm" TargetMode="External"/><Relationship Id="rId4" Type="http://schemas.openxmlformats.org/officeDocument/2006/relationships/hyperlink" Target="https://www.fasoo.ai/products/fasoo-data-radar" TargetMode="External"/><Relationship Id="rId5" Type="http://schemas.openxmlformats.org/officeDocument/2006/relationships/hyperlink" Target="https://www.fasoo.ai/products/fasoo-ai-r-dlp" TargetMode="External"/><Relationship Id="rId6" Type="http://schemas.openxmlformats.org/officeDocument/2006/relationships/hyperlink" Target="https://www.fasoo.ai/products/ai-r-endpoint" TargetMode="External"/><Relationship Id="rId7" Type="http://schemas.openxmlformats.org/officeDocument/2006/relationships/hyperlink" Target="https://www.fasoo.ai/products/ai-r-gateway" TargetMode="External"/><Relationship Id="rId8" Type="http://schemas.openxmlformats.org/officeDocument/2006/relationships/hyperlink" Target="https://www.fasoo.ai/products/ai-r-bridge" TargetMode="External"/><Relationship Id="rId9" Type="http://schemas.openxmlformats.org/officeDocument/2006/relationships/hyperlink" Target="https://www.fasoo.ai/products/fasoo-smart-screen" TargetMode="External"/><Relationship Id="rId10" Type="http://schemas.openxmlformats.org/officeDocument/2006/relationships/hyperlink" Target="https://www.fasoo.ai/products/fasoo-smart-print" TargetMode="External"/><Relationship Id="rId11" Type="http://schemas.openxmlformats.org/officeDocument/2006/relationships/hyperlink" Target="https://www.fasoo.ai/products/fasoo-secure-mail" TargetMode="Externa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 Id="rId3" Type="http://schemas.openxmlformats.org/officeDocument/2006/relationships/hyperlink" Target="https://www.fasoo.ai/products/fasoo-enterprise-drm" TargetMode="External"/><Relationship Id="rId4" Type="http://schemas.openxmlformats.org/officeDocument/2006/relationships/hyperlink" Target="https://www.fasoo.ai/products/fasoo-data-radar" TargetMode="External"/><Relationship Id="rId5" Type="http://schemas.openxmlformats.org/officeDocument/2006/relationships/hyperlink" Target="https://www.fasoo.ai/products/fasoo-ai-r-dlp" TargetMode="External"/><Relationship Id="rId6" Type="http://schemas.openxmlformats.org/officeDocument/2006/relationships/hyperlink" Target="https://www.fasoo.ai/products/ai-r-endpoint" TargetMode="External"/><Relationship Id="rId7" Type="http://schemas.openxmlformats.org/officeDocument/2006/relationships/hyperlink" Target="https://www.fasoo.ai/products/ai-r-gateway" TargetMode="External"/><Relationship Id="rId8" Type="http://schemas.openxmlformats.org/officeDocument/2006/relationships/hyperlink" Target="https://www.fasoo.ai/products/ai-r-bridge" TargetMode="External"/><Relationship Id="rId9" Type="http://schemas.openxmlformats.org/officeDocument/2006/relationships/hyperlink" Target="https://www.fasoo.ai/products/fasoo-smart-screen" TargetMode="External"/><Relationship Id="rId10" Type="http://schemas.openxmlformats.org/officeDocument/2006/relationships/hyperlink" Target="https://www.fasoo.ai/products/fasoo-smart-print" TargetMode="External"/><Relationship Id="rId11" Type="http://schemas.openxmlformats.org/officeDocument/2006/relationships/hyperlink" Target="https://www.fasoo.ai/products/fasoo-secure-mail" TargetMode="Externa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 Id="rId3" Type="http://schemas.openxmlformats.org/officeDocument/2006/relationships/hyperlink" Target="https://www.fasoo.ai/products/fasoo-enterprise-drm" TargetMode="External"/><Relationship Id="rId4" Type="http://schemas.openxmlformats.org/officeDocument/2006/relationships/hyperlink" Target="https://www.fasoo.ai/products/fasoo-data-radar" TargetMode="External"/><Relationship Id="rId5" Type="http://schemas.openxmlformats.org/officeDocument/2006/relationships/hyperlink" Target="https://www.fasoo.ai/products/fasoo-ai-r-dlp" TargetMode="External"/><Relationship Id="rId6" Type="http://schemas.openxmlformats.org/officeDocument/2006/relationships/hyperlink" Target="https://www.fasoo.ai/products/ai-r-endpoint" TargetMode="External"/><Relationship Id="rId7" Type="http://schemas.openxmlformats.org/officeDocument/2006/relationships/hyperlink" Target="https://www.fasoo.ai/products/ai-r-gateway" TargetMode="External"/><Relationship Id="rId8" Type="http://schemas.openxmlformats.org/officeDocument/2006/relationships/hyperlink" Target="https://www.fasoo.ai/products/ai-r-bridge" TargetMode="External"/><Relationship Id="rId9" Type="http://schemas.openxmlformats.org/officeDocument/2006/relationships/hyperlink" Target="https://www.fasoo.ai/products/fasoo-smart-screen" TargetMode="External"/><Relationship Id="rId10" Type="http://schemas.openxmlformats.org/officeDocument/2006/relationships/hyperlink" Target="https://www.fasoo.ai/products/fasoo-smart-print" TargetMode="External"/><Relationship Id="rId11" Type="http://schemas.openxmlformats.org/officeDocument/2006/relationships/hyperlink" Target="https://www.fasoo.ai/products/fasoo-secure-mail" TargetMode="Externa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 Id="rId3" Type="http://schemas.openxmlformats.org/officeDocument/2006/relationships/hyperlink" Target="https://www.fasoo.ai/products/fasoo-enterprise-drm" TargetMode="External"/><Relationship Id="rId4" Type="http://schemas.openxmlformats.org/officeDocument/2006/relationships/hyperlink" Target="https://www.fasoo.ai/products/fasoo-data-radar" TargetMode="External"/><Relationship Id="rId5" Type="http://schemas.openxmlformats.org/officeDocument/2006/relationships/hyperlink" Target="https://www.fasoo.ai/products/fasoo-ai-r-dlp" TargetMode="External"/><Relationship Id="rId6" Type="http://schemas.openxmlformats.org/officeDocument/2006/relationships/hyperlink" Target="https://www.fasoo.ai/products/ai-r-endpoint" TargetMode="External"/><Relationship Id="rId7" Type="http://schemas.openxmlformats.org/officeDocument/2006/relationships/hyperlink" Target="https://www.fasoo.ai/products/ai-r-gateway" TargetMode="External"/><Relationship Id="rId8" Type="http://schemas.openxmlformats.org/officeDocument/2006/relationships/hyperlink" Target="https://www.fasoo.ai/products/ai-r-bridge" TargetMode="External"/><Relationship Id="rId9" Type="http://schemas.openxmlformats.org/officeDocument/2006/relationships/hyperlink" Target="https://www.fasoo.ai/products/fasoo-smart-screen" TargetMode="External"/><Relationship Id="rId10" Type="http://schemas.openxmlformats.org/officeDocument/2006/relationships/hyperlink" Target="https://www.fasoo.ai/products/fasoo-smart-print" TargetMode="External"/><Relationship Id="rId11" Type="http://schemas.openxmlformats.org/officeDocument/2006/relationships/hyperlink" Target="https://www.fasoo.ai/products/fasoo-secure-mail" TargetMode="Externa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 Id="rId3" Type="http://schemas.openxmlformats.org/officeDocument/2006/relationships/hyperlink" Target="https://www.fasoo.ai/products/fasoo-enterprise-drm" TargetMode="External"/><Relationship Id="rId4" Type="http://schemas.openxmlformats.org/officeDocument/2006/relationships/hyperlink" Target="https://www.fasoo.ai/products/fasoo-data-radar" TargetMode="External"/><Relationship Id="rId5" Type="http://schemas.openxmlformats.org/officeDocument/2006/relationships/hyperlink" Target="https://www.fasoo.ai/products/fasoo-ai-r-dlp" TargetMode="External"/><Relationship Id="rId6" Type="http://schemas.openxmlformats.org/officeDocument/2006/relationships/hyperlink" Target="https://www.fasoo.ai/products/ai-r-endpoint" TargetMode="External"/><Relationship Id="rId7" Type="http://schemas.openxmlformats.org/officeDocument/2006/relationships/hyperlink" Target="https://www.fasoo.ai/products/ai-r-gateway" TargetMode="External"/><Relationship Id="rId8" Type="http://schemas.openxmlformats.org/officeDocument/2006/relationships/hyperlink" Target="https://www.fasoo.ai/products/ai-r-bridge" TargetMode="External"/><Relationship Id="rId9" Type="http://schemas.openxmlformats.org/officeDocument/2006/relationships/hyperlink" Target="https://www.fasoo.ai/products/fasoo-smart-screen" TargetMode="External"/><Relationship Id="rId10" Type="http://schemas.openxmlformats.org/officeDocument/2006/relationships/hyperlink" Target="https://www.fasoo.ai/products/fasoo-smart-print" TargetMode="External"/><Relationship Id="rId11" Type="http://schemas.openxmlformats.org/officeDocument/2006/relationships/hyperlink" Target="https://www.fasoo.ai/products/fasoo-secure-mail" TargetMode="Externa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 Id="rId3" Type="http://schemas.openxmlformats.org/officeDocument/2006/relationships/hyperlink" Target="https://www.fasoo.ai/products/fasoo-enterprise-drm" TargetMode="External"/><Relationship Id="rId4" Type="http://schemas.openxmlformats.org/officeDocument/2006/relationships/hyperlink" Target="https://www.fasoo.ai/products/fasoo-data-radar" TargetMode="External"/><Relationship Id="rId5" Type="http://schemas.openxmlformats.org/officeDocument/2006/relationships/hyperlink" Target="https://www.fasoo.ai/products/fasoo-ai-r-dlp" TargetMode="External"/><Relationship Id="rId6" Type="http://schemas.openxmlformats.org/officeDocument/2006/relationships/hyperlink" Target="https://www.fasoo.ai/products/ai-r-endpoint" TargetMode="External"/><Relationship Id="rId7" Type="http://schemas.openxmlformats.org/officeDocument/2006/relationships/hyperlink" Target="https://www.fasoo.ai/products/ai-r-gateway" TargetMode="External"/><Relationship Id="rId8" Type="http://schemas.openxmlformats.org/officeDocument/2006/relationships/hyperlink" Target="https://www.fasoo.ai/products/ai-r-bridge" TargetMode="External"/><Relationship Id="rId9" Type="http://schemas.openxmlformats.org/officeDocument/2006/relationships/hyperlink" Target="https://www.fasoo.ai/products/fasoo-smart-screen" TargetMode="External"/><Relationship Id="rId10" Type="http://schemas.openxmlformats.org/officeDocument/2006/relationships/hyperlink" Target="https://www.fasoo.ai/products/fasoo-smart-print" TargetMode="External"/><Relationship Id="rId11" Type="http://schemas.openxmlformats.org/officeDocument/2006/relationships/hyperlink" Target="https://www.fasoo.ai/products/fasoo-secure-mail" TargetMode="Externa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 Id="rId3" Type="http://schemas.openxmlformats.org/officeDocument/2006/relationships/hyperlink" Target="https://www.fasoo.ai/products/fasoo-enterprise-drm" TargetMode="External"/><Relationship Id="rId4" Type="http://schemas.openxmlformats.org/officeDocument/2006/relationships/hyperlink" Target="https://www.fasoo.ai/products/fasoo-data-radar" TargetMode="External"/><Relationship Id="rId5" Type="http://schemas.openxmlformats.org/officeDocument/2006/relationships/hyperlink" Target="https://www.fasoo.ai/products/fasoo-ai-r-dlp" TargetMode="External"/><Relationship Id="rId6" Type="http://schemas.openxmlformats.org/officeDocument/2006/relationships/hyperlink" Target="https://www.fasoo.ai/products/ai-r-endpoint" TargetMode="External"/><Relationship Id="rId7" Type="http://schemas.openxmlformats.org/officeDocument/2006/relationships/hyperlink" Target="https://www.fasoo.ai/products/ai-r-gateway" TargetMode="External"/><Relationship Id="rId8" Type="http://schemas.openxmlformats.org/officeDocument/2006/relationships/hyperlink" Target="https://www.fasoo.ai/products/ai-r-bridge" TargetMode="External"/><Relationship Id="rId9" Type="http://schemas.openxmlformats.org/officeDocument/2006/relationships/hyperlink" Target="https://www.fasoo.ai/products/fasoo-smart-screen" TargetMode="External"/><Relationship Id="rId10" Type="http://schemas.openxmlformats.org/officeDocument/2006/relationships/hyperlink" Target="https://www.fasoo.ai/products/fasoo-smart-print" TargetMode="External"/><Relationship Id="rId11" Type="http://schemas.openxmlformats.org/officeDocument/2006/relationships/hyperlink" Target="https://www.fasoo.ai/products/fasoo-secure-mail" TargetMode="Externa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 Id="rId3" Type="http://schemas.openxmlformats.org/officeDocument/2006/relationships/hyperlink" Target="https://www.fasoo.ai/products/fasoo-enterprise-drm" TargetMode="External"/><Relationship Id="rId4" Type="http://schemas.openxmlformats.org/officeDocument/2006/relationships/hyperlink" Target="https://www.fasoo.ai/products/fasoo-data-radar" TargetMode="External"/><Relationship Id="rId5" Type="http://schemas.openxmlformats.org/officeDocument/2006/relationships/hyperlink" Target="https://www.fasoo.ai/products/fasoo-ai-r-dlp" TargetMode="External"/><Relationship Id="rId6" Type="http://schemas.openxmlformats.org/officeDocument/2006/relationships/hyperlink" Target="https://www.fasoo.ai/products/ai-r-endpoint" TargetMode="External"/><Relationship Id="rId7" Type="http://schemas.openxmlformats.org/officeDocument/2006/relationships/hyperlink" Target="https://www.fasoo.ai/products/ai-r-gateway" TargetMode="External"/><Relationship Id="rId8" Type="http://schemas.openxmlformats.org/officeDocument/2006/relationships/hyperlink" Target="https://www.fasoo.ai/products/ai-r-bridge" TargetMode="External"/><Relationship Id="rId9" Type="http://schemas.openxmlformats.org/officeDocument/2006/relationships/hyperlink" Target="https://www.fasoo.ai/products/fasoo-smart-screen" TargetMode="External"/><Relationship Id="rId10" Type="http://schemas.openxmlformats.org/officeDocument/2006/relationships/hyperlink" Target="https://www.fasoo.ai/products/fasoo-smart-print" TargetMode="External"/><Relationship Id="rId11" Type="http://schemas.openxmlformats.org/officeDocument/2006/relationships/hyperlink" Target="https://www.fasoo.ai/products/fasoo-secure-mail" TargetMode="Externa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 Id="rId3" Type="http://schemas.openxmlformats.org/officeDocument/2006/relationships/hyperlink" Target="https://www.fasoo.ai/products/fasoo-enterprise-drm" TargetMode="External"/><Relationship Id="rId4" Type="http://schemas.openxmlformats.org/officeDocument/2006/relationships/hyperlink" Target="https://www.fasoo.ai/products/fasoo-data-radar" TargetMode="External"/><Relationship Id="rId5" Type="http://schemas.openxmlformats.org/officeDocument/2006/relationships/hyperlink" Target="https://www.fasoo.ai/products/fasoo-ai-r-dlp" TargetMode="External"/><Relationship Id="rId6" Type="http://schemas.openxmlformats.org/officeDocument/2006/relationships/hyperlink" Target="https://www.fasoo.ai/products/ai-r-endpoint" TargetMode="External"/><Relationship Id="rId7" Type="http://schemas.openxmlformats.org/officeDocument/2006/relationships/hyperlink" Target="https://www.fasoo.ai/products/ai-r-gateway" TargetMode="External"/><Relationship Id="rId8" Type="http://schemas.openxmlformats.org/officeDocument/2006/relationships/hyperlink" Target="https://www.fasoo.ai/products/ai-r-bridge" TargetMode="External"/><Relationship Id="rId9" Type="http://schemas.openxmlformats.org/officeDocument/2006/relationships/hyperlink" Target="https://www.fasoo.ai/products/fasoo-smart-screen" TargetMode="External"/><Relationship Id="rId10" Type="http://schemas.openxmlformats.org/officeDocument/2006/relationships/hyperlink" Target="https://www.fasoo.ai/products/fasoo-smart-print" TargetMode="External"/><Relationship Id="rId11" Type="http://schemas.openxmlformats.org/officeDocument/2006/relationships/hyperlink" Target="https://www.fasoo.ai/products/fasoo-secure-mail" TargetMode="Externa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 Id="rId3" Type="http://schemas.openxmlformats.org/officeDocument/2006/relationships/hyperlink" Target="https://www.fasoo.ai/products/fasoo-enterprise-drm" TargetMode="External"/><Relationship Id="rId4" Type="http://schemas.openxmlformats.org/officeDocument/2006/relationships/hyperlink" Target="https://www.fasoo.ai/products/fasoo-data-radar" TargetMode="External"/><Relationship Id="rId5" Type="http://schemas.openxmlformats.org/officeDocument/2006/relationships/hyperlink" Target="https://www.fasoo.ai/products/fasoo-ai-r-dlp" TargetMode="External"/><Relationship Id="rId6" Type="http://schemas.openxmlformats.org/officeDocument/2006/relationships/hyperlink" Target="https://www.fasoo.ai/products/ai-r-endpoint" TargetMode="External"/><Relationship Id="rId7" Type="http://schemas.openxmlformats.org/officeDocument/2006/relationships/hyperlink" Target="https://www.fasoo.ai/products/ai-r-gateway" TargetMode="External"/><Relationship Id="rId8" Type="http://schemas.openxmlformats.org/officeDocument/2006/relationships/hyperlink" Target="https://www.fasoo.ai/products/ai-r-bridge" TargetMode="External"/><Relationship Id="rId9" Type="http://schemas.openxmlformats.org/officeDocument/2006/relationships/hyperlink" Target="https://www.fasoo.ai/products/fasoo-smart-screen" TargetMode="External"/><Relationship Id="rId10" Type="http://schemas.openxmlformats.org/officeDocument/2006/relationships/hyperlink" Target="https://www.fasoo.ai/products/fasoo-smart-print" TargetMode="External"/><Relationship Id="rId11" Type="http://schemas.openxmlformats.org/officeDocument/2006/relationships/hyperlink" Target="https://www.fasoo.ai/products/fasoo-secure-mail" TargetMode="Externa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 Id="rId3" Type="http://schemas.openxmlformats.org/officeDocument/2006/relationships/hyperlink" Target="https://www.fasoo.ai/products/fasoo-enterprise-drm" TargetMode="External"/><Relationship Id="rId4" Type="http://schemas.openxmlformats.org/officeDocument/2006/relationships/hyperlink" Target="https://www.fasoo.ai/products/fasoo-data-radar" TargetMode="External"/><Relationship Id="rId5" Type="http://schemas.openxmlformats.org/officeDocument/2006/relationships/hyperlink" Target="https://www.fasoo.ai/products/fasoo-ai-r-dlp" TargetMode="External"/><Relationship Id="rId6" Type="http://schemas.openxmlformats.org/officeDocument/2006/relationships/hyperlink" Target="https://www.fasoo.ai/products/ai-r-endpoint" TargetMode="External"/><Relationship Id="rId7" Type="http://schemas.openxmlformats.org/officeDocument/2006/relationships/hyperlink" Target="https://www.fasoo.ai/products/ai-r-gateway" TargetMode="External"/><Relationship Id="rId8" Type="http://schemas.openxmlformats.org/officeDocument/2006/relationships/hyperlink" Target="https://www.fasoo.ai/products/ai-r-bridge" TargetMode="External"/><Relationship Id="rId9" Type="http://schemas.openxmlformats.org/officeDocument/2006/relationships/hyperlink" Target="https://www.fasoo.ai/products/fasoo-smart-screen" TargetMode="External"/><Relationship Id="rId10" Type="http://schemas.openxmlformats.org/officeDocument/2006/relationships/hyperlink" Target="https://www.fasoo.ai/products/fasoo-smart-print" TargetMode="External"/><Relationship Id="rId11" Type="http://schemas.openxmlformats.org/officeDocument/2006/relationships/hyperlink" Target="https://www.fasoo.ai/products/fasoo-secure-mail" TargetMode="Externa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 Id="rId3" Type="http://schemas.openxmlformats.org/officeDocument/2006/relationships/hyperlink" Target="https://www.comtrue.com/comtrue/pc_privacy_sh/" TargetMode="External"/><Relationship Id="rId4" Type="http://schemas.openxmlformats.org/officeDocument/2006/relationships/hyperlink" Target="https://m.boannews.com/html/detail.html?idx=82724" TargetMode="External"/><Relationship Id="rId5" Type="http://schemas.openxmlformats.org/officeDocument/2006/relationships/hyperlink" Target="https://www.comtrue.com/comtrue/netcenter/" TargetMode="External"/><Relationship Id="rId6" Type="http://schemas.openxmlformats.org/officeDocument/2006/relationships/hyperlink" Target="https://www.comtrue.com/comtrue/pcscan_sh/" TargetMode="External"/><Relationship Id="rId7" Type="http://schemas.openxmlformats.org/officeDocument/2006/relationships/hyperlink" Target="https://www.comtrue.com/comtrue/pv_series_sh/" TargetMode="External"/><Relationship Id="rId8" Type="http://schemas.openxmlformats.org/officeDocument/2006/relationships/hyperlink" Target="https://cometrue.ai/index.php/sphinxai/" TargetMode="External"/><Relationship Id="rId9" Type="http://schemas.openxmlformats.org/officeDocument/2006/relationships/hyperlink" Target="https://www.itdaily.kr/news/articleView.html?idxno=230478" TargetMode="External"/><Relationship Id="rId10" Type="http://schemas.openxmlformats.org/officeDocument/2006/relationships/hyperlink" Target="https://cometrue.ai/index.php/con_261104/" TargetMode="Externa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 Id="rId3" Type="http://schemas.openxmlformats.org/officeDocument/2006/relationships/hyperlink" Target="https://www.comtrue.com/comtrue/pc_privacy_sh/" TargetMode="External"/><Relationship Id="rId4" Type="http://schemas.openxmlformats.org/officeDocument/2006/relationships/hyperlink" Target="https://cometrue.ai/index.php/sphinxai/" TargetMode="External"/><Relationship Id="rId5" Type="http://schemas.openxmlformats.org/officeDocument/2006/relationships/hyperlink" Target="https://www.comtrue.com/comtrue/netcenter/" TargetMode="External"/><Relationship Id="rId6" Type="http://schemas.openxmlformats.org/officeDocument/2006/relationships/hyperlink" Target="https://www.comtrue.com/comtrue/pcscan_sh/" TargetMode="External"/><Relationship Id="rId7" Type="http://schemas.openxmlformats.org/officeDocument/2006/relationships/hyperlink" Target="https://seenthis.kr/newspage/2796" TargetMode="External"/><Relationship Id="rId8" Type="http://schemas.openxmlformats.org/officeDocument/2006/relationships/hyperlink" Target="https://cometrue.ai/index.php/con_261104/" TargetMode="Externa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 Id="rId3" Type="http://schemas.openxmlformats.org/officeDocument/2006/relationships/hyperlink" Target="https://www.comtrue.com/comtrue/netcenter/" TargetMode="External"/><Relationship Id="rId4" Type="http://schemas.openxmlformats.org/officeDocument/2006/relationships/hyperlink" Target="https://cometrue.ai/index.php/sphinxai/" TargetMode="External"/><Relationship Id="rId5" Type="http://schemas.openxmlformats.org/officeDocument/2006/relationships/hyperlink" Target="https://www.comtrue.com/comtrue/pc_privacy_sh/" TargetMode="External"/><Relationship Id="rId6" Type="http://schemas.openxmlformats.org/officeDocument/2006/relationships/hyperlink" Target="https://www.comtrue.com/comtrue/pcscan_sh/" TargetMode="External"/><Relationship Id="rId7" Type="http://schemas.openxmlformats.org/officeDocument/2006/relationships/hyperlink" Target="https://m.boannews.com/html/detail.html?idx=82724" TargetMode="Externa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 Id="rId3" Type="http://schemas.openxmlformats.org/officeDocument/2006/relationships/hyperlink" Target="https://cometrue.ai/index.php/sphinxai/" TargetMode="External"/><Relationship Id="rId4" Type="http://schemas.openxmlformats.org/officeDocument/2006/relationships/hyperlink" Target="https://cometrue.ai/index.php/con_261104/" TargetMode="Externa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 Id="rId3" Type="http://schemas.openxmlformats.org/officeDocument/2006/relationships/hyperlink" Target="https://www.comtrue.com/comtrue/pv_series_sh/" TargetMode="External"/><Relationship Id="rId4" Type="http://schemas.openxmlformats.org/officeDocument/2006/relationships/hyperlink" Target="https://cometrue.ai/index.php/sphinxai/" TargetMode="External"/><Relationship Id="rId5" Type="http://schemas.openxmlformats.org/officeDocument/2006/relationships/hyperlink" Target="https://m.boannews.com/html/detail.html?idx=82724" TargetMode="External"/><Relationship Id="rId6" Type="http://schemas.openxmlformats.org/officeDocument/2006/relationships/hyperlink" Target="https://www.comtrue.com/comtrue/pc_privacy_sh/" TargetMode="External"/><Relationship Id="rId7" Type="http://schemas.openxmlformats.org/officeDocument/2006/relationships/hyperlink" Target="https://www.comtrue.com/comtrue/pcscan_sh/" TargetMode="External"/><Relationship Id="rId8" Type="http://schemas.openxmlformats.org/officeDocument/2006/relationships/hyperlink" Target="https://www.comtrue.com/comtrue/netcenter/" TargetMode="External"/><Relationship Id="rId9" Type="http://schemas.openxmlformats.org/officeDocument/2006/relationships/hyperlink" Target="https://www.itdaily.kr/news/articleView.html?idxno=230478" TargetMode="Externa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 Id="rId3" Type="http://schemas.openxmlformats.org/officeDocument/2006/relationships/hyperlink" Target="https://www.ddaily.co.kr/page/view/2016011417460439146" TargetMode="External"/><Relationship Id="rId4" Type="http://schemas.openxmlformats.org/officeDocument/2006/relationships/hyperlink" Target="https://www.dailysecu.com/news/articleView.html?idxno=106967" TargetMode="External"/><Relationship Id="rId5" Type="http://schemas.openxmlformats.org/officeDocument/2006/relationships/hyperlink" Target="https://m.boannews.com/html/detail.html?idx=112391" TargetMode="External"/><Relationship Id="rId6" Type="http://schemas.openxmlformats.org/officeDocument/2006/relationships/hyperlink" Target="https://www.comtrue.com/comtrue/netcenter/" TargetMode="External"/><Relationship Id="rId7" Type="http://schemas.openxmlformats.org/officeDocument/2006/relationships/hyperlink" Target="https://cometrue.ai/index.php/sphinxai/" TargetMode="External"/><Relationship Id="rId8" Type="http://schemas.openxmlformats.org/officeDocument/2006/relationships/hyperlink" Target="https://seenthis.kr/newspage/2796" TargetMode="External"/><Relationship Id="rId9" Type="http://schemas.openxmlformats.org/officeDocument/2006/relationships/hyperlink" Target="https://www.comtrue.com/comtrue/pcscan_sh/" TargetMode="External"/><Relationship Id="rId10" Type="http://schemas.openxmlformats.org/officeDocument/2006/relationships/hyperlink" Target="https://www.comtrue.com/comtrue/pc_privacy_sh/" TargetMode="Externa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 Id="rId3" Type="http://schemas.openxmlformats.org/officeDocument/2006/relationships/hyperlink" Target="https://www.comtrue.com/comtrue/pc_privacy_sh/" TargetMode="External"/><Relationship Id="rId4" Type="http://schemas.openxmlformats.org/officeDocument/2006/relationships/hyperlink" Target="https://www.comtrue.com/comtrue/netcenter/" TargetMode="External"/><Relationship Id="rId5" Type="http://schemas.openxmlformats.org/officeDocument/2006/relationships/hyperlink" Target="https://cometrue.ai/index.php/sphinxai/" TargetMode="External"/><Relationship Id="rId6" Type="http://schemas.openxmlformats.org/officeDocument/2006/relationships/hyperlink" Target="https://www.comtrue.com/comtrue/pv_series_sh/" TargetMode="Externa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 Id="rId3" Type="http://schemas.openxmlformats.org/officeDocument/2006/relationships/hyperlink" Target="https://prensys.co.kr/solution/markany-dlp.php" TargetMode="External"/><Relationship Id="rId4" Type="http://schemas.openxmlformats.org/officeDocument/2006/relationships/hyperlink" Target="https://www.markany.com/markanynews/?bmode=view&amp;idx=170980352" TargetMode="External"/><Relationship Id="rId5" Type="http://schemas.openxmlformats.org/officeDocument/2006/relationships/hyperlink" Target="https://zdnet.co.kr/view/?no=20260422080758" TargetMode="External"/><Relationship Id="rId6" Type="http://schemas.openxmlformats.org/officeDocument/2006/relationships/hyperlink" Target="https://www.prensys.co.kr/solution/markany-drm.php" TargetMode="External"/><Relationship Id="rId7" Type="http://schemas.openxmlformats.org/officeDocument/2006/relationships/hyperlink" Target="https://m.boannews.com/html/detail.html?idx=108428" TargetMode="External"/><Relationship Id="rId8" Type="http://schemas.openxmlformats.org/officeDocument/2006/relationships/hyperlink" Target="http://www.markany.com/markanynews/?bmode=view&amp;idx=51406577" TargetMode="External"/><Relationship Id="rId9" Type="http://schemas.openxmlformats.org/officeDocument/2006/relationships/hyperlink" Target="https://zdnet.co.kr/view/?no=20260620095022" TargetMode="External"/><Relationship Id="rId10" Type="http://schemas.openxmlformats.org/officeDocument/2006/relationships/hyperlink" Target="https://prensys.co.kr/solution/markany-privacy.php" TargetMode="Externa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 Id="rId3" Type="http://schemas.openxmlformats.org/officeDocument/2006/relationships/hyperlink" Target="https://www.markany.com/markanynews/?bmode=view&amp;idx=170980352" TargetMode="External"/><Relationship Id="rId4" Type="http://schemas.openxmlformats.org/officeDocument/2006/relationships/hyperlink" Target="https://prensys.co.kr/solution/markany-dlp.php" TargetMode="External"/><Relationship Id="rId5" Type="http://schemas.openxmlformats.org/officeDocument/2006/relationships/hyperlink" Target="https://prensys.co.kr/solution/markany-privacy.php" TargetMode="External"/><Relationship Id="rId6" Type="http://schemas.openxmlformats.org/officeDocument/2006/relationships/hyperlink" Target="https://www.prensys.co.kr/solution/markany-drm.php" TargetMode="Externa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 Id="rId3" Type="http://schemas.openxmlformats.org/officeDocument/2006/relationships/hyperlink" Target="https://prensys.co.kr/solution/markany-dlp.php" TargetMode="External"/><Relationship Id="rId4" Type="http://schemas.openxmlformats.org/officeDocument/2006/relationships/hyperlink" Target="https://zdnet.co.kr/view/?no=20260620095022" TargetMode="External"/><Relationship Id="rId5" Type="http://schemas.openxmlformats.org/officeDocument/2006/relationships/hyperlink" Target="https://prensys.co.kr/solution/markany-privacy.php" TargetMode="External"/><Relationship Id="rId6" Type="http://schemas.openxmlformats.org/officeDocument/2006/relationships/hyperlink" Target="https://www.markany.com/markanynews/?bmode=view&amp;idx=170980352" TargetMode="External"/><Relationship Id="rId7" Type="http://schemas.openxmlformats.org/officeDocument/2006/relationships/hyperlink" Target="https://www.prensys.co.kr/solution/markany-drm.php" TargetMode="External"/><Relationship Id="rId8" Type="http://schemas.openxmlformats.org/officeDocument/2006/relationships/hyperlink" Target="https://zdnet.co.kr/view/?no=20260422080758" TargetMode="External"/><Relationship Id="rId9" Type="http://schemas.openxmlformats.org/officeDocument/2006/relationships/hyperlink" Target="https://m.boannews.com/html/detail.html?idx=108428" TargetMode="Externa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 Id="rId3" Type="http://schemas.openxmlformats.org/officeDocument/2006/relationships/hyperlink" Target="https://www.markany.com/markanynews/?bmode=view&amp;idx=170980352" TargetMode="External"/><Relationship Id="rId4" Type="http://schemas.openxmlformats.org/officeDocument/2006/relationships/hyperlink" Target="https://zdnet.co.kr/view/?no=20260620095022" TargetMode="External"/><Relationship Id="rId5" Type="http://schemas.openxmlformats.org/officeDocument/2006/relationships/hyperlink" Target="https://prensys.co.kr/solution/markany-dlp.php" TargetMode="Externa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 Id="rId3" Type="http://schemas.openxmlformats.org/officeDocument/2006/relationships/hyperlink" Target="https://www.markany.com/markanynews/?bmode=view&amp;idx=170980352" TargetMode="External"/><Relationship Id="rId4" Type="http://schemas.openxmlformats.org/officeDocument/2006/relationships/hyperlink" Target="https://www.prensys.co.kr/solution/markany-drm.php" TargetMode="External"/><Relationship Id="rId5" Type="http://schemas.openxmlformats.org/officeDocument/2006/relationships/hyperlink" Target="https://m.boannews.com/html/detail.html?idx=108428" TargetMode="External"/><Relationship Id="rId6" Type="http://schemas.openxmlformats.org/officeDocument/2006/relationships/hyperlink" Target="https://www.dailysecu.com/news/articleView.html?idxno=31209" TargetMode="External"/><Relationship Id="rId7" Type="http://schemas.openxmlformats.org/officeDocument/2006/relationships/hyperlink" Target="https://www.ncloud.com/marketplace/documentSafer" TargetMode="External"/><Relationship Id="rId8" Type="http://schemas.openxmlformats.org/officeDocument/2006/relationships/hyperlink" Target="https://zdnet.co.kr/view/?no=20260620095022" TargetMode="External"/><Relationship Id="rId9" Type="http://schemas.openxmlformats.org/officeDocument/2006/relationships/hyperlink" Target="https://prensys.co.kr/solution/markany-dlp.php" TargetMode="External"/><Relationship Id="rId10" Type="http://schemas.openxmlformats.org/officeDocument/2006/relationships/hyperlink" Target="https://docs.genians.com/release/ko/authentication/enabling-authentication/sso/sso-bionicsgene-safepc.html" TargetMode="Externa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 Id="rId3" Type="http://schemas.openxmlformats.org/officeDocument/2006/relationships/hyperlink" Target="https://zdnet.co.kr/view/?no=20260422080758" TargetMode="External"/><Relationship Id="rId4" Type="http://schemas.openxmlformats.org/officeDocument/2006/relationships/hyperlink" Target="https://www.itscc.kr/file/download.do?file=KPR100000000838" TargetMode="External"/><Relationship Id="rId5" Type="http://schemas.openxmlformats.org/officeDocument/2006/relationships/hyperlink" Target="https://m.boannews.com/html/detail.html?idx=121914" TargetMode="External"/><Relationship Id="rId6" Type="http://schemas.openxmlformats.org/officeDocument/2006/relationships/hyperlink" Target="http://www.markany.com/markanynews/?bmode=view&amp;idx=51406577" TargetMode="External"/><Relationship Id="rId7" Type="http://schemas.openxmlformats.org/officeDocument/2006/relationships/hyperlink" Target="https://m.boannews.com/html/detail.html?idx=108428" TargetMode="External"/><Relationship Id="rId8" Type="http://schemas.openxmlformats.org/officeDocument/2006/relationships/hyperlink" Target="https://www.markany.com/procurement/?bmode=view&amp;idx=51639689" TargetMode="External"/><Relationship Id="rId9" Type="http://schemas.openxmlformats.org/officeDocument/2006/relationships/hyperlink" Target="https://zdnet.co.kr/view/?no=20260620095022" TargetMode="External"/><Relationship Id="rId10" Type="http://schemas.openxmlformats.org/officeDocument/2006/relationships/hyperlink" Target="https://prensys.co.kr/solution/markany-privacy.php" TargetMode="External"/><Relationship Id="rId11" Type="http://schemas.openxmlformats.org/officeDocument/2006/relationships/hyperlink" Target="http://www.markany.com/markanynews/?bmode=view&amp;idx=20379245" TargetMode="Externa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 Id="rId3" Type="http://schemas.openxmlformats.org/officeDocument/2006/relationships/hyperlink" Target="https://www.markany.com/markanynews/?bmode=view&amp;idx=170980352" TargetMode="External"/><Relationship Id="rId4" Type="http://schemas.openxmlformats.org/officeDocument/2006/relationships/hyperlink" Target="https://prensys.co.kr/solution/markany-dlp.php" TargetMode="External"/><Relationship Id="rId5" Type="http://schemas.openxmlformats.org/officeDocument/2006/relationships/hyperlink" Target="https://www.prensys.co.kr/solution/markany-drm.php" TargetMode="External"/><Relationship Id="rId6" Type="http://schemas.openxmlformats.org/officeDocument/2006/relationships/hyperlink" Target="https://zdnet.co.kr/view/?no=20260422080758" TargetMode="External"/><Relationship Id="rId7" Type="http://schemas.openxmlformats.org/officeDocument/2006/relationships/hyperlink" Target="https://m.boannews.com/html/detail.html?idx=108428" TargetMode="External"/><Relationship Id="rId8" Type="http://schemas.openxmlformats.org/officeDocument/2006/relationships/hyperlink" Target="https://prensys.co.kr/solution/markany-privacy.php" TargetMode="Externa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ea typeface="맑은 고딕"/>
              </a:rPr>
              <a:t>References</a:t>
            </a:r>
          </a:p>
          <a:p>
            <a:r>
              <a:rPr lang="en-US">
                <a:ea typeface="맑은 고딕"/>
              </a:rPr>
              <a:t>[1] </a:t>
            </a:r>
            <a:r>
              <a:rPr lang="en-US">
                <a:hlinkClick r:id="rId3"/>
              </a:rPr>
              <a:t>https://eroun.ai/</a:t>
            </a:r>
            <a:endParaRPr lang="en-US"/>
          </a:p>
          <a:p>
            <a:r>
              <a:rPr lang="en-US">
                <a:ea typeface="맑은 고딕"/>
              </a:rPr>
              <a:t>[2] </a:t>
            </a:r>
            <a:r>
              <a:rPr lang="en-US">
                <a:hlinkClick r:id="rId4"/>
              </a:rPr>
              <a:t>https://exosp.com/blog/eroun-and-company-mou</a:t>
            </a:r>
            <a:r>
              <a:rPr lang="en-US"/>
              <a:t> </a:t>
            </a:r>
            <a:endParaRPr lang="en-US">
              <a:ea typeface="맑은 고딕"/>
            </a:endParaRPr>
          </a:p>
          <a:p>
            <a:endParaRPr lang="en-US">
              <a:ea typeface="맑은 고딕"/>
            </a:endParaRPr>
          </a:p>
        </p:txBody>
      </p:sp>
      <p:sp>
        <p:nvSpPr>
          <p:cNvPr id="4" name="Slide Number Placeholder 3"/>
          <p:cNvSpPr>
            <a:spLocks noGrp="1"/>
          </p:cNvSpPr>
          <p:nvPr>
            <p:ph type="sldNum" sz="quarter" idx="5"/>
          </p:nvPr>
        </p:nvSpPr>
        <p:spPr/>
        <p:txBody>
          <a:bodyPr/>
          <a:lstStyle/>
          <a:p>
            <a:fld id="{2B4D4D96-940C-4183-92F1-CDDC2839BE9F}" type="slidenum">
              <a:rPr lang="ko-KR" altLang="en-US" smtClean="0"/>
              <a:t>5</a:t>
            </a:fld>
            <a:endParaRPr lang="ko-KR" altLang="en-US"/>
          </a:p>
        </p:txBody>
      </p:sp>
    </p:spTree>
    <p:extLst>
      <p:ext uri="{BB962C8B-B14F-4D97-AF65-F5344CB8AC3E}">
        <p14:creationId xmlns:p14="http://schemas.microsoft.com/office/powerpoint/2010/main" val="93631990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8C28CD-2A5B-DCE8-0FF5-A1EB6390C6D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355BDB-93B0-259E-1A75-9E7D33BA62E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649900-C4EE-1642-A6D3-CFD48863646B}"/>
              </a:ext>
            </a:extLst>
          </p:cNvPr>
          <p:cNvSpPr>
            <a:spLocks noGrp="1"/>
          </p:cNvSpPr>
          <p:nvPr>
            <p:ph type="body" idx="1"/>
          </p:nvPr>
        </p:nvSpPr>
        <p:spPr/>
        <p:txBody>
          <a:bodyPr/>
          <a:lstStyle/>
          <a:p>
            <a:r>
              <a:rPr lang="en-US">
                <a:ea typeface="맑은 고딕"/>
              </a:rPr>
              <a:t>References</a:t>
            </a:r>
          </a:p>
          <a:p>
            <a:r>
              <a:rPr lang="en-US">
                <a:ea typeface="맑은 고딕"/>
              </a:rPr>
              <a:t>[1] </a:t>
            </a:r>
            <a:r>
              <a:rPr lang="en-US">
                <a:hlinkClick r:id="rId3"/>
              </a:rPr>
              <a:t>https://www.epnc.co.kr/news/articleView.html?idxno=401427</a:t>
            </a:r>
            <a:r>
              <a:rPr lang="en-US"/>
              <a:t> </a:t>
            </a:r>
          </a:p>
          <a:p>
            <a:r>
              <a:rPr lang="en-US">
                <a:ea typeface="맑은 고딕"/>
              </a:rPr>
              <a:t>[2] </a:t>
            </a:r>
            <a:r>
              <a:rPr lang="en-US">
                <a:hlinkClick r:id="rId4"/>
              </a:rPr>
              <a:t>https://www.dailysecu.com/news/articleView.html?idxno=208459</a:t>
            </a:r>
            <a:r>
              <a:rPr lang="en-US"/>
              <a:t> </a:t>
            </a:r>
          </a:p>
          <a:p>
            <a:r>
              <a:rPr lang="en-US">
                <a:ea typeface="맑은 고딕"/>
              </a:rPr>
              <a:t>[3] </a:t>
            </a:r>
            <a:r>
              <a:rPr lang="en-US">
                <a:hlinkClick r:id="rId5"/>
              </a:rPr>
              <a:t>https://byline.network/2025/04/18-430/</a:t>
            </a:r>
            <a:r>
              <a:rPr lang="en-US"/>
              <a:t> </a:t>
            </a:r>
          </a:p>
          <a:p>
            <a:endParaRPr lang="en-US">
              <a:ea typeface="맑은 고딕"/>
            </a:endParaRPr>
          </a:p>
          <a:p>
            <a:endParaRPr lang="en-US">
              <a:ea typeface="맑은 고딕"/>
            </a:endParaRPr>
          </a:p>
          <a:p>
            <a:endParaRPr lang="en-US">
              <a:ea typeface="맑은 고딕"/>
            </a:endParaRPr>
          </a:p>
        </p:txBody>
      </p:sp>
      <p:sp>
        <p:nvSpPr>
          <p:cNvPr id="4" name="Slide Number Placeholder 3">
            <a:extLst>
              <a:ext uri="{FF2B5EF4-FFF2-40B4-BE49-F238E27FC236}">
                <a16:creationId xmlns:a16="http://schemas.microsoft.com/office/drawing/2014/main" id="{CAE140C1-8C2D-5406-0B51-358A3054FE9B}"/>
              </a:ext>
            </a:extLst>
          </p:cNvPr>
          <p:cNvSpPr>
            <a:spLocks noGrp="1"/>
          </p:cNvSpPr>
          <p:nvPr>
            <p:ph type="sldNum" sz="quarter" idx="5"/>
          </p:nvPr>
        </p:nvSpPr>
        <p:spPr/>
        <p:txBody>
          <a:bodyPr/>
          <a:lstStyle/>
          <a:p>
            <a:fld id="{2B4D4D96-940C-4183-92F1-CDDC2839BE9F}" type="slidenum">
              <a:rPr lang="ko-KR" altLang="en-US" smtClean="0"/>
              <a:t>6</a:t>
            </a:fld>
            <a:endParaRPr lang="ko-KR" altLang="en-US"/>
          </a:p>
        </p:txBody>
      </p:sp>
    </p:spTree>
    <p:extLst>
      <p:ext uri="{BB962C8B-B14F-4D97-AF65-F5344CB8AC3E}">
        <p14:creationId xmlns:p14="http://schemas.microsoft.com/office/powerpoint/2010/main" val="140941903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08D9A0-FC4A-EB8E-DD93-421D77A2A95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76280F9-A1D6-25BF-0203-E075430D2C1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3EF9F37-17D9-BDBD-E0A2-10096DDC7094}"/>
              </a:ext>
            </a:extLst>
          </p:cNvPr>
          <p:cNvSpPr>
            <a:spLocks noGrp="1"/>
          </p:cNvSpPr>
          <p:nvPr>
            <p:ph type="body" idx="1"/>
          </p:nvPr>
        </p:nvSpPr>
        <p:spPr/>
        <p:txBody>
          <a:bodyPr/>
          <a:lstStyle/>
          <a:p>
            <a:r>
              <a:rPr lang="en-US">
                <a:ea typeface="맑은 고딕"/>
              </a:rPr>
              <a:t>References</a:t>
            </a:r>
          </a:p>
          <a:p>
            <a:r>
              <a:rPr lang="en-US">
                <a:ea typeface="맑은 고딕"/>
              </a:rPr>
              <a:t>[1] </a:t>
            </a:r>
            <a:r>
              <a:rPr lang="en-US">
                <a:hlinkClick r:id="rId3"/>
              </a:rPr>
              <a:t>https://www.epnc.co.kr/news/articleView.html?idxno=401427</a:t>
            </a:r>
            <a:r>
              <a:rPr lang="en-US"/>
              <a:t> </a:t>
            </a:r>
          </a:p>
          <a:p>
            <a:r>
              <a:rPr lang="en-US">
                <a:ea typeface="맑은 고딕"/>
              </a:rPr>
              <a:t>[2] </a:t>
            </a:r>
            <a:r>
              <a:rPr lang="en-US">
                <a:hlinkClick r:id="rId4"/>
              </a:rPr>
              <a:t>https://www.dailysecu.com/news/articleView.html?idxno=208459</a:t>
            </a:r>
            <a:r>
              <a:rPr lang="en-US"/>
              <a:t> </a:t>
            </a:r>
          </a:p>
          <a:p>
            <a:r>
              <a:rPr lang="en-US">
                <a:ea typeface="맑은 고딕"/>
              </a:rPr>
              <a:t>[3] </a:t>
            </a:r>
            <a:r>
              <a:rPr lang="en-US">
                <a:hlinkClick r:id="rId5"/>
              </a:rPr>
              <a:t>https://byline.network/2025/04/18-430/</a:t>
            </a:r>
            <a:r>
              <a:rPr lang="en-US"/>
              <a:t> </a:t>
            </a:r>
          </a:p>
          <a:p>
            <a:endParaRPr lang="en-US">
              <a:ea typeface="맑은 고딕"/>
            </a:endParaRPr>
          </a:p>
          <a:p>
            <a:endParaRPr lang="en-US">
              <a:ea typeface="맑은 고딕"/>
            </a:endParaRPr>
          </a:p>
          <a:p>
            <a:endParaRPr lang="en-US">
              <a:ea typeface="맑은 고딕"/>
            </a:endParaRPr>
          </a:p>
        </p:txBody>
      </p:sp>
      <p:sp>
        <p:nvSpPr>
          <p:cNvPr id="4" name="Slide Number Placeholder 3">
            <a:extLst>
              <a:ext uri="{FF2B5EF4-FFF2-40B4-BE49-F238E27FC236}">
                <a16:creationId xmlns:a16="http://schemas.microsoft.com/office/drawing/2014/main" id="{6F4343EC-17D1-6EC6-DCDE-9D563DC14728}"/>
              </a:ext>
            </a:extLst>
          </p:cNvPr>
          <p:cNvSpPr>
            <a:spLocks noGrp="1"/>
          </p:cNvSpPr>
          <p:nvPr>
            <p:ph type="sldNum" sz="quarter" idx="5"/>
          </p:nvPr>
        </p:nvSpPr>
        <p:spPr/>
        <p:txBody>
          <a:bodyPr/>
          <a:lstStyle/>
          <a:p>
            <a:fld id="{2B4D4D96-940C-4183-92F1-CDDC2839BE9F}" type="slidenum">
              <a:rPr lang="ko-KR" altLang="en-US" smtClean="0"/>
              <a:t>7</a:t>
            </a:fld>
            <a:endParaRPr lang="ko-KR" altLang="en-US"/>
          </a:p>
        </p:txBody>
      </p:sp>
    </p:spTree>
    <p:extLst>
      <p:ext uri="{BB962C8B-B14F-4D97-AF65-F5344CB8AC3E}">
        <p14:creationId xmlns:p14="http://schemas.microsoft.com/office/powerpoint/2010/main" val="14373735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ko-KR" err="1">
                <a:ea typeface="맑은 고딕"/>
              </a:rPr>
              <a:t>References</a:t>
            </a:r>
            <a:r>
              <a:rPr lang="ko-KR">
                <a:ea typeface="맑은 고딕"/>
              </a:rPr>
              <a:t>:</a:t>
            </a:r>
          </a:p>
          <a:p>
            <a:r>
              <a:rPr lang="ko-KR">
                <a:ea typeface="맑은 고딕"/>
              </a:rPr>
              <a:t>[S1] </a:t>
            </a:r>
            <a:r>
              <a:rPr lang="ko-KR" err="1">
                <a:ea typeface="맑은 고딕"/>
              </a:rPr>
              <a:t>Somansa</a:t>
            </a:r>
            <a:r>
              <a:rPr lang="ko-KR">
                <a:ea typeface="맑은 고딕"/>
              </a:rPr>
              <a:t>, </a:t>
            </a:r>
            <a:r>
              <a:rPr lang="ko-KR" err="1">
                <a:ea typeface="맑은 고딕"/>
              </a:rPr>
              <a:t>Privacy-i</a:t>
            </a:r>
            <a:r>
              <a:rPr lang="ko-KR">
                <a:ea typeface="맑은 고딕"/>
              </a:rPr>
              <a:t> </a:t>
            </a:r>
            <a:r>
              <a:rPr lang="ko-KR" err="1">
                <a:ea typeface="맑은 고딕"/>
              </a:rPr>
              <a:t>product</a:t>
            </a:r>
            <a:r>
              <a:rPr lang="ko-KR">
                <a:ea typeface="맑은 고딕"/>
              </a:rPr>
              <a:t> </a:t>
            </a:r>
            <a:r>
              <a:rPr lang="ko-KR" err="1">
                <a:ea typeface="맑은 고딕"/>
              </a:rPr>
              <a:t>brochure</a:t>
            </a:r>
            <a:r>
              <a:rPr lang="ko-KR">
                <a:ea typeface="맑은 고딕"/>
              </a:rPr>
              <a:t> (2025 PDF)</a:t>
            </a:r>
          </a:p>
          <a:p>
            <a:r>
              <a:rPr lang="ko-KR">
                <a:hlinkClick r:id="rId3"/>
              </a:rPr>
              <a:t>https://www.somansa.com/wp-content/uploads/2025/08/</a:t>
            </a:r>
            <a:r>
              <a:rPr lang="ko-KR"/>
              <a:t>소만사-종합브로셔_Privacy-i.pdf</a:t>
            </a:r>
          </a:p>
          <a:p>
            <a:r>
              <a:rPr lang="ko-KR">
                <a:ea typeface="맑은 고딕"/>
              </a:rPr>
              <a:t>[S2] </a:t>
            </a:r>
            <a:r>
              <a:rPr lang="ko-KR" err="1">
                <a:ea typeface="맑은 고딕"/>
              </a:rPr>
              <a:t>Somansa</a:t>
            </a:r>
            <a:r>
              <a:rPr lang="ko-KR">
                <a:ea typeface="맑은 고딕"/>
              </a:rPr>
              <a:t>, </a:t>
            </a:r>
            <a:r>
              <a:rPr lang="ko-KR" err="1">
                <a:ea typeface="맑은 고딕"/>
              </a:rPr>
              <a:t>Privacy-i</a:t>
            </a:r>
            <a:r>
              <a:rPr lang="ko-KR">
                <a:ea typeface="맑은 고딕"/>
              </a:rPr>
              <a:t> </a:t>
            </a:r>
            <a:r>
              <a:rPr lang="ko-KR" err="1">
                <a:ea typeface="맑은 고딕"/>
              </a:rPr>
              <a:t>brochure</a:t>
            </a:r>
            <a:r>
              <a:rPr lang="ko-KR">
                <a:ea typeface="맑은 고딕"/>
              </a:rPr>
              <a:t> (2024-11 </a:t>
            </a:r>
            <a:r>
              <a:rPr lang="ko-KR" err="1">
                <a:ea typeface="맑은 고딕"/>
              </a:rPr>
              <a:t>revision</a:t>
            </a:r>
            <a:r>
              <a:rPr lang="ko-KR">
                <a:ea typeface="맑은 고딕"/>
              </a:rPr>
              <a:t>)</a:t>
            </a:r>
          </a:p>
          <a:p>
            <a:r>
              <a:rPr lang="ko-KR">
                <a:hlinkClick r:id="rId4"/>
              </a:rPr>
              <a:t>https://www.somansa.com/wp-content/uploads/2024/12/Privacy-i_241105.pdf</a:t>
            </a:r>
            <a:endParaRPr lang="ko-KR"/>
          </a:p>
          <a:p>
            <a:r>
              <a:rPr lang="ko-KR">
                <a:ea typeface="맑은 고딕"/>
              </a:rPr>
              <a:t>[S5] </a:t>
            </a:r>
            <a:r>
              <a:rPr lang="ko-KR" err="1">
                <a:ea typeface="맑은 고딕"/>
              </a:rPr>
              <a:t>Somansa</a:t>
            </a:r>
            <a:r>
              <a:rPr lang="ko-KR">
                <a:ea typeface="맑은 고딕"/>
              </a:rPr>
              <a:t>, </a:t>
            </a:r>
            <a:r>
              <a:rPr lang="ko-KR" err="1">
                <a:ea typeface="맑은 고딕"/>
              </a:rPr>
              <a:t>WebKeeper</a:t>
            </a:r>
            <a:r>
              <a:rPr lang="ko-KR">
                <a:ea typeface="맑은 고딕"/>
              </a:rPr>
              <a:t> AI DLP </a:t>
            </a:r>
            <a:r>
              <a:rPr lang="ko-KR" err="1">
                <a:ea typeface="맑은 고딕"/>
              </a:rPr>
              <a:t>brochure</a:t>
            </a:r>
            <a:r>
              <a:rPr lang="ko-KR">
                <a:ea typeface="맑은 고딕"/>
              </a:rPr>
              <a:t> (2025 PDF)</a:t>
            </a:r>
          </a:p>
          <a:p>
            <a:r>
              <a:rPr lang="ko-KR">
                <a:hlinkClick r:id="rId5"/>
              </a:rPr>
              <a:t>https://www.somansa.com/wp-content/uploads/2025/11/2025_WK-SG-SUITE_20250810_</a:t>
            </a:r>
            <a:r>
              <a:rPr lang="ko-KR"/>
              <a:t>웹전용.pdf</a:t>
            </a:r>
          </a:p>
          <a:p>
            <a:r>
              <a:rPr lang="ko-KR">
                <a:ea typeface="맑은 고딕"/>
              </a:rPr>
              <a:t>[S6] </a:t>
            </a:r>
            <a:r>
              <a:rPr lang="ko-KR" err="1">
                <a:ea typeface="맑은 고딕"/>
              </a:rPr>
              <a:t>Somansa</a:t>
            </a:r>
            <a:r>
              <a:rPr lang="ko-KR">
                <a:ea typeface="맑은 고딕"/>
              </a:rPr>
              <a:t>, Server-</a:t>
            </a:r>
            <a:r>
              <a:rPr lang="ko-KR" err="1">
                <a:ea typeface="맑은 고딕"/>
              </a:rPr>
              <a:t>i</a:t>
            </a:r>
            <a:r>
              <a:rPr lang="ko-KR">
                <a:ea typeface="맑은 고딕"/>
              </a:rPr>
              <a:t> </a:t>
            </a:r>
            <a:r>
              <a:rPr lang="ko-KR" err="1">
                <a:ea typeface="맑은 고딕"/>
              </a:rPr>
              <a:t>product</a:t>
            </a:r>
            <a:r>
              <a:rPr lang="ko-KR">
                <a:ea typeface="맑은 고딕"/>
              </a:rPr>
              <a:t> </a:t>
            </a:r>
            <a:r>
              <a:rPr lang="ko-KR" err="1">
                <a:ea typeface="맑은 고딕"/>
              </a:rPr>
              <a:t>brochure</a:t>
            </a:r>
            <a:r>
              <a:rPr lang="ko-KR">
                <a:ea typeface="맑은 고딕"/>
              </a:rPr>
              <a:t> (2025 PDF)</a:t>
            </a:r>
          </a:p>
          <a:p>
            <a:r>
              <a:rPr lang="ko-KR">
                <a:hlinkClick r:id="rId3"/>
              </a:rPr>
              <a:t>https://www.somansa.com/wp-content/uploads/2025/08/</a:t>
            </a:r>
            <a:r>
              <a:rPr lang="ko-KR"/>
              <a:t>소만사-종합브로셔_Server-i.pdf</a:t>
            </a:r>
          </a:p>
          <a:p>
            <a:r>
              <a:rPr lang="ko-KR">
                <a:ea typeface="맑은 고딕"/>
              </a:rPr>
              <a:t>[S7] </a:t>
            </a:r>
            <a:r>
              <a:rPr lang="ko-KR" err="1">
                <a:ea typeface="맑은 고딕"/>
              </a:rPr>
              <a:t>Somansa</a:t>
            </a:r>
            <a:r>
              <a:rPr lang="ko-KR">
                <a:ea typeface="맑은 고딕"/>
              </a:rPr>
              <a:t>, </a:t>
            </a:r>
            <a:r>
              <a:rPr lang="ko-KR" err="1">
                <a:ea typeface="맑은 고딕"/>
              </a:rPr>
              <a:t>English</a:t>
            </a:r>
            <a:r>
              <a:rPr lang="ko-KR">
                <a:ea typeface="맑은 고딕"/>
              </a:rPr>
              <a:t> </a:t>
            </a:r>
            <a:r>
              <a:rPr lang="ko-KR" err="1">
                <a:ea typeface="맑은 고딕"/>
              </a:rPr>
              <a:t>product</a:t>
            </a:r>
            <a:r>
              <a:rPr lang="ko-KR">
                <a:ea typeface="맑은 고딕"/>
              </a:rPr>
              <a:t> </a:t>
            </a:r>
            <a:r>
              <a:rPr lang="ko-KR" err="1">
                <a:ea typeface="맑은 고딕"/>
              </a:rPr>
              <a:t>brochure</a:t>
            </a:r>
            <a:r>
              <a:rPr lang="ko-KR">
                <a:ea typeface="맑은 고딕"/>
              </a:rPr>
              <a:t>, </a:t>
            </a:r>
            <a:r>
              <a:rPr lang="ko-KR" err="1">
                <a:ea typeface="맑은 고딕"/>
              </a:rPr>
              <a:t>Privacy-i</a:t>
            </a:r>
            <a:r>
              <a:rPr lang="ko-KR">
                <a:ea typeface="맑은 고딕"/>
              </a:rPr>
              <a:t> and Server-</a:t>
            </a:r>
            <a:r>
              <a:rPr lang="ko-KR" err="1">
                <a:ea typeface="맑은 고딕"/>
              </a:rPr>
              <a:t>i</a:t>
            </a:r>
          </a:p>
          <a:p>
            <a:r>
              <a:rPr lang="ko-KR">
                <a:hlinkClick r:id="rId6"/>
              </a:rPr>
              <a:t>https://www.somansa.com/wp-content/uploads/2025/07/EN-</a:t>
            </a:r>
            <a:r>
              <a:rPr lang="ko-KR"/>
              <a:t>영문-종합브로셔-3.pdf</a:t>
            </a:r>
          </a:p>
          <a:p>
            <a:r>
              <a:rPr lang="ko-KR">
                <a:ea typeface="맑은 고딕"/>
              </a:rPr>
              <a:t>[S10] NAVER </a:t>
            </a:r>
            <a:r>
              <a:rPr lang="ko-KR" err="1">
                <a:ea typeface="맑은 고딕"/>
              </a:rPr>
              <a:t>Cloud</a:t>
            </a:r>
            <a:r>
              <a:rPr lang="ko-KR">
                <a:ea typeface="맑은 고딕"/>
              </a:rPr>
              <a:t> </a:t>
            </a:r>
            <a:r>
              <a:rPr lang="ko-KR" err="1">
                <a:ea typeface="맑은 고딕"/>
              </a:rPr>
              <a:t>official</a:t>
            </a:r>
            <a:r>
              <a:rPr lang="ko-KR">
                <a:ea typeface="맑은 고딕"/>
              </a:rPr>
              <a:t> </a:t>
            </a:r>
            <a:r>
              <a:rPr lang="ko-KR" err="1">
                <a:ea typeface="맑은 고딕"/>
              </a:rPr>
              <a:t>marketplace</a:t>
            </a:r>
            <a:r>
              <a:rPr lang="ko-KR">
                <a:ea typeface="맑은 고딕"/>
              </a:rPr>
              <a:t>, </a:t>
            </a:r>
            <a:r>
              <a:rPr lang="ko-KR" err="1">
                <a:ea typeface="맑은 고딕"/>
              </a:rPr>
              <a:t>Privacy-i</a:t>
            </a:r>
            <a:r>
              <a:rPr lang="ko-KR">
                <a:ea typeface="맑은 고딕"/>
              </a:rPr>
              <a:t> </a:t>
            </a:r>
            <a:r>
              <a:rPr lang="ko-KR" err="1">
                <a:ea typeface="맑은 고딕"/>
              </a:rPr>
              <a:t>Cloud</a:t>
            </a:r>
            <a:r>
              <a:rPr lang="ko-KR">
                <a:ea typeface="맑은 고딕"/>
              </a:rPr>
              <a:t>, </a:t>
            </a:r>
            <a:r>
              <a:rPr lang="ko-KR" err="1">
                <a:ea typeface="맑은 고딕"/>
              </a:rPr>
              <a:t>seller</a:t>
            </a:r>
            <a:r>
              <a:rPr lang="ko-KR">
                <a:ea typeface="맑은 고딕"/>
              </a:rPr>
              <a:t> </a:t>
            </a:r>
            <a:r>
              <a:rPr lang="ko-KR" err="1">
                <a:ea typeface="맑은 고딕"/>
              </a:rPr>
              <a:t>Somansa</a:t>
            </a:r>
          </a:p>
          <a:p>
            <a:r>
              <a:rPr lang="ko-KR">
                <a:hlinkClick r:id="rId7"/>
              </a:rPr>
              <a:t>https://www.ncloud.com/marketplace/privacy-i</a:t>
            </a:r>
            <a:endParaRPr lang="ko-KR"/>
          </a:p>
          <a:p>
            <a:r>
              <a:rPr lang="ko-KR">
                <a:ea typeface="맑은 고딕"/>
              </a:rPr>
              <a:t>[S14] </a:t>
            </a:r>
            <a:r>
              <a:rPr lang="ko-KR" err="1">
                <a:ea typeface="맑은 고딕"/>
              </a:rPr>
              <a:t>Somansa</a:t>
            </a:r>
            <a:r>
              <a:rPr lang="ko-KR">
                <a:ea typeface="맑은 고딕"/>
              </a:rPr>
              <a:t>, </a:t>
            </a:r>
            <a:r>
              <a:rPr lang="ko-KR" err="1">
                <a:ea typeface="맑은 고딕"/>
              </a:rPr>
              <a:t>WebKeeper</a:t>
            </a:r>
            <a:r>
              <a:rPr lang="ko-KR">
                <a:ea typeface="맑은 고딕"/>
              </a:rPr>
              <a:t> AI DLP </a:t>
            </a:r>
            <a:r>
              <a:rPr lang="ko-KR" err="1">
                <a:ea typeface="맑은 고딕"/>
              </a:rPr>
              <a:t>brochure</a:t>
            </a:r>
            <a:r>
              <a:rPr lang="ko-KR">
                <a:ea typeface="맑은 고딕"/>
              </a:rPr>
              <a:t>, 2026-07-27 (</a:t>
            </a:r>
            <a:r>
              <a:rPr lang="ko-KR" err="1">
                <a:ea typeface="맑은 고딕"/>
              </a:rPr>
              <a:t>official</a:t>
            </a:r>
            <a:r>
              <a:rPr lang="ko-KR">
                <a:ea typeface="맑은 고딕"/>
              </a:rPr>
              <a:t> </a:t>
            </a:r>
            <a:r>
              <a:rPr lang="ko-KR" err="1">
                <a:ea typeface="맑은 고딕"/>
              </a:rPr>
              <a:t>indexed</a:t>
            </a:r>
            <a:r>
              <a:rPr lang="ko-KR">
                <a:ea typeface="맑은 고딕"/>
              </a:rPr>
              <a:t> </a:t>
            </a:r>
            <a:r>
              <a:rPr lang="ko-KR" err="1">
                <a:ea typeface="맑은 고딕"/>
              </a:rPr>
              <a:t>text</a:t>
            </a:r>
            <a:r>
              <a:rPr lang="ko-KR">
                <a:ea typeface="맑은 고딕"/>
              </a:rPr>
              <a:t>)</a:t>
            </a:r>
          </a:p>
          <a:p>
            <a:r>
              <a:rPr lang="ko-KR">
                <a:hlinkClick r:id="rId8"/>
              </a:rPr>
              <a:t>https://www.somansa.com/wp-content/uploads/2026/07/</a:t>
            </a:r>
            <a:r>
              <a:rPr lang="ko-KR"/>
              <a:t>소만사-WebKeeper-AI-DLP_20260727.pdf</a:t>
            </a:r>
          </a:p>
          <a:p>
            <a:r>
              <a:rPr lang="ko-KR">
                <a:ea typeface="맑은 고딕"/>
              </a:rPr>
              <a:t>[S15] </a:t>
            </a:r>
            <a:r>
              <a:rPr lang="ko-KR" err="1">
                <a:ea typeface="맑은 고딕"/>
              </a:rPr>
              <a:t>Somansa</a:t>
            </a:r>
            <a:r>
              <a:rPr lang="ko-KR">
                <a:ea typeface="맑은 고딕"/>
              </a:rPr>
              <a:t>, </a:t>
            </a:r>
            <a:r>
              <a:rPr lang="ko-KR" err="1">
                <a:ea typeface="맑은 고딕"/>
              </a:rPr>
              <a:t>official</a:t>
            </a:r>
            <a:r>
              <a:rPr lang="ko-KR">
                <a:ea typeface="맑은 고딕"/>
              </a:rPr>
              <a:t> </a:t>
            </a:r>
            <a:r>
              <a:rPr lang="ko-KR" err="1">
                <a:ea typeface="맑은 고딕"/>
              </a:rPr>
              <a:t>press</a:t>
            </a:r>
            <a:r>
              <a:rPr lang="ko-KR">
                <a:ea typeface="맑은 고딕"/>
              </a:rPr>
              <a:t> </a:t>
            </a:r>
            <a:r>
              <a:rPr lang="ko-KR" err="1">
                <a:ea typeface="맑은 고딕"/>
              </a:rPr>
              <a:t>index</a:t>
            </a:r>
            <a:r>
              <a:rPr lang="ko-KR">
                <a:ea typeface="맑은 고딕"/>
              </a:rPr>
              <a:t>, </a:t>
            </a:r>
            <a:r>
              <a:rPr lang="ko-KR" err="1">
                <a:ea typeface="맑은 고딕"/>
              </a:rPr>
              <a:t>Privacy-i</a:t>
            </a:r>
            <a:r>
              <a:rPr lang="ko-KR">
                <a:ea typeface="맑은 고딕"/>
              </a:rPr>
              <a:t> AIDR </a:t>
            </a:r>
            <a:r>
              <a:rPr lang="ko-KR" err="1">
                <a:ea typeface="맑은 고딕"/>
              </a:rPr>
              <a:t>announcement</a:t>
            </a:r>
            <a:r>
              <a:rPr lang="ko-KR">
                <a:ea typeface="맑은 고딕"/>
              </a:rPr>
              <a:t> (2026)</a:t>
            </a:r>
          </a:p>
          <a:p>
            <a:r>
              <a:rPr lang="ko-KR">
                <a:hlinkClick r:id="rId9"/>
              </a:rPr>
              <a:t>https://www.somansa.com/news_event_categories/press/</a:t>
            </a:r>
            <a:endParaRPr lang="ko-KR"/>
          </a:p>
          <a:p>
            <a:r>
              <a:rPr lang="ko-KR">
                <a:ea typeface="맑은 고딕"/>
              </a:rPr>
              <a:t>[S16] </a:t>
            </a:r>
            <a:r>
              <a:rPr lang="ko-KR" err="1">
                <a:ea typeface="맑은 고딕"/>
              </a:rPr>
              <a:t>Somansa</a:t>
            </a:r>
            <a:r>
              <a:rPr lang="ko-KR">
                <a:ea typeface="맑은 고딕"/>
              </a:rPr>
              <a:t>, </a:t>
            </a:r>
            <a:r>
              <a:rPr lang="ko-KR" err="1">
                <a:ea typeface="맑은 고딕"/>
              </a:rPr>
              <a:t>Mail-i</a:t>
            </a:r>
            <a:r>
              <a:rPr lang="ko-KR">
                <a:ea typeface="맑은 고딕"/>
              </a:rPr>
              <a:t> </a:t>
            </a:r>
            <a:r>
              <a:rPr lang="ko-KR" err="1">
                <a:ea typeface="맑은 고딕"/>
              </a:rPr>
              <a:t>English</a:t>
            </a:r>
            <a:r>
              <a:rPr lang="ko-KR">
                <a:ea typeface="맑은 고딕"/>
              </a:rPr>
              <a:t> </a:t>
            </a:r>
            <a:r>
              <a:rPr lang="ko-KR" err="1">
                <a:ea typeface="맑은 고딕"/>
              </a:rPr>
              <a:t>brochure</a:t>
            </a:r>
            <a:r>
              <a:rPr lang="ko-KR">
                <a:ea typeface="맑은 고딕"/>
              </a:rPr>
              <a:t>, </a:t>
            </a:r>
            <a:r>
              <a:rPr lang="ko-KR" err="1">
                <a:ea typeface="맑은 고딕"/>
              </a:rPr>
              <a:t>uploaded</a:t>
            </a:r>
            <a:r>
              <a:rPr lang="ko-KR">
                <a:ea typeface="맑은 고딕"/>
              </a:rPr>
              <a:t> </a:t>
            </a:r>
            <a:r>
              <a:rPr lang="ko-KR" err="1">
                <a:ea typeface="맑은 고딕"/>
              </a:rPr>
              <a:t>four-page</a:t>
            </a:r>
            <a:r>
              <a:rPr lang="ko-KR">
                <a:ea typeface="맑은 고딕"/>
              </a:rPr>
              <a:t> PDF, </a:t>
            </a:r>
            <a:r>
              <a:rPr lang="ko-KR" err="1">
                <a:ea typeface="맑은 고딕"/>
              </a:rPr>
              <a:t>pp</a:t>
            </a:r>
            <a:r>
              <a:rPr lang="ko-KR">
                <a:ea typeface="맑은 고딕"/>
              </a:rPr>
              <a:t>. 2-4</a:t>
            </a:r>
          </a:p>
          <a:p>
            <a:r>
              <a:rPr lang="ko-KR">
                <a:hlinkClick r:id="rId10"/>
              </a:rPr>
              <a:t>https://www.somansa.com/wp-content/uploads/2025/07/EN-Mail-i-DLP.pdf</a:t>
            </a:r>
            <a:endParaRPr lang="ko-KR"/>
          </a:p>
          <a:p>
            <a:r>
              <a:rPr lang="ko-KR">
                <a:ea typeface="맑은 고딕"/>
              </a:rPr>
              <a:t>[S17] </a:t>
            </a:r>
            <a:r>
              <a:rPr lang="ko-KR" err="1">
                <a:ea typeface="맑은 고딕"/>
              </a:rPr>
              <a:t>Somansa</a:t>
            </a:r>
            <a:r>
              <a:rPr lang="ko-KR">
                <a:ea typeface="맑은 고딕"/>
              </a:rPr>
              <a:t>, </a:t>
            </a:r>
            <a:r>
              <a:rPr lang="ko-KR" err="1">
                <a:ea typeface="맑은 고딕"/>
              </a:rPr>
              <a:t>English</a:t>
            </a:r>
            <a:r>
              <a:rPr lang="ko-KR">
                <a:ea typeface="맑은 고딕"/>
              </a:rPr>
              <a:t> </a:t>
            </a:r>
            <a:r>
              <a:rPr lang="ko-KR" err="1">
                <a:ea typeface="맑은 고딕"/>
              </a:rPr>
              <a:t>homepage</a:t>
            </a:r>
            <a:r>
              <a:rPr lang="ko-KR">
                <a:ea typeface="맑은 고딕"/>
              </a:rPr>
              <a:t>, AIDR </a:t>
            </a:r>
            <a:r>
              <a:rPr lang="ko-KR" err="1">
                <a:ea typeface="맑은 고딕"/>
              </a:rPr>
              <a:t>availability</a:t>
            </a:r>
            <a:r>
              <a:rPr lang="ko-KR">
                <a:ea typeface="맑은 고딕"/>
              </a:rPr>
              <a:t> </a:t>
            </a:r>
            <a:r>
              <a:rPr lang="ko-KR" err="1">
                <a:ea typeface="맑은 고딕"/>
              </a:rPr>
              <a:t>wording</a:t>
            </a:r>
          </a:p>
          <a:p>
            <a:r>
              <a:rPr lang="ko-KR">
                <a:hlinkClick r:id="rId11"/>
              </a:rPr>
              <a:t>https://www.somansa.com/</a:t>
            </a:r>
            <a:endParaRPr lang="ko-KR"/>
          </a:p>
          <a:p>
            <a:endParaRPr lang="en-US" altLang="ko-KR">
              <a:latin typeface="Calibri"/>
              <a:ea typeface="Calibri"/>
              <a:cs typeface="Calibri"/>
            </a:endParaRPr>
          </a:p>
        </p:txBody>
      </p:sp>
      <p:sp>
        <p:nvSpPr>
          <p:cNvPr id="4" name="슬라이드 번호 개체 틀 3"/>
          <p:cNvSpPr>
            <a:spLocks noGrp="1"/>
          </p:cNvSpPr>
          <p:nvPr>
            <p:ph type="sldNum" sz="quarter" idx="5"/>
          </p:nvPr>
        </p:nvSpPr>
        <p:spPr/>
        <p:txBody>
          <a:bodyPr/>
          <a:lstStyle/>
          <a:p>
            <a:fld id="{2B4D4D96-940C-4183-92F1-CDDC2839BE9F}" type="slidenum">
              <a:rPr lang="ko-KR" altLang="en-US" smtClean="0"/>
              <a:t>9</a:t>
            </a:fld>
            <a:endParaRPr lang="ko-KR" altLang="en-US"/>
          </a:p>
        </p:txBody>
      </p:sp>
    </p:spTree>
    <p:extLst>
      <p:ext uri="{BB962C8B-B14F-4D97-AF65-F5344CB8AC3E}">
        <p14:creationId xmlns:p14="http://schemas.microsoft.com/office/powerpoint/2010/main" val="165333341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811C2A-28AD-5655-C143-8F93A5FA78B3}"/>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99CA897B-3ADB-E663-B135-071E9AD2CFEB}"/>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C39A5EF4-3A45-3608-B0CE-6BA19E30BE31}"/>
              </a:ext>
            </a:extLst>
          </p:cNvPr>
          <p:cNvSpPr>
            <a:spLocks noGrp="1"/>
          </p:cNvSpPr>
          <p:nvPr>
            <p:ph type="body" idx="1"/>
          </p:nvPr>
        </p:nvSpPr>
        <p:spPr/>
        <p:txBody>
          <a:bodyPr/>
          <a:lstStyle/>
          <a:p>
            <a:r>
              <a:rPr lang="ko-KR" err="1">
                <a:ea typeface="맑은 고딕"/>
              </a:rPr>
              <a:t>References</a:t>
            </a:r>
            <a:r>
              <a:rPr lang="ko-KR">
                <a:ea typeface="맑은 고딕"/>
              </a:rPr>
              <a:t>:</a:t>
            </a:r>
          </a:p>
          <a:p>
            <a:r>
              <a:rPr lang="ko-KR">
                <a:ea typeface="맑은 고딕"/>
              </a:rPr>
              <a:t>[S1] </a:t>
            </a:r>
            <a:r>
              <a:rPr lang="ko-KR" err="1">
                <a:ea typeface="맑은 고딕"/>
              </a:rPr>
              <a:t>Somansa</a:t>
            </a:r>
            <a:r>
              <a:rPr lang="ko-KR">
                <a:ea typeface="맑은 고딕"/>
              </a:rPr>
              <a:t>, </a:t>
            </a:r>
            <a:r>
              <a:rPr lang="ko-KR" err="1">
                <a:ea typeface="맑은 고딕"/>
              </a:rPr>
              <a:t>Privacy-i</a:t>
            </a:r>
            <a:r>
              <a:rPr lang="ko-KR">
                <a:ea typeface="맑은 고딕"/>
              </a:rPr>
              <a:t> </a:t>
            </a:r>
            <a:r>
              <a:rPr lang="ko-KR" err="1">
                <a:ea typeface="맑은 고딕"/>
              </a:rPr>
              <a:t>product</a:t>
            </a:r>
            <a:r>
              <a:rPr lang="ko-KR">
                <a:ea typeface="맑은 고딕"/>
              </a:rPr>
              <a:t> </a:t>
            </a:r>
            <a:r>
              <a:rPr lang="ko-KR" err="1">
                <a:ea typeface="맑은 고딕"/>
              </a:rPr>
              <a:t>brochure</a:t>
            </a:r>
            <a:r>
              <a:rPr lang="ko-KR">
                <a:ea typeface="맑은 고딕"/>
              </a:rPr>
              <a:t> (2025 PDF)</a:t>
            </a:r>
          </a:p>
          <a:p>
            <a:r>
              <a:rPr lang="ko-KR">
                <a:hlinkClick r:id="rId3"/>
              </a:rPr>
              <a:t>https://www.somansa.com/wp-content/uploads/2025/08/</a:t>
            </a:r>
            <a:r>
              <a:rPr lang="ko-KR"/>
              <a:t>소만사-종합브로셔_Privacy-i.pdf</a:t>
            </a:r>
          </a:p>
          <a:p>
            <a:r>
              <a:rPr lang="ko-KR">
                <a:ea typeface="맑은 고딕"/>
              </a:rPr>
              <a:t>[S2] </a:t>
            </a:r>
            <a:r>
              <a:rPr lang="ko-KR" err="1">
                <a:ea typeface="맑은 고딕"/>
              </a:rPr>
              <a:t>Somansa</a:t>
            </a:r>
            <a:r>
              <a:rPr lang="ko-KR">
                <a:ea typeface="맑은 고딕"/>
              </a:rPr>
              <a:t>, </a:t>
            </a:r>
            <a:r>
              <a:rPr lang="ko-KR" err="1">
                <a:ea typeface="맑은 고딕"/>
              </a:rPr>
              <a:t>Privacy-i</a:t>
            </a:r>
            <a:r>
              <a:rPr lang="ko-KR">
                <a:ea typeface="맑은 고딕"/>
              </a:rPr>
              <a:t> </a:t>
            </a:r>
            <a:r>
              <a:rPr lang="ko-KR" err="1">
                <a:ea typeface="맑은 고딕"/>
              </a:rPr>
              <a:t>brochure</a:t>
            </a:r>
            <a:r>
              <a:rPr lang="ko-KR">
                <a:ea typeface="맑은 고딕"/>
              </a:rPr>
              <a:t> (2024-11 </a:t>
            </a:r>
            <a:r>
              <a:rPr lang="ko-KR" err="1">
                <a:ea typeface="맑은 고딕"/>
              </a:rPr>
              <a:t>revision</a:t>
            </a:r>
            <a:r>
              <a:rPr lang="ko-KR">
                <a:ea typeface="맑은 고딕"/>
              </a:rPr>
              <a:t>)</a:t>
            </a:r>
          </a:p>
          <a:p>
            <a:r>
              <a:rPr lang="ko-KR">
                <a:hlinkClick r:id="rId4"/>
              </a:rPr>
              <a:t>https://www.somansa.com/wp-content/uploads/2024/12/Privacy-i_241105.pdf</a:t>
            </a:r>
            <a:endParaRPr lang="ko-KR"/>
          </a:p>
          <a:p>
            <a:r>
              <a:rPr lang="ko-KR">
                <a:ea typeface="맑은 고딕"/>
              </a:rPr>
              <a:t>[S5] </a:t>
            </a:r>
            <a:r>
              <a:rPr lang="ko-KR" err="1">
                <a:ea typeface="맑은 고딕"/>
              </a:rPr>
              <a:t>Somansa</a:t>
            </a:r>
            <a:r>
              <a:rPr lang="ko-KR">
                <a:ea typeface="맑은 고딕"/>
              </a:rPr>
              <a:t>, </a:t>
            </a:r>
            <a:r>
              <a:rPr lang="ko-KR" err="1">
                <a:ea typeface="맑은 고딕"/>
              </a:rPr>
              <a:t>WebKeeper</a:t>
            </a:r>
            <a:r>
              <a:rPr lang="ko-KR">
                <a:ea typeface="맑은 고딕"/>
              </a:rPr>
              <a:t> AI DLP </a:t>
            </a:r>
            <a:r>
              <a:rPr lang="ko-KR" err="1">
                <a:ea typeface="맑은 고딕"/>
              </a:rPr>
              <a:t>brochure</a:t>
            </a:r>
            <a:r>
              <a:rPr lang="ko-KR">
                <a:ea typeface="맑은 고딕"/>
              </a:rPr>
              <a:t> (2025 PDF)</a:t>
            </a:r>
          </a:p>
          <a:p>
            <a:r>
              <a:rPr lang="ko-KR">
                <a:hlinkClick r:id="rId5"/>
              </a:rPr>
              <a:t>https://www.somansa.com/wp-content/uploads/2025/11/2025_WK-SG-SUITE_20250810_</a:t>
            </a:r>
            <a:r>
              <a:rPr lang="ko-KR"/>
              <a:t>웹전용.pdf</a:t>
            </a:r>
          </a:p>
          <a:p>
            <a:r>
              <a:rPr lang="ko-KR">
                <a:ea typeface="맑은 고딕"/>
              </a:rPr>
              <a:t>[S6] </a:t>
            </a:r>
            <a:r>
              <a:rPr lang="ko-KR" err="1">
                <a:ea typeface="맑은 고딕"/>
              </a:rPr>
              <a:t>Somansa</a:t>
            </a:r>
            <a:r>
              <a:rPr lang="ko-KR">
                <a:ea typeface="맑은 고딕"/>
              </a:rPr>
              <a:t>, Server-</a:t>
            </a:r>
            <a:r>
              <a:rPr lang="ko-KR" err="1">
                <a:ea typeface="맑은 고딕"/>
              </a:rPr>
              <a:t>i</a:t>
            </a:r>
            <a:r>
              <a:rPr lang="ko-KR">
                <a:ea typeface="맑은 고딕"/>
              </a:rPr>
              <a:t> </a:t>
            </a:r>
            <a:r>
              <a:rPr lang="ko-KR" err="1">
                <a:ea typeface="맑은 고딕"/>
              </a:rPr>
              <a:t>product</a:t>
            </a:r>
            <a:r>
              <a:rPr lang="ko-KR">
                <a:ea typeface="맑은 고딕"/>
              </a:rPr>
              <a:t> </a:t>
            </a:r>
            <a:r>
              <a:rPr lang="ko-KR" err="1">
                <a:ea typeface="맑은 고딕"/>
              </a:rPr>
              <a:t>brochure</a:t>
            </a:r>
            <a:r>
              <a:rPr lang="ko-KR">
                <a:ea typeface="맑은 고딕"/>
              </a:rPr>
              <a:t> (2025 PDF)</a:t>
            </a:r>
          </a:p>
          <a:p>
            <a:r>
              <a:rPr lang="ko-KR">
                <a:hlinkClick r:id="rId3"/>
              </a:rPr>
              <a:t>https://www.somansa.com/wp-content/uploads/2025/08/</a:t>
            </a:r>
            <a:r>
              <a:rPr lang="ko-KR"/>
              <a:t>소만사-종합브로셔_Server-i.pdf</a:t>
            </a:r>
          </a:p>
          <a:p>
            <a:r>
              <a:rPr lang="ko-KR">
                <a:ea typeface="맑은 고딕"/>
              </a:rPr>
              <a:t>[S7] </a:t>
            </a:r>
            <a:r>
              <a:rPr lang="ko-KR" err="1">
                <a:ea typeface="맑은 고딕"/>
              </a:rPr>
              <a:t>Somansa</a:t>
            </a:r>
            <a:r>
              <a:rPr lang="ko-KR">
                <a:ea typeface="맑은 고딕"/>
              </a:rPr>
              <a:t>, </a:t>
            </a:r>
            <a:r>
              <a:rPr lang="ko-KR" err="1">
                <a:ea typeface="맑은 고딕"/>
              </a:rPr>
              <a:t>English</a:t>
            </a:r>
            <a:r>
              <a:rPr lang="ko-KR">
                <a:ea typeface="맑은 고딕"/>
              </a:rPr>
              <a:t> </a:t>
            </a:r>
            <a:r>
              <a:rPr lang="ko-KR" err="1">
                <a:ea typeface="맑은 고딕"/>
              </a:rPr>
              <a:t>product</a:t>
            </a:r>
            <a:r>
              <a:rPr lang="ko-KR">
                <a:ea typeface="맑은 고딕"/>
              </a:rPr>
              <a:t> </a:t>
            </a:r>
            <a:r>
              <a:rPr lang="ko-KR" err="1">
                <a:ea typeface="맑은 고딕"/>
              </a:rPr>
              <a:t>brochure</a:t>
            </a:r>
            <a:r>
              <a:rPr lang="ko-KR">
                <a:ea typeface="맑은 고딕"/>
              </a:rPr>
              <a:t>, </a:t>
            </a:r>
            <a:r>
              <a:rPr lang="ko-KR" err="1">
                <a:ea typeface="맑은 고딕"/>
              </a:rPr>
              <a:t>Privacy-i</a:t>
            </a:r>
            <a:r>
              <a:rPr lang="ko-KR">
                <a:ea typeface="맑은 고딕"/>
              </a:rPr>
              <a:t> and Server-</a:t>
            </a:r>
            <a:r>
              <a:rPr lang="ko-KR" err="1">
                <a:ea typeface="맑은 고딕"/>
              </a:rPr>
              <a:t>i</a:t>
            </a:r>
          </a:p>
          <a:p>
            <a:r>
              <a:rPr lang="ko-KR">
                <a:hlinkClick r:id="rId6"/>
              </a:rPr>
              <a:t>https://www.somansa.com/wp-content/uploads/2025/07/EN-</a:t>
            </a:r>
            <a:r>
              <a:rPr lang="ko-KR"/>
              <a:t>영문-종합브로셔-3.pdf</a:t>
            </a:r>
          </a:p>
          <a:p>
            <a:r>
              <a:rPr lang="ko-KR">
                <a:ea typeface="맑은 고딕"/>
              </a:rPr>
              <a:t>[S10] NAVER </a:t>
            </a:r>
            <a:r>
              <a:rPr lang="ko-KR" err="1">
                <a:ea typeface="맑은 고딕"/>
              </a:rPr>
              <a:t>Cloud</a:t>
            </a:r>
            <a:r>
              <a:rPr lang="ko-KR">
                <a:ea typeface="맑은 고딕"/>
              </a:rPr>
              <a:t> </a:t>
            </a:r>
            <a:r>
              <a:rPr lang="ko-KR" err="1">
                <a:ea typeface="맑은 고딕"/>
              </a:rPr>
              <a:t>official</a:t>
            </a:r>
            <a:r>
              <a:rPr lang="ko-KR">
                <a:ea typeface="맑은 고딕"/>
              </a:rPr>
              <a:t> </a:t>
            </a:r>
            <a:r>
              <a:rPr lang="ko-KR" err="1">
                <a:ea typeface="맑은 고딕"/>
              </a:rPr>
              <a:t>marketplace</a:t>
            </a:r>
            <a:r>
              <a:rPr lang="ko-KR">
                <a:ea typeface="맑은 고딕"/>
              </a:rPr>
              <a:t>, </a:t>
            </a:r>
            <a:r>
              <a:rPr lang="ko-KR" err="1">
                <a:ea typeface="맑은 고딕"/>
              </a:rPr>
              <a:t>Privacy-i</a:t>
            </a:r>
            <a:r>
              <a:rPr lang="ko-KR">
                <a:ea typeface="맑은 고딕"/>
              </a:rPr>
              <a:t> </a:t>
            </a:r>
            <a:r>
              <a:rPr lang="ko-KR" err="1">
                <a:ea typeface="맑은 고딕"/>
              </a:rPr>
              <a:t>Cloud</a:t>
            </a:r>
            <a:r>
              <a:rPr lang="ko-KR">
                <a:ea typeface="맑은 고딕"/>
              </a:rPr>
              <a:t>, </a:t>
            </a:r>
            <a:r>
              <a:rPr lang="ko-KR" err="1">
                <a:ea typeface="맑은 고딕"/>
              </a:rPr>
              <a:t>seller</a:t>
            </a:r>
            <a:r>
              <a:rPr lang="ko-KR">
                <a:ea typeface="맑은 고딕"/>
              </a:rPr>
              <a:t> </a:t>
            </a:r>
            <a:r>
              <a:rPr lang="ko-KR" err="1">
                <a:ea typeface="맑은 고딕"/>
              </a:rPr>
              <a:t>Somansa</a:t>
            </a:r>
          </a:p>
          <a:p>
            <a:r>
              <a:rPr lang="ko-KR">
                <a:hlinkClick r:id="rId7"/>
              </a:rPr>
              <a:t>https://www.ncloud.com/marketplace/privacy-i</a:t>
            </a:r>
            <a:endParaRPr lang="ko-KR"/>
          </a:p>
          <a:p>
            <a:r>
              <a:rPr lang="ko-KR">
                <a:ea typeface="맑은 고딕"/>
              </a:rPr>
              <a:t>[S14] </a:t>
            </a:r>
            <a:r>
              <a:rPr lang="ko-KR" err="1">
                <a:ea typeface="맑은 고딕"/>
              </a:rPr>
              <a:t>Somansa</a:t>
            </a:r>
            <a:r>
              <a:rPr lang="ko-KR">
                <a:ea typeface="맑은 고딕"/>
              </a:rPr>
              <a:t>, </a:t>
            </a:r>
            <a:r>
              <a:rPr lang="ko-KR" err="1">
                <a:ea typeface="맑은 고딕"/>
              </a:rPr>
              <a:t>WebKeeper</a:t>
            </a:r>
            <a:r>
              <a:rPr lang="ko-KR">
                <a:ea typeface="맑은 고딕"/>
              </a:rPr>
              <a:t> AI DLP </a:t>
            </a:r>
            <a:r>
              <a:rPr lang="ko-KR" err="1">
                <a:ea typeface="맑은 고딕"/>
              </a:rPr>
              <a:t>brochure</a:t>
            </a:r>
            <a:r>
              <a:rPr lang="ko-KR">
                <a:ea typeface="맑은 고딕"/>
              </a:rPr>
              <a:t>, 2026-07-27 (</a:t>
            </a:r>
            <a:r>
              <a:rPr lang="ko-KR" err="1">
                <a:ea typeface="맑은 고딕"/>
              </a:rPr>
              <a:t>official</a:t>
            </a:r>
            <a:r>
              <a:rPr lang="ko-KR">
                <a:ea typeface="맑은 고딕"/>
              </a:rPr>
              <a:t> </a:t>
            </a:r>
            <a:r>
              <a:rPr lang="ko-KR" err="1">
                <a:ea typeface="맑은 고딕"/>
              </a:rPr>
              <a:t>indexed</a:t>
            </a:r>
            <a:r>
              <a:rPr lang="ko-KR">
                <a:ea typeface="맑은 고딕"/>
              </a:rPr>
              <a:t> </a:t>
            </a:r>
            <a:r>
              <a:rPr lang="ko-KR" err="1">
                <a:ea typeface="맑은 고딕"/>
              </a:rPr>
              <a:t>text</a:t>
            </a:r>
            <a:r>
              <a:rPr lang="ko-KR">
                <a:ea typeface="맑은 고딕"/>
              </a:rPr>
              <a:t>)</a:t>
            </a:r>
          </a:p>
          <a:p>
            <a:r>
              <a:rPr lang="ko-KR">
                <a:hlinkClick r:id="rId8"/>
              </a:rPr>
              <a:t>https://www.somansa.com/wp-content/uploads/2026/07/</a:t>
            </a:r>
            <a:r>
              <a:rPr lang="ko-KR"/>
              <a:t>소만사-WebKeeper-AI-DLP_20260727.pdf</a:t>
            </a:r>
          </a:p>
          <a:p>
            <a:r>
              <a:rPr lang="ko-KR">
                <a:ea typeface="맑은 고딕"/>
              </a:rPr>
              <a:t>[S15] </a:t>
            </a:r>
            <a:r>
              <a:rPr lang="ko-KR" err="1">
                <a:ea typeface="맑은 고딕"/>
              </a:rPr>
              <a:t>Somansa</a:t>
            </a:r>
            <a:r>
              <a:rPr lang="ko-KR">
                <a:ea typeface="맑은 고딕"/>
              </a:rPr>
              <a:t>, </a:t>
            </a:r>
            <a:r>
              <a:rPr lang="ko-KR" err="1">
                <a:ea typeface="맑은 고딕"/>
              </a:rPr>
              <a:t>official</a:t>
            </a:r>
            <a:r>
              <a:rPr lang="ko-KR">
                <a:ea typeface="맑은 고딕"/>
              </a:rPr>
              <a:t> </a:t>
            </a:r>
            <a:r>
              <a:rPr lang="ko-KR" err="1">
                <a:ea typeface="맑은 고딕"/>
              </a:rPr>
              <a:t>press</a:t>
            </a:r>
            <a:r>
              <a:rPr lang="ko-KR">
                <a:ea typeface="맑은 고딕"/>
              </a:rPr>
              <a:t> </a:t>
            </a:r>
            <a:r>
              <a:rPr lang="ko-KR" err="1">
                <a:ea typeface="맑은 고딕"/>
              </a:rPr>
              <a:t>index</a:t>
            </a:r>
            <a:r>
              <a:rPr lang="ko-KR">
                <a:ea typeface="맑은 고딕"/>
              </a:rPr>
              <a:t>, </a:t>
            </a:r>
            <a:r>
              <a:rPr lang="ko-KR" err="1">
                <a:ea typeface="맑은 고딕"/>
              </a:rPr>
              <a:t>Privacy-i</a:t>
            </a:r>
            <a:r>
              <a:rPr lang="ko-KR">
                <a:ea typeface="맑은 고딕"/>
              </a:rPr>
              <a:t> AIDR </a:t>
            </a:r>
            <a:r>
              <a:rPr lang="ko-KR" err="1">
                <a:ea typeface="맑은 고딕"/>
              </a:rPr>
              <a:t>announcement</a:t>
            </a:r>
            <a:r>
              <a:rPr lang="ko-KR">
                <a:ea typeface="맑은 고딕"/>
              </a:rPr>
              <a:t> (2026)</a:t>
            </a:r>
          </a:p>
          <a:p>
            <a:r>
              <a:rPr lang="ko-KR">
                <a:hlinkClick r:id="rId9"/>
              </a:rPr>
              <a:t>https://www.somansa.com/news_event_categories/press/</a:t>
            </a:r>
            <a:endParaRPr lang="ko-KR"/>
          </a:p>
          <a:p>
            <a:r>
              <a:rPr lang="ko-KR">
                <a:ea typeface="맑은 고딕"/>
              </a:rPr>
              <a:t>[S16] </a:t>
            </a:r>
            <a:r>
              <a:rPr lang="ko-KR" err="1">
                <a:ea typeface="맑은 고딕"/>
              </a:rPr>
              <a:t>Somansa</a:t>
            </a:r>
            <a:r>
              <a:rPr lang="ko-KR">
                <a:ea typeface="맑은 고딕"/>
              </a:rPr>
              <a:t>, </a:t>
            </a:r>
            <a:r>
              <a:rPr lang="ko-KR" err="1">
                <a:ea typeface="맑은 고딕"/>
              </a:rPr>
              <a:t>Mail-i</a:t>
            </a:r>
            <a:r>
              <a:rPr lang="ko-KR">
                <a:ea typeface="맑은 고딕"/>
              </a:rPr>
              <a:t> </a:t>
            </a:r>
            <a:r>
              <a:rPr lang="ko-KR" err="1">
                <a:ea typeface="맑은 고딕"/>
              </a:rPr>
              <a:t>English</a:t>
            </a:r>
            <a:r>
              <a:rPr lang="ko-KR">
                <a:ea typeface="맑은 고딕"/>
              </a:rPr>
              <a:t> </a:t>
            </a:r>
            <a:r>
              <a:rPr lang="ko-KR" err="1">
                <a:ea typeface="맑은 고딕"/>
              </a:rPr>
              <a:t>brochure</a:t>
            </a:r>
            <a:r>
              <a:rPr lang="ko-KR">
                <a:ea typeface="맑은 고딕"/>
              </a:rPr>
              <a:t>, </a:t>
            </a:r>
            <a:r>
              <a:rPr lang="ko-KR" err="1">
                <a:ea typeface="맑은 고딕"/>
              </a:rPr>
              <a:t>uploaded</a:t>
            </a:r>
            <a:r>
              <a:rPr lang="ko-KR">
                <a:ea typeface="맑은 고딕"/>
              </a:rPr>
              <a:t> </a:t>
            </a:r>
            <a:r>
              <a:rPr lang="ko-KR" err="1">
                <a:ea typeface="맑은 고딕"/>
              </a:rPr>
              <a:t>four-page</a:t>
            </a:r>
            <a:r>
              <a:rPr lang="ko-KR">
                <a:ea typeface="맑은 고딕"/>
              </a:rPr>
              <a:t> PDF, </a:t>
            </a:r>
            <a:r>
              <a:rPr lang="ko-KR" err="1">
                <a:ea typeface="맑은 고딕"/>
              </a:rPr>
              <a:t>pp</a:t>
            </a:r>
            <a:r>
              <a:rPr lang="ko-KR">
                <a:ea typeface="맑은 고딕"/>
              </a:rPr>
              <a:t>. 2-4</a:t>
            </a:r>
          </a:p>
          <a:p>
            <a:r>
              <a:rPr lang="ko-KR">
                <a:hlinkClick r:id="rId10"/>
              </a:rPr>
              <a:t>https://www.somansa.com/wp-content/uploads/2025/07/EN-Mail-i-DLP.pdf</a:t>
            </a:r>
            <a:endParaRPr lang="ko-KR"/>
          </a:p>
          <a:p>
            <a:r>
              <a:rPr lang="ko-KR">
                <a:ea typeface="맑은 고딕"/>
              </a:rPr>
              <a:t>[S17] </a:t>
            </a:r>
            <a:r>
              <a:rPr lang="ko-KR" err="1">
                <a:ea typeface="맑은 고딕"/>
              </a:rPr>
              <a:t>Somansa</a:t>
            </a:r>
            <a:r>
              <a:rPr lang="ko-KR">
                <a:ea typeface="맑은 고딕"/>
              </a:rPr>
              <a:t>, </a:t>
            </a:r>
            <a:r>
              <a:rPr lang="ko-KR" err="1">
                <a:ea typeface="맑은 고딕"/>
              </a:rPr>
              <a:t>English</a:t>
            </a:r>
            <a:r>
              <a:rPr lang="ko-KR">
                <a:ea typeface="맑은 고딕"/>
              </a:rPr>
              <a:t> </a:t>
            </a:r>
            <a:r>
              <a:rPr lang="ko-KR" err="1">
                <a:ea typeface="맑은 고딕"/>
              </a:rPr>
              <a:t>homepage</a:t>
            </a:r>
            <a:r>
              <a:rPr lang="ko-KR">
                <a:ea typeface="맑은 고딕"/>
              </a:rPr>
              <a:t>, AIDR </a:t>
            </a:r>
            <a:r>
              <a:rPr lang="ko-KR" err="1">
                <a:ea typeface="맑은 고딕"/>
              </a:rPr>
              <a:t>availability</a:t>
            </a:r>
            <a:r>
              <a:rPr lang="ko-KR">
                <a:ea typeface="맑은 고딕"/>
              </a:rPr>
              <a:t> </a:t>
            </a:r>
            <a:r>
              <a:rPr lang="ko-KR" err="1">
                <a:ea typeface="맑은 고딕"/>
              </a:rPr>
              <a:t>wording</a:t>
            </a:r>
          </a:p>
          <a:p>
            <a:r>
              <a:rPr lang="ko-KR">
                <a:hlinkClick r:id="rId11"/>
              </a:rPr>
              <a:t>https://www.somansa.com/</a:t>
            </a:r>
            <a:endParaRPr lang="ko-KR"/>
          </a:p>
          <a:p>
            <a:endParaRPr lang="en-US" altLang="ko-KR">
              <a:latin typeface="Calibri"/>
              <a:ea typeface="Calibri"/>
              <a:cs typeface="Calibri"/>
            </a:endParaRPr>
          </a:p>
        </p:txBody>
      </p:sp>
      <p:sp>
        <p:nvSpPr>
          <p:cNvPr id="4" name="슬라이드 번호 개체 틀 3">
            <a:extLst>
              <a:ext uri="{FF2B5EF4-FFF2-40B4-BE49-F238E27FC236}">
                <a16:creationId xmlns:a16="http://schemas.microsoft.com/office/drawing/2014/main" id="{5F60D9D2-0B96-BA09-74D0-ECD98F237567}"/>
              </a:ext>
            </a:extLst>
          </p:cNvPr>
          <p:cNvSpPr>
            <a:spLocks noGrp="1"/>
          </p:cNvSpPr>
          <p:nvPr>
            <p:ph type="sldNum" sz="quarter" idx="5"/>
          </p:nvPr>
        </p:nvSpPr>
        <p:spPr/>
        <p:txBody>
          <a:bodyPr/>
          <a:lstStyle/>
          <a:p>
            <a:fld id="{2B4D4D96-940C-4183-92F1-CDDC2839BE9F}" type="slidenum">
              <a:rPr lang="ko-KR" altLang="en-US" smtClean="0"/>
              <a:t>10</a:t>
            </a:fld>
            <a:endParaRPr lang="ko-KR" altLang="en-US"/>
          </a:p>
        </p:txBody>
      </p:sp>
    </p:spTree>
    <p:extLst>
      <p:ext uri="{BB962C8B-B14F-4D97-AF65-F5344CB8AC3E}">
        <p14:creationId xmlns:p14="http://schemas.microsoft.com/office/powerpoint/2010/main" val="3414872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D63338-F5AF-F9E5-53E5-AD27D652FEC1}"/>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7717E2CB-DA32-D90C-DFE9-C7F9A3161151}"/>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BA779311-86FC-A23D-8167-A9FDE2CF8613}"/>
              </a:ext>
            </a:extLst>
          </p:cNvPr>
          <p:cNvSpPr>
            <a:spLocks noGrp="1"/>
          </p:cNvSpPr>
          <p:nvPr>
            <p:ph type="body" idx="1"/>
          </p:nvPr>
        </p:nvSpPr>
        <p:spPr/>
        <p:txBody>
          <a:bodyPr/>
          <a:lstStyle/>
          <a:p>
            <a:r>
              <a:rPr lang="ko-KR" err="1">
                <a:ea typeface="맑은 고딕"/>
              </a:rPr>
              <a:t>References</a:t>
            </a:r>
            <a:r>
              <a:rPr lang="ko-KR">
                <a:ea typeface="맑은 고딕"/>
              </a:rPr>
              <a:t>:</a:t>
            </a:r>
          </a:p>
          <a:p>
            <a:r>
              <a:rPr lang="ko-KR">
                <a:ea typeface="맑은 고딕"/>
              </a:rPr>
              <a:t>[S1] </a:t>
            </a:r>
            <a:r>
              <a:rPr lang="ko-KR" err="1">
                <a:ea typeface="맑은 고딕"/>
              </a:rPr>
              <a:t>Somansa</a:t>
            </a:r>
            <a:r>
              <a:rPr lang="ko-KR">
                <a:ea typeface="맑은 고딕"/>
              </a:rPr>
              <a:t>, </a:t>
            </a:r>
            <a:r>
              <a:rPr lang="ko-KR" err="1">
                <a:ea typeface="맑은 고딕"/>
              </a:rPr>
              <a:t>Privacy-i</a:t>
            </a:r>
            <a:r>
              <a:rPr lang="ko-KR">
                <a:ea typeface="맑은 고딕"/>
              </a:rPr>
              <a:t> </a:t>
            </a:r>
            <a:r>
              <a:rPr lang="ko-KR" err="1">
                <a:ea typeface="맑은 고딕"/>
              </a:rPr>
              <a:t>product</a:t>
            </a:r>
            <a:r>
              <a:rPr lang="ko-KR">
                <a:ea typeface="맑은 고딕"/>
              </a:rPr>
              <a:t> </a:t>
            </a:r>
            <a:r>
              <a:rPr lang="ko-KR" err="1">
                <a:ea typeface="맑은 고딕"/>
              </a:rPr>
              <a:t>brochure</a:t>
            </a:r>
            <a:r>
              <a:rPr lang="ko-KR">
                <a:ea typeface="맑은 고딕"/>
              </a:rPr>
              <a:t> (2025 PDF)</a:t>
            </a:r>
          </a:p>
          <a:p>
            <a:r>
              <a:rPr lang="ko-KR">
                <a:hlinkClick r:id="rId3"/>
              </a:rPr>
              <a:t>https://www.somansa.com/wp-content/uploads/2025/08/</a:t>
            </a:r>
            <a:r>
              <a:rPr lang="ko-KR"/>
              <a:t>소만사-종합브로셔_Privacy-i.pdf</a:t>
            </a:r>
          </a:p>
          <a:p>
            <a:r>
              <a:rPr lang="ko-KR">
                <a:ea typeface="맑은 고딕"/>
              </a:rPr>
              <a:t>[S2] </a:t>
            </a:r>
            <a:r>
              <a:rPr lang="ko-KR" err="1">
                <a:ea typeface="맑은 고딕"/>
              </a:rPr>
              <a:t>Somansa</a:t>
            </a:r>
            <a:r>
              <a:rPr lang="ko-KR">
                <a:ea typeface="맑은 고딕"/>
              </a:rPr>
              <a:t>, </a:t>
            </a:r>
            <a:r>
              <a:rPr lang="ko-KR" err="1">
                <a:ea typeface="맑은 고딕"/>
              </a:rPr>
              <a:t>Privacy-i</a:t>
            </a:r>
            <a:r>
              <a:rPr lang="ko-KR">
                <a:ea typeface="맑은 고딕"/>
              </a:rPr>
              <a:t> </a:t>
            </a:r>
            <a:r>
              <a:rPr lang="ko-KR" err="1">
                <a:ea typeface="맑은 고딕"/>
              </a:rPr>
              <a:t>brochure</a:t>
            </a:r>
            <a:r>
              <a:rPr lang="ko-KR">
                <a:ea typeface="맑은 고딕"/>
              </a:rPr>
              <a:t> (2024-11 </a:t>
            </a:r>
            <a:r>
              <a:rPr lang="ko-KR" err="1">
                <a:ea typeface="맑은 고딕"/>
              </a:rPr>
              <a:t>revision</a:t>
            </a:r>
            <a:r>
              <a:rPr lang="ko-KR">
                <a:ea typeface="맑은 고딕"/>
              </a:rPr>
              <a:t>)</a:t>
            </a:r>
          </a:p>
          <a:p>
            <a:r>
              <a:rPr lang="ko-KR">
                <a:hlinkClick r:id="rId4"/>
              </a:rPr>
              <a:t>https://www.somansa.com/wp-content/uploads/2024/12/Privacy-i_241105.pdf</a:t>
            </a:r>
            <a:endParaRPr lang="ko-KR"/>
          </a:p>
          <a:p>
            <a:r>
              <a:rPr lang="ko-KR">
                <a:ea typeface="맑은 고딕"/>
              </a:rPr>
              <a:t>[S5] </a:t>
            </a:r>
            <a:r>
              <a:rPr lang="ko-KR" err="1">
                <a:ea typeface="맑은 고딕"/>
              </a:rPr>
              <a:t>Somansa</a:t>
            </a:r>
            <a:r>
              <a:rPr lang="ko-KR">
                <a:ea typeface="맑은 고딕"/>
              </a:rPr>
              <a:t>, </a:t>
            </a:r>
            <a:r>
              <a:rPr lang="ko-KR" err="1">
                <a:ea typeface="맑은 고딕"/>
              </a:rPr>
              <a:t>WebKeeper</a:t>
            </a:r>
            <a:r>
              <a:rPr lang="ko-KR">
                <a:ea typeface="맑은 고딕"/>
              </a:rPr>
              <a:t> AI DLP </a:t>
            </a:r>
            <a:r>
              <a:rPr lang="ko-KR" err="1">
                <a:ea typeface="맑은 고딕"/>
              </a:rPr>
              <a:t>brochure</a:t>
            </a:r>
            <a:r>
              <a:rPr lang="ko-KR">
                <a:ea typeface="맑은 고딕"/>
              </a:rPr>
              <a:t> (2025 PDF)</a:t>
            </a:r>
          </a:p>
          <a:p>
            <a:r>
              <a:rPr lang="ko-KR">
                <a:hlinkClick r:id="rId5"/>
              </a:rPr>
              <a:t>https://www.somansa.com/wp-content/uploads/2025/11/2025_WK-SG-SUITE_20250810_</a:t>
            </a:r>
            <a:r>
              <a:rPr lang="ko-KR"/>
              <a:t>웹전용.pdf</a:t>
            </a:r>
          </a:p>
          <a:p>
            <a:r>
              <a:rPr lang="ko-KR">
                <a:ea typeface="맑은 고딕"/>
              </a:rPr>
              <a:t>[S6] </a:t>
            </a:r>
            <a:r>
              <a:rPr lang="ko-KR" err="1">
                <a:ea typeface="맑은 고딕"/>
              </a:rPr>
              <a:t>Somansa</a:t>
            </a:r>
            <a:r>
              <a:rPr lang="ko-KR">
                <a:ea typeface="맑은 고딕"/>
              </a:rPr>
              <a:t>, Server-</a:t>
            </a:r>
            <a:r>
              <a:rPr lang="ko-KR" err="1">
                <a:ea typeface="맑은 고딕"/>
              </a:rPr>
              <a:t>i</a:t>
            </a:r>
            <a:r>
              <a:rPr lang="ko-KR">
                <a:ea typeface="맑은 고딕"/>
              </a:rPr>
              <a:t> </a:t>
            </a:r>
            <a:r>
              <a:rPr lang="ko-KR" err="1">
                <a:ea typeface="맑은 고딕"/>
              </a:rPr>
              <a:t>product</a:t>
            </a:r>
            <a:r>
              <a:rPr lang="ko-KR">
                <a:ea typeface="맑은 고딕"/>
              </a:rPr>
              <a:t> </a:t>
            </a:r>
            <a:r>
              <a:rPr lang="ko-KR" err="1">
                <a:ea typeface="맑은 고딕"/>
              </a:rPr>
              <a:t>brochure</a:t>
            </a:r>
            <a:r>
              <a:rPr lang="ko-KR">
                <a:ea typeface="맑은 고딕"/>
              </a:rPr>
              <a:t> (2025 PDF)</a:t>
            </a:r>
          </a:p>
          <a:p>
            <a:r>
              <a:rPr lang="ko-KR">
                <a:hlinkClick r:id="rId3"/>
              </a:rPr>
              <a:t>https://www.somansa.com/wp-content/uploads/2025/08/</a:t>
            </a:r>
            <a:r>
              <a:rPr lang="ko-KR"/>
              <a:t>소만사-종합브로셔_Server-i.pdf</a:t>
            </a:r>
          </a:p>
          <a:p>
            <a:r>
              <a:rPr lang="ko-KR">
                <a:ea typeface="맑은 고딕"/>
              </a:rPr>
              <a:t>[S7] </a:t>
            </a:r>
            <a:r>
              <a:rPr lang="ko-KR" err="1">
                <a:ea typeface="맑은 고딕"/>
              </a:rPr>
              <a:t>Somansa</a:t>
            </a:r>
            <a:r>
              <a:rPr lang="ko-KR">
                <a:ea typeface="맑은 고딕"/>
              </a:rPr>
              <a:t>, </a:t>
            </a:r>
            <a:r>
              <a:rPr lang="ko-KR" err="1">
                <a:ea typeface="맑은 고딕"/>
              </a:rPr>
              <a:t>English</a:t>
            </a:r>
            <a:r>
              <a:rPr lang="ko-KR">
                <a:ea typeface="맑은 고딕"/>
              </a:rPr>
              <a:t> </a:t>
            </a:r>
            <a:r>
              <a:rPr lang="ko-KR" err="1">
                <a:ea typeface="맑은 고딕"/>
              </a:rPr>
              <a:t>product</a:t>
            </a:r>
            <a:r>
              <a:rPr lang="ko-KR">
                <a:ea typeface="맑은 고딕"/>
              </a:rPr>
              <a:t> </a:t>
            </a:r>
            <a:r>
              <a:rPr lang="ko-KR" err="1">
                <a:ea typeface="맑은 고딕"/>
              </a:rPr>
              <a:t>brochure</a:t>
            </a:r>
            <a:r>
              <a:rPr lang="ko-KR">
                <a:ea typeface="맑은 고딕"/>
              </a:rPr>
              <a:t>, </a:t>
            </a:r>
            <a:r>
              <a:rPr lang="ko-KR" err="1">
                <a:ea typeface="맑은 고딕"/>
              </a:rPr>
              <a:t>Privacy-i</a:t>
            </a:r>
            <a:r>
              <a:rPr lang="ko-KR">
                <a:ea typeface="맑은 고딕"/>
              </a:rPr>
              <a:t> and Server-</a:t>
            </a:r>
            <a:r>
              <a:rPr lang="ko-KR" err="1">
                <a:ea typeface="맑은 고딕"/>
              </a:rPr>
              <a:t>i</a:t>
            </a:r>
          </a:p>
          <a:p>
            <a:r>
              <a:rPr lang="ko-KR">
                <a:hlinkClick r:id="rId6"/>
              </a:rPr>
              <a:t>https://www.somansa.com/wp-content/uploads/2025/07/EN-</a:t>
            </a:r>
            <a:r>
              <a:rPr lang="ko-KR"/>
              <a:t>영문-종합브로셔-3.pdf</a:t>
            </a:r>
          </a:p>
          <a:p>
            <a:r>
              <a:rPr lang="ko-KR">
                <a:ea typeface="맑은 고딕"/>
              </a:rPr>
              <a:t>[S10] NAVER </a:t>
            </a:r>
            <a:r>
              <a:rPr lang="ko-KR" err="1">
                <a:ea typeface="맑은 고딕"/>
              </a:rPr>
              <a:t>Cloud</a:t>
            </a:r>
            <a:r>
              <a:rPr lang="ko-KR">
                <a:ea typeface="맑은 고딕"/>
              </a:rPr>
              <a:t> </a:t>
            </a:r>
            <a:r>
              <a:rPr lang="ko-KR" err="1">
                <a:ea typeface="맑은 고딕"/>
              </a:rPr>
              <a:t>official</a:t>
            </a:r>
            <a:r>
              <a:rPr lang="ko-KR">
                <a:ea typeface="맑은 고딕"/>
              </a:rPr>
              <a:t> </a:t>
            </a:r>
            <a:r>
              <a:rPr lang="ko-KR" err="1">
                <a:ea typeface="맑은 고딕"/>
              </a:rPr>
              <a:t>marketplace</a:t>
            </a:r>
            <a:r>
              <a:rPr lang="ko-KR">
                <a:ea typeface="맑은 고딕"/>
              </a:rPr>
              <a:t>, </a:t>
            </a:r>
            <a:r>
              <a:rPr lang="ko-KR" err="1">
                <a:ea typeface="맑은 고딕"/>
              </a:rPr>
              <a:t>Privacy-i</a:t>
            </a:r>
            <a:r>
              <a:rPr lang="ko-KR">
                <a:ea typeface="맑은 고딕"/>
              </a:rPr>
              <a:t> </a:t>
            </a:r>
            <a:r>
              <a:rPr lang="ko-KR" err="1">
                <a:ea typeface="맑은 고딕"/>
              </a:rPr>
              <a:t>Cloud</a:t>
            </a:r>
            <a:r>
              <a:rPr lang="ko-KR">
                <a:ea typeface="맑은 고딕"/>
              </a:rPr>
              <a:t>, </a:t>
            </a:r>
            <a:r>
              <a:rPr lang="ko-KR" err="1">
                <a:ea typeface="맑은 고딕"/>
              </a:rPr>
              <a:t>seller</a:t>
            </a:r>
            <a:r>
              <a:rPr lang="ko-KR">
                <a:ea typeface="맑은 고딕"/>
              </a:rPr>
              <a:t> </a:t>
            </a:r>
            <a:r>
              <a:rPr lang="ko-KR" err="1">
                <a:ea typeface="맑은 고딕"/>
              </a:rPr>
              <a:t>Somansa</a:t>
            </a:r>
          </a:p>
          <a:p>
            <a:r>
              <a:rPr lang="ko-KR">
                <a:hlinkClick r:id="rId7"/>
              </a:rPr>
              <a:t>https://www.ncloud.com/marketplace/privacy-i</a:t>
            </a:r>
            <a:endParaRPr lang="ko-KR"/>
          </a:p>
          <a:p>
            <a:r>
              <a:rPr lang="ko-KR">
                <a:ea typeface="맑은 고딕"/>
              </a:rPr>
              <a:t>[S14] </a:t>
            </a:r>
            <a:r>
              <a:rPr lang="ko-KR" err="1">
                <a:ea typeface="맑은 고딕"/>
              </a:rPr>
              <a:t>Somansa</a:t>
            </a:r>
            <a:r>
              <a:rPr lang="ko-KR">
                <a:ea typeface="맑은 고딕"/>
              </a:rPr>
              <a:t>, </a:t>
            </a:r>
            <a:r>
              <a:rPr lang="ko-KR" err="1">
                <a:ea typeface="맑은 고딕"/>
              </a:rPr>
              <a:t>WebKeeper</a:t>
            </a:r>
            <a:r>
              <a:rPr lang="ko-KR">
                <a:ea typeface="맑은 고딕"/>
              </a:rPr>
              <a:t> AI DLP </a:t>
            </a:r>
            <a:r>
              <a:rPr lang="ko-KR" err="1">
                <a:ea typeface="맑은 고딕"/>
              </a:rPr>
              <a:t>brochure</a:t>
            </a:r>
            <a:r>
              <a:rPr lang="ko-KR">
                <a:ea typeface="맑은 고딕"/>
              </a:rPr>
              <a:t>, 2026-07-27 (</a:t>
            </a:r>
            <a:r>
              <a:rPr lang="ko-KR" err="1">
                <a:ea typeface="맑은 고딕"/>
              </a:rPr>
              <a:t>official</a:t>
            </a:r>
            <a:r>
              <a:rPr lang="ko-KR">
                <a:ea typeface="맑은 고딕"/>
              </a:rPr>
              <a:t> </a:t>
            </a:r>
            <a:r>
              <a:rPr lang="ko-KR" err="1">
                <a:ea typeface="맑은 고딕"/>
              </a:rPr>
              <a:t>indexed</a:t>
            </a:r>
            <a:r>
              <a:rPr lang="ko-KR">
                <a:ea typeface="맑은 고딕"/>
              </a:rPr>
              <a:t> </a:t>
            </a:r>
            <a:r>
              <a:rPr lang="ko-KR" err="1">
                <a:ea typeface="맑은 고딕"/>
              </a:rPr>
              <a:t>text</a:t>
            </a:r>
            <a:r>
              <a:rPr lang="ko-KR">
                <a:ea typeface="맑은 고딕"/>
              </a:rPr>
              <a:t>)</a:t>
            </a:r>
          </a:p>
          <a:p>
            <a:r>
              <a:rPr lang="ko-KR">
                <a:hlinkClick r:id="rId8"/>
              </a:rPr>
              <a:t>https://www.somansa.com/wp-content/uploads/2026/07/</a:t>
            </a:r>
            <a:r>
              <a:rPr lang="ko-KR"/>
              <a:t>소만사-WebKeeper-AI-DLP_20260727.pdf</a:t>
            </a:r>
          </a:p>
          <a:p>
            <a:r>
              <a:rPr lang="ko-KR">
                <a:ea typeface="맑은 고딕"/>
              </a:rPr>
              <a:t>[S15] </a:t>
            </a:r>
            <a:r>
              <a:rPr lang="ko-KR" err="1">
                <a:ea typeface="맑은 고딕"/>
              </a:rPr>
              <a:t>Somansa</a:t>
            </a:r>
            <a:r>
              <a:rPr lang="ko-KR">
                <a:ea typeface="맑은 고딕"/>
              </a:rPr>
              <a:t>, </a:t>
            </a:r>
            <a:r>
              <a:rPr lang="ko-KR" err="1">
                <a:ea typeface="맑은 고딕"/>
              </a:rPr>
              <a:t>official</a:t>
            </a:r>
            <a:r>
              <a:rPr lang="ko-KR">
                <a:ea typeface="맑은 고딕"/>
              </a:rPr>
              <a:t> </a:t>
            </a:r>
            <a:r>
              <a:rPr lang="ko-KR" err="1">
                <a:ea typeface="맑은 고딕"/>
              </a:rPr>
              <a:t>press</a:t>
            </a:r>
            <a:r>
              <a:rPr lang="ko-KR">
                <a:ea typeface="맑은 고딕"/>
              </a:rPr>
              <a:t> </a:t>
            </a:r>
            <a:r>
              <a:rPr lang="ko-KR" err="1">
                <a:ea typeface="맑은 고딕"/>
              </a:rPr>
              <a:t>index</a:t>
            </a:r>
            <a:r>
              <a:rPr lang="ko-KR">
                <a:ea typeface="맑은 고딕"/>
              </a:rPr>
              <a:t>, </a:t>
            </a:r>
            <a:r>
              <a:rPr lang="ko-KR" err="1">
                <a:ea typeface="맑은 고딕"/>
              </a:rPr>
              <a:t>Privacy-i</a:t>
            </a:r>
            <a:r>
              <a:rPr lang="ko-KR">
                <a:ea typeface="맑은 고딕"/>
              </a:rPr>
              <a:t> AIDR </a:t>
            </a:r>
            <a:r>
              <a:rPr lang="ko-KR" err="1">
                <a:ea typeface="맑은 고딕"/>
              </a:rPr>
              <a:t>announcement</a:t>
            </a:r>
            <a:r>
              <a:rPr lang="ko-KR">
                <a:ea typeface="맑은 고딕"/>
              </a:rPr>
              <a:t> (2026)</a:t>
            </a:r>
          </a:p>
          <a:p>
            <a:r>
              <a:rPr lang="ko-KR">
                <a:hlinkClick r:id="rId9"/>
              </a:rPr>
              <a:t>https://www.somansa.com/news_event_categories/press/</a:t>
            </a:r>
            <a:endParaRPr lang="ko-KR"/>
          </a:p>
          <a:p>
            <a:r>
              <a:rPr lang="ko-KR">
                <a:ea typeface="맑은 고딕"/>
              </a:rPr>
              <a:t>[S16] </a:t>
            </a:r>
            <a:r>
              <a:rPr lang="ko-KR" err="1">
                <a:ea typeface="맑은 고딕"/>
              </a:rPr>
              <a:t>Somansa</a:t>
            </a:r>
            <a:r>
              <a:rPr lang="ko-KR">
                <a:ea typeface="맑은 고딕"/>
              </a:rPr>
              <a:t>, </a:t>
            </a:r>
            <a:r>
              <a:rPr lang="ko-KR" err="1">
                <a:ea typeface="맑은 고딕"/>
              </a:rPr>
              <a:t>Mail-i</a:t>
            </a:r>
            <a:r>
              <a:rPr lang="ko-KR">
                <a:ea typeface="맑은 고딕"/>
              </a:rPr>
              <a:t> </a:t>
            </a:r>
            <a:r>
              <a:rPr lang="ko-KR" err="1">
                <a:ea typeface="맑은 고딕"/>
              </a:rPr>
              <a:t>English</a:t>
            </a:r>
            <a:r>
              <a:rPr lang="ko-KR">
                <a:ea typeface="맑은 고딕"/>
              </a:rPr>
              <a:t> </a:t>
            </a:r>
            <a:r>
              <a:rPr lang="ko-KR" err="1">
                <a:ea typeface="맑은 고딕"/>
              </a:rPr>
              <a:t>brochure</a:t>
            </a:r>
            <a:r>
              <a:rPr lang="ko-KR">
                <a:ea typeface="맑은 고딕"/>
              </a:rPr>
              <a:t>, </a:t>
            </a:r>
            <a:r>
              <a:rPr lang="ko-KR" err="1">
                <a:ea typeface="맑은 고딕"/>
              </a:rPr>
              <a:t>uploaded</a:t>
            </a:r>
            <a:r>
              <a:rPr lang="ko-KR">
                <a:ea typeface="맑은 고딕"/>
              </a:rPr>
              <a:t> </a:t>
            </a:r>
            <a:r>
              <a:rPr lang="ko-KR" err="1">
                <a:ea typeface="맑은 고딕"/>
              </a:rPr>
              <a:t>four-page</a:t>
            </a:r>
            <a:r>
              <a:rPr lang="ko-KR">
                <a:ea typeface="맑은 고딕"/>
              </a:rPr>
              <a:t> PDF, </a:t>
            </a:r>
            <a:r>
              <a:rPr lang="ko-KR" err="1">
                <a:ea typeface="맑은 고딕"/>
              </a:rPr>
              <a:t>pp</a:t>
            </a:r>
            <a:r>
              <a:rPr lang="ko-KR">
                <a:ea typeface="맑은 고딕"/>
              </a:rPr>
              <a:t>. 2-4</a:t>
            </a:r>
          </a:p>
          <a:p>
            <a:r>
              <a:rPr lang="ko-KR">
                <a:hlinkClick r:id="rId10"/>
              </a:rPr>
              <a:t>https://www.somansa.com/wp-content/uploads/2025/07/EN-Mail-i-DLP.pdf</a:t>
            </a:r>
            <a:endParaRPr lang="ko-KR"/>
          </a:p>
          <a:p>
            <a:r>
              <a:rPr lang="ko-KR">
                <a:ea typeface="맑은 고딕"/>
              </a:rPr>
              <a:t>[S17] </a:t>
            </a:r>
            <a:r>
              <a:rPr lang="ko-KR" err="1">
                <a:ea typeface="맑은 고딕"/>
              </a:rPr>
              <a:t>Somansa</a:t>
            </a:r>
            <a:r>
              <a:rPr lang="ko-KR">
                <a:ea typeface="맑은 고딕"/>
              </a:rPr>
              <a:t>, </a:t>
            </a:r>
            <a:r>
              <a:rPr lang="ko-KR" err="1">
                <a:ea typeface="맑은 고딕"/>
              </a:rPr>
              <a:t>English</a:t>
            </a:r>
            <a:r>
              <a:rPr lang="ko-KR">
                <a:ea typeface="맑은 고딕"/>
              </a:rPr>
              <a:t> </a:t>
            </a:r>
            <a:r>
              <a:rPr lang="ko-KR" err="1">
                <a:ea typeface="맑은 고딕"/>
              </a:rPr>
              <a:t>homepage</a:t>
            </a:r>
            <a:r>
              <a:rPr lang="ko-KR">
                <a:ea typeface="맑은 고딕"/>
              </a:rPr>
              <a:t>, AIDR </a:t>
            </a:r>
            <a:r>
              <a:rPr lang="ko-KR" err="1">
                <a:ea typeface="맑은 고딕"/>
              </a:rPr>
              <a:t>availability</a:t>
            </a:r>
            <a:r>
              <a:rPr lang="ko-KR">
                <a:ea typeface="맑은 고딕"/>
              </a:rPr>
              <a:t> </a:t>
            </a:r>
            <a:r>
              <a:rPr lang="ko-KR" err="1">
                <a:ea typeface="맑은 고딕"/>
              </a:rPr>
              <a:t>wording</a:t>
            </a:r>
          </a:p>
          <a:p>
            <a:r>
              <a:rPr lang="ko-KR">
                <a:hlinkClick r:id="rId11"/>
              </a:rPr>
              <a:t>https://www.somansa.com/</a:t>
            </a:r>
            <a:endParaRPr lang="ko-KR"/>
          </a:p>
          <a:p>
            <a:endParaRPr lang="en-US" altLang="ko-KR">
              <a:latin typeface="Calibri"/>
              <a:ea typeface="Calibri"/>
              <a:cs typeface="Calibri"/>
            </a:endParaRPr>
          </a:p>
        </p:txBody>
      </p:sp>
      <p:sp>
        <p:nvSpPr>
          <p:cNvPr id="4" name="슬라이드 번호 개체 틀 3">
            <a:extLst>
              <a:ext uri="{FF2B5EF4-FFF2-40B4-BE49-F238E27FC236}">
                <a16:creationId xmlns:a16="http://schemas.microsoft.com/office/drawing/2014/main" id="{6AF594F0-C4C8-893B-DD6B-8A406302A5EA}"/>
              </a:ext>
            </a:extLst>
          </p:cNvPr>
          <p:cNvSpPr>
            <a:spLocks noGrp="1"/>
          </p:cNvSpPr>
          <p:nvPr>
            <p:ph type="sldNum" sz="quarter" idx="5"/>
          </p:nvPr>
        </p:nvSpPr>
        <p:spPr/>
        <p:txBody>
          <a:bodyPr/>
          <a:lstStyle/>
          <a:p>
            <a:fld id="{2B4D4D96-940C-4183-92F1-CDDC2839BE9F}" type="slidenum">
              <a:rPr lang="ko-KR" altLang="en-US" smtClean="0"/>
              <a:t>11</a:t>
            </a:fld>
            <a:endParaRPr lang="ko-KR" altLang="en-US"/>
          </a:p>
        </p:txBody>
      </p:sp>
    </p:spTree>
    <p:extLst>
      <p:ext uri="{BB962C8B-B14F-4D97-AF65-F5344CB8AC3E}">
        <p14:creationId xmlns:p14="http://schemas.microsoft.com/office/powerpoint/2010/main" val="215254972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B636F6-90BD-21DF-8D38-8A1975775406}"/>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497F9D13-64CC-1BFD-FE4C-618C024E6451}"/>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8974014C-75BB-FBEC-4ACE-A9E8D526B31A}"/>
              </a:ext>
            </a:extLst>
          </p:cNvPr>
          <p:cNvSpPr>
            <a:spLocks noGrp="1"/>
          </p:cNvSpPr>
          <p:nvPr>
            <p:ph type="body" idx="1"/>
          </p:nvPr>
        </p:nvSpPr>
        <p:spPr/>
        <p:txBody>
          <a:bodyPr/>
          <a:lstStyle/>
          <a:p>
            <a:r>
              <a:rPr lang="ko-KR" err="1">
                <a:ea typeface="맑은 고딕"/>
              </a:rPr>
              <a:t>References</a:t>
            </a:r>
            <a:r>
              <a:rPr lang="ko-KR">
                <a:ea typeface="맑은 고딕"/>
              </a:rPr>
              <a:t>:</a:t>
            </a:r>
          </a:p>
          <a:p>
            <a:r>
              <a:rPr lang="ko-KR">
                <a:ea typeface="맑은 고딕"/>
              </a:rPr>
              <a:t>[S1] </a:t>
            </a:r>
            <a:r>
              <a:rPr lang="ko-KR" err="1">
                <a:ea typeface="맑은 고딕"/>
              </a:rPr>
              <a:t>Somansa</a:t>
            </a:r>
            <a:r>
              <a:rPr lang="ko-KR">
                <a:ea typeface="맑은 고딕"/>
              </a:rPr>
              <a:t>, </a:t>
            </a:r>
            <a:r>
              <a:rPr lang="ko-KR" err="1">
                <a:ea typeface="맑은 고딕"/>
              </a:rPr>
              <a:t>Privacy-i</a:t>
            </a:r>
            <a:r>
              <a:rPr lang="ko-KR">
                <a:ea typeface="맑은 고딕"/>
              </a:rPr>
              <a:t> </a:t>
            </a:r>
            <a:r>
              <a:rPr lang="ko-KR" err="1">
                <a:ea typeface="맑은 고딕"/>
              </a:rPr>
              <a:t>product</a:t>
            </a:r>
            <a:r>
              <a:rPr lang="ko-KR">
                <a:ea typeface="맑은 고딕"/>
              </a:rPr>
              <a:t> </a:t>
            </a:r>
            <a:r>
              <a:rPr lang="ko-KR" err="1">
                <a:ea typeface="맑은 고딕"/>
              </a:rPr>
              <a:t>brochure</a:t>
            </a:r>
            <a:r>
              <a:rPr lang="ko-KR">
                <a:ea typeface="맑은 고딕"/>
              </a:rPr>
              <a:t> (2025 PDF)</a:t>
            </a:r>
          </a:p>
          <a:p>
            <a:r>
              <a:rPr lang="ko-KR">
                <a:hlinkClick r:id="rId3"/>
              </a:rPr>
              <a:t>https://www.somansa.com/wp-content/uploads/2025/08/</a:t>
            </a:r>
            <a:r>
              <a:rPr lang="ko-KR"/>
              <a:t>소만사-종합브로셔_Privacy-i.pdf</a:t>
            </a:r>
          </a:p>
          <a:p>
            <a:r>
              <a:rPr lang="ko-KR">
                <a:ea typeface="맑은 고딕"/>
              </a:rPr>
              <a:t>[S2] </a:t>
            </a:r>
            <a:r>
              <a:rPr lang="ko-KR" err="1">
                <a:ea typeface="맑은 고딕"/>
              </a:rPr>
              <a:t>Somansa</a:t>
            </a:r>
            <a:r>
              <a:rPr lang="ko-KR">
                <a:ea typeface="맑은 고딕"/>
              </a:rPr>
              <a:t>, </a:t>
            </a:r>
            <a:r>
              <a:rPr lang="ko-KR" err="1">
                <a:ea typeface="맑은 고딕"/>
              </a:rPr>
              <a:t>Privacy-i</a:t>
            </a:r>
            <a:r>
              <a:rPr lang="ko-KR">
                <a:ea typeface="맑은 고딕"/>
              </a:rPr>
              <a:t> </a:t>
            </a:r>
            <a:r>
              <a:rPr lang="ko-KR" err="1">
                <a:ea typeface="맑은 고딕"/>
              </a:rPr>
              <a:t>brochure</a:t>
            </a:r>
            <a:r>
              <a:rPr lang="ko-KR">
                <a:ea typeface="맑은 고딕"/>
              </a:rPr>
              <a:t> (2024-11 </a:t>
            </a:r>
            <a:r>
              <a:rPr lang="ko-KR" err="1">
                <a:ea typeface="맑은 고딕"/>
              </a:rPr>
              <a:t>revision</a:t>
            </a:r>
            <a:r>
              <a:rPr lang="ko-KR">
                <a:ea typeface="맑은 고딕"/>
              </a:rPr>
              <a:t>)</a:t>
            </a:r>
          </a:p>
          <a:p>
            <a:r>
              <a:rPr lang="ko-KR">
                <a:hlinkClick r:id="rId4"/>
              </a:rPr>
              <a:t>https://www.somansa.com/wp-content/uploads/2024/12/Privacy-i_241105.pdf</a:t>
            </a:r>
            <a:endParaRPr lang="ko-KR"/>
          </a:p>
          <a:p>
            <a:r>
              <a:rPr lang="ko-KR">
                <a:ea typeface="맑은 고딕"/>
              </a:rPr>
              <a:t>[S5] </a:t>
            </a:r>
            <a:r>
              <a:rPr lang="ko-KR" err="1">
                <a:ea typeface="맑은 고딕"/>
              </a:rPr>
              <a:t>Somansa</a:t>
            </a:r>
            <a:r>
              <a:rPr lang="ko-KR">
                <a:ea typeface="맑은 고딕"/>
              </a:rPr>
              <a:t>, </a:t>
            </a:r>
            <a:r>
              <a:rPr lang="ko-KR" err="1">
                <a:ea typeface="맑은 고딕"/>
              </a:rPr>
              <a:t>WebKeeper</a:t>
            </a:r>
            <a:r>
              <a:rPr lang="ko-KR">
                <a:ea typeface="맑은 고딕"/>
              </a:rPr>
              <a:t> AI DLP </a:t>
            </a:r>
            <a:r>
              <a:rPr lang="ko-KR" err="1">
                <a:ea typeface="맑은 고딕"/>
              </a:rPr>
              <a:t>brochure</a:t>
            </a:r>
            <a:r>
              <a:rPr lang="ko-KR">
                <a:ea typeface="맑은 고딕"/>
              </a:rPr>
              <a:t> (2025 PDF)</a:t>
            </a:r>
          </a:p>
          <a:p>
            <a:r>
              <a:rPr lang="ko-KR">
                <a:hlinkClick r:id="rId5"/>
              </a:rPr>
              <a:t>https://www.somansa.com/wp-content/uploads/2025/11/2025_WK-SG-SUITE_20250810_</a:t>
            </a:r>
            <a:r>
              <a:rPr lang="ko-KR"/>
              <a:t>웹전용.pdf</a:t>
            </a:r>
          </a:p>
          <a:p>
            <a:r>
              <a:rPr lang="ko-KR">
                <a:ea typeface="맑은 고딕"/>
              </a:rPr>
              <a:t>[S6] </a:t>
            </a:r>
            <a:r>
              <a:rPr lang="ko-KR" err="1">
                <a:ea typeface="맑은 고딕"/>
              </a:rPr>
              <a:t>Somansa</a:t>
            </a:r>
            <a:r>
              <a:rPr lang="ko-KR">
                <a:ea typeface="맑은 고딕"/>
              </a:rPr>
              <a:t>, Server-</a:t>
            </a:r>
            <a:r>
              <a:rPr lang="ko-KR" err="1">
                <a:ea typeface="맑은 고딕"/>
              </a:rPr>
              <a:t>i</a:t>
            </a:r>
            <a:r>
              <a:rPr lang="ko-KR">
                <a:ea typeface="맑은 고딕"/>
              </a:rPr>
              <a:t> </a:t>
            </a:r>
            <a:r>
              <a:rPr lang="ko-KR" err="1">
                <a:ea typeface="맑은 고딕"/>
              </a:rPr>
              <a:t>product</a:t>
            </a:r>
            <a:r>
              <a:rPr lang="ko-KR">
                <a:ea typeface="맑은 고딕"/>
              </a:rPr>
              <a:t> </a:t>
            </a:r>
            <a:r>
              <a:rPr lang="ko-KR" err="1">
                <a:ea typeface="맑은 고딕"/>
              </a:rPr>
              <a:t>brochure</a:t>
            </a:r>
            <a:r>
              <a:rPr lang="ko-KR">
                <a:ea typeface="맑은 고딕"/>
              </a:rPr>
              <a:t> (2025 PDF)</a:t>
            </a:r>
          </a:p>
          <a:p>
            <a:r>
              <a:rPr lang="ko-KR">
                <a:hlinkClick r:id="rId3"/>
              </a:rPr>
              <a:t>https://www.somansa.com/wp-content/uploads/2025/08/</a:t>
            </a:r>
            <a:r>
              <a:rPr lang="ko-KR"/>
              <a:t>소만사-종합브로셔_Server-i.pdf</a:t>
            </a:r>
          </a:p>
          <a:p>
            <a:r>
              <a:rPr lang="ko-KR">
                <a:ea typeface="맑은 고딕"/>
              </a:rPr>
              <a:t>[S7] </a:t>
            </a:r>
            <a:r>
              <a:rPr lang="ko-KR" err="1">
                <a:ea typeface="맑은 고딕"/>
              </a:rPr>
              <a:t>Somansa</a:t>
            </a:r>
            <a:r>
              <a:rPr lang="ko-KR">
                <a:ea typeface="맑은 고딕"/>
              </a:rPr>
              <a:t>, </a:t>
            </a:r>
            <a:r>
              <a:rPr lang="ko-KR" err="1">
                <a:ea typeface="맑은 고딕"/>
              </a:rPr>
              <a:t>English</a:t>
            </a:r>
            <a:r>
              <a:rPr lang="ko-KR">
                <a:ea typeface="맑은 고딕"/>
              </a:rPr>
              <a:t> </a:t>
            </a:r>
            <a:r>
              <a:rPr lang="ko-KR" err="1">
                <a:ea typeface="맑은 고딕"/>
              </a:rPr>
              <a:t>product</a:t>
            </a:r>
            <a:r>
              <a:rPr lang="ko-KR">
                <a:ea typeface="맑은 고딕"/>
              </a:rPr>
              <a:t> </a:t>
            </a:r>
            <a:r>
              <a:rPr lang="ko-KR" err="1">
                <a:ea typeface="맑은 고딕"/>
              </a:rPr>
              <a:t>brochure</a:t>
            </a:r>
            <a:r>
              <a:rPr lang="ko-KR">
                <a:ea typeface="맑은 고딕"/>
              </a:rPr>
              <a:t>, </a:t>
            </a:r>
            <a:r>
              <a:rPr lang="ko-KR" err="1">
                <a:ea typeface="맑은 고딕"/>
              </a:rPr>
              <a:t>Privacy-i</a:t>
            </a:r>
            <a:r>
              <a:rPr lang="ko-KR">
                <a:ea typeface="맑은 고딕"/>
              </a:rPr>
              <a:t> and Server-</a:t>
            </a:r>
            <a:r>
              <a:rPr lang="ko-KR" err="1">
                <a:ea typeface="맑은 고딕"/>
              </a:rPr>
              <a:t>i</a:t>
            </a:r>
          </a:p>
          <a:p>
            <a:r>
              <a:rPr lang="ko-KR">
                <a:hlinkClick r:id="rId6"/>
              </a:rPr>
              <a:t>https://www.somansa.com/wp-content/uploads/2025/07/EN-</a:t>
            </a:r>
            <a:r>
              <a:rPr lang="ko-KR"/>
              <a:t>영문-종합브로셔-3.pdf</a:t>
            </a:r>
          </a:p>
          <a:p>
            <a:r>
              <a:rPr lang="ko-KR">
                <a:ea typeface="맑은 고딕"/>
              </a:rPr>
              <a:t>[S10] NAVER </a:t>
            </a:r>
            <a:r>
              <a:rPr lang="ko-KR" err="1">
                <a:ea typeface="맑은 고딕"/>
              </a:rPr>
              <a:t>Cloud</a:t>
            </a:r>
            <a:r>
              <a:rPr lang="ko-KR">
                <a:ea typeface="맑은 고딕"/>
              </a:rPr>
              <a:t> </a:t>
            </a:r>
            <a:r>
              <a:rPr lang="ko-KR" err="1">
                <a:ea typeface="맑은 고딕"/>
              </a:rPr>
              <a:t>official</a:t>
            </a:r>
            <a:r>
              <a:rPr lang="ko-KR">
                <a:ea typeface="맑은 고딕"/>
              </a:rPr>
              <a:t> </a:t>
            </a:r>
            <a:r>
              <a:rPr lang="ko-KR" err="1">
                <a:ea typeface="맑은 고딕"/>
              </a:rPr>
              <a:t>marketplace</a:t>
            </a:r>
            <a:r>
              <a:rPr lang="ko-KR">
                <a:ea typeface="맑은 고딕"/>
              </a:rPr>
              <a:t>, </a:t>
            </a:r>
            <a:r>
              <a:rPr lang="ko-KR" err="1">
                <a:ea typeface="맑은 고딕"/>
              </a:rPr>
              <a:t>Privacy-i</a:t>
            </a:r>
            <a:r>
              <a:rPr lang="ko-KR">
                <a:ea typeface="맑은 고딕"/>
              </a:rPr>
              <a:t> </a:t>
            </a:r>
            <a:r>
              <a:rPr lang="ko-KR" err="1">
                <a:ea typeface="맑은 고딕"/>
              </a:rPr>
              <a:t>Cloud</a:t>
            </a:r>
            <a:r>
              <a:rPr lang="ko-KR">
                <a:ea typeface="맑은 고딕"/>
              </a:rPr>
              <a:t>, </a:t>
            </a:r>
            <a:r>
              <a:rPr lang="ko-KR" err="1">
                <a:ea typeface="맑은 고딕"/>
              </a:rPr>
              <a:t>seller</a:t>
            </a:r>
            <a:r>
              <a:rPr lang="ko-KR">
                <a:ea typeface="맑은 고딕"/>
              </a:rPr>
              <a:t> </a:t>
            </a:r>
            <a:r>
              <a:rPr lang="ko-KR" err="1">
                <a:ea typeface="맑은 고딕"/>
              </a:rPr>
              <a:t>Somansa</a:t>
            </a:r>
          </a:p>
          <a:p>
            <a:r>
              <a:rPr lang="ko-KR">
                <a:hlinkClick r:id="rId7"/>
              </a:rPr>
              <a:t>https://www.ncloud.com/marketplace/privacy-i</a:t>
            </a:r>
            <a:endParaRPr lang="ko-KR"/>
          </a:p>
          <a:p>
            <a:r>
              <a:rPr lang="ko-KR">
                <a:ea typeface="맑은 고딕"/>
              </a:rPr>
              <a:t>[S14] </a:t>
            </a:r>
            <a:r>
              <a:rPr lang="ko-KR" err="1">
                <a:ea typeface="맑은 고딕"/>
              </a:rPr>
              <a:t>Somansa</a:t>
            </a:r>
            <a:r>
              <a:rPr lang="ko-KR">
                <a:ea typeface="맑은 고딕"/>
              </a:rPr>
              <a:t>, </a:t>
            </a:r>
            <a:r>
              <a:rPr lang="ko-KR" err="1">
                <a:ea typeface="맑은 고딕"/>
              </a:rPr>
              <a:t>WebKeeper</a:t>
            </a:r>
            <a:r>
              <a:rPr lang="ko-KR">
                <a:ea typeface="맑은 고딕"/>
              </a:rPr>
              <a:t> AI DLP </a:t>
            </a:r>
            <a:r>
              <a:rPr lang="ko-KR" err="1">
                <a:ea typeface="맑은 고딕"/>
              </a:rPr>
              <a:t>brochure</a:t>
            </a:r>
            <a:r>
              <a:rPr lang="ko-KR">
                <a:ea typeface="맑은 고딕"/>
              </a:rPr>
              <a:t>, 2026-07-27 (</a:t>
            </a:r>
            <a:r>
              <a:rPr lang="ko-KR" err="1">
                <a:ea typeface="맑은 고딕"/>
              </a:rPr>
              <a:t>official</a:t>
            </a:r>
            <a:r>
              <a:rPr lang="ko-KR">
                <a:ea typeface="맑은 고딕"/>
              </a:rPr>
              <a:t> </a:t>
            </a:r>
            <a:r>
              <a:rPr lang="ko-KR" err="1">
                <a:ea typeface="맑은 고딕"/>
              </a:rPr>
              <a:t>indexed</a:t>
            </a:r>
            <a:r>
              <a:rPr lang="ko-KR">
                <a:ea typeface="맑은 고딕"/>
              </a:rPr>
              <a:t> </a:t>
            </a:r>
            <a:r>
              <a:rPr lang="ko-KR" err="1">
                <a:ea typeface="맑은 고딕"/>
              </a:rPr>
              <a:t>text</a:t>
            </a:r>
            <a:r>
              <a:rPr lang="ko-KR">
                <a:ea typeface="맑은 고딕"/>
              </a:rPr>
              <a:t>)</a:t>
            </a:r>
          </a:p>
          <a:p>
            <a:r>
              <a:rPr lang="ko-KR">
                <a:hlinkClick r:id="rId8"/>
              </a:rPr>
              <a:t>https://www.somansa.com/wp-content/uploads/2026/07/</a:t>
            </a:r>
            <a:r>
              <a:rPr lang="ko-KR"/>
              <a:t>소만사-WebKeeper-AI-DLP_20260727.pdf</a:t>
            </a:r>
          </a:p>
          <a:p>
            <a:r>
              <a:rPr lang="ko-KR">
                <a:ea typeface="맑은 고딕"/>
              </a:rPr>
              <a:t>[S15] </a:t>
            </a:r>
            <a:r>
              <a:rPr lang="ko-KR" err="1">
                <a:ea typeface="맑은 고딕"/>
              </a:rPr>
              <a:t>Somansa</a:t>
            </a:r>
            <a:r>
              <a:rPr lang="ko-KR">
                <a:ea typeface="맑은 고딕"/>
              </a:rPr>
              <a:t>, </a:t>
            </a:r>
            <a:r>
              <a:rPr lang="ko-KR" err="1">
                <a:ea typeface="맑은 고딕"/>
              </a:rPr>
              <a:t>official</a:t>
            </a:r>
            <a:r>
              <a:rPr lang="ko-KR">
                <a:ea typeface="맑은 고딕"/>
              </a:rPr>
              <a:t> </a:t>
            </a:r>
            <a:r>
              <a:rPr lang="ko-KR" err="1">
                <a:ea typeface="맑은 고딕"/>
              </a:rPr>
              <a:t>press</a:t>
            </a:r>
            <a:r>
              <a:rPr lang="ko-KR">
                <a:ea typeface="맑은 고딕"/>
              </a:rPr>
              <a:t> </a:t>
            </a:r>
            <a:r>
              <a:rPr lang="ko-KR" err="1">
                <a:ea typeface="맑은 고딕"/>
              </a:rPr>
              <a:t>index</a:t>
            </a:r>
            <a:r>
              <a:rPr lang="ko-KR">
                <a:ea typeface="맑은 고딕"/>
              </a:rPr>
              <a:t>, </a:t>
            </a:r>
            <a:r>
              <a:rPr lang="ko-KR" err="1">
                <a:ea typeface="맑은 고딕"/>
              </a:rPr>
              <a:t>Privacy-i</a:t>
            </a:r>
            <a:r>
              <a:rPr lang="ko-KR">
                <a:ea typeface="맑은 고딕"/>
              </a:rPr>
              <a:t> AIDR </a:t>
            </a:r>
            <a:r>
              <a:rPr lang="ko-KR" err="1">
                <a:ea typeface="맑은 고딕"/>
              </a:rPr>
              <a:t>announcement</a:t>
            </a:r>
            <a:r>
              <a:rPr lang="ko-KR">
                <a:ea typeface="맑은 고딕"/>
              </a:rPr>
              <a:t> (2026)</a:t>
            </a:r>
          </a:p>
          <a:p>
            <a:r>
              <a:rPr lang="ko-KR">
                <a:hlinkClick r:id="rId9"/>
              </a:rPr>
              <a:t>https://www.somansa.com/news_event_categories/press/</a:t>
            </a:r>
            <a:endParaRPr lang="ko-KR"/>
          </a:p>
          <a:p>
            <a:r>
              <a:rPr lang="ko-KR">
                <a:ea typeface="맑은 고딕"/>
              </a:rPr>
              <a:t>[S16] </a:t>
            </a:r>
            <a:r>
              <a:rPr lang="ko-KR" err="1">
                <a:ea typeface="맑은 고딕"/>
              </a:rPr>
              <a:t>Somansa</a:t>
            </a:r>
            <a:r>
              <a:rPr lang="ko-KR">
                <a:ea typeface="맑은 고딕"/>
              </a:rPr>
              <a:t>, </a:t>
            </a:r>
            <a:r>
              <a:rPr lang="ko-KR" err="1">
                <a:ea typeface="맑은 고딕"/>
              </a:rPr>
              <a:t>Mail-i</a:t>
            </a:r>
            <a:r>
              <a:rPr lang="ko-KR">
                <a:ea typeface="맑은 고딕"/>
              </a:rPr>
              <a:t> </a:t>
            </a:r>
            <a:r>
              <a:rPr lang="ko-KR" err="1">
                <a:ea typeface="맑은 고딕"/>
              </a:rPr>
              <a:t>English</a:t>
            </a:r>
            <a:r>
              <a:rPr lang="ko-KR">
                <a:ea typeface="맑은 고딕"/>
              </a:rPr>
              <a:t> </a:t>
            </a:r>
            <a:r>
              <a:rPr lang="ko-KR" err="1">
                <a:ea typeface="맑은 고딕"/>
              </a:rPr>
              <a:t>brochure</a:t>
            </a:r>
            <a:r>
              <a:rPr lang="ko-KR">
                <a:ea typeface="맑은 고딕"/>
              </a:rPr>
              <a:t>, </a:t>
            </a:r>
            <a:r>
              <a:rPr lang="ko-KR" err="1">
                <a:ea typeface="맑은 고딕"/>
              </a:rPr>
              <a:t>uploaded</a:t>
            </a:r>
            <a:r>
              <a:rPr lang="ko-KR">
                <a:ea typeface="맑은 고딕"/>
              </a:rPr>
              <a:t> </a:t>
            </a:r>
            <a:r>
              <a:rPr lang="ko-KR" err="1">
                <a:ea typeface="맑은 고딕"/>
              </a:rPr>
              <a:t>four-page</a:t>
            </a:r>
            <a:r>
              <a:rPr lang="ko-KR">
                <a:ea typeface="맑은 고딕"/>
              </a:rPr>
              <a:t> PDF, </a:t>
            </a:r>
            <a:r>
              <a:rPr lang="ko-KR" err="1">
                <a:ea typeface="맑은 고딕"/>
              </a:rPr>
              <a:t>pp</a:t>
            </a:r>
            <a:r>
              <a:rPr lang="ko-KR">
                <a:ea typeface="맑은 고딕"/>
              </a:rPr>
              <a:t>. 2-4</a:t>
            </a:r>
          </a:p>
          <a:p>
            <a:r>
              <a:rPr lang="ko-KR">
                <a:hlinkClick r:id="rId10"/>
              </a:rPr>
              <a:t>https://www.somansa.com/wp-content/uploads/2025/07/EN-Mail-i-DLP.pdf</a:t>
            </a:r>
            <a:endParaRPr lang="ko-KR"/>
          </a:p>
          <a:p>
            <a:r>
              <a:rPr lang="ko-KR">
                <a:ea typeface="맑은 고딕"/>
              </a:rPr>
              <a:t>[S17] </a:t>
            </a:r>
            <a:r>
              <a:rPr lang="ko-KR" err="1">
                <a:ea typeface="맑은 고딕"/>
              </a:rPr>
              <a:t>Somansa</a:t>
            </a:r>
            <a:r>
              <a:rPr lang="ko-KR">
                <a:ea typeface="맑은 고딕"/>
              </a:rPr>
              <a:t>, </a:t>
            </a:r>
            <a:r>
              <a:rPr lang="ko-KR" err="1">
                <a:ea typeface="맑은 고딕"/>
              </a:rPr>
              <a:t>English</a:t>
            </a:r>
            <a:r>
              <a:rPr lang="ko-KR">
                <a:ea typeface="맑은 고딕"/>
              </a:rPr>
              <a:t> </a:t>
            </a:r>
            <a:r>
              <a:rPr lang="ko-KR" err="1">
                <a:ea typeface="맑은 고딕"/>
              </a:rPr>
              <a:t>homepage</a:t>
            </a:r>
            <a:r>
              <a:rPr lang="ko-KR">
                <a:ea typeface="맑은 고딕"/>
              </a:rPr>
              <a:t>, AIDR </a:t>
            </a:r>
            <a:r>
              <a:rPr lang="ko-KR" err="1">
                <a:ea typeface="맑은 고딕"/>
              </a:rPr>
              <a:t>availability</a:t>
            </a:r>
            <a:r>
              <a:rPr lang="ko-KR">
                <a:ea typeface="맑은 고딕"/>
              </a:rPr>
              <a:t> </a:t>
            </a:r>
            <a:r>
              <a:rPr lang="ko-KR" err="1">
                <a:ea typeface="맑은 고딕"/>
              </a:rPr>
              <a:t>wording</a:t>
            </a:r>
          </a:p>
          <a:p>
            <a:r>
              <a:rPr lang="ko-KR">
                <a:hlinkClick r:id="rId11"/>
              </a:rPr>
              <a:t>https://www.somansa.com/</a:t>
            </a:r>
            <a:endParaRPr lang="ko-KR"/>
          </a:p>
          <a:p>
            <a:endParaRPr lang="en-US" altLang="ko-KR">
              <a:latin typeface="Calibri"/>
              <a:ea typeface="Calibri"/>
              <a:cs typeface="Calibri"/>
            </a:endParaRPr>
          </a:p>
        </p:txBody>
      </p:sp>
      <p:sp>
        <p:nvSpPr>
          <p:cNvPr id="4" name="슬라이드 번호 개체 틀 3">
            <a:extLst>
              <a:ext uri="{FF2B5EF4-FFF2-40B4-BE49-F238E27FC236}">
                <a16:creationId xmlns:a16="http://schemas.microsoft.com/office/drawing/2014/main" id="{8B126FB4-3906-97B4-E0B7-BA3D671E7DA3}"/>
              </a:ext>
            </a:extLst>
          </p:cNvPr>
          <p:cNvSpPr>
            <a:spLocks noGrp="1"/>
          </p:cNvSpPr>
          <p:nvPr>
            <p:ph type="sldNum" sz="quarter" idx="5"/>
          </p:nvPr>
        </p:nvSpPr>
        <p:spPr/>
        <p:txBody>
          <a:bodyPr/>
          <a:lstStyle/>
          <a:p>
            <a:fld id="{2B4D4D96-940C-4183-92F1-CDDC2839BE9F}" type="slidenum">
              <a:rPr lang="ko-KR" altLang="en-US" smtClean="0"/>
              <a:t>12</a:t>
            </a:fld>
            <a:endParaRPr lang="ko-KR" altLang="en-US"/>
          </a:p>
        </p:txBody>
      </p:sp>
    </p:spTree>
    <p:extLst>
      <p:ext uri="{BB962C8B-B14F-4D97-AF65-F5344CB8AC3E}">
        <p14:creationId xmlns:p14="http://schemas.microsoft.com/office/powerpoint/2010/main" val="285265094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A09864-DCAD-78EA-CED1-46FC3C4562D9}"/>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69074E03-1761-6DFD-FE5E-6AEE20B1B8D3}"/>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B5317DE0-9D07-C4D1-978C-2E0B4844FE0B}"/>
              </a:ext>
            </a:extLst>
          </p:cNvPr>
          <p:cNvSpPr>
            <a:spLocks noGrp="1"/>
          </p:cNvSpPr>
          <p:nvPr>
            <p:ph type="body" idx="1"/>
          </p:nvPr>
        </p:nvSpPr>
        <p:spPr/>
        <p:txBody>
          <a:bodyPr/>
          <a:lstStyle/>
          <a:p>
            <a:r>
              <a:rPr lang="ko-KR" err="1">
                <a:ea typeface="맑은 고딕"/>
              </a:rPr>
              <a:t>References</a:t>
            </a:r>
            <a:r>
              <a:rPr lang="ko-KR">
                <a:ea typeface="맑은 고딕"/>
              </a:rPr>
              <a:t>:</a:t>
            </a:r>
          </a:p>
          <a:p>
            <a:r>
              <a:rPr lang="ko-KR">
                <a:ea typeface="맑은 고딕"/>
              </a:rPr>
              <a:t>[S1] </a:t>
            </a:r>
            <a:r>
              <a:rPr lang="ko-KR" err="1">
                <a:ea typeface="맑은 고딕"/>
              </a:rPr>
              <a:t>Somansa</a:t>
            </a:r>
            <a:r>
              <a:rPr lang="ko-KR">
                <a:ea typeface="맑은 고딕"/>
              </a:rPr>
              <a:t>, </a:t>
            </a:r>
            <a:r>
              <a:rPr lang="ko-KR" err="1">
                <a:ea typeface="맑은 고딕"/>
              </a:rPr>
              <a:t>Privacy-i</a:t>
            </a:r>
            <a:r>
              <a:rPr lang="ko-KR">
                <a:ea typeface="맑은 고딕"/>
              </a:rPr>
              <a:t> </a:t>
            </a:r>
            <a:r>
              <a:rPr lang="ko-KR" err="1">
                <a:ea typeface="맑은 고딕"/>
              </a:rPr>
              <a:t>product</a:t>
            </a:r>
            <a:r>
              <a:rPr lang="ko-KR">
                <a:ea typeface="맑은 고딕"/>
              </a:rPr>
              <a:t> </a:t>
            </a:r>
            <a:r>
              <a:rPr lang="ko-KR" err="1">
                <a:ea typeface="맑은 고딕"/>
              </a:rPr>
              <a:t>brochure</a:t>
            </a:r>
            <a:r>
              <a:rPr lang="ko-KR">
                <a:ea typeface="맑은 고딕"/>
              </a:rPr>
              <a:t> (2025 PDF)</a:t>
            </a:r>
          </a:p>
          <a:p>
            <a:r>
              <a:rPr lang="ko-KR">
                <a:hlinkClick r:id="rId3"/>
              </a:rPr>
              <a:t>https://www.somansa.com/wp-content/uploads/2025/08/</a:t>
            </a:r>
            <a:r>
              <a:rPr lang="ko-KR"/>
              <a:t>소만사-종합브로셔_Privacy-i.pdf</a:t>
            </a:r>
          </a:p>
          <a:p>
            <a:r>
              <a:rPr lang="ko-KR">
                <a:ea typeface="맑은 고딕"/>
              </a:rPr>
              <a:t>[S2] </a:t>
            </a:r>
            <a:r>
              <a:rPr lang="ko-KR" err="1">
                <a:ea typeface="맑은 고딕"/>
              </a:rPr>
              <a:t>Somansa</a:t>
            </a:r>
            <a:r>
              <a:rPr lang="ko-KR">
                <a:ea typeface="맑은 고딕"/>
              </a:rPr>
              <a:t>, </a:t>
            </a:r>
            <a:r>
              <a:rPr lang="ko-KR" err="1">
                <a:ea typeface="맑은 고딕"/>
              </a:rPr>
              <a:t>Privacy-i</a:t>
            </a:r>
            <a:r>
              <a:rPr lang="ko-KR">
                <a:ea typeface="맑은 고딕"/>
              </a:rPr>
              <a:t> </a:t>
            </a:r>
            <a:r>
              <a:rPr lang="ko-KR" err="1">
                <a:ea typeface="맑은 고딕"/>
              </a:rPr>
              <a:t>brochure</a:t>
            </a:r>
            <a:r>
              <a:rPr lang="ko-KR">
                <a:ea typeface="맑은 고딕"/>
              </a:rPr>
              <a:t> (2024-11 </a:t>
            </a:r>
            <a:r>
              <a:rPr lang="ko-KR" err="1">
                <a:ea typeface="맑은 고딕"/>
              </a:rPr>
              <a:t>revision</a:t>
            </a:r>
            <a:r>
              <a:rPr lang="ko-KR">
                <a:ea typeface="맑은 고딕"/>
              </a:rPr>
              <a:t>)</a:t>
            </a:r>
          </a:p>
          <a:p>
            <a:r>
              <a:rPr lang="ko-KR">
                <a:hlinkClick r:id="rId4"/>
              </a:rPr>
              <a:t>https://www.somansa.com/wp-content/uploads/2024/12/Privacy-i_241105.pdf</a:t>
            </a:r>
            <a:endParaRPr lang="ko-KR"/>
          </a:p>
          <a:p>
            <a:r>
              <a:rPr lang="ko-KR">
                <a:ea typeface="맑은 고딕"/>
              </a:rPr>
              <a:t>[S5] </a:t>
            </a:r>
            <a:r>
              <a:rPr lang="ko-KR" err="1">
                <a:ea typeface="맑은 고딕"/>
              </a:rPr>
              <a:t>Somansa</a:t>
            </a:r>
            <a:r>
              <a:rPr lang="ko-KR">
                <a:ea typeface="맑은 고딕"/>
              </a:rPr>
              <a:t>, </a:t>
            </a:r>
            <a:r>
              <a:rPr lang="ko-KR" err="1">
                <a:ea typeface="맑은 고딕"/>
              </a:rPr>
              <a:t>WebKeeper</a:t>
            </a:r>
            <a:r>
              <a:rPr lang="ko-KR">
                <a:ea typeface="맑은 고딕"/>
              </a:rPr>
              <a:t> AI DLP </a:t>
            </a:r>
            <a:r>
              <a:rPr lang="ko-KR" err="1">
                <a:ea typeface="맑은 고딕"/>
              </a:rPr>
              <a:t>brochure</a:t>
            </a:r>
            <a:r>
              <a:rPr lang="ko-KR">
                <a:ea typeface="맑은 고딕"/>
              </a:rPr>
              <a:t> (2025 PDF)</a:t>
            </a:r>
          </a:p>
          <a:p>
            <a:r>
              <a:rPr lang="ko-KR">
                <a:hlinkClick r:id="rId5"/>
              </a:rPr>
              <a:t>https://www.somansa.com/wp-content/uploads/2025/11/2025_WK-SG-SUITE_20250810_</a:t>
            </a:r>
            <a:r>
              <a:rPr lang="ko-KR"/>
              <a:t>웹전용.pdf</a:t>
            </a:r>
          </a:p>
          <a:p>
            <a:r>
              <a:rPr lang="ko-KR">
                <a:ea typeface="맑은 고딕"/>
              </a:rPr>
              <a:t>[S6] </a:t>
            </a:r>
            <a:r>
              <a:rPr lang="ko-KR" err="1">
                <a:ea typeface="맑은 고딕"/>
              </a:rPr>
              <a:t>Somansa</a:t>
            </a:r>
            <a:r>
              <a:rPr lang="ko-KR">
                <a:ea typeface="맑은 고딕"/>
              </a:rPr>
              <a:t>, Server-</a:t>
            </a:r>
            <a:r>
              <a:rPr lang="ko-KR" err="1">
                <a:ea typeface="맑은 고딕"/>
              </a:rPr>
              <a:t>i</a:t>
            </a:r>
            <a:r>
              <a:rPr lang="ko-KR">
                <a:ea typeface="맑은 고딕"/>
              </a:rPr>
              <a:t> </a:t>
            </a:r>
            <a:r>
              <a:rPr lang="ko-KR" err="1">
                <a:ea typeface="맑은 고딕"/>
              </a:rPr>
              <a:t>product</a:t>
            </a:r>
            <a:r>
              <a:rPr lang="ko-KR">
                <a:ea typeface="맑은 고딕"/>
              </a:rPr>
              <a:t> </a:t>
            </a:r>
            <a:r>
              <a:rPr lang="ko-KR" err="1">
                <a:ea typeface="맑은 고딕"/>
              </a:rPr>
              <a:t>brochure</a:t>
            </a:r>
            <a:r>
              <a:rPr lang="ko-KR">
                <a:ea typeface="맑은 고딕"/>
              </a:rPr>
              <a:t> (2025 PDF)</a:t>
            </a:r>
          </a:p>
          <a:p>
            <a:r>
              <a:rPr lang="ko-KR">
                <a:hlinkClick r:id="rId3"/>
              </a:rPr>
              <a:t>https://www.somansa.com/wp-content/uploads/2025/08/</a:t>
            </a:r>
            <a:r>
              <a:rPr lang="ko-KR"/>
              <a:t>소만사-종합브로셔_Server-i.pdf</a:t>
            </a:r>
          </a:p>
          <a:p>
            <a:r>
              <a:rPr lang="ko-KR">
                <a:ea typeface="맑은 고딕"/>
              </a:rPr>
              <a:t>[S7] </a:t>
            </a:r>
            <a:r>
              <a:rPr lang="ko-KR" err="1">
                <a:ea typeface="맑은 고딕"/>
              </a:rPr>
              <a:t>Somansa</a:t>
            </a:r>
            <a:r>
              <a:rPr lang="ko-KR">
                <a:ea typeface="맑은 고딕"/>
              </a:rPr>
              <a:t>, </a:t>
            </a:r>
            <a:r>
              <a:rPr lang="ko-KR" err="1">
                <a:ea typeface="맑은 고딕"/>
              </a:rPr>
              <a:t>English</a:t>
            </a:r>
            <a:r>
              <a:rPr lang="ko-KR">
                <a:ea typeface="맑은 고딕"/>
              </a:rPr>
              <a:t> </a:t>
            </a:r>
            <a:r>
              <a:rPr lang="ko-KR" err="1">
                <a:ea typeface="맑은 고딕"/>
              </a:rPr>
              <a:t>product</a:t>
            </a:r>
            <a:r>
              <a:rPr lang="ko-KR">
                <a:ea typeface="맑은 고딕"/>
              </a:rPr>
              <a:t> </a:t>
            </a:r>
            <a:r>
              <a:rPr lang="ko-KR" err="1">
                <a:ea typeface="맑은 고딕"/>
              </a:rPr>
              <a:t>brochure</a:t>
            </a:r>
            <a:r>
              <a:rPr lang="ko-KR">
                <a:ea typeface="맑은 고딕"/>
              </a:rPr>
              <a:t>, </a:t>
            </a:r>
            <a:r>
              <a:rPr lang="ko-KR" err="1">
                <a:ea typeface="맑은 고딕"/>
              </a:rPr>
              <a:t>Privacy-i</a:t>
            </a:r>
            <a:r>
              <a:rPr lang="ko-KR">
                <a:ea typeface="맑은 고딕"/>
              </a:rPr>
              <a:t> and Server-</a:t>
            </a:r>
            <a:r>
              <a:rPr lang="ko-KR" err="1">
                <a:ea typeface="맑은 고딕"/>
              </a:rPr>
              <a:t>i</a:t>
            </a:r>
          </a:p>
          <a:p>
            <a:r>
              <a:rPr lang="ko-KR">
                <a:hlinkClick r:id="rId6"/>
              </a:rPr>
              <a:t>https://www.somansa.com/wp-content/uploads/2025/07/EN-</a:t>
            </a:r>
            <a:r>
              <a:rPr lang="ko-KR"/>
              <a:t>영문-종합브로셔-3.pdf</a:t>
            </a:r>
          </a:p>
          <a:p>
            <a:r>
              <a:rPr lang="ko-KR">
                <a:ea typeface="맑은 고딕"/>
              </a:rPr>
              <a:t>[S10] NAVER </a:t>
            </a:r>
            <a:r>
              <a:rPr lang="ko-KR" err="1">
                <a:ea typeface="맑은 고딕"/>
              </a:rPr>
              <a:t>Cloud</a:t>
            </a:r>
            <a:r>
              <a:rPr lang="ko-KR">
                <a:ea typeface="맑은 고딕"/>
              </a:rPr>
              <a:t> </a:t>
            </a:r>
            <a:r>
              <a:rPr lang="ko-KR" err="1">
                <a:ea typeface="맑은 고딕"/>
              </a:rPr>
              <a:t>official</a:t>
            </a:r>
            <a:r>
              <a:rPr lang="ko-KR">
                <a:ea typeface="맑은 고딕"/>
              </a:rPr>
              <a:t> </a:t>
            </a:r>
            <a:r>
              <a:rPr lang="ko-KR" err="1">
                <a:ea typeface="맑은 고딕"/>
              </a:rPr>
              <a:t>marketplace</a:t>
            </a:r>
            <a:r>
              <a:rPr lang="ko-KR">
                <a:ea typeface="맑은 고딕"/>
              </a:rPr>
              <a:t>, </a:t>
            </a:r>
            <a:r>
              <a:rPr lang="ko-KR" err="1">
                <a:ea typeface="맑은 고딕"/>
              </a:rPr>
              <a:t>Privacy-i</a:t>
            </a:r>
            <a:r>
              <a:rPr lang="ko-KR">
                <a:ea typeface="맑은 고딕"/>
              </a:rPr>
              <a:t> </a:t>
            </a:r>
            <a:r>
              <a:rPr lang="ko-KR" err="1">
                <a:ea typeface="맑은 고딕"/>
              </a:rPr>
              <a:t>Cloud</a:t>
            </a:r>
            <a:r>
              <a:rPr lang="ko-KR">
                <a:ea typeface="맑은 고딕"/>
              </a:rPr>
              <a:t>, </a:t>
            </a:r>
            <a:r>
              <a:rPr lang="ko-KR" err="1">
                <a:ea typeface="맑은 고딕"/>
              </a:rPr>
              <a:t>seller</a:t>
            </a:r>
            <a:r>
              <a:rPr lang="ko-KR">
                <a:ea typeface="맑은 고딕"/>
              </a:rPr>
              <a:t> </a:t>
            </a:r>
            <a:r>
              <a:rPr lang="ko-KR" err="1">
                <a:ea typeface="맑은 고딕"/>
              </a:rPr>
              <a:t>Somansa</a:t>
            </a:r>
          </a:p>
          <a:p>
            <a:r>
              <a:rPr lang="ko-KR">
                <a:hlinkClick r:id="rId7"/>
              </a:rPr>
              <a:t>https://www.ncloud.com/marketplace/privacy-i</a:t>
            </a:r>
            <a:endParaRPr lang="ko-KR"/>
          </a:p>
          <a:p>
            <a:r>
              <a:rPr lang="ko-KR">
                <a:ea typeface="맑은 고딕"/>
              </a:rPr>
              <a:t>[S14] </a:t>
            </a:r>
            <a:r>
              <a:rPr lang="ko-KR" err="1">
                <a:ea typeface="맑은 고딕"/>
              </a:rPr>
              <a:t>Somansa</a:t>
            </a:r>
            <a:r>
              <a:rPr lang="ko-KR">
                <a:ea typeface="맑은 고딕"/>
              </a:rPr>
              <a:t>, </a:t>
            </a:r>
            <a:r>
              <a:rPr lang="ko-KR" err="1">
                <a:ea typeface="맑은 고딕"/>
              </a:rPr>
              <a:t>WebKeeper</a:t>
            </a:r>
            <a:r>
              <a:rPr lang="ko-KR">
                <a:ea typeface="맑은 고딕"/>
              </a:rPr>
              <a:t> AI DLP </a:t>
            </a:r>
            <a:r>
              <a:rPr lang="ko-KR" err="1">
                <a:ea typeface="맑은 고딕"/>
              </a:rPr>
              <a:t>brochure</a:t>
            </a:r>
            <a:r>
              <a:rPr lang="ko-KR">
                <a:ea typeface="맑은 고딕"/>
              </a:rPr>
              <a:t>, 2026-07-27 (</a:t>
            </a:r>
            <a:r>
              <a:rPr lang="ko-KR" err="1">
                <a:ea typeface="맑은 고딕"/>
              </a:rPr>
              <a:t>official</a:t>
            </a:r>
            <a:r>
              <a:rPr lang="ko-KR">
                <a:ea typeface="맑은 고딕"/>
              </a:rPr>
              <a:t> </a:t>
            </a:r>
            <a:r>
              <a:rPr lang="ko-KR" err="1">
                <a:ea typeface="맑은 고딕"/>
              </a:rPr>
              <a:t>indexed</a:t>
            </a:r>
            <a:r>
              <a:rPr lang="ko-KR">
                <a:ea typeface="맑은 고딕"/>
              </a:rPr>
              <a:t> </a:t>
            </a:r>
            <a:r>
              <a:rPr lang="ko-KR" err="1">
                <a:ea typeface="맑은 고딕"/>
              </a:rPr>
              <a:t>text</a:t>
            </a:r>
            <a:r>
              <a:rPr lang="ko-KR">
                <a:ea typeface="맑은 고딕"/>
              </a:rPr>
              <a:t>)</a:t>
            </a:r>
          </a:p>
          <a:p>
            <a:r>
              <a:rPr lang="ko-KR">
                <a:hlinkClick r:id="rId8"/>
              </a:rPr>
              <a:t>https://www.somansa.com/wp-content/uploads/2026/07/</a:t>
            </a:r>
            <a:r>
              <a:rPr lang="ko-KR"/>
              <a:t>소만사-WebKeeper-AI-DLP_20260727.pdf</a:t>
            </a:r>
          </a:p>
          <a:p>
            <a:r>
              <a:rPr lang="ko-KR">
                <a:ea typeface="맑은 고딕"/>
              </a:rPr>
              <a:t>[S15] </a:t>
            </a:r>
            <a:r>
              <a:rPr lang="ko-KR" err="1">
                <a:ea typeface="맑은 고딕"/>
              </a:rPr>
              <a:t>Somansa</a:t>
            </a:r>
            <a:r>
              <a:rPr lang="ko-KR">
                <a:ea typeface="맑은 고딕"/>
              </a:rPr>
              <a:t>, </a:t>
            </a:r>
            <a:r>
              <a:rPr lang="ko-KR" err="1">
                <a:ea typeface="맑은 고딕"/>
              </a:rPr>
              <a:t>official</a:t>
            </a:r>
            <a:r>
              <a:rPr lang="ko-KR">
                <a:ea typeface="맑은 고딕"/>
              </a:rPr>
              <a:t> </a:t>
            </a:r>
            <a:r>
              <a:rPr lang="ko-KR" err="1">
                <a:ea typeface="맑은 고딕"/>
              </a:rPr>
              <a:t>press</a:t>
            </a:r>
            <a:r>
              <a:rPr lang="ko-KR">
                <a:ea typeface="맑은 고딕"/>
              </a:rPr>
              <a:t> </a:t>
            </a:r>
            <a:r>
              <a:rPr lang="ko-KR" err="1">
                <a:ea typeface="맑은 고딕"/>
              </a:rPr>
              <a:t>index</a:t>
            </a:r>
            <a:r>
              <a:rPr lang="ko-KR">
                <a:ea typeface="맑은 고딕"/>
              </a:rPr>
              <a:t>, </a:t>
            </a:r>
            <a:r>
              <a:rPr lang="ko-KR" err="1">
                <a:ea typeface="맑은 고딕"/>
              </a:rPr>
              <a:t>Privacy-i</a:t>
            </a:r>
            <a:r>
              <a:rPr lang="ko-KR">
                <a:ea typeface="맑은 고딕"/>
              </a:rPr>
              <a:t> AIDR </a:t>
            </a:r>
            <a:r>
              <a:rPr lang="ko-KR" err="1">
                <a:ea typeface="맑은 고딕"/>
              </a:rPr>
              <a:t>announcement</a:t>
            </a:r>
            <a:r>
              <a:rPr lang="ko-KR">
                <a:ea typeface="맑은 고딕"/>
              </a:rPr>
              <a:t> (2026)</a:t>
            </a:r>
          </a:p>
          <a:p>
            <a:r>
              <a:rPr lang="ko-KR">
                <a:hlinkClick r:id="rId9"/>
              </a:rPr>
              <a:t>https://www.somansa.com/news_event_categories/press/</a:t>
            </a:r>
            <a:endParaRPr lang="ko-KR"/>
          </a:p>
          <a:p>
            <a:r>
              <a:rPr lang="ko-KR">
                <a:ea typeface="맑은 고딕"/>
              </a:rPr>
              <a:t>[S16] </a:t>
            </a:r>
            <a:r>
              <a:rPr lang="ko-KR" err="1">
                <a:ea typeface="맑은 고딕"/>
              </a:rPr>
              <a:t>Somansa</a:t>
            </a:r>
            <a:r>
              <a:rPr lang="ko-KR">
                <a:ea typeface="맑은 고딕"/>
              </a:rPr>
              <a:t>, </a:t>
            </a:r>
            <a:r>
              <a:rPr lang="ko-KR" err="1">
                <a:ea typeface="맑은 고딕"/>
              </a:rPr>
              <a:t>Mail-i</a:t>
            </a:r>
            <a:r>
              <a:rPr lang="ko-KR">
                <a:ea typeface="맑은 고딕"/>
              </a:rPr>
              <a:t> </a:t>
            </a:r>
            <a:r>
              <a:rPr lang="ko-KR" err="1">
                <a:ea typeface="맑은 고딕"/>
              </a:rPr>
              <a:t>English</a:t>
            </a:r>
            <a:r>
              <a:rPr lang="ko-KR">
                <a:ea typeface="맑은 고딕"/>
              </a:rPr>
              <a:t> </a:t>
            </a:r>
            <a:r>
              <a:rPr lang="ko-KR" err="1">
                <a:ea typeface="맑은 고딕"/>
              </a:rPr>
              <a:t>brochure</a:t>
            </a:r>
            <a:r>
              <a:rPr lang="ko-KR">
                <a:ea typeface="맑은 고딕"/>
              </a:rPr>
              <a:t>, </a:t>
            </a:r>
            <a:r>
              <a:rPr lang="ko-KR" err="1">
                <a:ea typeface="맑은 고딕"/>
              </a:rPr>
              <a:t>uploaded</a:t>
            </a:r>
            <a:r>
              <a:rPr lang="ko-KR">
                <a:ea typeface="맑은 고딕"/>
              </a:rPr>
              <a:t> </a:t>
            </a:r>
            <a:r>
              <a:rPr lang="ko-KR" err="1">
                <a:ea typeface="맑은 고딕"/>
              </a:rPr>
              <a:t>four-page</a:t>
            </a:r>
            <a:r>
              <a:rPr lang="ko-KR">
                <a:ea typeface="맑은 고딕"/>
              </a:rPr>
              <a:t> PDF, </a:t>
            </a:r>
            <a:r>
              <a:rPr lang="ko-KR" err="1">
                <a:ea typeface="맑은 고딕"/>
              </a:rPr>
              <a:t>pp</a:t>
            </a:r>
            <a:r>
              <a:rPr lang="ko-KR">
                <a:ea typeface="맑은 고딕"/>
              </a:rPr>
              <a:t>. 2-4</a:t>
            </a:r>
          </a:p>
          <a:p>
            <a:r>
              <a:rPr lang="ko-KR">
                <a:hlinkClick r:id="rId10"/>
              </a:rPr>
              <a:t>https://www.somansa.com/wp-content/uploads/2025/07/EN-Mail-i-DLP.pdf</a:t>
            </a:r>
            <a:endParaRPr lang="ko-KR"/>
          </a:p>
          <a:p>
            <a:r>
              <a:rPr lang="ko-KR">
                <a:ea typeface="맑은 고딕"/>
              </a:rPr>
              <a:t>[S17] </a:t>
            </a:r>
            <a:r>
              <a:rPr lang="ko-KR" err="1">
                <a:ea typeface="맑은 고딕"/>
              </a:rPr>
              <a:t>Somansa</a:t>
            </a:r>
            <a:r>
              <a:rPr lang="ko-KR">
                <a:ea typeface="맑은 고딕"/>
              </a:rPr>
              <a:t>, </a:t>
            </a:r>
            <a:r>
              <a:rPr lang="ko-KR" err="1">
                <a:ea typeface="맑은 고딕"/>
              </a:rPr>
              <a:t>English</a:t>
            </a:r>
            <a:r>
              <a:rPr lang="ko-KR">
                <a:ea typeface="맑은 고딕"/>
              </a:rPr>
              <a:t> </a:t>
            </a:r>
            <a:r>
              <a:rPr lang="ko-KR" err="1">
                <a:ea typeface="맑은 고딕"/>
              </a:rPr>
              <a:t>homepage</a:t>
            </a:r>
            <a:r>
              <a:rPr lang="ko-KR">
                <a:ea typeface="맑은 고딕"/>
              </a:rPr>
              <a:t>, AIDR </a:t>
            </a:r>
            <a:r>
              <a:rPr lang="ko-KR" err="1">
                <a:ea typeface="맑은 고딕"/>
              </a:rPr>
              <a:t>availability</a:t>
            </a:r>
            <a:r>
              <a:rPr lang="ko-KR">
                <a:ea typeface="맑은 고딕"/>
              </a:rPr>
              <a:t> </a:t>
            </a:r>
            <a:r>
              <a:rPr lang="ko-KR" err="1">
                <a:ea typeface="맑은 고딕"/>
              </a:rPr>
              <a:t>wording</a:t>
            </a:r>
          </a:p>
          <a:p>
            <a:r>
              <a:rPr lang="ko-KR">
                <a:hlinkClick r:id="rId11"/>
              </a:rPr>
              <a:t>https://www.somansa.com/</a:t>
            </a:r>
            <a:endParaRPr lang="ko-KR"/>
          </a:p>
          <a:p>
            <a:endParaRPr lang="en-US" altLang="ko-KR">
              <a:latin typeface="Calibri"/>
              <a:ea typeface="Calibri"/>
              <a:cs typeface="Calibri"/>
            </a:endParaRPr>
          </a:p>
        </p:txBody>
      </p:sp>
      <p:sp>
        <p:nvSpPr>
          <p:cNvPr id="4" name="슬라이드 번호 개체 틀 3">
            <a:extLst>
              <a:ext uri="{FF2B5EF4-FFF2-40B4-BE49-F238E27FC236}">
                <a16:creationId xmlns:a16="http://schemas.microsoft.com/office/drawing/2014/main" id="{AE21AB83-F2DB-F9C3-95BF-411AF3AEE2A1}"/>
              </a:ext>
            </a:extLst>
          </p:cNvPr>
          <p:cNvSpPr>
            <a:spLocks noGrp="1"/>
          </p:cNvSpPr>
          <p:nvPr>
            <p:ph type="sldNum" sz="quarter" idx="5"/>
          </p:nvPr>
        </p:nvSpPr>
        <p:spPr/>
        <p:txBody>
          <a:bodyPr/>
          <a:lstStyle/>
          <a:p>
            <a:fld id="{2B4D4D96-940C-4183-92F1-CDDC2839BE9F}" type="slidenum">
              <a:rPr lang="ko-KR" altLang="en-US" smtClean="0"/>
              <a:t>13</a:t>
            </a:fld>
            <a:endParaRPr lang="ko-KR" altLang="en-US"/>
          </a:p>
        </p:txBody>
      </p:sp>
    </p:spTree>
    <p:extLst>
      <p:ext uri="{BB962C8B-B14F-4D97-AF65-F5344CB8AC3E}">
        <p14:creationId xmlns:p14="http://schemas.microsoft.com/office/powerpoint/2010/main" val="399333145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5B7541-D2BF-2D21-9FA5-4696E48E68E3}"/>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7814E5FA-2B04-8518-716A-E1C16627650A}"/>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1D8F82CC-5020-0454-CF58-18F2CB55E33D}"/>
              </a:ext>
            </a:extLst>
          </p:cNvPr>
          <p:cNvSpPr>
            <a:spLocks noGrp="1"/>
          </p:cNvSpPr>
          <p:nvPr>
            <p:ph type="body" idx="1"/>
          </p:nvPr>
        </p:nvSpPr>
        <p:spPr/>
        <p:txBody>
          <a:bodyPr/>
          <a:lstStyle/>
          <a:p>
            <a:r>
              <a:rPr lang="ko-KR" err="1">
                <a:ea typeface="맑은 고딕"/>
              </a:rPr>
              <a:t>References</a:t>
            </a:r>
            <a:r>
              <a:rPr lang="ko-KR">
                <a:ea typeface="맑은 고딕"/>
              </a:rPr>
              <a:t>:</a:t>
            </a:r>
          </a:p>
          <a:p>
            <a:r>
              <a:rPr lang="ko-KR">
                <a:ea typeface="맑은 고딕"/>
              </a:rPr>
              <a:t>[S1] </a:t>
            </a:r>
            <a:r>
              <a:rPr lang="ko-KR" err="1">
                <a:ea typeface="맑은 고딕"/>
              </a:rPr>
              <a:t>Somansa</a:t>
            </a:r>
            <a:r>
              <a:rPr lang="ko-KR">
                <a:ea typeface="맑은 고딕"/>
              </a:rPr>
              <a:t>, </a:t>
            </a:r>
            <a:r>
              <a:rPr lang="ko-KR" err="1">
                <a:ea typeface="맑은 고딕"/>
              </a:rPr>
              <a:t>Privacy-i</a:t>
            </a:r>
            <a:r>
              <a:rPr lang="ko-KR">
                <a:ea typeface="맑은 고딕"/>
              </a:rPr>
              <a:t> </a:t>
            </a:r>
            <a:r>
              <a:rPr lang="ko-KR" err="1">
                <a:ea typeface="맑은 고딕"/>
              </a:rPr>
              <a:t>product</a:t>
            </a:r>
            <a:r>
              <a:rPr lang="ko-KR">
                <a:ea typeface="맑은 고딕"/>
              </a:rPr>
              <a:t> </a:t>
            </a:r>
            <a:r>
              <a:rPr lang="ko-KR" err="1">
                <a:ea typeface="맑은 고딕"/>
              </a:rPr>
              <a:t>brochure</a:t>
            </a:r>
            <a:r>
              <a:rPr lang="ko-KR">
                <a:ea typeface="맑은 고딕"/>
              </a:rPr>
              <a:t> (2025 PDF)</a:t>
            </a:r>
          </a:p>
          <a:p>
            <a:r>
              <a:rPr lang="ko-KR">
                <a:hlinkClick r:id="rId3"/>
              </a:rPr>
              <a:t>https://www.somansa.com/wp-content/uploads/2025/08/</a:t>
            </a:r>
            <a:r>
              <a:rPr lang="ko-KR"/>
              <a:t>소만사-종합브로셔_Privacy-i.pdf</a:t>
            </a:r>
          </a:p>
          <a:p>
            <a:r>
              <a:rPr lang="ko-KR">
                <a:ea typeface="맑은 고딕"/>
              </a:rPr>
              <a:t>[S2] </a:t>
            </a:r>
            <a:r>
              <a:rPr lang="ko-KR" err="1">
                <a:ea typeface="맑은 고딕"/>
              </a:rPr>
              <a:t>Somansa</a:t>
            </a:r>
            <a:r>
              <a:rPr lang="ko-KR">
                <a:ea typeface="맑은 고딕"/>
              </a:rPr>
              <a:t>, </a:t>
            </a:r>
            <a:r>
              <a:rPr lang="ko-KR" err="1">
                <a:ea typeface="맑은 고딕"/>
              </a:rPr>
              <a:t>Privacy-i</a:t>
            </a:r>
            <a:r>
              <a:rPr lang="ko-KR">
                <a:ea typeface="맑은 고딕"/>
              </a:rPr>
              <a:t> </a:t>
            </a:r>
            <a:r>
              <a:rPr lang="ko-KR" err="1">
                <a:ea typeface="맑은 고딕"/>
              </a:rPr>
              <a:t>brochure</a:t>
            </a:r>
            <a:r>
              <a:rPr lang="ko-KR">
                <a:ea typeface="맑은 고딕"/>
              </a:rPr>
              <a:t> (2024-11 </a:t>
            </a:r>
            <a:r>
              <a:rPr lang="ko-KR" err="1">
                <a:ea typeface="맑은 고딕"/>
              </a:rPr>
              <a:t>revision</a:t>
            </a:r>
            <a:r>
              <a:rPr lang="ko-KR">
                <a:ea typeface="맑은 고딕"/>
              </a:rPr>
              <a:t>)</a:t>
            </a:r>
          </a:p>
          <a:p>
            <a:r>
              <a:rPr lang="ko-KR">
                <a:hlinkClick r:id="rId4"/>
              </a:rPr>
              <a:t>https://www.somansa.com/wp-content/uploads/2024/12/Privacy-i_241105.pdf</a:t>
            </a:r>
            <a:endParaRPr lang="ko-KR"/>
          </a:p>
          <a:p>
            <a:r>
              <a:rPr lang="ko-KR">
                <a:ea typeface="맑은 고딕"/>
              </a:rPr>
              <a:t>[S5] </a:t>
            </a:r>
            <a:r>
              <a:rPr lang="ko-KR" err="1">
                <a:ea typeface="맑은 고딕"/>
              </a:rPr>
              <a:t>Somansa</a:t>
            </a:r>
            <a:r>
              <a:rPr lang="ko-KR">
                <a:ea typeface="맑은 고딕"/>
              </a:rPr>
              <a:t>, </a:t>
            </a:r>
            <a:r>
              <a:rPr lang="ko-KR" err="1">
                <a:ea typeface="맑은 고딕"/>
              </a:rPr>
              <a:t>WebKeeper</a:t>
            </a:r>
            <a:r>
              <a:rPr lang="ko-KR">
                <a:ea typeface="맑은 고딕"/>
              </a:rPr>
              <a:t> AI DLP </a:t>
            </a:r>
            <a:r>
              <a:rPr lang="ko-KR" err="1">
                <a:ea typeface="맑은 고딕"/>
              </a:rPr>
              <a:t>brochure</a:t>
            </a:r>
            <a:r>
              <a:rPr lang="ko-KR">
                <a:ea typeface="맑은 고딕"/>
              </a:rPr>
              <a:t> (2025 PDF)</a:t>
            </a:r>
          </a:p>
          <a:p>
            <a:r>
              <a:rPr lang="ko-KR">
                <a:hlinkClick r:id="rId5"/>
              </a:rPr>
              <a:t>https://www.somansa.com/wp-content/uploads/2025/11/2025_WK-SG-SUITE_20250810_</a:t>
            </a:r>
            <a:r>
              <a:rPr lang="ko-KR"/>
              <a:t>웹전용.pdf</a:t>
            </a:r>
          </a:p>
          <a:p>
            <a:r>
              <a:rPr lang="ko-KR">
                <a:ea typeface="맑은 고딕"/>
              </a:rPr>
              <a:t>[S6] </a:t>
            </a:r>
            <a:r>
              <a:rPr lang="ko-KR" err="1">
                <a:ea typeface="맑은 고딕"/>
              </a:rPr>
              <a:t>Somansa</a:t>
            </a:r>
            <a:r>
              <a:rPr lang="ko-KR">
                <a:ea typeface="맑은 고딕"/>
              </a:rPr>
              <a:t>, Server-</a:t>
            </a:r>
            <a:r>
              <a:rPr lang="ko-KR" err="1">
                <a:ea typeface="맑은 고딕"/>
              </a:rPr>
              <a:t>i</a:t>
            </a:r>
            <a:r>
              <a:rPr lang="ko-KR">
                <a:ea typeface="맑은 고딕"/>
              </a:rPr>
              <a:t> </a:t>
            </a:r>
            <a:r>
              <a:rPr lang="ko-KR" err="1">
                <a:ea typeface="맑은 고딕"/>
              </a:rPr>
              <a:t>product</a:t>
            </a:r>
            <a:r>
              <a:rPr lang="ko-KR">
                <a:ea typeface="맑은 고딕"/>
              </a:rPr>
              <a:t> </a:t>
            </a:r>
            <a:r>
              <a:rPr lang="ko-KR" err="1">
                <a:ea typeface="맑은 고딕"/>
              </a:rPr>
              <a:t>brochure</a:t>
            </a:r>
            <a:r>
              <a:rPr lang="ko-KR">
                <a:ea typeface="맑은 고딕"/>
              </a:rPr>
              <a:t> (2025 PDF)</a:t>
            </a:r>
          </a:p>
          <a:p>
            <a:r>
              <a:rPr lang="ko-KR">
                <a:hlinkClick r:id="rId3"/>
              </a:rPr>
              <a:t>https://www.somansa.com/wp-content/uploads/2025/08/</a:t>
            </a:r>
            <a:r>
              <a:rPr lang="ko-KR"/>
              <a:t>소만사-종합브로셔_Server-i.pdf</a:t>
            </a:r>
          </a:p>
          <a:p>
            <a:r>
              <a:rPr lang="ko-KR">
                <a:ea typeface="맑은 고딕"/>
              </a:rPr>
              <a:t>[S7] </a:t>
            </a:r>
            <a:r>
              <a:rPr lang="ko-KR" err="1">
                <a:ea typeface="맑은 고딕"/>
              </a:rPr>
              <a:t>Somansa</a:t>
            </a:r>
            <a:r>
              <a:rPr lang="ko-KR">
                <a:ea typeface="맑은 고딕"/>
              </a:rPr>
              <a:t>, </a:t>
            </a:r>
            <a:r>
              <a:rPr lang="ko-KR" err="1">
                <a:ea typeface="맑은 고딕"/>
              </a:rPr>
              <a:t>English</a:t>
            </a:r>
            <a:r>
              <a:rPr lang="ko-KR">
                <a:ea typeface="맑은 고딕"/>
              </a:rPr>
              <a:t> </a:t>
            </a:r>
            <a:r>
              <a:rPr lang="ko-KR" err="1">
                <a:ea typeface="맑은 고딕"/>
              </a:rPr>
              <a:t>product</a:t>
            </a:r>
            <a:r>
              <a:rPr lang="ko-KR">
                <a:ea typeface="맑은 고딕"/>
              </a:rPr>
              <a:t> </a:t>
            </a:r>
            <a:r>
              <a:rPr lang="ko-KR" err="1">
                <a:ea typeface="맑은 고딕"/>
              </a:rPr>
              <a:t>brochure</a:t>
            </a:r>
            <a:r>
              <a:rPr lang="ko-KR">
                <a:ea typeface="맑은 고딕"/>
              </a:rPr>
              <a:t>, </a:t>
            </a:r>
            <a:r>
              <a:rPr lang="ko-KR" err="1">
                <a:ea typeface="맑은 고딕"/>
              </a:rPr>
              <a:t>Privacy-i</a:t>
            </a:r>
            <a:r>
              <a:rPr lang="ko-KR">
                <a:ea typeface="맑은 고딕"/>
              </a:rPr>
              <a:t> and Server-</a:t>
            </a:r>
            <a:r>
              <a:rPr lang="ko-KR" err="1">
                <a:ea typeface="맑은 고딕"/>
              </a:rPr>
              <a:t>i</a:t>
            </a:r>
          </a:p>
          <a:p>
            <a:r>
              <a:rPr lang="ko-KR">
                <a:hlinkClick r:id="rId6"/>
              </a:rPr>
              <a:t>https://www.somansa.com/wp-content/uploads/2025/07/EN-</a:t>
            </a:r>
            <a:r>
              <a:rPr lang="ko-KR"/>
              <a:t>영문-종합브로셔-3.pdf</a:t>
            </a:r>
          </a:p>
          <a:p>
            <a:r>
              <a:rPr lang="ko-KR">
                <a:ea typeface="맑은 고딕"/>
              </a:rPr>
              <a:t>[S10] NAVER </a:t>
            </a:r>
            <a:r>
              <a:rPr lang="ko-KR" err="1">
                <a:ea typeface="맑은 고딕"/>
              </a:rPr>
              <a:t>Cloud</a:t>
            </a:r>
            <a:r>
              <a:rPr lang="ko-KR">
                <a:ea typeface="맑은 고딕"/>
              </a:rPr>
              <a:t> </a:t>
            </a:r>
            <a:r>
              <a:rPr lang="ko-KR" err="1">
                <a:ea typeface="맑은 고딕"/>
              </a:rPr>
              <a:t>official</a:t>
            </a:r>
            <a:r>
              <a:rPr lang="ko-KR">
                <a:ea typeface="맑은 고딕"/>
              </a:rPr>
              <a:t> </a:t>
            </a:r>
            <a:r>
              <a:rPr lang="ko-KR" err="1">
                <a:ea typeface="맑은 고딕"/>
              </a:rPr>
              <a:t>marketplace</a:t>
            </a:r>
            <a:r>
              <a:rPr lang="ko-KR">
                <a:ea typeface="맑은 고딕"/>
              </a:rPr>
              <a:t>, </a:t>
            </a:r>
            <a:r>
              <a:rPr lang="ko-KR" err="1">
                <a:ea typeface="맑은 고딕"/>
              </a:rPr>
              <a:t>Privacy-i</a:t>
            </a:r>
            <a:r>
              <a:rPr lang="ko-KR">
                <a:ea typeface="맑은 고딕"/>
              </a:rPr>
              <a:t> </a:t>
            </a:r>
            <a:r>
              <a:rPr lang="ko-KR" err="1">
                <a:ea typeface="맑은 고딕"/>
              </a:rPr>
              <a:t>Cloud</a:t>
            </a:r>
            <a:r>
              <a:rPr lang="ko-KR">
                <a:ea typeface="맑은 고딕"/>
              </a:rPr>
              <a:t>, </a:t>
            </a:r>
            <a:r>
              <a:rPr lang="ko-KR" err="1">
                <a:ea typeface="맑은 고딕"/>
              </a:rPr>
              <a:t>seller</a:t>
            </a:r>
            <a:r>
              <a:rPr lang="ko-KR">
                <a:ea typeface="맑은 고딕"/>
              </a:rPr>
              <a:t> </a:t>
            </a:r>
            <a:r>
              <a:rPr lang="ko-KR" err="1">
                <a:ea typeface="맑은 고딕"/>
              </a:rPr>
              <a:t>Somansa</a:t>
            </a:r>
          </a:p>
          <a:p>
            <a:r>
              <a:rPr lang="ko-KR">
                <a:hlinkClick r:id="rId7"/>
              </a:rPr>
              <a:t>https://www.ncloud.com/marketplace/privacy-i</a:t>
            </a:r>
            <a:endParaRPr lang="ko-KR"/>
          </a:p>
          <a:p>
            <a:r>
              <a:rPr lang="ko-KR">
                <a:ea typeface="맑은 고딕"/>
              </a:rPr>
              <a:t>[S14] </a:t>
            </a:r>
            <a:r>
              <a:rPr lang="ko-KR" err="1">
                <a:ea typeface="맑은 고딕"/>
              </a:rPr>
              <a:t>Somansa</a:t>
            </a:r>
            <a:r>
              <a:rPr lang="ko-KR">
                <a:ea typeface="맑은 고딕"/>
              </a:rPr>
              <a:t>, </a:t>
            </a:r>
            <a:r>
              <a:rPr lang="ko-KR" err="1">
                <a:ea typeface="맑은 고딕"/>
              </a:rPr>
              <a:t>WebKeeper</a:t>
            </a:r>
            <a:r>
              <a:rPr lang="ko-KR">
                <a:ea typeface="맑은 고딕"/>
              </a:rPr>
              <a:t> AI DLP </a:t>
            </a:r>
            <a:r>
              <a:rPr lang="ko-KR" err="1">
                <a:ea typeface="맑은 고딕"/>
              </a:rPr>
              <a:t>brochure</a:t>
            </a:r>
            <a:r>
              <a:rPr lang="ko-KR">
                <a:ea typeface="맑은 고딕"/>
              </a:rPr>
              <a:t>, 2026-07-27 (</a:t>
            </a:r>
            <a:r>
              <a:rPr lang="ko-KR" err="1">
                <a:ea typeface="맑은 고딕"/>
              </a:rPr>
              <a:t>official</a:t>
            </a:r>
            <a:r>
              <a:rPr lang="ko-KR">
                <a:ea typeface="맑은 고딕"/>
              </a:rPr>
              <a:t> </a:t>
            </a:r>
            <a:r>
              <a:rPr lang="ko-KR" err="1">
                <a:ea typeface="맑은 고딕"/>
              </a:rPr>
              <a:t>indexed</a:t>
            </a:r>
            <a:r>
              <a:rPr lang="ko-KR">
                <a:ea typeface="맑은 고딕"/>
              </a:rPr>
              <a:t> </a:t>
            </a:r>
            <a:r>
              <a:rPr lang="ko-KR" err="1">
                <a:ea typeface="맑은 고딕"/>
              </a:rPr>
              <a:t>text</a:t>
            </a:r>
            <a:r>
              <a:rPr lang="ko-KR">
                <a:ea typeface="맑은 고딕"/>
              </a:rPr>
              <a:t>)</a:t>
            </a:r>
          </a:p>
          <a:p>
            <a:r>
              <a:rPr lang="ko-KR">
                <a:hlinkClick r:id="rId8"/>
              </a:rPr>
              <a:t>https://www.somansa.com/wp-content/uploads/2026/07/</a:t>
            </a:r>
            <a:r>
              <a:rPr lang="ko-KR"/>
              <a:t>소만사-WebKeeper-AI-DLP_20260727.pdf</a:t>
            </a:r>
          </a:p>
          <a:p>
            <a:r>
              <a:rPr lang="ko-KR">
                <a:ea typeface="맑은 고딕"/>
              </a:rPr>
              <a:t>[S15] </a:t>
            </a:r>
            <a:r>
              <a:rPr lang="ko-KR" err="1">
                <a:ea typeface="맑은 고딕"/>
              </a:rPr>
              <a:t>Somansa</a:t>
            </a:r>
            <a:r>
              <a:rPr lang="ko-KR">
                <a:ea typeface="맑은 고딕"/>
              </a:rPr>
              <a:t>, </a:t>
            </a:r>
            <a:r>
              <a:rPr lang="ko-KR" err="1">
                <a:ea typeface="맑은 고딕"/>
              </a:rPr>
              <a:t>official</a:t>
            </a:r>
            <a:r>
              <a:rPr lang="ko-KR">
                <a:ea typeface="맑은 고딕"/>
              </a:rPr>
              <a:t> </a:t>
            </a:r>
            <a:r>
              <a:rPr lang="ko-KR" err="1">
                <a:ea typeface="맑은 고딕"/>
              </a:rPr>
              <a:t>press</a:t>
            </a:r>
            <a:r>
              <a:rPr lang="ko-KR">
                <a:ea typeface="맑은 고딕"/>
              </a:rPr>
              <a:t> </a:t>
            </a:r>
            <a:r>
              <a:rPr lang="ko-KR" err="1">
                <a:ea typeface="맑은 고딕"/>
              </a:rPr>
              <a:t>index</a:t>
            </a:r>
            <a:r>
              <a:rPr lang="ko-KR">
                <a:ea typeface="맑은 고딕"/>
              </a:rPr>
              <a:t>, </a:t>
            </a:r>
            <a:r>
              <a:rPr lang="ko-KR" err="1">
                <a:ea typeface="맑은 고딕"/>
              </a:rPr>
              <a:t>Privacy-i</a:t>
            </a:r>
            <a:r>
              <a:rPr lang="ko-KR">
                <a:ea typeface="맑은 고딕"/>
              </a:rPr>
              <a:t> AIDR </a:t>
            </a:r>
            <a:r>
              <a:rPr lang="ko-KR" err="1">
                <a:ea typeface="맑은 고딕"/>
              </a:rPr>
              <a:t>announcement</a:t>
            </a:r>
            <a:r>
              <a:rPr lang="ko-KR">
                <a:ea typeface="맑은 고딕"/>
              </a:rPr>
              <a:t> (2026)</a:t>
            </a:r>
          </a:p>
          <a:p>
            <a:r>
              <a:rPr lang="ko-KR">
                <a:hlinkClick r:id="rId9"/>
              </a:rPr>
              <a:t>https://www.somansa.com/news_event_categories/press/</a:t>
            </a:r>
            <a:endParaRPr lang="ko-KR"/>
          </a:p>
          <a:p>
            <a:r>
              <a:rPr lang="ko-KR">
                <a:ea typeface="맑은 고딕"/>
              </a:rPr>
              <a:t>[S16] </a:t>
            </a:r>
            <a:r>
              <a:rPr lang="ko-KR" err="1">
                <a:ea typeface="맑은 고딕"/>
              </a:rPr>
              <a:t>Somansa</a:t>
            </a:r>
            <a:r>
              <a:rPr lang="ko-KR">
                <a:ea typeface="맑은 고딕"/>
              </a:rPr>
              <a:t>, </a:t>
            </a:r>
            <a:r>
              <a:rPr lang="ko-KR" err="1">
                <a:ea typeface="맑은 고딕"/>
              </a:rPr>
              <a:t>Mail-i</a:t>
            </a:r>
            <a:r>
              <a:rPr lang="ko-KR">
                <a:ea typeface="맑은 고딕"/>
              </a:rPr>
              <a:t> </a:t>
            </a:r>
            <a:r>
              <a:rPr lang="ko-KR" err="1">
                <a:ea typeface="맑은 고딕"/>
              </a:rPr>
              <a:t>English</a:t>
            </a:r>
            <a:r>
              <a:rPr lang="ko-KR">
                <a:ea typeface="맑은 고딕"/>
              </a:rPr>
              <a:t> </a:t>
            </a:r>
            <a:r>
              <a:rPr lang="ko-KR" err="1">
                <a:ea typeface="맑은 고딕"/>
              </a:rPr>
              <a:t>brochure</a:t>
            </a:r>
            <a:r>
              <a:rPr lang="ko-KR">
                <a:ea typeface="맑은 고딕"/>
              </a:rPr>
              <a:t>, </a:t>
            </a:r>
            <a:r>
              <a:rPr lang="ko-KR" err="1">
                <a:ea typeface="맑은 고딕"/>
              </a:rPr>
              <a:t>uploaded</a:t>
            </a:r>
            <a:r>
              <a:rPr lang="ko-KR">
                <a:ea typeface="맑은 고딕"/>
              </a:rPr>
              <a:t> </a:t>
            </a:r>
            <a:r>
              <a:rPr lang="ko-KR" err="1">
                <a:ea typeface="맑은 고딕"/>
              </a:rPr>
              <a:t>four-page</a:t>
            </a:r>
            <a:r>
              <a:rPr lang="ko-KR">
                <a:ea typeface="맑은 고딕"/>
              </a:rPr>
              <a:t> PDF, </a:t>
            </a:r>
            <a:r>
              <a:rPr lang="ko-KR" err="1">
                <a:ea typeface="맑은 고딕"/>
              </a:rPr>
              <a:t>pp</a:t>
            </a:r>
            <a:r>
              <a:rPr lang="ko-KR">
                <a:ea typeface="맑은 고딕"/>
              </a:rPr>
              <a:t>. 2-4</a:t>
            </a:r>
          </a:p>
          <a:p>
            <a:r>
              <a:rPr lang="ko-KR">
                <a:hlinkClick r:id="rId10"/>
              </a:rPr>
              <a:t>https://www.somansa.com/wp-content/uploads/2025/07/EN-Mail-i-DLP.pdf</a:t>
            </a:r>
            <a:endParaRPr lang="ko-KR"/>
          </a:p>
          <a:p>
            <a:r>
              <a:rPr lang="ko-KR">
                <a:ea typeface="맑은 고딕"/>
              </a:rPr>
              <a:t>[S17] </a:t>
            </a:r>
            <a:r>
              <a:rPr lang="ko-KR" err="1">
                <a:ea typeface="맑은 고딕"/>
              </a:rPr>
              <a:t>Somansa</a:t>
            </a:r>
            <a:r>
              <a:rPr lang="ko-KR">
                <a:ea typeface="맑은 고딕"/>
              </a:rPr>
              <a:t>, </a:t>
            </a:r>
            <a:r>
              <a:rPr lang="ko-KR" err="1">
                <a:ea typeface="맑은 고딕"/>
              </a:rPr>
              <a:t>English</a:t>
            </a:r>
            <a:r>
              <a:rPr lang="ko-KR">
                <a:ea typeface="맑은 고딕"/>
              </a:rPr>
              <a:t> </a:t>
            </a:r>
            <a:r>
              <a:rPr lang="ko-KR" err="1">
                <a:ea typeface="맑은 고딕"/>
              </a:rPr>
              <a:t>homepage</a:t>
            </a:r>
            <a:r>
              <a:rPr lang="ko-KR">
                <a:ea typeface="맑은 고딕"/>
              </a:rPr>
              <a:t>, AIDR </a:t>
            </a:r>
            <a:r>
              <a:rPr lang="ko-KR" err="1">
                <a:ea typeface="맑은 고딕"/>
              </a:rPr>
              <a:t>availability</a:t>
            </a:r>
            <a:r>
              <a:rPr lang="ko-KR">
                <a:ea typeface="맑은 고딕"/>
              </a:rPr>
              <a:t> </a:t>
            </a:r>
            <a:r>
              <a:rPr lang="ko-KR" err="1">
                <a:ea typeface="맑은 고딕"/>
              </a:rPr>
              <a:t>wording</a:t>
            </a:r>
          </a:p>
          <a:p>
            <a:r>
              <a:rPr lang="ko-KR">
                <a:hlinkClick r:id="rId11"/>
              </a:rPr>
              <a:t>https://www.somansa.com/</a:t>
            </a:r>
            <a:endParaRPr lang="ko-KR"/>
          </a:p>
          <a:p>
            <a:endParaRPr lang="en-US" altLang="ko-KR">
              <a:latin typeface="Calibri"/>
              <a:ea typeface="Calibri"/>
              <a:cs typeface="Calibri"/>
            </a:endParaRPr>
          </a:p>
        </p:txBody>
      </p:sp>
      <p:sp>
        <p:nvSpPr>
          <p:cNvPr id="4" name="슬라이드 번호 개체 틀 3">
            <a:extLst>
              <a:ext uri="{FF2B5EF4-FFF2-40B4-BE49-F238E27FC236}">
                <a16:creationId xmlns:a16="http://schemas.microsoft.com/office/drawing/2014/main" id="{1F813309-E82F-8473-9161-F8DDE2600B8C}"/>
              </a:ext>
            </a:extLst>
          </p:cNvPr>
          <p:cNvSpPr>
            <a:spLocks noGrp="1"/>
          </p:cNvSpPr>
          <p:nvPr>
            <p:ph type="sldNum" sz="quarter" idx="5"/>
          </p:nvPr>
        </p:nvSpPr>
        <p:spPr/>
        <p:txBody>
          <a:bodyPr/>
          <a:lstStyle/>
          <a:p>
            <a:fld id="{2B4D4D96-940C-4183-92F1-CDDC2839BE9F}" type="slidenum">
              <a:rPr lang="ko-KR" altLang="en-US" smtClean="0"/>
              <a:t>14</a:t>
            </a:fld>
            <a:endParaRPr lang="ko-KR" altLang="en-US"/>
          </a:p>
        </p:txBody>
      </p:sp>
    </p:spTree>
    <p:extLst>
      <p:ext uri="{BB962C8B-B14F-4D97-AF65-F5344CB8AC3E}">
        <p14:creationId xmlns:p14="http://schemas.microsoft.com/office/powerpoint/2010/main" val="246942714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E95096-7599-C299-00A2-99B481742F69}"/>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DEB10626-A344-72A8-590D-0D558F72DC6E}"/>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6924F428-76E0-00CD-9054-CE28E214FD0C}"/>
              </a:ext>
            </a:extLst>
          </p:cNvPr>
          <p:cNvSpPr>
            <a:spLocks noGrp="1"/>
          </p:cNvSpPr>
          <p:nvPr>
            <p:ph type="body" idx="1"/>
          </p:nvPr>
        </p:nvSpPr>
        <p:spPr/>
        <p:txBody>
          <a:bodyPr/>
          <a:lstStyle/>
          <a:p>
            <a:r>
              <a:rPr lang="ko-KR" err="1">
                <a:ea typeface="맑은 고딕"/>
              </a:rPr>
              <a:t>References</a:t>
            </a:r>
            <a:r>
              <a:rPr lang="ko-KR">
                <a:ea typeface="맑은 고딕"/>
              </a:rPr>
              <a:t>:</a:t>
            </a:r>
          </a:p>
          <a:p>
            <a:r>
              <a:rPr lang="ko-KR">
                <a:ea typeface="맑은 고딕"/>
              </a:rPr>
              <a:t>[S1] </a:t>
            </a:r>
            <a:r>
              <a:rPr lang="ko-KR" err="1">
                <a:ea typeface="맑은 고딕"/>
              </a:rPr>
              <a:t>Somansa</a:t>
            </a:r>
            <a:r>
              <a:rPr lang="ko-KR">
                <a:ea typeface="맑은 고딕"/>
              </a:rPr>
              <a:t>, </a:t>
            </a:r>
            <a:r>
              <a:rPr lang="ko-KR" err="1">
                <a:ea typeface="맑은 고딕"/>
              </a:rPr>
              <a:t>Privacy-i</a:t>
            </a:r>
            <a:r>
              <a:rPr lang="ko-KR">
                <a:ea typeface="맑은 고딕"/>
              </a:rPr>
              <a:t> </a:t>
            </a:r>
            <a:r>
              <a:rPr lang="ko-KR" err="1">
                <a:ea typeface="맑은 고딕"/>
              </a:rPr>
              <a:t>product</a:t>
            </a:r>
            <a:r>
              <a:rPr lang="ko-KR">
                <a:ea typeface="맑은 고딕"/>
              </a:rPr>
              <a:t> </a:t>
            </a:r>
            <a:r>
              <a:rPr lang="ko-KR" err="1">
                <a:ea typeface="맑은 고딕"/>
              </a:rPr>
              <a:t>brochure</a:t>
            </a:r>
            <a:r>
              <a:rPr lang="ko-KR">
                <a:ea typeface="맑은 고딕"/>
              </a:rPr>
              <a:t> (2025 PDF)</a:t>
            </a:r>
          </a:p>
          <a:p>
            <a:r>
              <a:rPr lang="ko-KR">
                <a:hlinkClick r:id="rId3"/>
              </a:rPr>
              <a:t>https://www.somansa.com/wp-content/uploads/2025/08/</a:t>
            </a:r>
            <a:r>
              <a:rPr lang="ko-KR"/>
              <a:t>소만사-종합브로셔_Privacy-i.pdf</a:t>
            </a:r>
          </a:p>
          <a:p>
            <a:r>
              <a:rPr lang="ko-KR">
                <a:ea typeface="맑은 고딕"/>
              </a:rPr>
              <a:t>[S2] </a:t>
            </a:r>
            <a:r>
              <a:rPr lang="ko-KR" err="1">
                <a:ea typeface="맑은 고딕"/>
              </a:rPr>
              <a:t>Somansa</a:t>
            </a:r>
            <a:r>
              <a:rPr lang="ko-KR">
                <a:ea typeface="맑은 고딕"/>
              </a:rPr>
              <a:t>, </a:t>
            </a:r>
            <a:r>
              <a:rPr lang="ko-KR" err="1">
                <a:ea typeface="맑은 고딕"/>
              </a:rPr>
              <a:t>Privacy-i</a:t>
            </a:r>
            <a:r>
              <a:rPr lang="ko-KR">
                <a:ea typeface="맑은 고딕"/>
              </a:rPr>
              <a:t> </a:t>
            </a:r>
            <a:r>
              <a:rPr lang="ko-KR" err="1">
                <a:ea typeface="맑은 고딕"/>
              </a:rPr>
              <a:t>brochure</a:t>
            </a:r>
            <a:r>
              <a:rPr lang="ko-KR">
                <a:ea typeface="맑은 고딕"/>
              </a:rPr>
              <a:t> (2024-11 </a:t>
            </a:r>
            <a:r>
              <a:rPr lang="ko-KR" err="1">
                <a:ea typeface="맑은 고딕"/>
              </a:rPr>
              <a:t>revision</a:t>
            </a:r>
            <a:r>
              <a:rPr lang="ko-KR">
                <a:ea typeface="맑은 고딕"/>
              </a:rPr>
              <a:t>)</a:t>
            </a:r>
          </a:p>
          <a:p>
            <a:r>
              <a:rPr lang="ko-KR">
                <a:hlinkClick r:id="rId4"/>
              </a:rPr>
              <a:t>https://www.somansa.com/wp-content/uploads/2024/12/Privacy-i_241105.pdf</a:t>
            </a:r>
            <a:endParaRPr lang="ko-KR"/>
          </a:p>
          <a:p>
            <a:r>
              <a:rPr lang="ko-KR">
                <a:ea typeface="맑은 고딕"/>
              </a:rPr>
              <a:t>[S5] </a:t>
            </a:r>
            <a:r>
              <a:rPr lang="ko-KR" err="1">
                <a:ea typeface="맑은 고딕"/>
              </a:rPr>
              <a:t>Somansa</a:t>
            </a:r>
            <a:r>
              <a:rPr lang="ko-KR">
                <a:ea typeface="맑은 고딕"/>
              </a:rPr>
              <a:t>, </a:t>
            </a:r>
            <a:r>
              <a:rPr lang="ko-KR" err="1">
                <a:ea typeface="맑은 고딕"/>
              </a:rPr>
              <a:t>WebKeeper</a:t>
            </a:r>
            <a:r>
              <a:rPr lang="ko-KR">
                <a:ea typeface="맑은 고딕"/>
              </a:rPr>
              <a:t> AI DLP </a:t>
            </a:r>
            <a:r>
              <a:rPr lang="ko-KR" err="1">
                <a:ea typeface="맑은 고딕"/>
              </a:rPr>
              <a:t>brochure</a:t>
            </a:r>
            <a:r>
              <a:rPr lang="ko-KR">
                <a:ea typeface="맑은 고딕"/>
              </a:rPr>
              <a:t> (2025 PDF)</a:t>
            </a:r>
          </a:p>
          <a:p>
            <a:r>
              <a:rPr lang="ko-KR">
                <a:hlinkClick r:id="rId5"/>
              </a:rPr>
              <a:t>https://www.somansa.com/wp-content/uploads/2025/11/2025_WK-SG-SUITE_20250810_</a:t>
            </a:r>
            <a:r>
              <a:rPr lang="ko-KR"/>
              <a:t>웹전용.pdf</a:t>
            </a:r>
          </a:p>
          <a:p>
            <a:r>
              <a:rPr lang="ko-KR">
                <a:ea typeface="맑은 고딕"/>
              </a:rPr>
              <a:t>[S6] </a:t>
            </a:r>
            <a:r>
              <a:rPr lang="ko-KR" err="1">
                <a:ea typeface="맑은 고딕"/>
              </a:rPr>
              <a:t>Somansa</a:t>
            </a:r>
            <a:r>
              <a:rPr lang="ko-KR">
                <a:ea typeface="맑은 고딕"/>
              </a:rPr>
              <a:t>, Server-</a:t>
            </a:r>
            <a:r>
              <a:rPr lang="ko-KR" err="1">
                <a:ea typeface="맑은 고딕"/>
              </a:rPr>
              <a:t>i</a:t>
            </a:r>
            <a:r>
              <a:rPr lang="ko-KR">
                <a:ea typeface="맑은 고딕"/>
              </a:rPr>
              <a:t> </a:t>
            </a:r>
            <a:r>
              <a:rPr lang="ko-KR" err="1">
                <a:ea typeface="맑은 고딕"/>
              </a:rPr>
              <a:t>product</a:t>
            </a:r>
            <a:r>
              <a:rPr lang="ko-KR">
                <a:ea typeface="맑은 고딕"/>
              </a:rPr>
              <a:t> </a:t>
            </a:r>
            <a:r>
              <a:rPr lang="ko-KR" err="1">
                <a:ea typeface="맑은 고딕"/>
              </a:rPr>
              <a:t>brochure</a:t>
            </a:r>
            <a:r>
              <a:rPr lang="ko-KR">
                <a:ea typeface="맑은 고딕"/>
              </a:rPr>
              <a:t> (2025 PDF)</a:t>
            </a:r>
          </a:p>
          <a:p>
            <a:r>
              <a:rPr lang="ko-KR">
                <a:hlinkClick r:id="rId3"/>
              </a:rPr>
              <a:t>https://www.somansa.com/wp-content/uploads/2025/08/</a:t>
            </a:r>
            <a:r>
              <a:rPr lang="ko-KR"/>
              <a:t>소만사-종합브로셔_Server-i.pdf</a:t>
            </a:r>
          </a:p>
          <a:p>
            <a:r>
              <a:rPr lang="ko-KR">
                <a:ea typeface="맑은 고딕"/>
              </a:rPr>
              <a:t>[S7] </a:t>
            </a:r>
            <a:r>
              <a:rPr lang="ko-KR" err="1">
                <a:ea typeface="맑은 고딕"/>
              </a:rPr>
              <a:t>Somansa</a:t>
            </a:r>
            <a:r>
              <a:rPr lang="ko-KR">
                <a:ea typeface="맑은 고딕"/>
              </a:rPr>
              <a:t>, </a:t>
            </a:r>
            <a:r>
              <a:rPr lang="ko-KR" err="1">
                <a:ea typeface="맑은 고딕"/>
              </a:rPr>
              <a:t>English</a:t>
            </a:r>
            <a:r>
              <a:rPr lang="ko-KR">
                <a:ea typeface="맑은 고딕"/>
              </a:rPr>
              <a:t> </a:t>
            </a:r>
            <a:r>
              <a:rPr lang="ko-KR" err="1">
                <a:ea typeface="맑은 고딕"/>
              </a:rPr>
              <a:t>product</a:t>
            </a:r>
            <a:r>
              <a:rPr lang="ko-KR">
                <a:ea typeface="맑은 고딕"/>
              </a:rPr>
              <a:t> </a:t>
            </a:r>
            <a:r>
              <a:rPr lang="ko-KR" err="1">
                <a:ea typeface="맑은 고딕"/>
              </a:rPr>
              <a:t>brochure</a:t>
            </a:r>
            <a:r>
              <a:rPr lang="ko-KR">
                <a:ea typeface="맑은 고딕"/>
              </a:rPr>
              <a:t>, </a:t>
            </a:r>
            <a:r>
              <a:rPr lang="ko-KR" err="1">
                <a:ea typeface="맑은 고딕"/>
              </a:rPr>
              <a:t>Privacy-i</a:t>
            </a:r>
            <a:r>
              <a:rPr lang="ko-KR">
                <a:ea typeface="맑은 고딕"/>
              </a:rPr>
              <a:t> and Server-</a:t>
            </a:r>
            <a:r>
              <a:rPr lang="ko-KR" err="1">
                <a:ea typeface="맑은 고딕"/>
              </a:rPr>
              <a:t>i</a:t>
            </a:r>
          </a:p>
          <a:p>
            <a:r>
              <a:rPr lang="ko-KR">
                <a:hlinkClick r:id="rId6"/>
              </a:rPr>
              <a:t>https://www.somansa.com/wp-content/uploads/2025/07/EN-</a:t>
            </a:r>
            <a:r>
              <a:rPr lang="ko-KR"/>
              <a:t>영문-종합브로셔-3.pdf</a:t>
            </a:r>
          </a:p>
          <a:p>
            <a:r>
              <a:rPr lang="ko-KR">
                <a:ea typeface="맑은 고딕"/>
              </a:rPr>
              <a:t>[S10] NAVER </a:t>
            </a:r>
            <a:r>
              <a:rPr lang="ko-KR" err="1">
                <a:ea typeface="맑은 고딕"/>
              </a:rPr>
              <a:t>Cloud</a:t>
            </a:r>
            <a:r>
              <a:rPr lang="ko-KR">
                <a:ea typeface="맑은 고딕"/>
              </a:rPr>
              <a:t> </a:t>
            </a:r>
            <a:r>
              <a:rPr lang="ko-KR" err="1">
                <a:ea typeface="맑은 고딕"/>
              </a:rPr>
              <a:t>official</a:t>
            </a:r>
            <a:r>
              <a:rPr lang="ko-KR">
                <a:ea typeface="맑은 고딕"/>
              </a:rPr>
              <a:t> </a:t>
            </a:r>
            <a:r>
              <a:rPr lang="ko-KR" err="1">
                <a:ea typeface="맑은 고딕"/>
              </a:rPr>
              <a:t>marketplace</a:t>
            </a:r>
            <a:r>
              <a:rPr lang="ko-KR">
                <a:ea typeface="맑은 고딕"/>
              </a:rPr>
              <a:t>, </a:t>
            </a:r>
            <a:r>
              <a:rPr lang="ko-KR" err="1">
                <a:ea typeface="맑은 고딕"/>
              </a:rPr>
              <a:t>Privacy-i</a:t>
            </a:r>
            <a:r>
              <a:rPr lang="ko-KR">
                <a:ea typeface="맑은 고딕"/>
              </a:rPr>
              <a:t> </a:t>
            </a:r>
            <a:r>
              <a:rPr lang="ko-KR" err="1">
                <a:ea typeface="맑은 고딕"/>
              </a:rPr>
              <a:t>Cloud</a:t>
            </a:r>
            <a:r>
              <a:rPr lang="ko-KR">
                <a:ea typeface="맑은 고딕"/>
              </a:rPr>
              <a:t>, </a:t>
            </a:r>
            <a:r>
              <a:rPr lang="ko-KR" err="1">
                <a:ea typeface="맑은 고딕"/>
              </a:rPr>
              <a:t>seller</a:t>
            </a:r>
            <a:r>
              <a:rPr lang="ko-KR">
                <a:ea typeface="맑은 고딕"/>
              </a:rPr>
              <a:t> </a:t>
            </a:r>
            <a:r>
              <a:rPr lang="ko-KR" err="1">
                <a:ea typeface="맑은 고딕"/>
              </a:rPr>
              <a:t>Somansa</a:t>
            </a:r>
          </a:p>
          <a:p>
            <a:r>
              <a:rPr lang="ko-KR">
                <a:hlinkClick r:id="rId7"/>
              </a:rPr>
              <a:t>https://www.ncloud.com/marketplace/privacy-i</a:t>
            </a:r>
            <a:endParaRPr lang="ko-KR"/>
          </a:p>
          <a:p>
            <a:r>
              <a:rPr lang="ko-KR">
                <a:ea typeface="맑은 고딕"/>
              </a:rPr>
              <a:t>[S14] </a:t>
            </a:r>
            <a:r>
              <a:rPr lang="ko-KR" err="1">
                <a:ea typeface="맑은 고딕"/>
              </a:rPr>
              <a:t>Somansa</a:t>
            </a:r>
            <a:r>
              <a:rPr lang="ko-KR">
                <a:ea typeface="맑은 고딕"/>
              </a:rPr>
              <a:t>, </a:t>
            </a:r>
            <a:r>
              <a:rPr lang="ko-KR" err="1">
                <a:ea typeface="맑은 고딕"/>
              </a:rPr>
              <a:t>WebKeeper</a:t>
            </a:r>
            <a:r>
              <a:rPr lang="ko-KR">
                <a:ea typeface="맑은 고딕"/>
              </a:rPr>
              <a:t> AI DLP </a:t>
            </a:r>
            <a:r>
              <a:rPr lang="ko-KR" err="1">
                <a:ea typeface="맑은 고딕"/>
              </a:rPr>
              <a:t>brochure</a:t>
            </a:r>
            <a:r>
              <a:rPr lang="ko-KR">
                <a:ea typeface="맑은 고딕"/>
              </a:rPr>
              <a:t>, 2026-07-27 (</a:t>
            </a:r>
            <a:r>
              <a:rPr lang="ko-KR" err="1">
                <a:ea typeface="맑은 고딕"/>
              </a:rPr>
              <a:t>official</a:t>
            </a:r>
            <a:r>
              <a:rPr lang="ko-KR">
                <a:ea typeface="맑은 고딕"/>
              </a:rPr>
              <a:t> </a:t>
            </a:r>
            <a:r>
              <a:rPr lang="ko-KR" err="1">
                <a:ea typeface="맑은 고딕"/>
              </a:rPr>
              <a:t>indexed</a:t>
            </a:r>
            <a:r>
              <a:rPr lang="ko-KR">
                <a:ea typeface="맑은 고딕"/>
              </a:rPr>
              <a:t> </a:t>
            </a:r>
            <a:r>
              <a:rPr lang="ko-KR" err="1">
                <a:ea typeface="맑은 고딕"/>
              </a:rPr>
              <a:t>text</a:t>
            </a:r>
            <a:r>
              <a:rPr lang="ko-KR">
                <a:ea typeface="맑은 고딕"/>
              </a:rPr>
              <a:t>)</a:t>
            </a:r>
          </a:p>
          <a:p>
            <a:r>
              <a:rPr lang="ko-KR">
                <a:hlinkClick r:id="rId8"/>
              </a:rPr>
              <a:t>https://www.somansa.com/wp-content/uploads/2026/07/</a:t>
            </a:r>
            <a:r>
              <a:rPr lang="ko-KR"/>
              <a:t>소만사-WebKeeper-AI-DLP_20260727.pdf</a:t>
            </a:r>
          </a:p>
          <a:p>
            <a:r>
              <a:rPr lang="ko-KR">
                <a:ea typeface="맑은 고딕"/>
              </a:rPr>
              <a:t>[S15] </a:t>
            </a:r>
            <a:r>
              <a:rPr lang="ko-KR" err="1">
                <a:ea typeface="맑은 고딕"/>
              </a:rPr>
              <a:t>Somansa</a:t>
            </a:r>
            <a:r>
              <a:rPr lang="ko-KR">
                <a:ea typeface="맑은 고딕"/>
              </a:rPr>
              <a:t>, </a:t>
            </a:r>
            <a:r>
              <a:rPr lang="ko-KR" err="1">
                <a:ea typeface="맑은 고딕"/>
              </a:rPr>
              <a:t>official</a:t>
            </a:r>
            <a:r>
              <a:rPr lang="ko-KR">
                <a:ea typeface="맑은 고딕"/>
              </a:rPr>
              <a:t> </a:t>
            </a:r>
            <a:r>
              <a:rPr lang="ko-KR" err="1">
                <a:ea typeface="맑은 고딕"/>
              </a:rPr>
              <a:t>press</a:t>
            </a:r>
            <a:r>
              <a:rPr lang="ko-KR">
                <a:ea typeface="맑은 고딕"/>
              </a:rPr>
              <a:t> </a:t>
            </a:r>
            <a:r>
              <a:rPr lang="ko-KR" err="1">
                <a:ea typeface="맑은 고딕"/>
              </a:rPr>
              <a:t>index</a:t>
            </a:r>
            <a:r>
              <a:rPr lang="ko-KR">
                <a:ea typeface="맑은 고딕"/>
              </a:rPr>
              <a:t>, </a:t>
            </a:r>
            <a:r>
              <a:rPr lang="ko-KR" err="1">
                <a:ea typeface="맑은 고딕"/>
              </a:rPr>
              <a:t>Privacy-i</a:t>
            </a:r>
            <a:r>
              <a:rPr lang="ko-KR">
                <a:ea typeface="맑은 고딕"/>
              </a:rPr>
              <a:t> AIDR </a:t>
            </a:r>
            <a:r>
              <a:rPr lang="ko-KR" err="1">
                <a:ea typeface="맑은 고딕"/>
              </a:rPr>
              <a:t>announcement</a:t>
            </a:r>
            <a:r>
              <a:rPr lang="ko-KR">
                <a:ea typeface="맑은 고딕"/>
              </a:rPr>
              <a:t> (2026)</a:t>
            </a:r>
          </a:p>
          <a:p>
            <a:r>
              <a:rPr lang="ko-KR">
                <a:hlinkClick r:id="rId9"/>
              </a:rPr>
              <a:t>https://www.somansa.com/news_event_categories/press/</a:t>
            </a:r>
            <a:endParaRPr lang="ko-KR"/>
          </a:p>
          <a:p>
            <a:r>
              <a:rPr lang="ko-KR">
                <a:ea typeface="맑은 고딕"/>
              </a:rPr>
              <a:t>[S16] </a:t>
            </a:r>
            <a:r>
              <a:rPr lang="ko-KR" err="1">
                <a:ea typeface="맑은 고딕"/>
              </a:rPr>
              <a:t>Somansa</a:t>
            </a:r>
            <a:r>
              <a:rPr lang="ko-KR">
                <a:ea typeface="맑은 고딕"/>
              </a:rPr>
              <a:t>, </a:t>
            </a:r>
            <a:r>
              <a:rPr lang="ko-KR" err="1">
                <a:ea typeface="맑은 고딕"/>
              </a:rPr>
              <a:t>Mail-i</a:t>
            </a:r>
            <a:r>
              <a:rPr lang="ko-KR">
                <a:ea typeface="맑은 고딕"/>
              </a:rPr>
              <a:t> </a:t>
            </a:r>
            <a:r>
              <a:rPr lang="ko-KR" err="1">
                <a:ea typeface="맑은 고딕"/>
              </a:rPr>
              <a:t>English</a:t>
            </a:r>
            <a:r>
              <a:rPr lang="ko-KR">
                <a:ea typeface="맑은 고딕"/>
              </a:rPr>
              <a:t> </a:t>
            </a:r>
            <a:r>
              <a:rPr lang="ko-KR" err="1">
                <a:ea typeface="맑은 고딕"/>
              </a:rPr>
              <a:t>brochure</a:t>
            </a:r>
            <a:r>
              <a:rPr lang="ko-KR">
                <a:ea typeface="맑은 고딕"/>
              </a:rPr>
              <a:t>, </a:t>
            </a:r>
            <a:r>
              <a:rPr lang="ko-KR" err="1">
                <a:ea typeface="맑은 고딕"/>
              </a:rPr>
              <a:t>uploaded</a:t>
            </a:r>
            <a:r>
              <a:rPr lang="ko-KR">
                <a:ea typeface="맑은 고딕"/>
              </a:rPr>
              <a:t> </a:t>
            </a:r>
            <a:r>
              <a:rPr lang="ko-KR" err="1">
                <a:ea typeface="맑은 고딕"/>
              </a:rPr>
              <a:t>four-page</a:t>
            </a:r>
            <a:r>
              <a:rPr lang="ko-KR">
                <a:ea typeface="맑은 고딕"/>
              </a:rPr>
              <a:t> PDF, </a:t>
            </a:r>
            <a:r>
              <a:rPr lang="ko-KR" err="1">
                <a:ea typeface="맑은 고딕"/>
              </a:rPr>
              <a:t>pp</a:t>
            </a:r>
            <a:r>
              <a:rPr lang="ko-KR">
                <a:ea typeface="맑은 고딕"/>
              </a:rPr>
              <a:t>. 2-4</a:t>
            </a:r>
          </a:p>
          <a:p>
            <a:r>
              <a:rPr lang="ko-KR">
                <a:hlinkClick r:id="rId10"/>
              </a:rPr>
              <a:t>https://www.somansa.com/wp-content/uploads/2025/07/EN-Mail-i-DLP.pdf</a:t>
            </a:r>
            <a:endParaRPr lang="ko-KR"/>
          </a:p>
          <a:p>
            <a:r>
              <a:rPr lang="ko-KR">
                <a:ea typeface="맑은 고딕"/>
              </a:rPr>
              <a:t>[S17] </a:t>
            </a:r>
            <a:r>
              <a:rPr lang="ko-KR" err="1">
                <a:ea typeface="맑은 고딕"/>
              </a:rPr>
              <a:t>Somansa</a:t>
            </a:r>
            <a:r>
              <a:rPr lang="ko-KR">
                <a:ea typeface="맑은 고딕"/>
              </a:rPr>
              <a:t>, </a:t>
            </a:r>
            <a:r>
              <a:rPr lang="ko-KR" err="1">
                <a:ea typeface="맑은 고딕"/>
              </a:rPr>
              <a:t>English</a:t>
            </a:r>
            <a:r>
              <a:rPr lang="ko-KR">
                <a:ea typeface="맑은 고딕"/>
              </a:rPr>
              <a:t> </a:t>
            </a:r>
            <a:r>
              <a:rPr lang="ko-KR" err="1">
                <a:ea typeface="맑은 고딕"/>
              </a:rPr>
              <a:t>homepage</a:t>
            </a:r>
            <a:r>
              <a:rPr lang="ko-KR">
                <a:ea typeface="맑은 고딕"/>
              </a:rPr>
              <a:t>, AIDR </a:t>
            </a:r>
            <a:r>
              <a:rPr lang="ko-KR" err="1">
                <a:ea typeface="맑은 고딕"/>
              </a:rPr>
              <a:t>availability</a:t>
            </a:r>
            <a:r>
              <a:rPr lang="ko-KR">
                <a:ea typeface="맑은 고딕"/>
              </a:rPr>
              <a:t> </a:t>
            </a:r>
            <a:r>
              <a:rPr lang="ko-KR" err="1">
                <a:ea typeface="맑은 고딕"/>
              </a:rPr>
              <a:t>wording</a:t>
            </a:r>
          </a:p>
          <a:p>
            <a:r>
              <a:rPr lang="ko-KR">
                <a:hlinkClick r:id="rId11"/>
              </a:rPr>
              <a:t>https://www.somansa.com/</a:t>
            </a:r>
            <a:endParaRPr lang="ko-KR"/>
          </a:p>
          <a:p>
            <a:endParaRPr lang="en-US" altLang="ko-KR">
              <a:latin typeface="Calibri"/>
              <a:ea typeface="Calibri"/>
              <a:cs typeface="Calibri"/>
            </a:endParaRPr>
          </a:p>
        </p:txBody>
      </p:sp>
      <p:sp>
        <p:nvSpPr>
          <p:cNvPr id="4" name="슬라이드 번호 개체 틀 3">
            <a:extLst>
              <a:ext uri="{FF2B5EF4-FFF2-40B4-BE49-F238E27FC236}">
                <a16:creationId xmlns:a16="http://schemas.microsoft.com/office/drawing/2014/main" id="{65825179-F360-8CD5-1BAA-8A85A90FFFE0}"/>
              </a:ext>
            </a:extLst>
          </p:cNvPr>
          <p:cNvSpPr>
            <a:spLocks noGrp="1"/>
          </p:cNvSpPr>
          <p:nvPr>
            <p:ph type="sldNum" sz="quarter" idx="5"/>
          </p:nvPr>
        </p:nvSpPr>
        <p:spPr/>
        <p:txBody>
          <a:bodyPr/>
          <a:lstStyle/>
          <a:p>
            <a:fld id="{2B4D4D96-940C-4183-92F1-CDDC2839BE9F}" type="slidenum">
              <a:rPr lang="ko-KR" altLang="en-US" smtClean="0"/>
              <a:t>15</a:t>
            </a:fld>
            <a:endParaRPr lang="ko-KR" altLang="en-US"/>
          </a:p>
        </p:txBody>
      </p:sp>
    </p:spTree>
    <p:extLst>
      <p:ext uri="{BB962C8B-B14F-4D97-AF65-F5344CB8AC3E}">
        <p14:creationId xmlns:p14="http://schemas.microsoft.com/office/powerpoint/2010/main" val="74784514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16FD81-C089-B2A0-9A7F-BB9A9651B59D}"/>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4A33820A-F6C8-EC3F-6FAB-303A27D21B90}"/>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1116A407-A996-4B4B-C186-02E9274E2B4E}"/>
              </a:ext>
            </a:extLst>
          </p:cNvPr>
          <p:cNvSpPr>
            <a:spLocks noGrp="1"/>
          </p:cNvSpPr>
          <p:nvPr>
            <p:ph type="body" idx="1"/>
          </p:nvPr>
        </p:nvSpPr>
        <p:spPr/>
        <p:txBody>
          <a:bodyPr/>
          <a:lstStyle/>
          <a:p>
            <a:r>
              <a:rPr lang="ko-KR" err="1">
                <a:ea typeface="맑은 고딕"/>
              </a:rPr>
              <a:t>References</a:t>
            </a:r>
            <a:r>
              <a:rPr lang="ko-KR">
                <a:ea typeface="맑은 고딕"/>
              </a:rPr>
              <a:t>:</a:t>
            </a:r>
          </a:p>
          <a:p>
            <a:r>
              <a:rPr lang="ko-KR">
                <a:ea typeface="맑은 고딕"/>
              </a:rPr>
              <a:t>[S1] </a:t>
            </a:r>
            <a:r>
              <a:rPr lang="ko-KR" err="1">
                <a:ea typeface="맑은 고딕"/>
              </a:rPr>
              <a:t>Somansa</a:t>
            </a:r>
            <a:r>
              <a:rPr lang="ko-KR">
                <a:ea typeface="맑은 고딕"/>
              </a:rPr>
              <a:t>, </a:t>
            </a:r>
            <a:r>
              <a:rPr lang="ko-KR" err="1">
                <a:ea typeface="맑은 고딕"/>
              </a:rPr>
              <a:t>Privacy-i</a:t>
            </a:r>
            <a:r>
              <a:rPr lang="ko-KR">
                <a:ea typeface="맑은 고딕"/>
              </a:rPr>
              <a:t> </a:t>
            </a:r>
            <a:r>
              <a:rPr lang="ko-KR" err="1">
                <a:ea typeface="맑은 고딕"/>
              </a:rPr>
              <a:t>product</a:t>
            </a:r>
            <a:r>
              <a:rPr lang="ko-KR">
                <a:ea typeface="맑은 고딕"/>
              </a:rPr>
              <a:t> </a:t>
            </a:r>
            <a:r>
              <a:rPr lang="ko-KR" err="1">
                <a:ea typeface="맑은 고딕"/>
              </a:rPr>
              <a:t>brochure</a:t>
            </a:r>
            <a:r>
              <a:rPr lang="ko-KR">
                <a:ea typeface="맑은 고딕"/>
              </a:rPr>
              <a:t> (2025 PDF)</a:t>
            </a:r>
          </a:p>
          <a:p>
            <a:r>
              <a:rPr lang="ko-KR">
                <a:hlinkClick r:id="rId3"/>
              </a:rPr>
              <a:t>https://www.somansa.com/wp-content/uploads/2025/08/</a:t>
            </a:r>
            <a:r>
              <a:rPr lang="ko-KR"/>
              <a:t>소만사-종합브로셔_Privacy-i.pdf</a:t>
            </a:r>
          </a:p>
          <a:p>
            <a:r>
              <a:rPr lang="ko-KR">
                <a:ea typeface="맑은 고딕"/>
              </a:rPr>
              <a:t>[S2] </a:t>
            </a:r>
            <a:r>
              <a:rPr lang="ko-KR" err="1">
                <a:ea typeface="맑은 고딕"/>
              </a:rPr>
              <a:t>Somansa</a:t>
            </a:r>
            <a:r>
              <a:rPr lang="ko-KR">
                <a:ea typeface="맑은 고딕"/>
              </a:rPr>
              <a:t>, </a:t>
            </a:r>
            <a:r>
              <a:rPr lang="ko-KR" err="1">
                <a:ea typeface="맑은 고딕"/>
              </a:rPr>
              <a:t>Privacy-i</a:t>
            </a:r>
            <a:r>
              <a:rPr lang="ko-KR">
                <a:ea typeface="맑은 고딕"/>
              </a:rPr>
              <a:t> </a:t>
            </a:r>
            <a:r>
              <a:rPr lang="ko-KR" err="1">
                <a:ea typeface="맑은 고딕"/>
              </a:rPr>
              <a:t>brochure</a:t>
            </a:r>
            <a:r>
              <a:rPr lang="ko-KR">
                <a:ea typeface="맑은 고딕"/>
              </a:rPr>
              <a:t> (2024-11 </a:t>
            </a:r>
            <a:r>
              <a:rPr lang="ko-KR" err="1">
                <a:ea typeface="맑은 고딕"/>
              </a:rPr>
              <a:t>revision</a:t>
            </a:r>
            <a:r>
              <a:rPr lang="ko-KR">
                <a:ea typeface="맑은 고딕"/>
              </a:rPr>
              <a:t>)</a:t>
            </a:r>
          </a:p>
          <a:p>
            <a:r>
              <a:rPr lang="ko-KR">
                <a:hlinkClick r:id="rId4"/>
              </a:rPr>
              <a:t>https://www.somansa.com/wp-content/uploads/2024/12/Privacy-i_241105.pdf</a:t>
            </a:r>
            <a:endParaRPr lang="ko-KR"/>
          </a:p>
          <a:p>
            <a:r>
              <a:rPr lang="ko-KR">
                <a:ea typeface="맑은 고딕"/>
              </a:rPr>
              <a:t>[S5] </a:t>
            </a:r>
            <a:r>
              <a:rPr lang="ko-KR" err="1">
                <a:ea typeface="맑은 고딕"/>
              </a:rPr>
              <a:t>Somansa</a:t>
            </a:r>
            <a:r>
              <a:rPr lang="ko-KR">
                <a:ea typeface="맑은 고딕"/>
              </a:rPr>
              <a:t>, </a:t>
            </a:r>
            <a:r>
              <a:rPr lang="ko-KR" err="1">
                <a:ea typeface="맑은 고딕"/>
              </a:rPr>
              <a:t>WebKeeper</a:t>
            </a:r>
            <a:r>
              <a:rPr lang="ko-KR">
                <a:ea typeface="맑은 고딕"/>
              </a:rPr>
              <a:t> AI DLP </a:t>
            </a:r>
            <a:r>
              <a:rPr lang="ko-KR" err="1">
                <a:ea typeface="맑은 고딕"/>
              </a:rPr>
              <a:t>brochure</a:t>
            </a:r>
            <a:r>
              <a:rPr lang="ko-KR">
                <a:ea typeface="맑은 고딕"/>
              </a:rPr>
              <a:t> (2025 PDF)</a:t>
            </a:r>
          </a:p>
          <a:p>
            <a:r>
              <a:rPr lang="ko-KR">
                <a:hlinkClick r:id="rId5"/>
              </a:rPr>
              <a:t>https://www.somansa.com/wp-content/uploads/2025/11/2025_WK-SG-SUITE_20250810_</a:t>
            </a:r>
            <a:r>
              <a:rPr lang="ko-KR"/>
              <a:t>웹전용.pdf</a:t>
            </a:r>
          </a:p>
          <a:p>
            <a:r>
              <a:rPr lang="ko-KR">
                <a:ea typeface="맑은 고딕"/>
              </a:rPr>
              <a:t>[S6] </a:t>
            </a:r>
            <a:r>
              <a:rPr lang="ko-KR" err="1">
                <a:ea typeface="맑은 고딕"/>
              </a:rPr>
              <a:t>Somansa</a:t>
            </a:r>
            <a:r>
              <a:rPr lang="ko-KR">
                <a:ea typeface="맑은 고딕"/>
              </a:rPr>
              <a:t>, Server-</a:t>
            </a:r>
            <a:r>
              <a:rPr lang="ko-KR" err="1">
                <a:ea typeface="맑은 고딕"/>
              </a:rPr>
              <a:t>i</a:t>
            </a:r>
            <a:r>
              <a:rPr lang="ko-KR">
                <a:ea typeface="맑은 고딕"/>
              </a:rPr>
              <a:t> </a:t>
            </a:r>
            <a:r>
              <a:rPr lang="ko-KR" err="1">
                <a:ea typeface="맑은 고딕"/>
              </a:rPr>
              <a:t>product</a:t>
            </a:r>
            <a:r>
              <a:rPr lang="ko-KR">
                <a:ea typeface="맑은 고딕"/>
              </a:rPr>
              <a:t> </a:t>
            </a:r>
            <a:r>
              <a:rPr lang="ko-KR" err="1">
                <a:ea typeface="맑은 고딕"/>
              </a:rPr>
              <a:t>brochure</a:t>
            </a:r>
            <a:r>
              <a:rPr lang="ko-KR">
                <a:ea typeface="맑은 고딕"/>
              </a:rPr>
              <a:t> (2025 PDF)</a:t>
            </a:r>
          </a:p>
          <a:p>
            <a:r>
              <a:rPr lang="ko-KR">
                <a:hlinkClick r:id="rId3"/>
              </a:rPr>
              <a:t>https://www.somansa.com/wp-content/uploads/2025/08/</a:t>
            </a:r>
            <a:r>
              <a:rPr lang="ko-KR"/>
              <a:t>소만사-종합브로셔_Server-i.pdf</a:t>
            </a:r>
          </a:p>
          <a:p>
            <a:r>
              <a:rPr lang="ko-KR">
                <a:ea typeface="맑은 고딕"/>
              </a:rPr>
              <a:t>[S7] </a:t>
            </a:r>
            <a:r>
              <a:rPr lang="ko-KR" err="1">
                <a:ea typeface="맑은 고딕"/>
              </a:rPr>
              <a:t>Somansa</a:t>
            </a:r>
            <a:r>
              <a:rPr lang="ko-KR">
                <a:ea typeface="맑은 고딕"/>
              </a:rPr>
              <a:t>, </a:t>
            </a:r>
            <a:r>
              <a:rPr lang="ko-KR" err="1">
                <a:ea typeface="맑은 고딕"/>
              </a:rPr>
              <a:t>English</a:t>
            </a:r>
            <a:r>
              <a:rPr lang="ko-KR">
                <a:ea typeface="맑은 고딕"/>
              </a:rPr>
              <a:t> </a:t>
            </a:r>
            <a:r>
              <a:rPr lang="ko-KR" err="1">
                <a:ea typeface="맑은 고딕"/>
              </a:rPr>
              <a:t>product</a:t>
            </a:r>
            <a:r>
              <a:rPr lang="ko-KR">
                <a:ea typeface="맑은 고딕"/>
              </a:rPr>
              <a:t> </a:t>
            </a:r>
            <a:r>
              <a:rPr lang="ko-KR" err="1">
                <a:ea typeface="맑은 고딕"/>
              </a:rPr>
              <a:t>brochure</a:t>
            </a:r>
            <a:r>
              <a:rPr lang="ko-KR">
                <a:ea typeface="맑은 고딕"/>
              </a:rPr>
              <a:t>, </a:t>
            </a:r>
            <a:r>
              <a:rPr lang="ko-KR" err="1">
                <a:ea typeface="맑은 고딕"/>
              </a:rPr>
              <a:t>Privacy-i</a:t>
            </a:r>
            <a:r>
              <a:rPr lang="ko-KR">
                <a:ea typeface="맑은 고딕"/>
              </a:rPr>
              <a:t> and Server-</a:t>
            </a:r>
            <a:r>
              <a:rPr lang="ko-KR" err="1">
                <a:ea typeface="맑은 고딕"/>
              </a:rPr>
              <a:t>i</a:t>
            </a:r>
          </a:p>
          <a:p>
            <a:r>
              <a:rPr lang="ko-KR">
                <a:hlinkClick r:id="rId6"/>
              </a:rPr>
              <a:t>https://www.somansa.com/wp-content/uploads/2025/07/EN-</a:t>
            </a:r>
            <a:r>
              <a:rPr lang="ko-KR"/>
              <a:t>영문-종합브로셔-3.pdf</a:t>
            </a:r>
          </a:p>
          <a:p>
            <a:r>
              <a:rPr lang="ko-KR">
                <a:ea typeface="맑은 고딕"/>
              </a:rPr>
              <a:t>[S10] NAVER </a:t>
            </a:r>
            <a:r>
              <a:rPr lang="ko-KR" err="1">
                <a:ea typeface="맑은 고딕"/>
              </a:rPr>
              <a:t>Cloud</a:t>
            </a:r>
            <a:r>
              <a:rPr lang="ko-KR">
                <a:ea typeface="맑은 고딕"/>
              </a:rPr>
              <a:t> </a:t>
            </a:r>
            <a:r>
              <a:rPr lang="ko-KR" err="1">
                <a:ea typeface="맑은 고딕"/>
              </a:rPr>
              <a:t>official</a:t>
            </a:r>
            <a:r>
              <a:rPr lang="ko-KR">
                <a:ea typeface="맑은 고딕"/>
              </a:rPr>
              <a:t> </a:t>
            </a:r>
            <a:r>
              <a:rPr lang="ko-KR" err="1">
                <a:ea typeface="맑은 고딕"/>
              </a:rPr>
              <a:t>marketplace</a:t>
            </a:r>
            <a:r>
              <a:rPr lang="ko-KR">
                <a:ea typeface="맑은 고딕"/>
              </a:rPr>
              <a:t>, </a:t>
            </a:r>
            <a:r>
              <a:rPr lang="ko-KR" err="1">
                <a:ea typeface="맑은 고딕"/>
              </a:rPr>
              <a:t>Privacy-i</a:t>
            </a:r>
            <a:r>
              <a:rPr lang="ko-KR">
                <a:ea typeface="맑은 고딕"/>
              </a:rPr>
              <a:t> </a:t>
            </a:r>
            <a:r>
              <a:rPr lang="ko-KR" err="1">
                <a:ea typeface="맑은 고딕"/>
              </a:rPr>
              <a:t>Cloud</a:t>
            </a:r>
            <a:r>
              <a:rPr lang="ko-KR">
                <a:ea typeface="맑은 고딕"/>
              </a:rPr>
              <a:t>, </a:t>
            </a:r>
            <a:r>
              <a:rPr lang="ko-KR" err="1">
                <a:ea typeface="맑은 고딕"/>
              </a:rPr>
              <a:t>seller</a:t>
            </a:r>
            <a:r>
              <a:rPr lang="ko-KR">
                <a:ea typeface="맑은 고딕"/>
              </a:rPr>
              <a:t> </a:t>
            </a:r>
            <a:r>
              <a:rPr lang="ko-KR" err="1">
                <a:ea typeface="맑은 고딕"/>
              </a:rPr>
              <a:t>Somansa</a:t>
            </a:r>
          </a:p>
          <a:p>
            <a:r>
              <a:rPr lang="ko-KR">
                <a:hlinkClick r:id="rId7"/>
              </a:rPr>
              <a:t>https://www.ncloud.com/marketplace/privacy-i</a:t>
            </a:r>
            <a:endParaRPr lang="ko-KR"/>
          </a:p>
          <a:p>
            <a:r>
              <a:rPr lang="ko-KR">
                <a:ea typeface="맑은 고딕"/>
              </a:rPr>
              <a:t>[S14] </a:t>
            </a:r>
            <a:r>
              <a:rPr lang="ko-KR" err="1">
                <a:ea typeface="맑은 고딕"/>
              </a:rPr>
              <a:t>Somansa</a:t>
            </a:r>
            <a:r>
              <a:rPr lang="ko-KR">
                <a:ea typeface="맑은 고딕"/>
              </a:rPr>
              <a:t>, </a:t>
            </a:r>
            <a:r>
              <a:rPr lang="ko-KR" err="1">
                <a:ea typeface="맑은 고딕"/>
              </a:rPr>
              <a:t>WebKeeper</a:t>
            </a:r>
            <a:r>
              <a:rPr lang="ko-KR">
                <a:ea typeface="맑은 고딕"/>
              </a:rPr>
              <a:t> AI DLP </a:t>
            </a:r>
            <a:r>
              <a:rPr lang="ko-KR" err="1">
                <a:ea typeface="맑은 고딕"/>
              </a:rPr>
              <a:t>brochure</a:t>
            </a:r>
            <a:r>
              <a:rPr lang="ko-KR">
                <a:ea typeface="맑은 고딕"/>
              </a:rPr>
              <a:t>, 2026-07-27 (</a:t>
            </a:r>
            <a:r>
              <a:rPr lang="ko-KR" err="1">
                <a:ea typeface="맑은 고딕"/>
              </a:rPr>
              <a:t>official</a:t>
            </a:r>
            <a:r>
              <a:rPr lang="ko-KR">
                <a:ea typeface="맑은 고딕"/>
              </a:rPr>
              <a:t> </a:t>
            </a:r>
            <a:r>
              <a:rPr lang="ko-KR" err="1">
                <a:ea typeface="맑은 고딕"/>
              </a:rPr>
              <a:t>indexed</a:t>
            </a:r>
            <a:r>
              <a:rPr lang="ko-KR">
                <a:ea typeface="맑은 고딕"/>
              </a:rPr>
              <a:t> </a:t>
            </a:r>
            <a:r>
              <a:rPr lang="ko-KR" err="1">
                <a:ea typeface="맑은 고딕"/>
              </a:rPr>
              <a:t>text</a:t>
            </a:r>
            <a:r>
              <a:rPr lang="ko-KR">
                <a:ea typeface="맑은 고딕"/>
              </a:rPr>
              <a:t>)</a:t>
            </a:r>
          </a:p>
          <a:p>
            <a:r>
              <a:rPr lang="ko-KR">
                <a:hlinkClick r:id="rId8"/>
              </a:rPr>
              <a:t>https://www.somansa.com/wp-content/uploads/2026/07/</a:t>
            </a:r>
            <a:r>
              <a:rPr lang="ko-KR"/>
              <a:t>소만사-WebKeeper-AI-DLP_20260727.pdf</a:t>
            </a:r>
          </a:p>
          <a:p>
            <a:r>
              <a:rPr lang="ko-KR">
                <a:ea typeface="맑은 고딕"/>
              </a:rPr>
              <a:t>[S15] </a:t>
            </a:r>
            <a:r>
              <a:rPr lang="ko-KR" err="1">
                <a:ea typeface="맑은 고딕"/>
              </a:rPr>
              <a:t>Somansa</a:t>
            </a:r>
            <a:r>
              <a:rPr lang="ko-KR">
                <a:ea typeface="맑은 고딕"/>
              </a:rPr>
              <a:t>, </a:t>
            </a:r>
            <a:r>
              <a:rPr lang="ko-KR" err="1">
                <a:ea typeface="맑은 고딕"/>
              </a:rPr>
              <a:t>official</a:t>
            </a:r>
            <a:r>
              <a:rPr lang="ko-KR">
                <a:ea typeface="맑은 고딕"/>
              </a:rPr>
              <a:t> </a:t>
            </a:r>
            <a:r>
              <a:rPr lang="ko-KR" err="1">
                <a:ea typeface="맑은 고딕"/>
              </a:rPr>
              <a:t>press</a:t>
            </a:r>
            <a:r>
              <a:rPr lang="ko-KR">
                <a:ea typeface="맑은 고딕"/>
              </a:rPr>
              <a:t> </a:t>
            </a:r>
            <a:r>
              <a:rPr lang="ko-KR" err="1">
                <a:ea typeface="맑은 고딕"/>
              </a:rPr>
              <a:t>index</a:t>
            </a:r>
            <a:r>
              <a:rPr lang="ko-KR">
                <a:ea typeface="맑은 고딕"/>
              </a:rPr>
              <a:t>, </a:t>
            </a:r>
            <a:r>
              <a:rPr lang="ko-KR" err="1">
                <a:ea typeface="맑은 고딕"/>
              </a:rPr>
              <a:t>Privacy-i</a:t>
            </a:r>
            <a:r>
              <a:rPr lang="ko-KR">
                <a:ea typeface="맑은 고딕"/>
              </a:rPr>
              <a:t> AIDR </a:t>
            </a:r>
            <a:r>
              <a:rPr lang="ko-KR" err="1">
                <a:ea typeface="맑은 고딕"/>
              </a:rPr>
              <a:t>announcement</a:t>
            </a:r>
            <a:r>
              <a:rPr lang="ko-KR">
                <a:ea typeface="맑은 고딕"/>
              </a:rPr>
              <a:t> (2026)</a:t>
            </a:r>
          </a:p>
          <a:p>
            <a:r>
              <a:rPr lang="ko-KR">
                <a:hlinkClick r:id="rId9"/>
              </a:rPr>
              <a:t>https://www.somansa.com/news_event_categories/press/</a:t>
            </a:r>
            <a:endParaRPr lang="ko-KR"/>
          </a:p>
          <a:p>
            <a:r>
              <a:rPr lang="ko-KR">
                <a:ea typeface="맑은 고딕"/>
              </a:rPr>
              <a:t>[S16] </a:t>
            </a:r>
            <a:r>
              <a:rPr lang="ko-KR" err="1">
                <a:ea typeface="맑은 고딕"/>
              </a:rPr>
              <a:t>Somansa</a:t>
            </a:r>
            <a:r>
              <a:rPr lang="ko-KR">
                <a:ea typeface="맑은 고딕"/>
              </a:rPr>
              <a:t>, </a:t>
            </a:r>
            <a:r>
              <a:rPr lang="ko-KR" err="1">
                <a:ea typeface="맑은 고딕"/>
              </a:rPr>
              <a:t>Mail-i</a:t>
            </a:r>
            <a:r>
              <a:rPr lang="ko-KR">
                <a:ea typeface="맑은 고딕"/>
              </a:rPr>
              <a:t> </a:t>
            </a:r>
            <a:r>
              <a:rPr lang="ko-KR" err="1">
                <a:ea typeface="맑은 고딕"/>
              </a:rPr>
              <a:t>English</a:t>
            </a:r>
            <a:r>
              <a:rPr lang="ko-KR">
                <a:ea typeface="맑은 고딕"/>
              </a:rPr>
              <a:t> </a:t>
            </a:r>
            <a:r>
              <a:rPr lang="ko-KR" err="1">
                <a:ea typeface="맑은 고딕"/>
              </a:rPr>
              <a:t>brochure</a:t>
            </a:r>
            <a:r>
              <a:rPr lang="ko-KR">
                <a:ea typeface="맑은 고딕"/>
              </a:rPr>
              <a:t>, </a:t>
            </a:r>
            <a:r>
              <a:rPr lang="ko-KR" err="1">
                <a:ea typeface="맑은 고딕"/>
              </a:rPr>
              <a:t>uploaded</a:t>
            </a:r>
            <a:r>
              <a:rPr lang="ko-KR">
                <a:ea typeface="맑은 고딕"/>
              </a:rPr>
              <a:t> </a:t>
            </a:r>
            <a:r>
              <a:rPr lang="ko-KR" err="1">
                <a:ea typeface="맑은 고딕"/>
              </a:rPr>
              <a:t>four-page</a:t>
            </a:r>
            <a:r>
              <a:rPr lang="ko-KR">
                <a:ea typeface="맑은 고딕"/>
              </a:rPr>
              <a:t> PDF, </a:t>
            </a:r>
            <a:r>
              <a:rPr lang="ko-KR" err="1">
                <a:ea typeface="맑은 고딕"/>
              </a:rPr>
              <a:t>pp</a:t>
            </a:r>
            <a:r>
              <a:rPr lang="ko-KR">
                <a:ea typeface="맑은 고딕"/>
              </a:rPr>
              <a:t>. 2-4</a:t>
            </a:r>
          </a:p>
          <a:p>
            <a:r>
              <a:rPr lang="ko-KR">
                <a:hlinkClick r:id="rId10"/>
              </a:rPr>
              <a:t>https://www.somansa.com/wp-content/uploads/2025/07/EN-Mail-i-DLP.pdf</a:t>
            </a:r>
            <a:endParaRPr lang="ko-KR"/>
          </a:p>
          <a:p>
            <a:r>
              <a:rPr lang="ko-KR">
                <a:ea typeface="맑은 고딕"/>
              </a:rPr>
              <a:t>[S17] </a:t>
            </a:r>
            <a:r>
              <a:rPr lang="ko-KR" err="1">
                <a:ea typeface="맑은 고딕"/>
              </a:rPr>
              <a:t>Somansa</a:t>
            </a:r>
            <a:r>
              <a:rPr lang="ko-KR">
                <a:ea typeface="맑은 고딕"/>
              </a:rPr>
              <a:t>, </a:t>
            </a:r>
            <a:r>
              <a:rPr lang="ko-KR" err="1">
                <a:ea typeface="맑은 고딕"/>
              </a:rPr>
              <a:t>English</a:t>
            </a:r>
            <a:r>
              <a:rPr lang="ko-KR">
                <a:ea typeface="맑은 고딕"/>
              </a:rPr>
              <a:t> </a:t>
            </a:r>
            <a:r>
              <a:rPr lang="ko-KR" err="1">
                <a:ea typeface="맑은 고딕"/>
              </a:rPr>
              <a:t>homepage</a:t>
            </a:r>
            <a:r>
              <a:rPr lang="ko-KR">
                <a:ea typeface="맑은 고딕"/>
              </a:rPr>
              <a:t>, AIDR </a:t>
            </a:r>
            <a:r>
              <a:rPr lang="ko-KR" err="1">
                <a:ea typeface="맑은 고딕"/>
              </a:rPr>
              <a:t>availability</a:t>
            </a:r>
            <a:r>
              <a:rPr lang="ko-KR">
                <a:ea typeface="맑은 고딕"/>
              </a:rPr>
              <a:t> </a:t>
            </a:r>
            <a:r>
              <a:rPr lang="ko-KR" err="1">
                <a:ea typeface="맑은 고딕"/>
              </a:rPr>
              <a:t>wording</a:t>
            </a:r>
          </a:p>
          <a:p>
            <a:r>
              <a:rPr lang="ko-KR">
                <a:hlinkClick r:id="rId11"/>
              </a:rPr>
              <a:t>https://www.somansa.com/</a:t>
            </a:r>
            <a:endParaRPr lang="ko-KR"/>
          </a:p>
          <a:p>
            <a:endParaRPr lang="en-US" altLang="ko-KR">
              <a:latin typeface="Calibri"/>
              <a:ea typeface="Calibri"/>
              <a:cs typeface="Calibri"/>
            </a:endParaRPr>
          </a:p>
        </p:txBody>
      </p:sp>
      <p:sp>
        <p:nvSpPr>
          <p:cNvPr id="4" name="슬라이드 번호 개체 틀 3">
            <a:extLst>
              <a:ext uri="{FF2B5EF4-FFF2-40B4-BE49-F238E27FC236}">
                <a16:creationId xmlns:a16="http://schemas.microsoft.com/office/drawing/2014/main" id="{A9314E09-8918-9BC0-47A7-C7EB0CE62178}"/>
              </a:ext>
            </a:extLst>
          </p:cNvPr>
          <p:cNvSpPr>
            <a:spLocks noGrp="1"/>
          </p:cNvSpPr>
          <p:nvPr>
            <p:ph type="sldNum" sz="quarter" idx="5"/>
          </p:nvPr>
        </p:nvSpPr>
        <p:spPr/>
        <p:txBody>
          <a:bodyPr/>
          <a:lstStyle/>
          <a:p>
            <a:fld id="{2B4D4D96-940C-4183-92F1-CDDC2839BE9F}" type="slidenum">
              <a:rPr lang="ko-KR" altLang="en-US" smtClean="0"/>
              <a:t>16</a:t>
            </a:fld>
            <a:endParaRPr lang="ko-KR" altLang="en-US"/>
          </a:p>
        </p:txBody>
      </p:sp>
    </p:spTree>
    <p:extLst>
      <p:ext uri="{BB962C8B-B14F-4D97-AF65-F5344CB8AC3E}">
        <p14:creationId xmlns:p14="http://schemas.microsoft.com/office/powerpoint/2010/main" val="272492017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310621-4F7E-32D2-CD2E-6F307CDC5855}"/>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D6DBAD61-3EF2-5DD3-13C8-FB51CAB8FA6D}"/>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BEFFB031-22B2-36C8-D109-A21F7EFE5515}"/>
              </a:ext>
            </a:extLst>
          </p:cNvPr>
          <p:cNvSpPr>
            <a:spLocks noGrp="1"/>
          </p:cNvSpPr>
          <p:nvPr>
            <p:ph type="body" idx="1"/>
          </p:nvPr>
        </p:nvSpPr>
        <p:spPr/>
        <p:txBody>
          <a:bodyPr/>
          <a:lstStyle/>
          <a:p>
            <a:r>
              <a:rPr lang="ko-KR" err="1">
                <a:ea typeface="맑은 고딕"/>
              </a:rPr>
              <a:t>References</a:t>
            </a:r>
            <a:r>
              <a:rPr lang="ko-KR">
                <a:ea typeface="맑은 고딕"/>
              </a:rPr>
              <a:t>:</a:t>
            </a:r>
          </a:p>
          <a:p>
            <a:r>
              <a:rPr lang="ko-KR">
                <a:ea typeface="맑은 고딕"/>
              </a:rPr>
              <a:t>[S1] </a:t>
            </a:r>
            <a:r>
              <a:rPr lang="ko-KR" err="1">
                <a:ea typeface="맑은 고딕"/>
              </a:rPr>
              <a:t>Somansa</a:t>
            </a:r>
            <a:r>
              <a:rPr lang="ko-KR">
                <a:ea typeface="맑은 고딕"/>
              </a:rPr>
              <a:t>, </a:t>
            </a:r>
            <a:r>
              <a:rPr lang="ko-KR" err="1">
                <a:ea typeface="맑은 고딕"/>
              </a:rPr>
              <a:t>Privacy-i</a:t>
            </a:r>
            <a:r>
              <a:rPr lang="ko-KR">
                <a:ea typeface="맑은 고딕"/>
              </a:rPr>
              <a:t> </a:t>
            </a:r>
            <a:r>
              <a:rPr lang="ko-KR" err="1">
                <a:ea typeface="맑은 고딕"/>
              </a:rPr>
              <a:t>product</a:t>
            </a:r>
            <a:r>
              <a:rPr lang="ko-KR">
                <a:ea typeface="맑은 고딕"/>
              </a:rPr>
              <a:t> </a:t>
            </a:r>
            <a:r>
              <a:rPr lang="ko-KR" err="1">
                <a:ea typeface="맑은 고딕"/>
              </a:rPr>
              <a:t>brochure</a:t>
            </a:r>
            <a:r>
              <a:rPr lang="ko-KR">
                <a:ea typeface="맑은 고딕"/>
              </a:rPr>
              <a:t> (2025 PDF)</a:t>
            </a:r>
          </a:p>
          <a:p>
            <a:r>
              <a:rPr lang="ko-KR">
                <a:hlinkClick r:id="rId3"/>
              </a:rPr>
              <a:t>https://www.somansa.com/wp-content/uploads/2025/08/</a:t>
            </a:r>
            <a:r>
              <a:rPr lang="ko-KR"/>
              <a:t>소만사-종합브로셔_Privacy-i.pdf</a:t>
            </a:r>
          </a:p>
          <a:p>
            <a:r>
              <a:rPr lang="ko-KR">
                <a:ea typeface="맑은 고딕"/>
              </a:rPr>
              <a:t>[S2] </a:t>
            </a:r>
            <a:r>
              <a:rPr lang="ko-KR" err="1">
                <a:ea typeface="맑은 고딕"/>
              </a:rPr>
              <a:t>Somansa</a:t>
            </a:r>
            <a:r>
              <a:rPr lang="ko-KR">
                <a:ea typeface="맑은 고딕"/>
              </a:rPr>
              <a:t>, </a:t>
            </a:r>
            <a:r>
              <a:rPr lang="ko-KR" err="1">
                <a:ea typeface="맑은 고딕"/>
              </a:rPr>
              <a:t>Privacy-i</a:t>
            </a:r>
            <a:r>
              <a:rPr lang="ko-KR">
                <a:ea typeface="맑은 고딕"/>
              </a:rPr>
              <a:t> </a:t>
            </a:r>
            <a:r>
              <a:rPr lang="ko-KR" err="1">
                <a:ea typeface="맑은 고딕"/>
              </a:rPr>
              <a:t>brochure</a:t>
            </a:r>
            <a:r>
              <a:rPr lang="ko-KR">
                <a:ea typeface="맑은 고딕"/>
              </a:rPr>
              <a:t> (2024-11 </a:t>
            </a:r>
            <a:r>
              <a:rPr lang="ko-KR" err="1">
                <a:ea typeface="맑은 고딕"/>
              </a:rPr>
              <a:t>revision</a:t>
            </a:r>
            <a:r>
              <a:rPr lang="ko-KR">
                <a:ea typeface="맑은 고딕"/>
              </a:rPr>
              <a:t>)</a:t>
            </a:r>
          </a:p>
          <a:p>
            <a:r>
              <a:rPr lang="ko-KR">
                <a:hlinkClick r:id="rId4"/>
              </a:rPr>
              <a:t>https://www.somansa.com/wp-content/uploads/2024/12/Privacy-i_241105.pdf</a:t>
            </a:r>
            <a:endParaRPr lang="ko-KR"/>
          </a:p>
          <a:p>
            <a:r>
              <a:rPr lang="ko-KR">
                <a:ea typeface="맑은 고딕"/>
              </a:rPr>
              <a:t>[S5] </a:t>
            </a:r>
            <a:r>
              <a:rPr lang="ko-KR" err="1">
                <a:ea typeface="맑은 고딕"/>
              </a:rPr>
              <a:t>Somansa</a:t>
            </a:r>
            <a:r>
              <a:rPr lang="ko-KR">
                <a:ea typeface="맑은 고딕"/>
              </a:rPr>
              <a:t>, </a:t>
            </a:r>
            <a:r>
              <a:rPr lang="ko-KR" err="1">
                <a:ea typeface="맑은 고딕"/>
              </a:rPr>
              <a:t>WebKeeper</a:t>
            </a:r>
            <a:r>
              <a:rPr lang="ko-KR">
                <a:ea typeface="맑은 고딕"/>
              </a:rPr>
              <a:t> AI DLP </a:t>
            </a:r>
            <a:r>
              <a:rPr lang="ko-KR" err="1">
                <a:ea typeface="맑은 고딕"/>
              </a:rPr>
              <a:t>brochure</a:t>
            </a:r>
            <a:r>
              <a:rPr lang="ko-KR">
                <a:ea typeface="맑은 고딕"/>
              </a:rPr>
              <a:t> (2025 PDF)</a:t>
            </a:r>
          </a:p>
          <a:p>
            <a:r>
              <a:rPr lang="ko-KR">
                <a:hlinkClick r:id="rId5"/>
              </a:rPr>
              <a:t>https://www.somansa.com/wp-content/uploads/2025/11/2025_WK-SG-SUITE_20250810_</a:t>
            </a:r>
            <a:r>
              <a:rPr lang="ko-KR"/>
              <a:t>웹전용.pdf</a:t>
            </a:r>
          </a:p>
          <a:p>
            <a:r>
              <a:rPr lang="ko-KR">
                <a:ea typeface="맑은 고딕"/>
              </a:rPr>
              <a:t>[S6] </a:t>
            </a:r>
            <a:r>
              <a:rPr lang="ko-KR" err="1">
                <a:ea typeface="맑은 고딕"/>
              </a:rPr>
              <a:t>Somansa</a:t>
            </a:r>
            <a:r>
              <a:rPr lang="ko-KR">
                <a:ea typeface="맑은 고딕"/>
              </a:rPr>
              <a:t>, Server-</a:t>
            </a:r>
            <a:r>
              <a:rPr lang="ko-KR" err="1">
                <a:ea typeface="맑은 고딕"/>
              </a:rPr>
              <a:t>i</a:t>
            </a:r>
            <a:r>
              <a:rPr lang="ko-KR">
                <a:ea typeface="맑은 고딕"/>
              </a:rPr>
              <a:t> </a:t>
            </a:r>
            <a:r>
              <a:rPr lang="ko-KR" err="1">
                <a:ea typeface="맑은 고딕"/>
              </a:rPr>
              <a:t>product</a:t>
            </a:r>
            <a:r>
              <a:rPr lang="ko-KR">
                <a:ea typeface="맑은 고딕"/>
              </a:rPr>
              <a:t> </a:t>
            </a:r>
            <a:r>
              <a:rPr lang="ko-KR" err="1">
                <a:ea typeface="맑은 고딕"/>
              </a:rPr>
              <a:t>brochure</a:t>
            </a:r>
            <a:r>
              <a:rPr lang="ko-KR">
                <a:ea typeface="맑은 고딕"/>
              </a:rPr>
              <a:t> (2025 PDF)</a:t>
            </a:r>
          </a:p>
          <a:p>
            <a:r>
              <a:rPr lang="ko-KR">
                <a:hlinkClick r:id="rId3"/>
              </a:rPr>
              <a:t>https://www.somansa.com/wp-content/uploads/2025/08/</a:t>
            </a:r>
            <a:r>
              <a:rPr lang="ko-KR"/>
              <a:t>소만사-종합브로셔_Server-i.pdf</a:t>
            </a:r>
          </a:p>
          <a:p>
            <a:r>
              <a:rPr lang="ko-KR">
                <a:ea typeface="맑은 고딕"/>
              </a:rPr>
              <a:t>[S7] </a:t>
            </a:r>
            <a:r>
              <a:rPr lang="ko-KR" err="1">
                <a:ea typeface="맑은 고딕"/>
              </a:rPr>
              <a:t>Somansa</a:t>
            </a:r>
            <a:r>
              <a:rPr lang="ko-KR">
                <a:ea typeface="맑은 고딕"/>
              </a:rPr>
              <a:t>, </a:t>
            </a:r>
            <a:r>
              <a:rPr lang="ko-KR" err="1">
                <a:ea typeface="맑은 고딕"/>
              </a:rPr>
              <a:t>English</a:t>
            </a:r>
            <a:r>
              <a:rPr lang="ko-KR">
                <a:ea typeface="맑은 고딕"/>
              </a:rPr>
              <a:t> </a:t>
            </a:r>
            <a:r>
              <a:rPr lang="ko-KR" err="1">
                <a:ea typeface="맑은 고딕"/>
              </a:rPr>
              <a:t>product</a:t>
            </a:r>
            <a:r>
              <a:rPr lang="ko-KR">
                <a:ea typeface="맑은 고딕"/>
              </a:rPr>
              <a:t> </a:t>
            </a:r>
            <a:r>
              <a:rPr lang="ko-KR" err="1">
                <a:ea typeface="맑은 고딕"/>
              </a:rPr>
              <a:t>brochure</a:t>
            </a:r>
            <a:r>
              <a:rPr lang="ko-KR">
                <a:ea typeface="맑은 고딕"/>
              </a:rPr>
              <a:t>, </a:t>
            </a:r>
            <a:r>
              <a:rPr lang="ko-KR" err="1">
                <a:ea typeface="맑은 고딕"/>
              </a:rPr>
              <a:t>Privacy-i</a:t>
            </a:r>
            <a:r>
              <a:rPr lang="ko-KR">
                <a:ea typeface="맑은 고딕"/>
              </a:rPr>
              <a:t> and Server-</a:t>
            </a:r>
            <a:r>
              <a:rPr lang="ko-KR" err="1">
                <a:ea typeface="맑은 고딕"/>
              </a:rPr>
              <a:t>i</a:t>
            </a:r>
          </a:p>
          <a:p>
            <a:r>
              <a:rPr lang="ko-KR">
                <a:hlinkClick r:id="rId6"/>
              </a:rPr>
              <a:t>https://www.somansa.com/wp-content/uploads/2025/07/EN-</a:t>
            </a:r>
            <a:r>
              <a:rPr lang="ko-KR"/>
              <a:t>영문-종합브로셔-3.pdf</a:t>
            </a:r>
          </a:p>
          <a:p>
            <a:r>
              <a:rPr lang="ko-KR">
                <a:ea typeface="맑은 고딕"/>
              </a:rPr>
              <a:t>[S10] NAVER </a:t>
            </a:r>
            <a:r>
              <a:rPr lang="ko-KR" err="1">
                <a:ea typeface="맑은 고딕"/>
              </a:rPr>
              <a:t>Cloud</a:t>
            </a:r>
            <a:r>
              <a:rPr lang="ko-KR">
                <a:ea typeface="맑은 고딕"/>
              </a:rPr>
              <a:t> </a:t>
            </a:r>
            <a:r>
              <a:rPr lang="ko-KR" err="1">
                <a:ea typeface="맑은 고딕"/>
              </a:rPr>
              <a:t>official</a:t>
            </a:r>
            <a:r>
              <a:rPr lang="ko-KR">
                <a:ea typeface="맑은 고딕"/>
              </a:rPr>
              <a:t> </a:t>
            </a:r>
            <a:r>
              <a:rPr lang="ko-KR" err="1">
                <a:ea typeface="맑은 고딕"/>
              </a:rPr>
              <a:t>marketplace</a:t>
            </a:r>
            <a:r>
              <a:rPr lang="ko-KR">
                <a:ea typeface="맑은 고딕"/>
              </a:rPr>
              <a:t>, </a:t>
            </a:r>
            <a:r>
              <a:rPr lang="ko-KR" err="1">
                <a:ea typeface="맑은 고딕"/>
              </a:rPr>
              <a:t>Privacy-i</a:t>
            </a:r>
            <a:r>
              <a:rPr lang="ko-KR">
                <a:ea typeface="맑은 고딕"/>
              </a:rPr>
              <a:t> </a:t>
            </a:r>
            <a:r>
              <a:rPr lang="ko-KR" err="1">
                <a:ea typeface="맑은 고딕"/>
              </a:rPr>
              <a:t>Cloud</a:t>
            </a:r>
            <a:r>
              <a:rPr lang="ko-KR">
                <a:ea typeface="맑은 고딕"/>
              </a:rPr>
              <a:t>, </a:t>
            </a:r>
            <a:r>
              <a:rPr lang="ko-KR" err="1">
                <a:ea typeface="맑은 고딕"/>
              </a:rPr>
              <a:t>seller</a:t>
            </a:r>
            <a:r>
              <a:rPr lang="ko-KR">
                <a:ea typeface="맑은 고딕"/>
              </a:rPr>
              <a:t> </a:t>
            </a:r>
            <a:r>
              <a:rPr lang="ko-KR" err="1">
                <a:ea typeface="맑은 고딕"/>
              </a:rPr>
              <a:t>Somansa</a:t>
            </a:r>
          </a:p>
          <a:p>
            <a:r>
              <a:rPr lang="ko-KR">
                <a:hlinkClick r:id="rId7"/>
              </a:rPr>
              <a:t>https://www.ncloud.com/marketplace/privacy-i</a:t>
            </a:r>
            <a:endParaRPr lang="ko-KR"/>
          </a:p>
          <a:p>
            <a:r>
              <a:rPr lang="ko-KR">
                <a:ea typeface="맑은 고딕"/>
              </a:rPr>
              <a:t>[S14] </a:t>
            </a:r>
            <a:r>
              <a:rPr lang="ko-KR" err="1">
                <a:ea typeface="맑은 고딕"/>
              </a:rPr>
              <a:t>Somansa</a:t>
            </a:r>
            <a:r>
              <a:rPr lang="ko-KR">
                <a:ea typeface="맑은 고딕"/>
              </a:rPr>
              <a:t>, </a:t>
            </a:r>
            <a:r>
              <a:rPr lang="ko-KR" err="1">
                <a:ea typeface="맑은 고딕"/>
              </a:rPr>
              <a:t>WebKeeper</a:t>
            </a:r>
            <a:r>
              <a:rPr lang="ko-KR">
                <a:ea typeface="맑은 고딕"/>
              </a:rPr>
              <a:t> AI DLP </a:t>
            </a:r>
            <a:r>
              <a:rPr lang="ko-KR" err="1">
                <a:ea typeface="맑은 고딕"/>
              </a:rPr>
              <a:t>brochure</a:t>
            </a:r>
            <a:r>
              <a:rPr lang="ko-KR">
                <a:ea typeface="맑은 고딕"/>
              </a:rPr>
              <a:t>, 2026-07-27 (</a:t>
            </a:r>
            <a:r>
              <a:rPr lang="ko-KR" err="1">
                <a:ea typeface="맑은 고딕"/>
              </a:rPr>
              <a:t>official</a:t>
            </a:r>
            <a:r>
              <a:rPr lang="ko-KR">
                <a:ea typeface="맑은 고딕"/>
              </a:rPr>
              <a:t> </a:t>
            </a:r>
            <a:r>
              <a:rPr lang="ko-KR" err="1">
                <a:ea typeface="맑은 고딕"/>
              </a:rPr>
              <a:t>indexed</a:t>
            </a:r>
            <a:r>
              <a:rPr lang="ko-KR">
                <a:ea typeface="맑은 고딕"/>
              </a:rPr>
              <a:t> </a:t>
            </a:r>
            <a:r>
              <a:rPr lang="ko-KR" err="1">
                <a:ea typeface="맑은 고딕"/>
              </a:rPr>
              <a:t>text</a:t>
            </a:r>
            <a:r>
              <a:rPr lang="ko-KR">
                <a:ea typeface="맑은 고딕"/>
              </a:rPr>
              <a:t>)</a:t>
            </a:r>
          </a:p>
          <a:p>
            <a:r>
              <a:rPr lang="ko-KR">
                <a:hlinkClick r:id="rId8"/>
              </a:rPr>
              <a:t>https://www.somansa.com/wp-content/uploads/2026/07/</a:t>
            </a:r>
            <a:r>
              <a:rPr lang="ko-KR"/>
              <a:t>소만사-WebKeeper-AI-DLP_20260727.pdf</a:t>
            </a:r>
          </a:p>
          <a:p>
            <a:r>
              <a:rPr lang="ko-KR">
                <a:ea typeface="맑은 고딕"/>
              </a:rPr>
              <a:t>[S15] </a:t>
            </a:r>
            <a:r>
              <a:rPr lang="ko-KR" err="1">
                <a:ea typeface="맑은 고딕"/>
              </a:rPr>
              <a:t>Somansa</a:t>
            </a:r>
            <a:r>
              <a:rPr lang="ko-KR">
                <a:ea typeface="맑은 고딕"/>
              </a:rPr>
              <a:t>, </a:t>
            </a:r>
            <a:r>
              <a:rPr lang="ko-KR" err="1">
                <a:ea typeface="맑은 고딕"/>
              </a:rPr>
              <a:t>official</a:t>
            </a:r>
            <a:r>
              <a:rPr lang="ko-KR">
                <a:ea typeface="맑은 고딕"/>
              </a:rPr>
              <a:t> </a:t>
            </a:r>
            <a:r>
              <a:rPr lang="ko-KR" err="1">
                <a:ea typeface="맑은 고딕"/>
              </a:rPr>
              <a:t>press</a:t>
            </a:r>
            <a:r>
              <a:rPr lang="ko-KR">
                <a:ea typeface="맑은 고딕"/>
              </a:rPr>
              <a:t> </a:t>
            </a:r>
            <a:r>
              <a:rPr lang="ko-KR" err="1">
                <a:ea typeface="맑은 고딕"/>
              </a:rPr>
              <a:t>index</a:t>
            </a:r>
            <a:r>
              <a:rPr lang="ko-KR">
                <a:ea typeface="맑은 고딕"/>
              </a:rPr>
              <a:t>, </a:t>
            </a:r>
            <a:r>
              <a:rPr lang="ko-KR" err="1">
                <a:ea typeface="맑은 고딕"/>
              </a:rPr>
              <a:t>Privacy-i</a:t>
            </a:r>
            <a:r>
              <a:rPr lang="ko-KR">
                <a:ea typeface="맑은 고딕"/>
              </a:rPr>
              <a:t> AIDR </a:t>
            </a:r>
            <a:r>
              <a:rPr lang="ko-KR" err="1">
                <a:ea typeface="맑은 고딕"/>
              </a:rPr>
              <a:t>announcement</a:t>
            </a:r>
            <a:r>
              <a:rPr lang="ko-KR">
                <a:ea typeface="맑은 고딕"/>
              </a:rPr>
              <a:t> (2026)</a:t>
            </a:r>
          </a:p>
          <a:p>
            <a:r>
              <a:rPr lang="ko-KR">
                <a:hlinkClick r:id="rId9"/>
              </a:rPr>
              <a:t>https://www.somansa.com/news_event_categories/press/</a:t>
            </a:r>
            <a:endParaRPr lang="ko-KR"/>
          </a:p>
          <a:p>
            <a:r>
              <a:rPr lang="ko-KR">
                <a:ea typeface="맑은 고딕"/>
              </a:rPr>
              <a:t>[S16] </a:t>
            </a:r>
            <a:r>
              <a:rPr lang="ko-KR" err="1">
                <a:ea typeface="맑은 고딕"/>
              </a:rPr>
              <a:t>Somansa</a:t>
            </a:r>
            <a:r>
              <a:rPr lang="ko-KR">
                <a:ea typeface="맑은 고딕"/>
              </a:rPr>
              <a:t>, </a:t>
            </a:r>
            <a:r>
              <a:rPr lang="ko-KR" err="1">
                <a:ea typeface="맑은 고딕"/>
              </a:rPr>
              <a:t>Mail-i</a:t>
            </a:r>
            <a:r>
              <a:rPr lang="ko-KR">
                <a:ea typeface="맑은 고딕"/>
              </a:rPr>
              <a:t> </a:t>
            </a:r>
            <a:r>
              <a:rPr lang="ko-KR" err="1">
                <a:ea typeface="맑은 고딕"/>
              </a:rPr>
              <a:t>English</a:t>
            </a:r>
            <a:r>
              <a:rPr lang="ko-KR">
                <a:ea typeface="맑은 고딕"/>
              </a:rPr>
              <a:t> </a:t>
            </a:r>
            <a:r>
              <a:rPr lang="ko-KR" err="1">
                <a:ea typeface="맑은 고딕"/>
              </a:rPr>
              <a:t>brochure</a:t>
            </a:r>
            <a:r>
              <a:rPr lang="ko-KR">
                <a:ea typeface="맑은 고딕"/>
              </a:rPr>
              <a:t>, </a:t>
            </a:r>
            <a:r>
              <a:rPr lang="ko-KR" err="1">
                <a:ea typeface="맑은 고딕"/>
              </a:rPr>
              <a:t>uploaded</a:t>
            </a:r>
            <a:r>
              <a:rPr lang="ko-KR">
                <a:ea typeface="맑은 고딕"/>
              </a:rPr>
              <a:t> </a:t>
            </a:r>
            <a:r>
              <a:rPr lang="ko-KR" err="1">
                <a:ea typeface="맑은 고딕"/>
              </a:rPr>
              <a:t>four-page</a:t>
            </a:r>
            <a:r>
              <a:rPr lang="ko-KR">
                <a:ea typeface="맑은 고딕"/>
              </a:rPr>
              <a:t> PDF, </a:t>
            </a:r>
            <a:r>
              <a:rPr lang="ko-KR" err="1">
                <a:ea typeface="맑은 고딕"/>
              </a:rPr>
              <a:t>pp</a:t>
            </a:r>
            <a:r>
              <a:rPr lang="ko-KR">
                <a:ea typeface="맑은 고딕"/>
              </a:rPr>
              <a:t>. 2-4</a:t>
            </a:r>
          </a:p>
          <a:p>
            <a:r>
              <a:rPr lang="ko-KR">
                <a:hlinkClick r:id="rId10"/>
              </a:rPr>
              <a:t>https://www.somansa.com/wp-content/uploads/2025/07/EN-Mail-i-DLP.pdf</a:t>
            </a:r>
            <a:endParaRPr lang="ko-KR"/>
          </a:p>
          <a:p>
            <a:r>
              <a:rPr lang="ko-KR">
                <a:ea typeface="맑은 고딕"/>
              </a:rPr>
              <a:t>[S17] </a:t>
            </a:r>
            <a:r>
              <a:rPr lang="ko-KR" err="1">
                <a:ea typeface="맑은 고딕"/>
              </a:rPr>
              <a:t>Somansa</a:t>
            </a:r>
            <a:r>
              <a:rPr lang="ko-KR">
                <a:ea typeface="맑은 고딕"/>
              </a:rPr>
              <a:t>, </a:t>
            </a:r>
            <a:r>
              <a:rPr lang="ko-KR" err="1">
                <a:ea typeface="맑은 고딕"/>
              </a:rPr>
              <a:t>English</a:t>
            </a:r>
            <a:r>
              <a:rPr lang="ko-KR">
                <a:ea typeface="맑은 고딕"/>
              </a:rPr>
              <a:t> </a:t>
            </a:r>
            <a:r>
              <a:rPr lang="ko-KR" err="1">
                <a:ea typeface="맑은 고딕"/>
              </a:rPr>
              <a:t>homepage</a:t>
            </a:r>
            <a:r>
              <a:rPr lang="ko-KR">
                <a:ea typeface="맑은 고딕"/>
              </a:rPr>
              <a:t>, AIDR </a:t>
            </a:r>
            <a:r>
              <a:rPr lang="ko-KR" err="1">
                <a:ea typeface="맑은 고딕"/>
              </a:rPr>
              <a:t>availability</a:t>
            </a:r>
            <a:r>
              <a:rPr lang="ko-KR">
                <a:ea typeface="맑은 고딕"/>
              </a:rPr>
              <a:t> </a:t>
            </a:r>
            <a:r>
              <a:rPr lang="ko-KR" err="1">
                <a:ea typeface="맑은 고딕"/>
              </a:rPr>
              <a:t>wording</a:t>
            </a:r>
          </a:p>
          <a:p>
            <a:r>
              <a:rPr lang="ko-KR">
                <a:hlinkClick r:id="rId11"/>
              </a:rPr>
              <a:t>https://www.somansa.com/</a:t>
            </a:r>
            <a:endParaRPr lang="ko-KR"/>
          </a:p>
          <a:p>
            <a:endParaRPr lang="en-US" altLang="ko-KR">
              <a:latin typeface="Calibri"/>
              <a:ea typeface="Calibri"/>
              <a:cs typeface="Calibri"/>
            </a:endParaRPr>
          </a:p>
        </p:txBody>
      </p:sp>
      <p:sp>
        <p:nvSpPr>
          <p:cNvPr id="4" name="슬라이드 번호 개체 틀 3">
            <a:extLst>
              <a:ext uri="{FF2B5EF4-FFF2-40B4-BE49-F238E27FC236}">
                <a16:creationId xmlns:a16="http://schemas.microsoft.com/office/drawing/2014/main" id="{4013E025-CADB-C23F-E878-A6F7FCC16AFE}"/>
              </a:ext>
            </a:extLst>
          </p:cNvPr>
          <p:cNvSpPr>
            <a:spLocks noGrp="1"/>
          </p:cNvSpPr>
          <p:nvPr>
            <p:ph type="sldNum" sz="quarter" idx="5"/>
          </p:nvPr>
        </p:nvSpPr>
        <p:spPr/>
        <p:txBody>
          <a:bodyPr/>
          <a:lstStyle/>
          <a:p>
            <a:fld id="{2B4D4D96-940C-4183-92F1-CDDC2839BE9F}" type="slidenum">
              <a:rPr lang="ko-KR" altLang="en-US" smtClean="0"/>
              <a:t>17</a:t>
            </a:fld>
            <a:endParaRPr lang="ko-KR" altLang="en-US"/>
          </a:p>
        </p:txBody>
      </p:sp>
    </p:spTree>
    <p:extLst>
      <p:ext uri="{BB962C8B-B14F-4D97-AF65-F5344CB8AC3E}">
        <p14:creationId xmlns:p14="http://schemas.microsoft.com/office/powerpoint/2010/main" val="236757478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C2A12E-238E-8703-4D0E-51860A8B543E}"/>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3BCE44AA-2045-97F0-87D9-4DE846D65055}"/>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F8648D69-1D29-D909-F0D3-31E678F2D3AE}"/>
              </a:ext>
            </a:extLst>
          </p:cNvPr>
          <p:cNvSpPr>
            <a:spLocks noGrp="1"/>
          </p:cNvSpPr>
          <p:nvPr>
            <p:ph type="body" idx="1"/>
          </p:nvPr>
        </p:nvSpPr>
        <p:spPr/>
        <p:txBody>
          <a:bodyPr/>
          <a:lstStyle/>
          <a:p>
            <a:r>
              <a:rPr lang="ko-KR" err="1">
                <a:ea typeface="맑은 고딕"/>
              </a:rPr>
              <a:t>References</a:t>
            </a:r>
            <a:r>
              <a:rPr lang="ko-KR">
                <a:ea typeface="맑은 고딕"/>
              </a:rPr>
              <a:t>:</a:t>
            </a:r>
          </a:p>
          <a:p>
            <a:r>
              <a:rPr lang="ko-KR">
                <a:ea typeface="맑은 고딕"/>
              </a:rPr>
              <a:t>[S1] </a:t>
            </a:r>
            <a:r>
              <a:rPr lang="ko-KR" err="1">
                <a:ea typeface="맑은 고딕"/>
              </a:rPr>
              <a:t>Somansa</a:t>
            </a:r>
            <a:r>
              <a:rPr lang="ko-KR">
                <a:ea typeface="맑은 고딕"/>
              </a:rPr>
              <a:t>, </a:t>
            </a:r>
            <a:r>
              <a:rPr lang="ko-KR" err="1">
                <a:ea typeface="맑은 고딕"/>
              </a:rPr>
              <a:t>Privacy-i</a:t>
            </a:r>
            <a:r>
              <a:rPr lang="ko-KR">
                <a:ea typeface="맑은 고딕"/>
              </a:rPr>
              <a:t> </a:t>
            </a:r>
            <a:r>
              <a:rPr lang="ko-KR" err="1">
                <a:ea typeface="맑은 고딕"/>
              </a:rPr>
              <a:t>product</a:t>
            </a:r>
            <a:r>
              <a:rPr lang="ko-KR">
                <a:ea typeface="맑은 고딕"/>
              </a:rPr>
              <a:t> </a:t>
            </a:r>
            <a:r>
              <a:rPr lang="ko-KR" err="1">
                <a:ea typeface="맑은 고딕"/>
              </a:rPr>
              <a:t>brochure</a:t>
            </a:r>
            <a:r>
              <a:rPr lang="ko-KR">
                <a:ea typeface="맑은 고딕"/>
              </a:rPr>
              <a:t> (2025 PDF)</a:t>
            </a:r>
          </a:p>
          <a:p>
            <a:r>
              <a:rPr lang="ko-KR">
                <a:hlinkClick r:id="rId3"/>
              </a:rPr>
              <a:t>https://www.somansa.com/wp-content/uploads/2025/08/</a:t>
            </a:r>
            <a:r>
              <a:rPr lang="ko-KR"/>
              <a:t>소만사-종합브로셔_Privacy-i.pdf</a:t>
            </a:r>
          </a:p>
          <a:p>
            <a:r>
              <a:rPr lang="ko-KR">
                <a:ea typeface="맑은 고딕"/>
              </a:rPr>
              <a:t>[S2] </a:t>
            </a:r>
            <a:r>
              <a:rPr lang="ko-KR" err="1">
                <a:ea typeface="맑은 고딕"/>
              </a:rPr>
              <a:t>Somansa</a:t>
            </a:r>
            <a:r>
              <a:rPr lang="ko-KR">
                <a:ea typeface="맑은 고딕"/>
              </a:rPr>
              <a:t>, </a:t>
            </a:r>
            <a:r>
              <a:rPr lang="ko-KR" err="1">
                <a:ea typeface="맑은 고딕"/>
              </a:rPr>
              <a:t>Privacy-i</a:t>
            </a:r>
            <a:r>
              <a:rPr lang="ko-KR">
                <a:ea typeface="맑은 고딕"/>
              </a:rPr>
              <a:t> </a:t>
            </a:r>
            <a:r>
              <a:rPr lang="ko-KR" err="1">
                <a:ea typeface="맑은 고딕"/>
              </a:rPr>
              <a:t>brochure</a:t>
            </a:r>
            <a:r>
              <a:rPr lang="ko-KR">
                <a:ea typeface="맑은 고딕"/>
              </a:rPr>
              <a:t> (2024-11 </a:t>
            </a:r>
            <a:r>
              <a:rPr lang="ko-KR" err="1">
                <a:ea typeface="맑은 고딕"/>
              </a:rPr>
              <a:t>revision</a:t>
            </a:r>
            <a:r>
              <a:rPr lang="ko-KR">
                <a:ea typeface="맑은 고딕"/>
              </a:rPr>
              <a:t>)</a:t>
            </a:r>
          </a:p>
          <a:p>
            <a:r>
              <a:rPr lang="ko-KR">
                <a:hlinkClick r:id="rId4"/>
              </a:rPr>
              <a:t>https://www.somansa.com/wp-content/uploads/2024/12/Privacy-i_241105.pdf</a:t>
            </a:r>
            <a:endParaRPr lang="ko-KR"/>
          </a:p>
          <a:p>
            <a:r>
              <a:rPr lang="ko-KR">
                <a:ea typeface="맑은 고딕"/>
              </a:rPr>
              <a:t>[S5] </a:t>
            </a:r>
            <a:r>
              <a:rPr lang="ko-KR" err="1">
                <a:ea typeface="맑은 고딕"/>
              </a:rPr>
              <a:t>Somansa</a:t>
            </a:r>
            <a:r>
              <a:rPr lang="ko-KR">
                <a:ea typeface="맑은 고딕"/>
              </a:rPr>
              <a:t>, </a:t>
            </a:r>
            <a:r>
              <a:rPr lang="ko-KR" err="1">
                <a:ea typeface="맑은 고딕"/>
              </a:rPr>
              <a:t>WebKeeper</a:t>
            </a:r>
            <a:r>
              <a:rPr lang="ko-KR">
                <a:ea typeface="맑은 고딕"/>
              </a:rPr>
              <a:t> AI DLP </a:t>
            </a:r>
            <a:r>
              <a:rPr lang="ko-KR" err="1">
                <a:ea typeface="맑은 고딕"/>
              </a:rPr>
              <a:t>brochure</a:t>
            </a:r>
            <a:r>
              <a:rPr lang="ko-KR">
                <a:ea typeface="맑은 고딕"/>
              </a:rPr>
              <a:t> (2025 PDF)</a:t>
            </a:r>
          </a:p>
          <a:p>
            <a:r>
              <a:rPr lang="ko-KR">
                <a:hlinkClick r:id="rId5"/>
              </a:rPr>
              <a:t>https://www.somansa.com/wp-content/uploads/2025/11/2025_WK-SG-SUITE_20250810_</a:t>
            </a:r>
            <a:r>
              <a:rPr lang="ko-KR"/>
              <a:t>웹전용.pdf</a:t>
            </a:r>
          </a:p>
          <a:p>
            <a:r>
              <a:rPr lang="ko-KR">
                <a:ea typeface="맑은 고딕"/>
              </a:rPr>
              <a:t>[S6] </a:t>
            </a:r>
            <a:r>
              <a:rPr lang="ko-KR" err="1">
                <a:ea typeface="맑은 고딕"/>
              </a:rPr>
              <a:t>Somansa</a:t>
            </a:r>
            <a:r>
              <a:rPr lang="ko-KR">
                <a:ea typeface="맑은 고딕"/>
              </a:rPr>
              <a:t>, Server-</a:t>
            </a:r>
            <a:r>
              <a:rPr lang="ko-KR" err="1">
                <a:ea typeface="맑은 고딕"/>
              </a:rPr>
              <a:t>i</a:t>
            </a:r>
            <a:r>
              <a:rPr lang="ko-KR">
                <a:ea typeface="맑은 고딕"/>
              </a:rPr>
              <a:t> </a:t>
            </a:r>
            <a:r>
              <a:rPr lang="ko-KR" err="1">
                <a:ea typeface="맑은 고딕"/>
              </a:rPr>
              <a:t>product</a:t>
            </a:r>
            <a:r>
              <a:rPr lang="ko-KR">
                <a:ea typeface="맑은 고딕"/>
              </a:rPr>
              <a:t> </a:t>
            </a:r>
            <a:r>
              <a:rPr lang="ko-KR" err="1">
                <a:ea typeface="맑은 고딕"/>
              </a:rPr>
              <a:t>brochure</a:t>
            </a:r>
            <a:r>
              <a:rPr lang="ko-KR">
                <a:ea typeface="맑은 고딕"/>
              </a:rPr>
              <a:t> (2025 PDF)</a:t>
            </a:r>
          </a:p>
          <a:p>
            <a:r>
              <a:rPr lang="ko-KR">
                <a:hlinkClick r:id="rId3"/>
              </a:rPr>
              <a:t>https://www.somansa.com/wp-content/uploads/2025/08/</a:t>
            </a:r>
            <a:r>
              <a:rPr lang="ko-KR"/>
              <a:t>소만사-종합브로셔_Server-i.pdf</a:t>
            </a:r>
          </a:p>
          <a:p>
            <a:r>
              <a:rPr lang="ko-KR">
                <a:ea typeface="맑은 고딕"/>
              </a:rPr>
              <a:t>[S7] </a:t>
            </a:r>
            <a:r>
              <a:rPr lang="ko-KR" err="1">
                <a:ea typeface="맑은 고딕"/>
              </a:rPr>
              <a:t>Somansa</a:t>
            </a:r>
            <a:r>
              <a:rPr lang="ko-KR">
                <a:ea typeface="맑은 고딕"/>
              </a:rPr>
              <a:t>, </a:t>
            </a:r>
            <a:r>
              <a:rPr lang="ko-KR" err="1">
                <a:ea typeface="맑은 고딕"/>
              </a:rPr>
              <a:t>English</a:t>
            </a:r>
            <a:r>
              <a:rPr lang="ko-KR">
                <a:ea typeface="맑은 고딕"/>
              </a:rPr>
              <a:t> </a:t>
            </a:r>
            <a:r>
              <a:rPr lang="ko-KR" err="1">
                <a:ea typeface="맑은 고딕"/>
              </a:rPr>
              <a:t>product</a:t>
            </a:r>
            <a:r>
              <a:rPr lang="ko-KR">
                <a:ea typeface="맑은 고딕"/>
              </a:rPr>
              <a:t> </a:t>
            </a:r>
            <a:r>
              <a:rPr lang="ko-KR" err="1">
                <a:ea typeface="맑은 고딕"/>
              </a:rPr>
              <a:t>brochure</a:t>
            </a:r>
            <a:r>
              <a:rPr lang="ko-KR">
                <a:ea typeface="맑은 고딕"/>
              </a:rPr>
              <a:t>, </a:t>
            </a:r>
            <a:r>
              <a:rPr lang="ko-KR" err="1">
                <a:ea typeface="맑은 고딕"/>
              </a:rPr>
              <a:t>Privacy-i</a:t>
            </a:r>
            <a:r>
              <a:rPr lang="ko-KR">
                <a:ea typeface="맑은 고딕"/>
              </a:rPr>
              <a:t> and Server-</a:t>
            </a:r>
            <a:r>
              <a:rPr lang="ko-KR" err="1">
                <a:ea typeface="맑은 고딕"/>
              </a:rPr>
              <a:t>i</a:t>
            </a:r>
          </a:p>
          <a:p>
            <a:r>
              <a:rPr lang="ko-KR">
                <a:hlinkClick r:id="rId6"/>
              </a:rPr>
              <a:t>https://www.somansa.com/wp-content/uploads/2025/07/EN-</a:t>
            </a:r>
            <a:r>
              <a:rPr lang="ko-KR"/>
              <a:t>영문-종합브로셔-3.pdf</a:t>
            </a:r>
          </a:p>
          <a:p>
            <a:r>
              <a:rPr lang="ko-KR">
                <a:ea typeface="맑은 고딕"/>
              </a:rPr>
              <a:t>[S10] NAVER </a:t>
            </a:r>
            <a:r>
              <a:rPr lang="ko-KR" err="1">
                <a:ea typeface="맑은 고딕"/>
              </a:rPr>
              <a:t>Cloud</a:t>
            </a:r>
            <a:r>
              <a:rPr lang="ko-KR">
                <a:ea typeface="맑은 고딕"/>
              </a:rPr>
              <a:t> </a:t>
            </a:r>
            <a:r>
              <a:rPr lang="ko-KR" err="1">
                <a:ea typeface="맑은 고딕"/>
              </a:rPr>
              <a:t>official</a:t>
            </a:r>
            <a:r>
              <a:rPr lang="ko-KR">
                <a:ea typeface="맑은 고딕"/>
              </a:rPr>
              <a:t> </a:t>
            </a:r>
            <a:r>
              <a:rPr lang="ko-KR" err="1">
                <a:ea typeface="맑은 고딕"/>
              </a:rPr>
              <a:t>marketplace</a:t>
            </a:r>
            <a:r>
              <a:rPr lang="ko-KR">
                <a:ea typeface="맑은 고딕"/>
              </a:rPr>
              <a:t>, </a:t>
            </a:r>
            <a:r>
              <a:rPr lang="ko-KR" err="1">
                <a:ea typeface="맑은 고딕"/>
              </a:rPr>
              <a:t>Privacy-i</a:t>
            </a:r>
            <a:r>
              <a:rPr lang="ko-KR">
                <a:ea typeface="맑은 고딕"/>
              </a:rPr>
              <a:t> </a:t>
            </a:r>
            <a:r>
              <a:rPr lang="ko-KR" err="1">
                <a:ea typeface="맑은 고딕"/>
              </a:rPr>
              <a:t>Cloud</a:t>
            </a:r>
            <a:r>
              <a:rPr lang="ko-KR">
                <a:ea typeface="맑은 고딕"/>
              </a:rPr>
              <a:t>, </a:t>
            </a:r>
            <a:r>
              <a:rPr lang="ko-KR" err="1">
                <a:ea typeface="맑은 고딕"/>
              </a:rPr>
              <a:t>seller</a:t>
            </a:r>
            <a:r>
              <a:rPr lang="ko-KR">
                <a:ea typeface="맑은 고딕"/>
              </a:rPr>
              <a:t> </a:t>
            </a:r>
            <a:r>
              <a:rPr lang="ko-KR" err="1">
                <a:ea typeface="맑은 고딕"/>
              </a:rPr>
              <a:t>Somansa</a:t>
            </a:r>
          </a:p>
          <a:p>
            <a:r>
              <a:rPr lang="ko-KR">
                <a:hlinkClick r:id="rId7"/>
              </a:rPr>
              <a:t>https://www.ncloud.com/marketplace/privacy-i</a:t>
            </a:r>
            <a:endParaRPr lang="ko-KR"/>
          </a:p>
          <a:p>
            <a:r>
              <a:rPr lang="ko-KR">
                <a:ea typeface="맑은 고딕"/>
              </a:rPr>
              <a:t>[S14] </a:t>
            </a:r>
            <a:r>
              <a:rPr lang="ko-KR" err="1">
                <a:ea typeface="맑은 고딕"/>
              </a:rPr>
              <a:t>Somansa</a:t>
            </a:r>
            <a:r>
              <a:rPr lang="ko-KR">
                <a:ea typeface="맑은 고딕"/>
              </a:rPr>
              <a:t>, </a:t>
            </a:r>
            <a:r>
              <a:rPr lang="ko-KR" err="1">
                <a:ea typeface="맑은 고딕"/>
              </a:rPr>
              <a:t>WebKeeper</a:t>
            </a:r>
            <a:r>
              <a:rPr lang="ko-KR">
                <a:ea typeface="맑은 고딕"/>
              </a:rPr>
              <a:t> AI DLP </a:t>
            </a:r>
            <a:r>
              <a:rPr lang="ko-KR" err="1">
                <a:ea typeface="맑은 고딕"/>
              </a:rPr>
              <a:t>brochure</a:t>
            </a:r>
            <a:r>
              <a:rPr lang="ko-KR">
                <a:ea typeface="맑은 고딕"/>
              </a:rPr>
              <a:t>, 2026-07-27 (</a:t>
            </a:r>
            <a:r>
              <a:rPr lang="ko-KR" err="1">
                <a:ea typeface="맑은 고딕"/>
              </a:rPr>
              <a:t>official</a:t>
            </a:r>
            <a:r>
              <a:rPr lang="ko-KR">
                <a:ea typeface="맑은 고딕"/>
              </a:rPr>
              <a:t> </a:t>
            </a:r>
            <a:r>
              <a:rPr lang="ko-KR" err="1">
                <a:ea typeface="맑은 고딕"/>
              </a:rPr>
              <a:t>indexed</a:t>
            </a:r>
            <a:r>
              <a:rPr lang="ko-KR">
                <a:ea typeface="맑은 고딕"/>
              </a:rPr>
              <a:t> </a:t>
            </a:r>
            <a:r>
              <a:rPr lang="ko-KR" err="1">
                <a:ea typeface="맑은 고딕"/>
              </a:rPr>
              <a:t>text</a:t>
            </a:r>
            <a:r>
              <a:rPr lang="ko-KR">
                <a:ea typeface="맑은 고딕"/>
              </a:rPr>
              <a:t>)</a:t>
            </a:r>
          </a:p>
          <a:p>
            <a:r>
              <a:rPr lang="ko-KR">
                <a:hlinkClick r:id="rId8"/>
              </a:rPr>
              <a:t>https://www.somansa.com/wp-content/uploads/2026/07/</a:t>
            </a:r>
            <a:r>
              <a:rPr lang="ko-KR"/>
              <a:t>소만사-WebKeeper-AI-DLP_20260727.pdf</a:t>
            </a:r>
          </a:p>
          <a:p>
            <a:r>
              <a:rPr lang="ko-KR">
                <a:ea typeface="맑은 고딕"/>
              </a:rPr>
              <a:t>[S15] </a:t>
            </a:r>
            <a:r>
              <a:rPr lang="ko-KR" err="1">
                <a:ea typeface="맑은 고딕"/>
              </a:rPr>
              <a:t>Somansa</a:t>
            </a:r>
            <a:r>
              <a:rPr lang="ko-KR">
                <a:ea typeface="맑은 고딕"/>
              </a:rPr>
              <a:t>, </a:t>
            </a:r>
            <a:r>
              <a:rPr lang="ko-KR" err="1">
                <a:ea typeface="맑은 고딕"/>
              </a:rPr>
              <a:t>official</a:t>
            </a:r>
            <a:r>
              <a:rPr lang="ko-KR">
                <a:ea typeface="맑은 고딕"/>
              </a:rPr>
              <a:t> </a:t>
            </a:r>
            <a:r>
              <a:rPr lang="ko-KR" err="1">
                <a:ea typeface="맑은 고딕"/>
              </a:rPr>
              <a:t>press</a:t>
            </a:r>
            <a:r>
              <a:rPr lang="ko-KR">
                <a:ea typeface="맑은 고딕"/>
              </a:rPr>
              <a:t> </a:t>
            </a:r>
            <a:r>
              <a:rPr lang="ko-KR" err="1">
                <a:ea typeface="맑은 고딕"/>
              </a:rPr>
              <a:t>index</a:t>
            </a:r>
            <a:r>
              <a:rPr lang="ko-KR">
                <a:ea typeface="맑은 고딕"/>
              </a:rPr>
              <a:t>, </a:t>
            </a:r>
            <a:r>
              <a:rPr lang="ko-KR" err="1">
                <a:ea typeface="맑은 고딕"/>
              </a:rPr>
              <a:t>Privacy-i</a:t>
            </a:r>
            <a:r>
              <a:rPr lang="ko-KR">
                <a:ea typeface="맑은 고딕"/>
              </a:rPr>
              <a:t> AIDR </a:t>
            </a:r>
            <a:r>
              <a:rPr lang="ko-KR" err="1">
                <a:ea typeface="맑은 고딕"/>
              </a:rPr>
              <a:t>announcement</a:t>
            </a:r>
            <a:r>
              <a:rPr lang="ko-KR">
                <a:ea typeface="맑은 고딕"/>
              </a:rPr>
              <a:t> (2026)</a:t>
            </a:r>
          </a:p>
          <a:p>
            <a:r>
              <a:rPr lang="ko-KR">
                <a:hlinkClick r:id="rId9"/>
              </a:rPr>
              <a:t>https://www.somansa.com/news_event_categories/press/</a:t>
            </a:r>
            <a:endParaRPr lang="ko-KR"/>
          </a:p>
          <a:p>
            <a:r>
              <a:rPr lang="ko-KR">
                <a:ea typeface="맑은 고딕"/>
              </a:rPr>
              <a:t>[S16] </a:t>
            </a:r>
            <a:r>
              <a:rPr lang="ko-KR" err="1">
                <a:ea typeface="맑은 고딕"/>
              </a:rPr>
              <a:t>Somansa</a:t>
            </a:r>
            <a:r>
              <a:rPr lang="ko-KR">
                <a:ea typeface="맑은 고딕"/>
              </a:rPr>
              <a:t>, </a:t>
            </a:r>
            <a:r>
              <a:rPr lang="ko-KR" err="1">
                <a:ea typeface="맑은 고딕"/>
              </a:rPr>
              <a:t>Mail-i</a:t>
            </a:r>
            <a:r>
              <a:rPr lang="ko-KR">
                <a:ea typeface="맑은 고딕"/>
              </a:rPr>
              <a:t> </a:t>
            </a:r>
            <a:r>
              <a:rPr lang="ko-KR" err="1">
                <a:ea typeface="맑은 고딕"/>
              </a:rPr>
              <a:t>English</a:t>
            </a:r>
            <a:r>
              <a:rPr lang="ko-KR">
                <a:ea typeface="맑은 고딕"/>
              </a:rPr>
              <a:t> </a:t>
            </a:r>
            <a:r>
              <a:rPr lang="ko-KR" err="1">
                <a:ea typeface="맑은 고딕"/>
              </a:rPr>
              <a:t>brochure</a:t>
            </a:r>
            <a:r>
              <a:rPr lang="ko-KR">
                <a:ea typeface="맑은 고딕"/>
              </a:rPr>
              <a:t>, </a:t>
            </a:r>
            <a:r>
              <a:rPr lang="ko-KR" err="1">
                <a:ea typeface="맑은 고딕"/>
              </a:rPr>
              <a:t>uploaded</a:t>
            </a:r>
            <a:r>
              <a:rPr lang="ko-KR">
                <a:ea typeface="맑은 고딕"/>
              </a:rPr>
              <a:t> </a:t>
            </a:r>
            <a:r>
              <a:rPr lang="ko-KR" err="1">
                <a:ea typeface="맑은 고딕"/>
              </a:rPr>
              <a:t>four-page</a:t>
            </a:r>
            <a:r>
              <a:rPr lang="ko-KR">
                <a:ea typeface="맑은 고딕"/>
              </a:rPr>
              <a:t> PDF, </a:t>
            </a:r>
            <a:r>
              <a:rPr lang="ko-KR" err="1">
                <a:ea typeface="맑은 고딕"/>
              </a:rPr>
              <a:t>pp</a:t>
            </a:r>
            <a:r>
              <a:rPr lang="ko-KR">
                <a:ea typeface="맑은 고딕"/>
              </a:rPr>
              <a:t>. 2-4</a:t>
            </a:r>
          </a:p>
          <a:p>
            <a:r>
              <a:rPr lang="ko-KR">
                <a:hlinkClick r:id="rId10"/>
              </a:rPr>
              <a:t>https://www.somansa.com/wp-content/uploads/2025/07/EN-Mail-i-DLP.pdf</a:t>
            </a:r>
            <a:endParaRPr lang="ko-KR"/>
          </a:p>
          <a:p>
            <a:r>
              <a:rPr lang="ko-KR">
                <a:ea typeface="맑은 고딕"/>
              </a:rPr>
              <a:t>[S17] </a:t>
            </a:r>
            <a:r>
              <a:rPr lang="ko-KR" err="1">
                <a:ea typeface="맑은 고딕"/>
              </a:rPr>
              <a:t>Somansa</a:t>
            </a:r>
            <a:r>
              <a:rPr lang="ko-KR">
                <a:ea typeface="맑은 고딕"/>
              </a:rPr>
              <a:t>, </a:t>
            </a:r>
            <a:r>
              <a:rPr lang="ko-KR" err="1">
                <a:ea typeface="맑은 고딕"/>
              </a:rPr>
              <a:t>English</a:t>
            </a:r>
            <a:r>
              <a:rPr lang="ko-KR">
                <a:ea typeface="맑은 고딕"/>
              </a:rPr>
              <a:t> </a:t>
            </a:r>
            <a:r>
              <a:rPr lang="ko-KR" err="1">
                <a:ea typeface="맑은 고딕"/>
              </a:rPr>
              <a:t>homepage</a:t>
            </a:r>
            <a:r>
              <a:rPr lang="ko-KR">
                <a:ea typeface="맑은 고딕"/>
              </a:rPr>
              <a:t>, AIDR </a:t>
            </a:r>
            <a:r>
              <a:rPr lang="ko-KR" err="1">
                <a:ea typeface="맑은 고딕"/>
              </a:rPr>
              <a:t>availability</a:t>
            </a:r>
            <a:r>
              <a:rPr lang="ko-KR">
                <a:ea typeface="맑은 고딕"/>
              </a:rPr>
              <a:t> </a:t>
            </a:r>
            <a:r>
              <a:rPr lang="ko-KR" err="1">
                <a:ea typeface="맑은 고딕"/>
              </a:rPr>
              <a:t>wording</a:t>
            </a:r>
          </a:p>
          <a:p>
            <a:r>
              <a:rPr lang="ko-KR">
                <a:hlinkClick r:id="rId11"/>
              </a:rPr>
              <a:t>https://www.somansa.com/</a:t>
            </a:r>
            <a:endParaRPr lang="ko-KR"/>
          </a:p>
          <a:p>
            <a:endParaRPr lang="en-US" altLang="ko-KR">
              <a:latin typeface="Calibri"/>
              <a:ea typeface="Calibri"/>
              <a:cs typeface="Calibri"/>
            </a:endParaRPr>
          </a:p>
        </p:txBody>
      </p:sp>
      <p:sp>
        <p:nvSpPr>
          <p:cNvPr id="4" name="슬라이드 번호 개체 틀 3">
            <a:extLst>
              <a:ext uri="{FF2B5EF4-FFF2-40B4-BE49-F238E27FC236}">
                <a16:creationId xmlns:a16="http://schemas.microsoft.com/office/drawing/2014/main" id="{0F793CB9-DFEC-43DC-635C-7A3F8C94B53E}"/>
              </a:ext>
            </a:extLst>
          </p:cNvPr>
          <p:cNvSpPr>
            <a:spLocks noGrp="1"/>
          </p:cNvSpPr>
          <p:nvPr>
            <p:ph type="sldNum" sz="quarter" idx="5"/>
          </p:nvPr>
        </p:nvSpPr>
        <p:spPr/>
        <p:txBody>
          <a:bodyPr/>
          <a:lstStyle/>
          <a:p>
            <a:fld id="{2B4D4D96-940C-4183-92F1-CDDC2839BE9F}" type="slidenum">
              <a:rPr lang="ko-KR" altLang="en-US" smtClean="0"/>
              <a:t>18</a:t>
            </a:fld>
            <a:endParaRPr lang="ko-KR" altLang="en-US"/>
          </a:p>
        </p:txBody>
      </p:sp>
    </p:spTree>
    <p:extLst>
      <p:ext uri="{BB962C8B-B14F-4D97-AF65-F5344CB8AC3E}">
        <p14:creationId xmlns:p14="http://schemas.microsoft.com/office/powerpoint/2010/main" val="396682161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2DA87E-0A64-8AF0-3DD5-49FF72B499AE}"/>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B9EA97C6-2769-2C03-05D7-D65DD59C2A37}"/>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7B6622E8-00DA-D70B-D1D9-0CFDDF988817}"/>
              </a:ext>
            </a:extLst>
          </p:cNvPr>
          <p:cNvSpPr>
            <a:spLocks noGrp="1"/>
          </p:cNvSpPr>
          <p:nvPr>
            <p:ph type="body" idx="1"/>
          </p:nvPr>
        </p:nvSpPr>
        <p:spPr/>
        <p:txBody>
          <a:bodyPr/>
          <a:lstStyle/>
          <a:p>
            <a:r>
              <a:rPr lang="ko-KR" err="1">
                <a:ea typeface="맑은 고딕"/>
              </a:rPr>
              <a:t>References</a:t>
            </a:r>
            <a:r>
              <a:rPr lang="ko-KR">
                <a:ea typeface="맑은 고딕"/>
              </a:rPr>
              <a:t>:</a:t>
            </a:r>
          </a:p>
          <a:p>
            <a:r>
              <a:rPr lang="ko-KR">
                <a:ea typeface="맑은 고딕"/>
              </a:rPr>
              <a:t>[S1] </a:t>
            </a:r>
            <a:r>
              <a:rPr lang="ko-KR" err="1">
                <a:ea typeface="맑은 고딕"/>
              </a:rPr>
              <a:t>Somansa</a:t>
            </a:r>
            <a:r>
              <a:rPr lang="ko-KR">
                <a:ea typeface="맑은 고딕"/>
              </a:rPr>
              <a:t>, </a:t>
            </a:r>
            <a:r>
              <a:rPr lang="ko-KR" err="1">
                <a:ea typeface="맑은 고딕"/>
              </a:rPr>
              <a:t>Privacy-i</a:t>
            </a:r>
            <a:r>
              <a:rPr lang="ko-KR">
                <a:ea typeface="맑은 고딕"/>
              </a:rPr>
              <a:t> </a:t>
            </a:r>
            <a:r>
              <a:rPr lang="ko-KR" err="1">
                <a:ea typeface="맑은 고딕"/>
              </a:rPr>
              <a:t>product</a:t>
            </a:r>
            <a:r>
              <a:rPr lang="ko-KR">
                <a:ea typeface="맑은 고딕"/>
              </a:rPr>
              <a:t> </a:t>
            </a:r>
            <a:r>
              <a:rPr lang="ko-KR" err="1">
                <a:ea typeface="맑은 고딕"/>
              </a:rPr>
              <a:t>brochure</a:t>
            </a:r>
            <a:r>
              <a:rPr lang="ko-KR">
                <a:ea typeface="맑은 고딕"/>
              </a:rPr>
              <a:t> (2025 PDF)</a:t>
            </a:r>
          </a:p>
          <a:p>
            <a:r>
              <a:rPr lang="ko-KR">
                <a:hlinkClick r:id="rId3"/>
              </a:rPr>
              <a:t>https://www.somansa.com/wp-content/uploads/2025/08/</a:t>
            </a:r>
            <a:r>
              <a:rPr lang="ko-KR"/>
              <a:t>소만사-종합브로셔_Privacy-i.pdf</a:t>
            </a:r>
          </a:p>
          <a:p>
            <a:r>
              <a:rPr lang="ko-KR">
                <a:ea typeface="맑은 고딕"/>
              </a:rPr>
              <a:t>[S2] </a:t>
            </a:r>
            <a:r>
              <a:rPr lang="ko-KR" err="1">
                <a:ea typeface="맑은 고딕"/>
              </a:rPr>
              <a:t>Somansa</a:t>
            </a:r>
            <a:r>
              <a:rPr lang="ko-KR">
                <a:ea typeface="맑은 고딕"/>
              </a:rPr>
              <a:t>, </a:t>
            </a:r>
            <a:r>
              <a:rPr lang="ko-KR" err="1">
                <a:ea typeface="맑은 고딕"/>
              </a:rPr>
              <a:t>Privacy-i</a:t>
            </a:r>
            <a:r>
              <a:rPr lang="ko-KR">
                <a:ea typeface="맑은 고딕"/>
              </a:rPr>
              <a:t> </a:t>
            </a:r>
            <a:r>
              <a:rPr lang="ko-KR" err="1">
                <a:ea typeface="맑은 고딕"/>
              </a:rPr>
              <a:t>brochure</a:t>
            </a:r>
            <a:r>
              <a:rPr lang="ko-KR">
                <a:ea typeface="맑은 고딕"/>
              </a:rPr>
              <a:t> (2024-11 </a:t>
            </a:r>
            <a:r>
              <a:rPr lang="ko-KR" err="1">
                <a:ea typeface="맑은 고딕"/>
              </a:rPr>
              <a:t>revision</a:t>
            </a:r>
            <a:r>
              <a:rPr lang="ko-KR">
                <a:ea typeface="맑은 고딕"/>
              </a:rPr>
              <a:t>)</a:t>
            </a:r>
          </a:p>
          <a:p>
            <a:r>
              <a:rPr lang="ko-KR">
                <a:hlinkClick r:id="rId4"/>
              </a:rPr>
              <a:t>https://www.somansa.com/wp-content/uploads/2024/12/Privacy-i_241105.pdf</a:t>
            </a:r>
            <a:endParaRPr lang="ko-KR"/>
          </a:p>
          <a:p>
            <a:r>
              <a:rPr lang="ko-KR">
                <a:ea typeface="맑은 고딕"/>
              </a:rPr>
              <a:t>[S5] </a:t>
            </a:r>
            <a:r>
              <a:rPr lang="ko-KR" err="1">
                <a:ea typeface="맑은 고딕"/>
              </a:rPr>
              <a:t>Somansa</a:t>
            </a:r>
            <a:r>
              <a:rPr lang="ko-KR">
                <a:ea typeface="맑은 고딕"/>
              </a:rPr>
              <a:t>, </a:t>
            </a:r>
            <a:r>
              <a:rPr lang="ko-KR" err="1">
                <a:ea typeface="맑은 고딕"/>
              </a:rPr>
              <a:t>WebKeeper</a:t>
            </a:r>
            <a:r>
              <a:rPr lang="ko-KR">
                <a:ea typeface="맑은 고딕"/>
              </a:rPr>
              <a:t> AI DLP </a:t>
            </a:r>
            <a:r>
              <a:rPr lang="ko-KR" err="1">
                <a:ea typeface="맑은 고딕"/>
              </a:rPr>
              <a:t>brochure</a:t>
            </a:r>
            <a:r>
              <a:rPr lang="ko-KR">
                <a:ea typeface="맑은 고딕"/>
              </a:rPr>
              <a:t> (2025 PDF)</a:t>
            </a:r>
          </a:p>
          <a:p>
            <a:r>
              <a:rPr lang="ko-KR">
                <a:hlinkClick r:id="rId5"/>
              </a:rPr>
              <a:t>https://www.somansa.com/wp-content/uploads/2025/11/2025_WK-SG-SUITE_20250810_</a:t>
            </a:r>
            <a:r>
              <a:rPr lang="ko-KR"/>
              <a:t>웹전용.pdf</a:t>
            </a:r>
          </a:p>
          <a:p>
            <a:r>
              <a:rPr lang="ko-KR">
                <a:ea typeface="맑은 고딕"/>
              </a:rPr>
              <a:t>[S6] </a:t>
            </a:r>
            <a:r>
              <a:rPr lang="ko-KR" err="1">
                <a:ea typeface="맑은 고딕"/>
              </a:rPr>
              <a:t>Somansa</a:t>
            </a:r>
            <a:r>
              <a:rPr lang="ko-KR">
                <a:ea typeface="맑은 고딕"/>
              </a:rPr>
              <a:t>, Server-</a:t>
            </a:r>
            <a:r>
              <a:rPr lang="ko-KR" err="1">
                <a:ea typeface="맑은 고딕"/>
              </a:rPr>
              <a:t>i</a:t>
            </a:r>
            <a:r>
              <a:rPr lang="ko-KR">
                <a:ea typeface="맑은 고딕"/>
              </a:rPr>
              <a:t> </a:t>
            </a:r>
            <a:r>
              <a:rPr lang="ko-KR" err="1">
                <a:ea typeface="맑은 고딕"/>
              </a:rPr>
              <a:t>product</a:t>
            </a:r>
            <a:r>
              <a:rPr lang="ko-KR">
                <a:ea typeface="맑은 고딕"/>
              </a:rPr>
              <a:t> </a:t>
            </a:r>
            <a:r>
              <a:rPr lang="ko-KR" err="1">
                <a:ea typeface="맑은 고딕"/>
              </a:rPr>
              <a:t>brochure</a:t>
            </a:r>
            <a:r>
              <a:rPr lang="ko-KR">
                <a:ea typeface="맑은 고딕"/>
              </a:rPr>
              <a:t> (2025 PDF)</a:t>
            </a:r>
          </a:p>
          <a:p>
            <a:r>
              <a:rPr lang="ko-KR">
                <a:hlinkClick r:id="rId3"/>
              </a:rPr>
              <a:t>https://www.somansa.com/wp-content/uploads/2025/08/</a:t>
            </a:r>
            <a:r>
              <a:rPr lang="ko-KR"/>
              <a:t>소만사-종합브로셔_Server-i.pdf</a:t>
            </a:r>
          </a:p>
          <a:p>
            <a:r>
              <a:rPr lang="ko-KR">
                <a:ea typeface="맑은 고딕"/>
              </a:rPr>
              <a:t>[S7] </a:t>
            </a:r>
            <a:r>
              <a:rPr lang="ko-KR" err="1">
                <a:ea typeface="맑은 고딕"/>
              </a:rPr>
              <a:t>Somansa</a:t>
            </a:r>
            <a:r>
              <a:rPr lang="ko-KR">
                <a:ea typeface="맑은 고딕"/>
              </a:rPr>
              <a:t>, </a:t>
            </a:r>
            <a:r>
              <a:rPr lang="ko-KR" err="1">
                <a:ea typeface="맑은 고딕"/>
              </a:rPr>
              <a:t>English</a:t>
            </a:r>
            <a:r>
              <a:rPr lang="ko-KR">
                <a:ea typeface="맑은 고딕"/>
              </a:rPr>
              <a:t> </a:t>
            </a:r>
            <a:r>
              <a:rPr lang="ko-KR" err="1">
                <a:ea typeface="맑은 고딕"/>
              </a:rPr>
              <a:t>product</a:t>
            </a:r>
            <a:r>
              <a:rPr lang="ko-KR">
                <a:ea typeface="맑은 고딕"/>
              </a:rPr>
              <a:t> </a:t>
            </a:r>
            <a:r>
              <a:rPr lang="ko-KR" err="1">
                <a:ea typeface="맑은 고딕"/>
              </a:rPr>
              <a:t>brochure</a:t>
            </a:r>
            <a:r>
              <a:rPr lang="ko-KR">
                <a:ea typeface="맑은 고딕"/>
              </a:rPr>
              <a:t>, </a:t>
            </a:r>
            <a:r>
              <a:rPr lang="ko-KR" err="1">
                <a:ea typeface="맑은 고딕"/>
              </a:rPr>
              <a:t>Privacy-i</a:t>
            </a:r>
            <a:r>
              <a:rPr lang="ko-KR">
                <a:ea typeface="맑은 고딕"/>
              </a:rPr>
              <a:t> and Server-</a:t>
            </a:r>
            <a:r>
              <a:rPr lang="ko-KR" err="1">
                <a:ea typeface="맑은 고딕"/>
              </a:rPr>
              <a:t>i</a:t>
            </a:r>
          </a:p>
          <a:p>
            <a:r>
              <a:rPr lang="ko-KR">
                <a:hlinkClick r:id="rId6"/>
              </a:rPr>
              <a:t>https://www.somansa.com/wp-content/uploads/2025/07/EN-</a:t>
            </a:r>
            <a:r>
              <a:rPr lang="ko-KR"/>
              <a:t>영문-종합브로셔-3.pdf</a:t>
            </a:r>
          </a:p>
          <a:p>
            <a:r>
              <a:rPr lang="ko-KR">
                <a:ea typeface="맑은 고딕"/>
              </a:rPr>
              <a:t>[S10] NAVER </a:t>
            </a:r>
            <a:r>
              <a:rPr lang="ko-KR" err="1">
                <a:ea typeface="맑은 고딕"/>
              </a:rPr>
              <a:t>Cloud</a:t>
            </a:r>
            <a:r>
              <a:rPr lang="ko-KR">
                <a:ea typeface="맑은 고딕"/>
              </a:rPr>
              <a:t> </a:t>
            </a:r>
            <a:r>
              <a:rPr lang="ko-KR" err="1">
                <a:ea typeface="맑은 고딕"/>
              </a:rPr>
              <a:t>official</a:t>
            </a:r>
            <a:r>
              <a:rPr lang="ko-KR">
                <a:ea typeface="맑은 고딕"/>
              </a:rPr>
              <a:t> </a:t>
            </a:r>
            <a:r>
              <a:rPr lang="ko-KR" err="1">
                <a:ea typeface="맑은 고딕"/>
              </a:rPr>
              <a:t>marketplace</a:t>
            </a:r>
            <a:r>
              <a:rPr lang="ko-KR">
                <a:ea typeface="맑은 고딕"/>
              </a:rPr>
              <a:t>, </a:t>
            </a:r>
            <a:r>
              <a:rPr lang="ko-KR" err="1">
                <a:ea typeface="맑은 고딕"/>
              </a:rPr>
              <a:t>Privacy-i</a:t>
            </a:r>
            <a:r>
              <a:rPr lang="ko-KR">
                <a:ea typeface="맑은 고딕"/>
              </a:rPr>
              <a:t> </a:t>
            </a:r>
            <a:r>
              <a:rPr lang="ko-KR" err="1">
                <a:ea typeface="맑은 고딕"/>
              </a:rPr>
              <a:t>Cloud</a:t>
            </a:r>
            <a:r>
              <a:rPr lang="ko-KR">
                <a:ea typeface="맑은 고딕"/>
              </a:rPr>
              <a:t>, </a:t>
            </a:r>
            <a:r>
              <a:rPr lang="ko-KR" err="1">
                <a:ea typeface="맑은 고딕"/>
              </a:rPr>
              <a:t>seller</a:t>
            </a:r>
            <a:r>
              <a:rPr lang="ko-KR">
                <a:ea typeface="맑은 고딕"/>
              </a:rPr>
              <a:t> </a:t>
            </a:r>
            <a:r>
              <a:rPr lang="ko-KR" err="1">
                <a:ea typeface="맑은 고딕"/>
              </a:rPr>
              <a:t>Somansa</a:t>
            </a:r>
          </a:p>
          <a:p>
            <a:r>
              <a:rPr lang="ko-KR">
                <a:hlinkClick r:id="rId7"/>
              </a:rPr>
              <a:t>https://www.ncloud.com/marketplace/privacy-i</a:t>
            </a:r>
            <a:endParaRPr lang="ko-KR"/>
          </a:p>
          <a:p>
            <a:r>
              <a:rPr lang="ko-KR">
                <a:ea typeface="맑은 고딕"/>
              </a:rPr>
              <a:t>[S14] </a:t>
            </a:r>
            <a:r>
              <a:rPr lang="ko-KR" err="1">
                <a:ea typeface="맑은 고딕"/>
              </a:rPr>
              <a:t>Somansa</a:t>
            </a:r>
            <a:r>
              <a:rPr lang="ko-KR">
                <a:ea typeface="맑은 고딕"/>
              </a:rPr>
              <a:t>, </a:t>
            </a:r>
            <a:r>
              <a:rPr lang="ko-KR" err="1">
                <a:ea typeface="맑은 고딕"/>
              </a:rPr>
              <a:t>WebKeeper</a:t>
            </a:r>
            <a:r>
              <a:rPr lang="ko-KR">
                <a:ea typeface="맑은 고딕"/>
              </a:rPr>
              <a:t> AI DLP </a:t>
            </a:r>
            <a:r>
              <a:rPr lang="ko-KR" err="1">
                <a:ea typeface="맑은 고딕"/>
              </a:rPr>
              <a:t>brochure</a:t>
            </a:r>
            <a:r>
              <a:rPr lang="ko-KR">
                <a:ea typeface="맑은 고딕"/>
              </a:rPr>
              <a:t>, 2026-07-27 (</a:t>
            </a:r>
            <a:r>
              <a:rPr lang="ko-KR" err="1">
                <a:ea typeface="맑은 고딕"/>
              </a:rPr>
              <a:t>official</a:t>
            </a:r>
            <a:r>
              <a:rPr lang="ko-KR">
                <a:ea typeface="맑은 고딕"/>
              </a:rPr>
              <a:t> </a:t>
            </a:r>
            <a:r>
              <a:rPr lang="ko-KR" err="1">
                <a:ea typeface="맑은 고딕"/>
              </a:rPr>
              <a:t>indexed</a:t>
            </a:r>
            <a:r>
              <a:rPr lang="ko-KR">
                <a:ea typeface="맑은 고딕"/>
              </a:rPr>
              <a:t> </a:t>
            </a:r>
            <a:r>
              <a:rPr lang="ko-KR" err="1">
                <a:ea typeface="맑은 고딕"/>
              </a:rPr>
              <a:t>text</a:t>
            </a:r>
            <a:r>
              <a:rPr lang="ko-KR">
                <a:ea typeface="맑은 고딕"/>
              </a:rPr>
              <a:t>)</a:t>
            </a:r>
          </a:p>
          <a:p>
            <a:r>
              <a:rPr lang="ko-KR">
                <a:hlinkClick r:id="rId8"/>
              </a:rPr>
              <a:t>https://www.somansa.com/wp-content/uploads/2026/07/</a:t>
            </a:r>
            <a:r>
              <a:rPr lang="ko-KR"/>
              <a:t>소만사-WebKeeper-AI-DLP_20260727.pdf</a:t>
            </a:r>
          </a:p>
          <a:p>
            <a:r>
              <a:rPr lang="ko-KR">
                <a:ea typeface="맑은 고딕"/>
              </a:rPr>
              <a:t>[S15] </a:t>
            </a:r>
            <a:r>
              <a:rPr lang="ko-KR" err="1">
                <a:ea typeface="맑은 고딕"/>
              </a:rPr>
              <a:t>Somansa</a:t>
            </a:r>
            <a:r>
              <a:rPr lang="ko-KR">
                <a:ea typeface="맑은 고딕"/>
              </a:rPr>
              <a:t>, </a:t>
            </a:r>
            <a:r>
              <a:rPr lang="ko-KR" err="1">
                <a:ea typeface="맑은 고딕"/>
              </a:rPr>
              <a:t>official</a:t>
            </a:r>
            <a:r>
              <a:rPr lang="ko-KR">
                <a:ea typeface="맑은 고딕"/>
              </a:rPr>
              <a:t> </a:t>
            </a:r>
            <a:r>
              <a:rPr lang="ko-KR" err="1">
                <a:ea typeface="맑은 고딕"/>
              </a:rPr>
              <a:t>press</a:t>
            </a:r>
            <a:r>
              <a:rPr lang="ko-KR">
                <a:ea typeface="맑은 고딕"/>
              </a:rPr>
              <a:t> </a:t>
            </a:r>
            <a:r>
              <a:rPr lang="ko-KR" err="1">
                <a:ea typeface="맑은 고딕"/>
              </a:rPr>
              <a:t>index</a:t>
            </a:r>
            <a:r>
              <a:rPr lang="ko-KR">
                <a:ea typeface="맑은 고딕"/>
              </a:rPr>
              <a:t>, </a:t>
            </a:r>
            <a:r>
              <a:rPr lang="ko-KR" err="1">
                <a:ea typeface="맑은 고딕"/>
              </a:rPr>
              <a:t>Privacy-i</a:t>
            </a:r>
            <a:r>
              <a:rPr lang="ko-KR">
                <a:ea typeface="맑은 고딕"/>
              </a:rPr>
              <a:t> AIDR </a:t>
            </a:r>
            <a:r>
              <a:rPr lang="ko-KR" err="1">
                <a:ea typeface="맑은 고딕"/>
              </a:rPr>
              <a:t>announcement</a:t>
            </a:r>
            <a:r>
              <a:rPr lang="ko-KR">
                <a:ea typeface="맑은 고딕"/>
              </a:rPr>
              <a:t> (2026)</a:t>
            </a:r>
          </a:p>
          <a:p>
            <a:r>
              <a:rPr lang="ko-KR">
                <a:hlinkClick r:id="rId9"/>
              </a:rPr>
              <a:t>https://www.somansa.com/news_event_categories/press/</a:t>
            </a:r>
            <a:endParaRPr lang="ko-KR"/>
          </a:p>
          <a:p>
            <a:r>
              <a:rPr lang="ko-KR">
                <a:ea typeface="맑은 고딕"/>
              </a:rPr>
              <a:t>[S16] </a:t>
            </a:r>
            <a:r>
              <a:rPr lang="ko-KR" err="1">
                <a:ea typeface="맑은 고딕"/>
              </a:rPr>
              <a:t>Somansa</a:t>
            </a:r>
            <a:r>
              <a:rPr lang="ko-KR">
                <a:ea typeface="맑은 고딕"/>
              </a:rPr>
              <a:t>, </a:t>
            </a:r>
            <a:r>
              <a:rPr lang="ko-KR" err="1">
                <a:ea typeface="맑은 고딕"/>
              </a:rPr>
              <a:t>Mail-i</a:t>
            </a:r>
            <a:r>
              <a:rPr lang="ko-KR">
                <a:ea typeface="맑은 고딕"/>
              </a:rPr>
              <a:t> </a:t>
            </a:r>
            <a:r>
              <a:rPr lang="ko-KR" err="1">
                <a:ea typeface="맑은 고딕"/>
              </a:rPr>
              <a:t>English</a:t>
            </a:r>
            <a:r>
              <a:rPr lang="ko-KR">
                <a:ea typeface="맑은 고딕"/>
              </a:rPr>
              <a:t> </a:t>
            </a:r>
            <a:r>
              <a:rPr lang="ko-KR" err="1">
                <a:ea typeface="맑은 고딕"/>
              </a:rPr>
              <a:t>brochure</a:t>
            </a:r>
            <a:r>
              <a:rPr lang="ko-KR">
                <a:ea typeface="맑은 고딕"/>
              </a:rPr>
              <a:t>, </a:t>
            </a:r>
            <a:r>
              <a:rPr lang="ko-KR" err="1">
                <a:ea typeface="맑은 고딕"/>
              </a:rPr>
              <a:t>uploaded</a:t>
            </a:r>
            <a:r>
              <a:rPr lang="ko-KR">
                <a:ea typeface="맑은 고딕"/>
              </a:rPr>
              <a:t> </a:t>
            </a:r>
            <a:r>
              <a:rPr lang="ko-KR" err="1">
                <a:ea typeface="맑은 고딕"/>
              </a:rPr>
              <a:t>four-page</a:t>
            </a:r>
            <a:r>
              <a:rPr lang="ko-KR">
                <a:ea typeface="맑은 고딕"/>
              </a:rPr>
              <a:t> PDF, </a:t>
            </a:r>
            <a:r>
              <a:rPr lang="ko-KR" err="1">
                <a:ea typeface="맑은 고딕"/>
              </a:rPr>
              <a:t>pp</a:t>
            </a:r>
            <a:r>
              <a:rPr lang="ko-KR">
                <a:ea typeface="맑은 고딕"/>
              </a:rPr>
              <a:t>. 2-4</a:t>
            </a:r>
          </a:p>
          <a:p>
            <a:r>
              <a:rPr lang="ko-KR">
                <a:hlinkClick r:id="rId10"/>
              </a:rPr>
              <a:t>https://www.somansa.com/wp-content/uploads/2025/07/EN-Mail-i-DLP.pdf</a:t>
            </a:r>
            <a:endParaRPr lang="ko-KR"/>
          </a:p>
          <a:p>
            <a:r>
              <a:rPr lang="ko-KR">
                <a:ea typeface="맑은 고딕"/>
              </a:rPr>
              <a:t>[S17] </a:t>
            </a:r>
            <a:r>
              <a:rPr lang="ko-KR" err="1">
                <a:ea typeface="맑은 고딕"/>
              </a:rPr>
              <a:t>Somansa</a:t>
            </a:r>
            <a:r>
              <a:rPr lang="ko-KR">
                <a:ea typeface="맑은 고딕"/>
              </a:rPr>
              <a:t>, </a:t>
            </a:r>
            <a:r>
              <a:rPr lang="ko-KR" err="1">
                <a:ea typeface="맑은 고딕"/>
              </a:rPr>
              <a:t>English</a:t>
            </a:r>
            <a:r>
              <a:rPr lang="ko-KR">
                <a:ea typeface="맑은 고딕"/>
              </a:rPr>
              <a:t> </a:t>
            </a:r>
            <a:r>
              <a:rPr lang="ko-KR" err="1">
                <a:ea typeface="맑은 고딕"/>
              </a:rPr>
              <a:t>homepage</a:t>
            </a:r>
            <a:r>
              <a:rPr lang="ko-KR">
                <a:ea typeface="맑은 고딕"/>
              </a:rPr>
              <a:t>, AIDR </a:t>
            </a:r>
            <a:r>
              <a:rPr lang="ko-KR" err="1">
                <a:ea typeface="맑은 고딕"/>
              </a:rPr>
              <a:t>availability</a:t>
            </a:r>
            <a:r>
              <a:rPr lang="ko-KR">
                <a:ea typeface="맑은 고딕"/>
              </a:rPr>
              <a:t> </a:t>
            </a:r>
            <a:r>
              <a:rPr lang="ko-KR" err="1">
                <a:ea typeface="맑은 고딕"/>
              </a:rPr>
              <a:t>wording</a:t>
            </a:r>
          </a:p>
          <a:p>
            <a:r>
              <a:rPr lang="ko-KR">
                <a:hlinkClick r:id="rId11"/>
              </a:rPr>
              <a:t>https://www.somansa.com/</a:t>
            </a:r>
            <a:endParaRPr lang="ko-KR"/>
          </a:p>
          <a:p>
            <a:endParaRPr lang="en-US" altLang="ko-KR">
              <a:latin typeface="Calibri"/>
              <a:ea typeface="Calibri"/>
              <a:cs typeface="Calibri"/>
            </a:endParaRPr>
          </a:p>
        </p:txBody>
      </p:sp>
      <p:sp>
        <p:nvSpPr>
          <p:cNvPr id="4" name="슬라이드 번호 개체 틀 3">
            <a:extLst>
              <a:ext uri="{FF2B5EF4-FFF2-40B4-BE49-F238E27FC236}">
                <a16:creationId xmlns:a16="http://schemas.microsoft.com/office/drawing/2014/main" id="{73247DB3-E834-433B-3F93-2A105D94FCD5}"/>
              </a:ext>
            </a:extLst>
          </p:cNvPr>
          <p:cNvSpPr>
            <a:spLocks noGrp="1"/>
          </p:cNvSpPr>
          <p:nvPr>
            <p:ph type="sldNum" sz="quarter" idx="5"/>
          </p:nvPr>
        </p:nvSpPr>
        <p:spPr/>
        <p:txBody>
          <a:bodyPr/>
          <a:lstStyle/>
          <a:p>
            <a:fld id="{2B4D4D96-940C-4183-92F1-CDDC2839BE9F}" type="slidenum">
              <a:rPr lang="ko-KR" altLang="en-US" smtClean="0"/>
              <a:t>19</a:t>
            </a:fld>
            <a:endParaRPr lang="ko-KR" altLang="en-US"/>
          </a:p>
        </p:txBody>
      </p:sp>
    </p:spTree>
    <p:extLst>
      <p:ext uri="{BB962C8B-B14F-4D97-AF65-F5344CB8AC3E}">
        <p14:creationId xmlns:p14="http://schemas.microsoft.com/office/powerpoint/2010/main" val="377230828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A0CD67-A461-20F9-9AF9-1E0EA2E83AB6}"/>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F70799E3-75BC-079C-919A-5F54B93E4A3A}"/>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C6867D06-D4E8-9D56-4BC5-8E0394A2D264}"/>
              </a:ext>
            </a:extLst>
          </p:cNvPr>
          <p:cNvSpPr>
            <a:spLocks noGrp="1"/>
          </p:cNvSpPr>
          <p:nvPr>
            <p:ph type="body" idx="1"/>
          </p:nvPr>
        </p:nvSpPr>
        <p:spPr/>
        <p:txBody>
          <a:bodyPr/>
          <a:lstStyle/>
          <a:p>
            <a:r>
              <a:rPr lang="ko-KR"/>
              <a:t>References:</a:t>
            </a:r>
          </a:p>
          <a:p>
            <a:r>
              <a:rPr lang="ko-KR">
                <a:ea typeface="맑은 고딕"/>
              </a:rPr>
              <a:t>[</a:t>
            </a:r>
            <a:r>
              <a:rPr lang="en-US" altLang="ko-KR">
                <a:ea typeface="맑은 고딕"/>
              </a:rPr>
              <a:t>F1</a:t>
            </a:r>
            <a:r>
              <a:rPr lang="ko-KR">
                <a:ea typeface="맑은 고딕"/>
              </a:rPr>
              <a:t>] </a:t>
            </a:r>
            <a:r>
              <a:rPr lang="en-US" altLang="ko-KR">
                <a:ea typeface="맑은 고딕"/>
              </a:rPr>
              <a:t>Fasoo</a:t>
            </a:r>
            <a:r>
              <a:rPr lang="ko-KR">
                <a:ea typeface="맑은 고딕"/>
              </a:rPr>
              <a:t>, </a:t>
            </a:r>
            <a:r>
              <a:rPr lang="en-US" altLang="ko-KR">
                <a:ea typeface="맑은 고딕"/>
              </a:rPr>
              <a:t>Fasoo</a:t>
            </a:r>
            <a:r>
              <a:rPr lang="ko-KR" altLang="en-US">
                <a:ea typeface="맑은 고딕"/>
              </a:rPr>
              <a:t> </a:t>
            </a:r>
            <a:r>
              <a:rPr lang="en-US" altLang="ko-KR">
                <a:ea typeface="맑은 고딕"/>
              </a:rPr>
              <a:t>Enterprise</a:t>
            </a:r>
            <a:r>
              <a:rPr lang="ko-KR" altLang="en-US">
                <a:ea typeface="맑은 고딕"/>
              </a:rPr>
              <a:t> </a:t>
            </a:r>
            <a:r>
              <a:rPr lang="en-US" altLang="ko-KR">
                <a:ea typeface="맑은 고딕"/>
              </a:rPr>
              <a:t>DRM</a:t>
            </a:r>
            <a:r>
              <a:rPr lang="ko-KR" altLang="en-US">
                <a:ea typeface="맑은 고딕"/>
              </a:rPr>
              <a:t> </a:t>
            </a:r>
            <a:r>
              <a:rPr lang="ko-KR">
                <a:ea typeface="맑은 고딕"/>
              </a:rPr>
              <a:t>(</a:t>
            </a:r>
            <a:r>
              <a:rPr lang="en-US" altLang="ko-KR">
                <a:ea typeface="맑은 고딕"/>
              </a:rPr>
              <a:t>FED</a:t>
            </a:r>
            <a:r>
              <a:rPr lang="ko-KR">
                <a:ea typeface="맑은 고딕"/>
              </a:rPr>
              <a:t>)</a:t>
            </a:r>
          </a:p>
          <a:p>
            <a:r>
              <a:rPr lang="ko-KR">
                <a:ea typeface="맑은 고딕"/>
                <a:hlinkClick r:id="rId3"/>
              </a:rPr>
              <a:t>https://www.</a:t>
            </a:r>
            <a:r>
              <a:rPr lang="en-US" altLang="ko-KR">
                <a:ea typeface="맑은 고딕"/>
                <a:hlinkClick r:id="rId3"/>
              </a:rPr>
              <a:t>fasoo</a:t>
            </a:r>
            <a:r>
              <a:rPr lang="ko-KR">
                <a:ea typeface="맑은 고딕"/>
                <a:hlinkClick r:id="rId3"/>
              </a:rPr>
              <a:t>.</a:t>
            </a:r>
            <a:r>
              <a:rPr lang="en-US" altLang="ko-KR">
                <a:ea typeface="맑은 고딕"/>
                <a:hlinkClick r:id="rId3"/>
              </a:rPr>
              <a:t>ai</a:t>
            </a:r>
            <a:r>
              <a:rPr lang="ko-KR">
                <a:ea typeface="맑은 고딕"/>
                <a:hlinkClick r:id="rId3"/>
              </a:rPr>
              <a:t>/</a:t>
            </a:r>
            <a:r>
              <a:rPr lang="en-US" altLang="ko-KR">
                <a:ea typeface="맑은 고딕"/>
                <a:hlinkClick r:id="rId3"/>
              </a:rPr>
              <a:t>products</a:t>
            </a:r>
            <a:r>
              <a:rPr lang="ko-KR">
                <a:ea typeface="맑은 고딕"/>
                <a:hlinkClick r:id="rId3"/>
              </a:rPr>
              <a:t>/</a:t>
            </a:r>
            <a:r>
              <a:rPr lang="en-US" altLang="ko-KR">
                <a:ea typeface="맑은 고딕"/>
                <a:hlinkClick r:id="rId3"/>
              </a:rPr>
              <a:t>fasoo-enterprise-drm</a:t>
            </a:r>
            <a:endParaRPr lang="ko-KR">
              <a:ea typeface="맑은 고딕"/>
            </a:endParaRPr>
          </a:p>
          <a:p>
            <a:r>
              <a:rPr lang="ko-KR">
                <a:ea typeface="맑은 고딕"/>
              </a:rPr>
              <a:t>[</a:t>
            </a:r>
            <a:r>
              <a:rPr lang="en-US" altLang="ko-KR">
                <a:ea typeface="맑은 고딕"/>
              </a:rPr>
              <a:t>F2</a:t>
            </a:r>
            <a:r>
              <a:rPr lang="ko-KR">
                <a:ea typeface="맑은 고딕"/>
              </a:rPr>
              <a:t>] </a:t>
            </a:r>
            <a:r>
              <a:rPr lang="en-US" altLang="ko-KR">
                <a:ea typeface="맑은 고딕"/>
              </a:rPr>
              <a:t>Fasoo</a:t>
            </a:r>
            <a:r>
              <a:rPr lang="ko-KR">
                <a:ea typeface="맑은 고딕"/>
              </a:rPr>
              <a:t>, </a:t>
            </a:r>
            <a:r>
              <a:rPr lang="en-US" altLang="ko-KR">
                <a:ea typeface="맑은 고딕"/>
              </a:rPr>
              <a:t>Fasoo</a:t>
            </a:r>
            <a:r>
              <a:rPr lang="ko-KR" altLang="en-US">
                <a:ea typeface="맑은 고딕"/>
              </a:rPr>
              <a:t> </a:t>
            </a:r>
            <a:r>
              <a:rPr lang="en-US" altLang="ko-KR">
                <a:ea typeface="맑은 고딕"/>
              </a:rPr>
              <a:t>Data</a:t>
            </a:r>
            <a:r>
              <a:rPr lang="ko-KR" altLang="en-US">
                <a:ea typeface="맑은 고딕"/>
              </a:rPr>
              <a:t> </a:t>
            </a:r>
            <a:r>
              <a:rPr lang="en-US" altLang="ko-KR">
                <a:ea typeface="맑은 고딕"/>
              </a:rPr>
              <a:t>Radar</a:t>
            </a:r>
            <a:r>
              <a:rPr lang="ko-KR" altLang="en-US">
                <a:ea typeface="맑은 고딕"/>
              </a:rPr>
              <a:t> </a:t>
            </a:r>
            <a:r>
              <a:rPr lang="ko-KR">
                <a:ea typeface="맑은 고딕"/>
              </a:rPr>
              <a:t>(</a:t>
            </a:r>
            <a:r>
              <a:rPr lang="en-US" altLang="ko-KR">
                <a:ea typeface="맑은 고딕"/>
              </a:rPr>
              <a:t>FDR</a:t>
            </a:r>
            <a:r>
              <a:rPr lang="ko-KR">
                <a:ea typeface="맑은 고딕"/>
              </a:rPr>
              <a:t>)</a:t>
            </a:r>
          </a:p>
          <a:p>
            <a:r>
              <a:rPr lang="ko-KR">
                <a:ea typeface="맑은 고딕"/>
                <a:hlinkClick r:id="rId4"/>
              </a:rPr>
              <a:t>https://www.</a:t>
            </a:r>
            <a:r>
              <a:rPr lang="en-US" altLang="ko-KR">
                <a:ea typeface="맑은 고딕"/>
                <a:hlinkClick r:id="rId4"/>
              </a:rPr>
              <a:t>fasoo</a:t>
            </a:r>
            <a:r>
              <a:rPr lang="ko-KR">
                <a:ea typeface="맑은 고딕"/>
                <a:hlinkClick r:id="rId4"/>
              </a:rPr>
              <a:t>.</a:t>
            </a:r>
            <a:r>
              <a:rPr lang="en-US" altLang="ko-KR">
                <a:ea typeface="맑은 고딕"/>
                <a:hlinkClick r:id="rId4"/>
              </a:rPr>
              <a:t>ai</a:t>
            </a:r>
            <a:r>
              <a:rPr lang="ko-KR">
                <a:ea typeface="맑은 고딕"/>
                <a:hlinkClick r:id="rId4"/>
              </a:rPr>
              <a:t>/</a:t>
            </a:r>
            <a:r>
              <a:rPr lang="en-US" altLang="ko-KR">
                <a:ea typeface="맑은 고딕"/>
                <a:hlinkClick r:id="rId4"/>
              </a:rPr>
              <a:t>products</a:t>
            </a:r>
            <a:r>
              <a:rPr lang="ko-KR">
                <a:ea typeface="맑은 고딕"/>
                <a:hlinkClick r:id="rId4"/>
              </a:rPr>
              <a:t>/</a:t>
            </a:r>
            <a:r>
              <a:rPr lang="en-US" altLang="ko-KR">
                <a:ea typeface="맑은 고딕"/>
                <a:hlinkClick r:id="rId4"/>
              </a:rPr>
              <a:t>fasoo-data-radar</a:t>
            </a:r>
            <a:endParaRPr lang="ko-KR">
              <a:ea typeface="맑은 고딕"/>
            </a:endParaRPr>
          </a:p>
          <a:p>
            <a:r>
              <a:rPr lang="ko-KR">
                <a:ea typeface="맑은 고딕"/>
              </a:rPr>
              <a:t>[</a:t>
            </a:r>
            <a:r>
              <a:rPr lang="en-US" altLang="ko-KR">
                <a:ea typeface="맑은 고딕"/>
              </a:rPr>
              <a:t>F3</a:t>
            </a:r>
            <a:r>
              <a:rPr lang="ko-KR">
                <a:ea typeface="맑은 고딕"/>
              </a:rPr>
              <a:t>] </a:t>
            </a:r>
            <a:r>
              <a:rPr lang="en-US" altLang="ko-KR">
                <a:ea typeface="맑은 고딕"/>
              </a:rPr>
              <a:t>Fasoo</a:t>
            </a:r>
            <a:r>
              <a:rPr lang="ko-KR">
                <a:ea typeface="맑은 고딕"/>
              </a:rPr>
              <a:t>, </a:t>
            </a:r>
            <a:r>
              <a:rPr lang="en-US" altLang="ko-KR">
                <a:ea typeface="맑은 고딕"/>
              </a:rPr>
              <a:t>AI-R</a:t>
            </a:r>
            <a:r>
              <a:rPr lang="ko-KR" altLang="en-US">
                <a:ea typeface="맑은 고딕"/>
              </a:rPr>
              <a:t> </a:t>
            </a:r>
            <a:r>
              <a:rPr lang="ko-KR">
                <a:ea typeface="맑은 고딕"/>
              </a:rPr>
              <a:t>DLP</a:t>
            </a:r>
          </a:p>
          <a:p>
            <a:r>
              <a:rPr lang="ko-KR">
                <a:ea typeface="맑은 고딕"/>
                <a:hlinkClick r:id="rId5"/>
              </a:rPr>
              <a:t>https://www.</a:t>
            </a:r>
            <a:r>
              <a:rPr lang="en-US" altLang="ko-KR">
                <a:ea typeface="맑은 고딕"/>
                <a:hlinkClick r:id="rId5"/>
              </a:rPr>
              <a:t>fasoo</a:t>
            </a:r>
            <a:r>
              <a:rPr lang="ko-KR">
                <a:ea typeface="맑은 고딕"/>
                <a:hlinkClick r:id="rId5"/>
              </a:rPr>
              <a:t>.</a:t>
            </a:r>
            <a:r>
              <a:rPr lang="en-US" altLang="ko-KR">
                <a:ea typeface="맑은 고딕"/>
                <a:hlinkClick r:id="rId5"/>
              </a:rPr>
              <a:t>ai</a:t>
            </a:r>
            <a:r>
              <a:rPr lang="ko-KR">
                <a:ea typeface="맑은 고딕"/>
                <a:hlinkClick r:id="rId5"/>
              </a:rPr>
              <a:t>/</a:t>
            </a:r>
            <a:r>
              <a:rPr lang="en-US" altLang="ko-KR">
                <a:ea typeface="맑은 고딕"/>
                <a:hlinkClick r:id="rId5"/>
              </a:rPr>
              <a:t>products</a:t>
            </a:r>
            <a:r>
              <a:rPr lang="ko-KR">
                <a:ea typeface="맑은 고딕"/>
                <a:hlinkClick r:id="rId5"/>
              </a:rPr>
              <a:t>/</a:t>
            </a:r>
            <a:r>
              <a:rPr lang="en-US" altLang="ko-KR">
                <a:ea typeface="맑은 고딕"/>
                <a:hlinkClick r:id="rId5"/>
              </a:rPr>
              <a:t>fasoo-ai-r-dlp</a:t>
            </a:r>
            <a:endParaRPr lang="ko-KR">
              <a:ea typeface="맑은 고딕"/>
            </a:endParaRPr>
          </a:p>
          <a:p>
            <a:r>
              <a:rPr lang="ko-KR">
                <a:ea typeface="맑은 고딕"/>
              </a:rPr>
              <a:t>[</a:t>
            </a:r>
            <a:r>
              <a:rPr lang="en-US" altLang="ko-KR">
                <a:ea typeface="맑은 고딕"/>
              </a:rPr>
              <a:t>F4</a:t>
            </a:r>
            <a:r>
              <a:rPr lang="ko-KR">
                <a:ea typeface="맑은 고딕"/>
              </a:rPr>
              <a:t>] </a:t>
            </a:r>
            <a:r>
              <a:rPr lang="en-US" altLang="ko-KR">
                <a:ea typeface="맑은 고딕"/>
              </a:rPr>
              <a:t>Fasoo</a:t>
            </a:r>
            <a:r>
              <a:rPr lang="ko-KR">
                <a:ea typeface="맑은 고딕"/>
              </a:rPr>
              <a:t>, </a:t>
            </a:r>
            <a:r>
              <a:rPr lang="en-US" altLang="ko-KR">
                <a:ea typeface="맑은 고딕"/>
              </a:rPr>
              <a:t>AI-R</a:t>
            </a:r>
            <a:r>
              <a:rPr lang="ko-KR" altLang="en-US">
                <a:ea typeface="맑은 고딕"/>
              </a:rPr>
              <a:t> </a:t>
            </a:r>
            <a:r>
              <a:rPr lang="en-US" altLang="ko-KR">
                <a:ea typeface="맑은 고딕"/>
              </a:rPr>
              <a:t>Endpoint</a:t>
            </a:r>
            <a:endParaRPr lang="ko-KR">
              <a:ea typeface="맑은 고딕"/>
            </a:endParaRPr>
          </a:p>
          <a:p>
            <a:r>
              <a:rPr lang="ko-KR">
                <a:ea typeface="맑은 고딕"/>
                <a:hlinkClick r:id="rId6"/>
              </a:rPr>
              <a:t>https://www.</a:t>
            </a:r>
            <a:r>
              <a:rPr lang="en-US" altLang="ko-KR">
                <a:ea typeface="맑은 고딕"/>
                <a:hlinkClick r:id="rId6"/>
              </a:rPr>
              <a:t>fasoo</a:t>
            </a:r>
            <a:r>
              <a:rPr lang="ko-KR">
                <a:ea typeface="맑은 고딕"/>
                <a:hlinkClick r:id="rId6"/>
              </a:rPr>
              <a:t>.</a:t>
            </a:r>
            <a:r>
              <a:rPr lang="en-US" altLang="ko-KR">
                <a:ea typeface="맑은 고딕"/>
                <a:hlinkClick r:id="rId6"/>
              </a:rPr>
              <a:t>ai</a:t>
            </a:r>
            <a:r>
              <a:rPr lang="ko-KR">
                <a:ea typeface="맑은 고딕"/>
                <a:hlinkClick r:id="rId6"/>
              </a:rPr>
              <a:t>/</a:t>
            </a:r>
            <a:r>
              <a:rPr lang="en-US" altLang="ko-KR">
                <a:ea typeface="맑은 고딕"/>
                <a:hlinkClick r:id="rId6"/>
              </a:rPr>
              <a:t>products</a:t>
            </a:r>
            <a:r>
              <a:rPr lang="ko-KR">
                <a:ea typeface="맑은 고딕"/>
                <a:hlinkClick r:id="rId6"/>
              </a:rPr>
              <a:t>/</a:t>
            </a:r>
            <a:r>
              <a:rPr lang="en-US" altLang="ko-KR">
                <a:ea typeface="맑은 고딕"/>
                <a:hlinkClick r:id="rId6"/>
              </a:rPr>
              <a:t>ai-r-endpoint</a:t>
            </a:r>
            <a:endParaRPr lang="ko-KR">
              <a:ea typeface="맑은 고딕"/>
            </a:endParaRPr>
          </a:p>
          <a:p>
            <a:r>
              <a:rPr lang="ko-KR">
                <a:ea typeface="맑은 고딕"/>
              </a:rPr>
              <a:t>[</a:t>
            </a:r>
            <a:r>
              <a:rPr lang="en-US" altLang="ko-KR">
                <a:ea typeface="맑은 고딕"/>
              </a:rPr>
              <a:t>F5</a:t>
            </a:r>
            <a:r>
              <a:rPr lang="ko-KR">
                <a:ea typeface="맑은 고딕"/>
              </a:rPr>
              <a:t>] </a:t>
            </a:r>
            <a:r>
              <a:rPr lang="en-US" altLang="ko-KR">
                <a:ea typeface="맑은 고딕"/>
              </a:rPr>
              <a:t>Fasoo</a:t>
            </a:r>
            <a:r>
              <a:rPr lang="ko-KR">
                <a:ea typeface="맑은 고딕"/>
              </a:rPr>
              <a:t>, </a:t>
            </a:r>
            <a:r>
              <a:rPr lang="en-US" altLang="ko-KR">
                <a:ea typeface="맑은 고딕"/>
              </a:rPr>
              <a:t>AI-R</a:t>
            </a:r>
            <a:r>
              <a:rPr lang="ko-KR" altLang="en-US">
                <a:ea typeface="맑은 고딕"/>
              </a:rPr>
              <a:t> </a:t>
            </a:r>
            <a:r>
              <a:rPr lang="en-US" altLang="ko-KR">
                <a:ea typeface="맑은 고딕"/>
              </a:rPr>
              <a:t>Gateway</a:t>
            </a:r>
            <a:endParaRPr lang="ko-KR">
              <a:ea typeface="맑은 고딕"/>
            </a:endParaRPr>
          </a:p>
          <a:p>
            <a:r>
              <a:rPr lang="ko-KR">
                <a:ea typeface="맑은 고딕"/>
                <a:hlinkClick r:id="rId7"/>
              </a:rPr>
              <a:t>https://www.</a:t>
            </a:r>
            <a:r>
              <a:rPr lang="en-US" altLang="ko-KR">
                <a:ea typeface="맑은 고딕"/>
                <a:hlinkClick r:id="rId7"/>
              </a:rPr>
              <a:t>fasoo</a:t>
            </a:r>
            <a:r>
              <a:rPr lang="ko-KR">
                <a:ea typeface="맑은 고딕"/>
                <a:hlinkClick r:id="rId7"/>
              </a:rPr>
              <a:t>.</a:t>
            </a:r>
            <a:r>
              <a:rPr lang="en-US" altLang="ko-KR">
                <a:ea typeface="맑은 고딕"/>
                <a:hlinkClick r:id="rId7"/>
              </a:rPr>
              <a:t>ai</a:t>
            </a:r>
            <a:r>
              <a:rPr lang="ko-KR">
                <a:ea typeface="맑은 고딕"/>
                <a:hlinkClick r:id="rId7"/>
              </a:rPr>
              <a:t>/</a:t>
            </a:r>
            <a:r>
              <a:rPr lang="en-US" altLang="ko-KR">
                <a:ea typeface="맑은 고딕"/>
                <a:hlinkClick r:id="rId7"/>
              </a:rPr>
              <a:t>products</a:t>
            </a:r>
            <a:r>
              <a:rPr lang="ko-KR">
                <a:ea typeface="맑은 고딕"/>
                <a:hlinkClick r:id="rId7"/>
              </a:rPr>
              <a:t>/</a:t>
            </a:r>
            <a:r>
              <a:rPr lang="en-US" altLang="ko-KR">
                <a:ea typeface="맑은 고딕"/>
                <a:hlinkClick r:id="rId7"/>
              </a:rPr>
              <a:t>ai-r-gateway</a:t>
            </a:r>
            <a:endParaRPr lang="ko-KR">
              <a:ea typeface="맑은 고딕"/>
            </a:endParaRPr>
          </a:p>
          <a:p>
            <a:r>
              <a:rPr lang="ko-KR">
                <a:ea typeface="맑은 고딕"/>
              </a:rPr>
              <a:t>[</a:t>
            </a:r>
            <a:r>
              <a:rPr lang="en-US" altLang="ko-KR">
                <a:ea typeface="맑은 고딕"/>
              </a:rPr>
              <a:t>F6</a:t>
            </a:r>
            <a:r>
              <a:rPr lang="ko-KR">
                <a:ea typeface="맑은 고딕"/>
              </a:rPr>
              <a:t>] </a:t>
            </a:r>
            <a:r>
              <a:rPr lang="en-US" altLang="ko-KR">
                <a:ea typeface="맑은 고딕"/>
              </a:rPr>
              <a:t>Fasoo</a:t>
            </a:r>
            <a:r>
              <a:rPr lang="ko-KR">
                <a:ea typeface="맑은 고딕"/>
              </a:rPr>
              <a:t>, </a:t>
            </a:r>
            <a:r>
              <a:rPr lang="en-US" altLang="ko-KR">
                <a:ea typeface="맑은 고딕"/>
              </a:rPr>
              <a:t>AI-R</a:t>
            </a:r>
            <a:r>
              <a:rPr lang="ko-KR" altLang="en-US">
                <a:ea typeface="맑은 고딕"/>
              </a:rPr>
              <a:t> </a:t>
            </a:r>
            <a:r>
              <a:rPr lang="en-US" altLang="ko-KR">
                <a:ea typeface="맑은 고딕"/>
              </a:rPr>
              <a:t>Bridge</a:t>
            </a:r>
            <a:endParaRPr lang="ko-KR">
              <a:ea typeface="맑은 고딕"/>
            </a:endParaRPr>
          </a:p>
          <a:p>
            <a:r>
              <a:rPr lang="ko-KR">
                <a:ea typeface="맑은 고딕"/>
                <a:hlinkClick r:id="rId8"/>
              </a:rPr>
              <a:t>https://www.</a:t>
            </a:r>
            <a:r>
              <a:rPr lang="en-US" altLang="ko-KR">
                <a:ea typeface="맑은 고딕"/>
                <a:hlinkClick r:id="rId8"/>
              </a:rPr>
              <a:t>fasoo</a:t>
            </a:r>
            <a:r>
              <a:rPr lang="ko-KR">
                <a:ea typeface="맑은 고딕"/>
                <a:hlinkClick r:id="rId8"/>
              </a:rPr>
              <a:t>.</a:t>
            </a:r>
            <a:r>
              <a:rPr lang="en-US" altLang="ko-KR">
                <a:ea typeface="맑은 고딕"/>
                <a:hlinkClick r:id="rId8"/>
              </a:rPr>
              <a:t>ai</a:t>
            </a:r>
            <a:r>
              <a:rPr lang="ko-KR">
                <a:ea typeface="맑은 고딕"/>
                <a:hlinkClick r:id="rId8"/>
              </a:rPr>
              <a:t>/</a:t>
            </a:r>
            <a:r>
              <a:rPr lang="en-US" altLang="ko-KR">
                <a:ea typeface="맑은 고딕"/>
                <a:hlinkClick r:id="rId8"/>
              </a:rPr>
              <a:t>products</a:t>
            </a:r>
            <a:r>
              <a:rPr lang="ko-KR">
                <a:ea typeface="맑은 고딕"/>
                <a:hlinkClick r:id="rId8"/>
              </a:rPr>
              <a:t>/</a:t>
            </a:r>
            <a:r>
              <a:rPr lang="en-US" altLang="ko-KR">
                <a:ea typeface="맑은 고딕"/>
                <a:hlinkClick r:id="rId8"/>
              </a:rPr>
              <a:t>ai-r-bridge</a:t>
            </a:r>
            <a:endParaRPr lang="ko-KR">
              <a:ea typeface="맑은 고딕"/>
            </a:endParaRPr>
          </a:p>
          <a:p>
            <a:r>
              <a:rPr lang="ko-KR">
                <a:ea typeface="맑은 고딕"/>
              </a:rPr>
              <a:t>[</a:t>
            </a:r>
            <a:r>
              <a:rPr lang="en-US" altLang="ko-KR">
                <a:ea typeface="맑은 고딕"/>
              </a:rPr>
              <a:t>F8</a:t>
            </a:r>
            <a:r>
              <a:rPr lang="ko-KR">
                <a:ea typeface="맑은 고딕"/>
              </a:rPr>
              <a:t>] </a:t>
            </a:r>
            <a:r>
              <a:rPr lang="en-US" altLang="ko-KR">
                <a:ea typeface="맑은 고딕"/>
              </a:rPr>
              <a:t>Fasoo</a:t>
            </a:r>
            <a:r>
              <a:rPr lang="ko-KR">
                <a:ea typeface="맑은 고딕"/>
              </a:rPr>
              <a:t>, </a:t>
            </a:r>
            <a:r>
              <a:rPr lang="en-US" altLang="ko-KR">
                <a:ea typeface="맑은 고딕"/>
              </a:rPr>
              <a:t>Fasoo</a:t>
            </a:r>
            <a:r>
              <a:rPr lang="ko-KR" altLang="en-US">
                <a:ea typeface="맑은 고딕"/>
              </a:rPr>
              <a:t> </a:t>
            </a:r>
            <a:r>
              <a:rPr lang="en-US" altLang="ko-KR">
                <a:ea typeface="맑은 고딕"/>
              </a:rPr>
              <a:t>Smart</a:t>
            </a:r>
            <a:r>
              <a:rPr lang="ko-KR" altLang="en-US">
                <a:ea typeface="맑은 고딕"/>
              </a:rPr>
              <a:t> </a:t>
            </a:r>
            <a:r>
              <a:rPr lang="en-US" altLang="ko-KR">
                <a:ea typeface="맑은 고딕"/>
              </a:rPr>
              <a:t>Screen</a:t>
            </a:r>
            <a:r>
              <a:rPr lang="ko-KR" altLang="en-US">
                <a:ea typeface="맑은 고딕"/>
              </a:rPr>
              <a:t> </a:t>
            </a:r>
            <a:r>
              <a:rPr lang="ko-KR">
                <a:ea typeface="맑은 고딕"/>
              </a:rPr>
              <a:t>(</a:t>
            </a:r>
            <a:r>
              <a:rPr lang="en-US" altLang="ko-KR">
                <a:ea typeface="맑은 고딕"/>
              </a:rPr>
              <a:t>FSS</a:t>
            </a:r>
            <a:r>
              <a:rPr lang="ko-KR">
                <a:ea typeface="맑은 고딕"/>
              </a:rPr>
              <a:t>)</a:t>
            </a:r>
          </a:p>
          <a:p>
            <a:r>
              <a:rPr lang="ko-KR">
                <a:ea typeface="맑은 고딕"/>
                <a:hlinkClick r:id="rId9"/>
              </a:rPr>
              <a:t>https://www.</a:t>
            </a:r>
            <a:r>
              <a:rPr lang="en-US" altLang="ko-KR">
                <a:ea typeface="맑은 고딕"/>
                <a:hlinkClick r:id="rId9"/>
              </a:rPr>
              <a:t>fasoo</a:t>
            </a:r>
            <a:r>
              <a:rPr lang="ko-KR">
                <a:ea typeface="맑은 고딕"/>
                <a:hlinkClick r:id="rId9"/>
              </a:rPr>
              <a:t>.</a:t>
            </a:r>
            <a:r>
              <a:rPr lang="en-US" altLang="ko-KR">
                <a:ea typeface="맑은 고딕"/>
                <a:hlinkClick r:id="rId9"/>
              </a:rPr>
              <a:t>ai</a:t>
            </a:r>
            <a:r>
              <a:rPr lang="ko-KR">
                <a:ea typeface="맑은 고딕"/>
                <a:hlinkClick r:id="rId9"/>
              </a:rPr>
              <a:t>/</a:t>
            </a:r>
            <a:r>
              <a:rPr lang="en-US" altLang="ko-KR">
                <a:ea typeface="맑은 고딕"/>
                <a:hlinkClick r:id="rId9"/>
              </a:rPr>
              <a:t>products</a:t>
            </a:r>
            <a:r>
              <a:rPr lang="ko-KR">
                <a:ea typeface="맑은 고딕"/>
                <a:hlinkClick r:id="rId9"/>
              </a:rPr>
              <a:t>/</a:t>
            </a:r>
            <a:r>
              <a:rPr lang="en-US" altLang="ko-KR">
                <a:ea typeface="맑은 고딕"/>
                <a:hlinkClick r:id="rId9"/>
              </a:rPr>
              <a:t>fasoo-smart-screen</a:t>
            </a:r>
            <a:endParaRPr lang="ko-KR">
              <a:ea typeface="맑은 고딕"/>
            </a:endParaRPr>
          </a:p>
          <a:p>
            <a:r>
              <a:rPr lang="ko-KR">
                <a:ea typeface="맑은 고딕"/>
              </a:rPr>
              <a:t>[</a:t>
            </a:r>
            <a:r>
              <a:rPr lang="en-US" altLang="ko-KR">
                <a:ea typeface="맑은 고딕"/>
              </a:rPr>
              <a:t>F9</a:t>
            </a:r>
            <a:r>
              <a:rPr lang="ko-KR">
                <a:ea typeface="맑은 고딕"/>
              </a:rPr>
              <a:t>] </a:t>
            </a:r>
            <a:r>
              <a:rPr lang="en-US" altLang="ko-KR">
                <a:ea typeface="맑은 고딕"/>
              </a:rPr>
              <a:t>Fasoo</a:t>
            </a:r>
            <a:r>
              <a:rPr lang="ko-KR">
                <a:ea typeface="맑은 고딕"/>
              </a:rPr>
              <a:t>, </a:t>
            </a:r>
            <a:r>
              <a:rPr lang="en-US" altLang="ko-KR">
                <a:ea typeface="맑은 고딕"/>
              </a:rPr>
              <a:t>Fasoo</a:t>
            </a:r>
            <a:r>
              <a:rPr lang="ko-KR" altLang="en-US">
                <a:ea typeface="맑은 고딕"/>
              </a:rPr>
              <a:t> </a:t>
            </a:r>
            <a:r>
              <a:rPr lang="en-US" altLang="ko-KR">
                <a:ea typeface="맑은 고딕"/>
              </a:rPr>
              <a:t>Smart</a:t>
            </a:r>
            <a:r>
              <a:rPr lang="ko-KR" altLang="en-US">
                <a:ea typeface="맑은 고딕"/>
              </a:rPr>
              <a:t> </a:t>
            </a:r>
            <a:r>
              <a:rPr lang="en-US" altLang="ko-KR">
                <a:ea typeface="맑은 고딕"/>
              </a:rPr>
              <a:t>Print</a:t>
            </a:r>
            <a:r>
              <a:rPr lang="ko-KR" altLang="en-US">
                <a:ea typeface="맑은 고딕"/>
              </a:rPr>
              <a:t> </a:t>
            </a:r>
            <a:r>
              <a:rPr lang="ko-KR">
                <a:ea typeface="맑은 고딕"/>
              </a:rPr>
              <a:t>(</a:t>
            </a:r>
            <a:r>
              <a:rPr lang="en-US" altLang="ko-KR">
                <a:ea typeface="맑은 고딕"/>
              </a:rPr>
              <a:t>FSP</a:t>
            </a:r>
            <a:r>
              <a:rPr lang="ko-KR">
                <a:ea typeface="맑은 고딕"/>
              </a:rPr>
              <a:t>)</a:t>
            </a:r>
          </a:p>
          <a:p>
            <a:r>
              <a:rPr lang="ko-KR">
                <a:ea typeface="맑은 고딕"/>
                <a:hlinkClick r:id="rId10"/>
              </a:rPr>
              <a:t>https://www.</a:t>
            </a:r>
            <a:r>
              <a:rPr lang="en-US" altLang="ko-KR">
                <a:ea typeface="맑은 고딕"/>
                <a:hlinkClick r:id="rId10"/>
              </a:rPr>
              <a:t>fasoo</a:t>
            </a:r>
            <a:r>
              <a:rPr lang="ko-KR">
                <a:ea typeface="맑은 고딕"/>
                <a:hlinkClick r:id="rId10"/>
              </a:rPr>
              <a:t>.</a:t>
            </a:r>
            <a:r>
              <a:rPr lang="en-US" altLang="ko-KR">
                <a:ea typeface="맑은 고딕"/>
                <a:hlinkClick r:id="rId10"/>
              </a:rPr>
              <a:t>ai</a:t>
            </a:r>
            <a:r>
              <a:rPr lang="ko-KR">
                <a:ea typeface="맑은 고딕"/>
                <a:hlinkClick r:id="rId10"/>
              </a:rPr>
              <a:t>/</a:t>
            </a:r>
            <a:r>
              <a:rPr lang="en-US" altLang="ko-KR">
                <a:ea typeface="맑은 고딕"/>
                <a:hlinkClick r:id="rId10"/>
              </a:rPr>
              <a:t>products</a:t>
            </a:r>
            <a:r>
              <a:rPr lang="ko-KR">
                <a:ea typeface="맑은 고딕"/>
                <a:hlinkClick r:id="rId10"/>
              </a:rPr>
              <a:t>/</a:t>
            </a:r>
            <a:r>
              <a:rPr lang="en-US" altLang="ko-KR">
                <a:ea typeface="맑은 고딕"/>
                <a:hlinkClick r:id="rId10"/>
              </a:rPr>
              <a:t>fasoo-smart-print</a:t>
            </a:r>
            <a:endParaRPr lang="ko-KR">
              <a:ea typeface="맑은 고딕"/>
            </a:endParaRPr>
          </a:p>
          <a:p>
            <a:r>
              <a:rPr lang="ko-KR">
                <a:ea typeface="맑은 고딕"/>
              </a:rPr>
              <a:t>[</a:t>
            </a:r>
            <a:r>
              <a:rPr lang="en-US" altLang="ko-KR">
                <a:ea typeface="맑은 고딕"/>
              </a:rPr>
              <a:t>F10</a:t>
            </a:r>
            <a:r>
              <a:rPr lang="ko-KR">
                <a:ea typeface="맑은 고딕"/>
              </a:rPr>
              <a:t>] </a:t>
            </a:r>
            <a:r>
              <a:rPr lang="en-US" altLang="ko-KR">
                <a:ea typeface="맑은 고딕"/>
              </a:rPr>
              <a:t>Fasoo</a:t>
            </a:r>
            <a:r>
              <a:rPr lang="ko-KR">
                <a:ea typeface="맑은 고딕"/>
              </a:rPr>
              <a:t>, </a:t>
            </a:r>
            <a:r>
              <a:rPr lang="en-US" altLang="ko-KR">
                <a:ea typeface="맑은 고딕"/>
              </a:rPr>
              <a:t>Fasoo</a:t>
            </a:r>
            <a:r>
              <a:rPr lang="ko-KR" altLang="en-US">
                <a:ea typeface="맑은 고딕"/>
              </a:rPr>
              <a:t> </a:t>
            </a:r>
            <a:r>
              <a:rPr lang="en-US" altLang="ko-KR">
                <a:ea typeface="맑은 고딕"/>
              </a:rPr>
              <a:t>Secure</a:t>
            </a:r>
            <a:r>
              <a:rPr lang="ko-KR" altLang="en-US">
                <a:ea typeface="맑은 고딕"/>
              </a:rPr>
              <a:t> </a:t>
            </a:r>
            <a:r>
              <a:rPr lang="en-US" altLang="ko-KR">
                <a:ea typeface="맑은 고딕"/>
              </a:rPr>
              <a:t>Mail</a:t>
            </a:r>
            <a:r>
              <a:rPr lang="ko-KR" altLang="en-US">
                <a:ea typeface="맑은 고딕"/>
              </a:rPr>
              <a:t> </a:t>
            </a:r>
            <a:r>
              <a:rPr lang="en-US" altLang="ko-KR">
                <a:ea typeface="맑은 고딕"/>
              </a:rPr>
              <a:t>(FSM)</a:t>
            </a:r>
            <a:endParaRPr lang="ko-KR">
              <a:ea typeface="맑은 고딕"/>
            </a:endParaRPr>
          </a:p>
          <a:p>
            <a:r>
              <a:rPr lang="ko-KR">
                <a:ea typeface="맑은 고딕"/>
                <a:hlinkClick r:id="rId11"/>
              </a:rPr>
              <a:t>https://www.</a:t>
            </a:r>
            <a:r>
              <a:rPr lang="en-US" altLang="ko-KR">
                <a:ea typeface="맑은 고딕"/>
                <a:hlinkClick r:id="rId11"/>
              </a:rPr>
              <a:t>fasoo</a:t>
            </a:r>
            <a:r>
              <a:rPr lang="ko-KR">
                <a:ea typeface="맑은 고딕"/>
                <a:hlinkClick r:id="rId11"/>
              </a:rPr>
              <a:t>.</a:t>
            </a:r>
            <a:r>
              <a:rPr lang="en-US" altLang="ko-KR">
                <a:ea typeface="맑은 고딕"/>
                <a:hlinkClick r:id="rId11"/>
              </a:rPr>
              <a:t>ai</a:t>
            </a:r>
            <a:r>
              <a:rPr lang="ko-KR">
                <a:ea typeface="맑은 고딕"/>
                <a:hlinkClick r:id="rId11"/>
              </a:rPr>
              <a:t>/</a:t>
            </a:r>
            <a:r>
              <a:rPr lang="en-US" altLang="ko-KR">
                <a:ea typeface="맑은 고딕"/>
                <a:hlinkClick r:id="rId11"/>
              </a:rPr>
              <a:t>products</a:t>
            </a:r>
            <a:r>
              <a:rPr lang="ko-KR">
                <a:ea typeface="맑은 고딕"/>
                <a:hlinkClick r:id="rId11"/>
              </a:rPr>
              <a:t>/</a:t>
            </a:r>
            <a:r>
              <a:rPr lang="en-US" altLang="ko-KR">
                <a:ea typeface="맑은 고딕"/>
                <a:hlinkClick r:id="rId11"/>
              </a:rPr>
              <a:t>fasoo-secure-mail</a:t>
            </a:r>
            <a:endParaRPr lang="ko-KR">
              <a:ea typeface="맑은 고딕"/>
            </a:endParaRPr>
          </a:p>
          <a:p>
            <a:endParaRPr lang="ko-KR">
              <a:ea typeface="맑은 고딕"/>
            </a:endParaRPr>
          </a:p>
          <a:p>
            <a:endParaRPr lang="en-US" altLang="ko-KR">
              <a:latin typeface="Calibri"/>
              <a:ea typeface="Calibri"/>
              <a:cs typeface="Calibri"/>
            </a:endParaRPr>
          </a:p>
        </p:txBody>
      </p:sp>
      <p:sp>
        <p:nvSpPr>
          <p:cNvPr id="4" name="슬라이드 번호 개체 틀 3">
            <a:extLst>
              <a:ext uri="{FF2B5EF4-FFF2-40B4-BE49-F238E27FC236}">
                <a16:creationId xmlns:a16="http://schemas.microsoft.com/office/drawing/2014/main" id="{32546EE7-D054-2645-ACC7-24EEADE95F8A}"/>
              </a:ext>
            </a:extLst>
          </p:cNvPr>
          <p:cNvSpPr>
            <a:spLocks noGrp="1"/>
          </p:cNvSpPr>
          <p:nvPr>
            <p:ph type="sldNum" sz="quarter" idx="5"/>
          </p:nvPr>
        </p:nvSpPr>
        <p:spPr/>
        <p:txBody>
          <a:bodyPr/>
          <a:lstStyle/>
          <a:p>
            <a:fld id="{2B4D4D96-940C-4183-92F1-CDDC2839BE9F}" type="slidenum">
              <a:rPr lang="ko-KR" altLang="en-US" smtClean="0"/>
              <a:t>20</a:t>
            </a:fld>
            <a:endParaRPr lang="ko-KR" altLang="en-US"/>
          </a:p>
        </p:txBody>
      </p:sp>
    </p:spTree>
    <p:extLst>
      <p:ext uri="{BB962C8B-B14F-4D97-AF65-F5344CB8AC3E}">
        <p14:creationId xmlns:p14="http://schemas.microsoft.com/office/powerpoint/2010/main" val="154220888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3E7323-002B-D8EE-5790-A54893961790}"/>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64BE620C-C8DC-1927-2B7A-16F51B23E7DE}"/>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D0A3FF9D-FA80-EBB5-D67B-26557EB8CB02}"/>
              </a:ext>
            </a:extLst>
          </p:cNvPr>
          <p:cNvSpPr>
            <a:spLocks noGrp="1"/>
          </p:cNvSpPr>
          <p:nvPr>
            <p:ph type="body" idx="1"/>
          </p:nvPr>
        </p:nvSpPr>
        <p:spPr/>
        <p:txBody>
          <a:bodyPr/>
          <a:lstStyle/>
          <a:p>
            <a:r>
              <a:rPr lang="ko-KR"/>
              <a:t>References:</a:t>
            </a:r>
          </a:p>
          <a:p>
            <a:r>
              <a:rPr lang="ko-KR"/>
              <a:t>[</a:t>
            </a:r>
            <a:r>
              <a:rPr lang="en-US" altLang="ko-KR"/>
              <a:t>F1</a:t>
            </a:r>
            <a:r>
              <a:rPr lang="ko-KR"/>
              <a:t>] </a:t>
            </a:r>
            <a:r>
              <a:rPr lang="en-US" altLang="ko-KR"/>
              <a:t>Fasoo</a:t>
            </a:r>
            <a:r>
              <a:rPr lang="ko-KR"/>
              <a:t>, </a:t>
            </a:r>
            <a:r>
              <a:rPr lang="en-US" altLang="ko-KR"/>
              <a:t>Fasoo</a:t>
            </a:r>
            <a:r>
              <a:rPr lang="ko-KR" altLang="en-US"/>
              <a:t> </a:t>
            </a:r>
            <a:r>
              <a:rPr lang="en-US" altLang="ko-KR"/>
              <a:t>Enterprise</a:t>
            </a:r>
            <a:r>
              <a:rPr lang="ko-KR" altLang="en-US"/>
              <a:t> </a:t>
            </a:r>
            <a:r>
              <a:rPr lang="en-US" altLang="ko-KR"/>
              <a:t>DRM</a:t>
            </a:r>
            <a:r>
              <a:rPr lang="ko-KR" altLang="en-US"/>
              <a:t> </a:t>
            </a:r>
            <a:r>
              <a:rPr lang="ko-KR"/>
              <a:t>(</a:t>
            </a:r>
            <a:r>
              <a:rPr lang="en-US" altLang="ko-KR"/>
              <a:t>FED</a:t>
            </a:r>
            <a:r>
              <a:rPr lang="ko-KR"/>
              <a:t>)</a:t>
            </a:r>
          </a:p>
          <a:p>
            <a:r>
              <a:rPr lang="ko-KR">
                <a:hlinkClick r:id="rId3"/>
              </a:rPr>
              <a:t>https://www.</a:t>
            </a:r>
            <a:r>
              <a:rPr lang="en-US" altLang="ko-KR">
                <a:hlinkClick r:id="rId3"/>
              </a:rPr>
              <a:t>fasoo</a:t>
            </a:r>
            <a:r>
              <a:rPr lang="ko-KR">
                <a:hlinkClick r:id="rId3"/>
              </a:rPr>
              <a:t>.</a:t>
            </a:r>
            <a:r>
              <a:rPr lang="en-US" altLang="ko-KR">
                <a:hlinkClick r:id="rId3"/>
              </a:rPr>
              <a:t>ai</a:t>
            </a:r>
            <a:r>
              <a:rPr lang="ko-KR">
                <a:hlinkClick r:id="rId3"/>
              </a:rPr>
              <a:t>/</a:t>
            </a:r>
            <a:r>
              <a:rPr lang="en-US" altLang="ko-KR">
                <a:hlinkClick r:id="rId3"/>
              </a:rPr>
              <a:t>products</a:t>
            </a:r>
            <a:r>
              <a:rPr lang="ko-KR">
                <a:hlinkClick r:id="rId3"/>
              </a:rPr>
              <a:t>/</a:t>
            </a:r>
            <a:r>
              <a:rPr lang="en-US" altLang="ko-KR">
                <a:hlinkClick r:id="rId3"/>
              </a:rPr>
              <a:t>fasoo-enterprise-drm</a:t>
            </a:r>
            <a:endParaRPr lang="ko-KR"/>
          </a:p>
          <a:p>
            <a:r>
              <a:rPr lang="ko-KR"/>
              <a:t>[</a:t>
            </a:r>
            <a:r>
              <a:rPr lang="en-US" altLang="ko-KR"/>
              <a:t>F2</a:t>
            </a:r>
            <a:r>
              <a:rPr lang="ko-KR"/>
              <a:t>] </a:t>
            </a:r>
            <a:r>
              <a:rPr lang="en-US" altLang="ko-KR"/>
              <a:t>Fasoo</a:t>
            </a:r>
            <a:r>
              <a:rPr lang="ko-KR"/>
              <a:t>, </a:t>
            </a:r>
            <a:r>
              <a:rPr lang="en-US" altLang="ko-KR"/>
              <a:t>Fasoo</a:t>
            </a:r>
            <a:r>
              <a:rPr lang="ko-KR" altLang="en-US"/>
              <a:t> </a:t>
            </a:r>
            <a:r>
              <a:rPr lang="en-US" altLang="ko-KR"/>
              <a:t>Data</a:t>
            </a:r>
            <a:r>
              <a:rPr lang="ko-KR" altLang="en-US"/>
              <a:t> </a:t>
            </a:r>
            <a:r>
              <a:rPr lang="en-US" altLang="ko-KR"/>
              <a:t>Radar</a:t>
            </a:r>
            <a:r>
              <a:rPr lang="ko-KR" altLang="en-US"/>
              <a:t> </a:t>
            </a:r>
            <a:r>
              <a:rPr lang="ko-KR"/>
              <a:t>(</a:t>
            </a:r>
            <a:r>
              <a:rPr lang="en-US" altLang="ko-KR"/>
              <a:t>FDR</a:t>
            </a:r>
            <a:r>
              <a:rPr lang="ko-KR"/>
              <a:t>)</a:t>
            </a:r>
          </a:p>
          <a:p>
            <a:r>
              <a:rPr lang="ko-KR">
                <a:hlinkClick r:id="rId4"/>
              </a:rPr>
              <a:t>https://www.</a:t>
            </a:r>
            <a:r>
              <a:rPr lang="en-US" altLang="ko-KR">
                <a:hlinkClick r:id="rId4"/>
              </a:rPr>
              <a:t>fasoo</a:t>
            </a:r>
            <a:r>
              <a:rPr lang="ko-KR">
                <a:hlinkClick r:id="rId4"/>
              </a:rPr>
              <a:t>.</a:t>
            </a:r>
            <a:r>
              <a:rPr lang="en-US" altLang="ko-KR">
                <a:hlinkClick r:id="rId4"/>
              </a:rPr>
              <a:t>ai</a:t>
            </a:r>
            <a:r>
              <a:rPr lang="ko-KR">
                <a:hlinkClick r:id="rId4"/>
              </a:rPr>
              <a:t>/</a:t>
            </a:r>
            <a:r>
              <a:rPr lang="en-US" altLang="ko-KR">
                <a:hlinkClick r:id="rId4"/>
              </a:rPr>
              <a:t>products</a:t>
            </a:r>
            <a:r>
              <a:rPr lang="ko-KR">
                <a:hlinkClick r:id="rId4"/>
              </a:rPr>
              <a:t>/</a:t>
            </a:r>
            <a:r>
              <a:rPr lang="en-US" altLang="ko-KR">
                <a:hlinkClick r:id="rId4"/>
              </a:rPr>
              <a:t>fasoo-data-radar</a:t>
            </a:r>
            <a:endParaRPr lang="ko-KR"/>
          </a:p>
          <a:p>
            <a:r>
              <a:rPr lang="ko-KR"/>
              <a:t>[</a:t>
            </a:r>
            <a:r>
              <a:rPr lang="en-US" altLang="ko-KR"/>
              <a:t>F3</a:t>
            </a:r>
            <a:r>
              <a:rPr lang="ko-KR"/>
              <a:t>] </a:t>
            </a:r>
            <a:r>
              <a:rPr lang="en-US" altLang="ko-KR"/>
              <a:t>Fasoo</a:t>
            </a:r>
            <a:r>
              <a:rPr lang="ko-KR"/>
              <a:t>, </a:t>
            </a:r>
            <a:r>
              <a:rPr lang="en-US" altLang="ko-KR"/>
              <a:t>AI-R</a:t>
            </a:r>
            <a:r>
              <a:rPr lang="ko-KR" altLang="en-US"/>
              <a:t> </a:t>
            </a:r>
            <a:r>
              <a:rPr lang="ko-KR"/>
              <a:t>DLP</a:t>
            </a:r>
          </a:p>
          <a:p>
            <a:r>
              <a:rPr lang="ko-KR">
                <a:hlinkClick r:id="rId5"/>
              </a:rPr>
              <a:t>https://www.</a:t>
            </a:r>
            <a:r>
              <a:rPr lang="en-US" altLang="ko-KR">
                <a:hlinkClick r:id="rId5"/>
              </a:rPr>
              <a:t>fasoo</a:t>
            </a:r>
            <a:r>
              <a:rPr lang="ko-KR">
                <a:hlinkClick r:id="rId5"/>
              </a:rPr>
              <a:t>.</a:t>
            </a:r>
            <a:r>
              <a:rPr lang="en-US" altLang="ko-KR">
                <a:hlinkClick r:id="rId5"/>
              </a:rPr>
              <a:t>ai</a:t>
            </a:r>
            <a:r>
              <a:rPr lang="ko-KR">
                <a:hlinkClick r:id="rId5"/>
              </a:rPr>
              <a:t>/</a:t>
            </a:r>
            <a:r>
              <a:rPr lang="en-US" altLang="ko-KR">
                <a:hlinkClick r:id="rId5"/>
              </a:rPr>
              <a:t>products</a:t>
            </a:r>
            <a:r>
              <a:rPr lang="ko-KR">
                <a:hlinkClick r:id="rId5"/>
              </a:rPr>
              <a:t>/</a:t>
            </a:r>
            <a:r>
              <a:rPr lang="en-US" altLang="ko-KR">
                <a:hlinkClick r:id="rId5"/>
              </a:rPr>
              <a:t>fasoo-ai-r-dlp</a:t>
            </a:r>
            <a:endParaRPr lang="ko-KR"/>
          </a:p>
          <a:p>
            <a:r>
              <a:rPr lang="ko-KR"/>
              <a:t>[</a:t>
            </a:r>
            <a:r>
              <a:rPr lang="en-US" altLang="ko-KR"/>
              <a:t>F4</a:t>
            </a:r>
            <a:r>
              <a:rPr lang="ko-KR"/>
              <a:t>] </a:t>
            </a:r>
            <a:r>
              <a:rPr lang="en-US" altLang="ko-KR"/>
              <a:t>Fasoo</a:t>
            </a:r>
            <a:r>
              <a:rPr lang="ko-KR"/>
              <a:t>, </a:t>
            </a:r>
            <a:r>
              <a:rPr lang="en-US" altLang="ko-KR"/>
              <a:t>AI-R</a:t>
            </a:r>
            <a:r>
              <a:rPr lang="ko-KR" altLang="en-US"/>
              <a:t> </a:t>
            </a:r>
            <a:r>
              <a:rPr lang="en-US" altLang="ko-KR"/>
              <a:t>Endpoint</a:t>
            </a:r>
            <a:endParaRPr lang="ko-KR"/>
          </a:p>
          <a:p>
            <a:r>
              <a:rPr lang="ko-KR">
                <a:hlinkClick r:id="rId6"/>
              </a:rPr>
              <a:t>https://www.</a:t>
            </a:r>
            <a:r>
              <a:rPr lang="en-US" altLang="ko-KR">
                <a:hlinkClick r:id="rId6"/>
              </a:rPr>
              <a:t>fasoo</a:t>
            </a:r>
            <a:r>
              <a:rPr lang="ko-KR">
                <a:hlinkClick r:id="rId6"/>
              </a:rPr>
              <a:t>.</a:t>
            </a:r>
            <a:r>
              <a:rPr lang="en-US" altLang="ko-KR">
                <a:hlinkClick r:id="rId6"/>
              </a:rPr>
              <a:t>ai</a:t>
            </a:r>
            <a:r>
              <a:rPr lang="ko-KR">
                <a:hlinkClick r:id="rId6"/>
              </a:rPr>
              <a:t>/</a:t>
            </a:r>
            <a:r>
              <a:rPr lang="en-US" altLang="ko-KR">
                <a:hlinkClick r:id="rId6"/>
              </a:rPr>
              <a:t>products</a:t>
            </a:r>
            <a:r>
              <a:rPr lang="ko-KR">
                <a:hlinkClick r:id="rId6"/>
              </a:rPr>
              <a:t>/</a:t>
            </a:r>
            <a:r>
              <a:rPr lang="en-US" altLang="ko-KR">
                <a:hlinkClick r:id="rId6"/>
              </a:rPr>
              <a:t>ai-r-endpoint</a:t>
            </a:r>
            <a:endParaRPr lang="ko-KR"/>
          </a:p>
          <a:p>
            <a:r>
              <a:rPr lang="ko-KR"/>
              <a:t>[</a:t>
            </a:r>
            <a:r>
              <a:rPr lang="en-US" altLang="ko-KR"/>
              <a:t>F5</a:t>
            </a:r>
            <a:r>
              <a:rPr lang="ko-KR"/>
              <a:t>] </a:t>
            </a:r>
            <a:r>
              <a:rPr lang="en-US" altLang="ko-KR"/>
              <a:t>Fasoo</a:t>
            </a:r>
            <a:r>
              <a:rPr lang="ko-KR"/>
              <a:t>, </a:t>
            </a:r>
            <a:r>
              <a:rPr lang="en-US" altLang="ko-KR"/>
              <a:t>AI-R</a:t>
            </a:r>
            <a:r>
              <a:rPr lang="ko-KR" altLang="en-US"/>
              <a:t> </a:t>
            </a:r>
            <a:r>
              <a:rPr lang="en-US" altLang="ko-KR"/>
              <a:t>Gateway</a:t>
            </a:r>
            <a:endParaRPr lang="ko-KR"/>
          </a:p>
          <a:p>
            <a:r>
              <a:rPr lang="ko-KR">
                <a:hlinkClick r:id="rId7"/>
              </a:rPr>
              <a:t>https://www.</a:t>
            </a:r>
            <a:r>
              <a:rPr lang="en-US" altLang="ko-KR">
                <a:hlinkClick r:id="rId7"/>
              </a:rPr>
              <a:t>fasoo</a:t>
            </a:r>
            <a:r>
              <a:rPr lang="ko-KR">
                <a:hlinkClick r:id="rId7"/>
              </a:rPr>
              <a:t>.</a:t>
            </a:r>
            <a:r>
              <a:rPr lang="en-US" altLang="ko-KR">
                <a:hlinkClick r:id="rId7"/>
              </a:rPr>
              <a:t>ai</a:t>
            </a:r>
            <a:r>
              <a:rPr lang="ko-KR">
                <a:hlinkClick r:id="rId7"/>
              </a:rPr>
              <a:t>/</a:t>
            </a:r>
            <a:r>
              <a:rPr lang="en-US" altLang="ko-KR">
                <a:hlinkClick r:id="rId7"/>
              </a:rPr>
              <a:t>products</a:t>
            </a:r>
            <a:r>
              <a:rPr lang="ko-KR">
                <a:hlinkClick r:id="rId7"/>
              </a:rPr>
              <a:t>/</a:t>
            </a:r>
            <a:r>
              <a:rPr lang="en-US" altLang="ko-KR">
                <a:hlinkClick r:id="rId7"/>
              </a:rPr>
              <a:t>ai-r-gateway</a:t>
            </a:r>
            <a:endParaRPr lang="ko-KR"/>
          </a:p>
          <a:p>
            <a:r>
              <a:rPr lang="ko-KR"/>
              <a:t>[</a:t>
            </a:r>
            <a:r>
              <a:rPr lang="en-US" altLang="ko-KR"/>
              <a:t>F6</a:t>
            </a:r>
            <a:r>
              <a:rPr lang="ko-KR"/>
              <a:t>] </a:t>
            </a:r>
            <a:r>
              <a:rPr lang="en-US" altLang="ko-KR"/>
              <a:t>Fasoo</a:t>
            </a:r>
            <a:r>
              <a:rPr lang="ko-KR"/>
              <a:t>, </a:t>
            </a:r>
            <a:r>
              <a:rPr lang="en-US" altLang="ko-KR"/>
              <a:t>AI-R</a:t>
            </a:r>
            <a:r>
              <a:rPr lang="ko-KR" altLang="en-US"/>
              <a:t> </a:t>
            </a:r>
            <a:r>
              <a:rPr lang="en-US" altLang="ko-KR"/>
              <a:t>Bridge</a:t>
            </a:r>
            <a:endParaRPr lang="ko-KR"/>
          </a:p>
          <a:p>
            <a:r>
              <a:rPr lang="ko-KR">
                <a:hlinkClick r:id="rId8"/>
              </a:rPr>
              <a:t>https://www.</a:t>
            </a:r>
            <a:r>
              <a:rPr lang="en-US" altLang="ko-KR">
                <a:hlinkClick r:id="rId8"/>
              </a:rPr>
              <a:t>fasoo</a:t>
            </a:r>
            <a:r>
              <a:rPr lang="ko-KR">
                <a:hlinkClick r:id="rId8"/>
              </a:rPr>
              <a:t>.</a:t>
            </a:r>
            <a:r>
              <a:rPr lang="en-US" altLang="ko-KR">
                <a:hlinkClick r:id="rId8"/>
              </a:rPr>
              <a:t>ai</a:t>
            </a:r>
            <a:r>
              <a:rPr lang="ko-KR">
                <a:hlinkClick r:id="rId8"/>
              </a:rPr>
              <a:t>/</a:t>
            </a:r>
            <a:r>
              <a:rPr lang="en-US" altLang="ko-KR">
                <a:hlinkClick r:id="rId8"/>
              </a:rPr>
              <a:t>products</a:t>
            </a:r>
            <a:r>
              <a:rPr lang="ko-KR">
                <a:hlinkClick r:id="rId8"/>
              </a:rPr>
              <a:t>/</a:t>
            </a:r>
            <a:r>
              <a:rPr lang="en-US" altLang="ko-KR">
                <a:hlinkClick r:id="rId8"/>
              </a:rPr>
              <a:t>ai-r-bridge</a:t>
            </a:r>
            <a:endParaRPr lang="ko-KR"/>
          </a:p>
          <a:p>
            <a:r>
              <a:rPr lang="ko-KR"/>
              <a:t>[</a:t>
            </a:r>
            <a:r>
              <a:rPr lang="en-US" altLang="ko-KR"/>
              <a:t>F8</a:t>
            </a:r>
            <a:r>
              <a:rPr lang="ko-KR"/>
              <a:t>] </a:t>
            </a:r>
            <a:r>
              <a:rPr lang="en-US" altLang="ko-KR"/>
              <a:t>Fasoo</a:t>
            </a:r>
            <a:r>
              <a:rPr lang="ko-KR"/>
              <a:t>, </a:t>
            </a:r>
            <a:r>
              <a:rPr lang="en-US" altLang="ko-KR"/>
              <a:t>Fasoo</a:t>
            </a:r>
            <a:r>
              <a:rPr lang="ko-KR" altLang="en-US"/>
              <a:t> </a:t>
            </a:r>
            <a:r>
              <a:rPr lang="en-US" altLang="ko-KR"/>
              <a:t>Smart</a:t>
            </a:r>
            <a:r>
              <a:rPr lang="ko-KR" altLang="en-US"/>
              <a:t> </a:t>
            </a:r>
            <a:r>
              <a:rPr lang="en-US" altLang="ko-KR"/>
              <a:t>Screen</a:t>
            </a:r>
            <a:r>
              <a:rPr lang="ko-KR" altLang="en-US"/>
              <a:t> </a:t>
            </a:r>
            <a:r>
              <a:rPr lang="ko-KR"/>
              <a:t>(</a:t>
            </a:r>
            <a:r>
              <a:rPr lang="en-US" altLang="ko-KR"/>
              <a:t>FSS</a:t>
            </a:r>
            <a:r>
              <a:rPr lang="ko-KR"/>
              <a:t>)</a:t>
            </a:r>
          </a:p>
          <a:p>
            <a:r>
              <a:rPr lang="ko-KR">
                <a:hlinkClick r:id="rId9"/>
              </a:rPr>
              <a:t>https://www.</a:t>
            </a:r>
            <a:r>
              <a:rPr lang="en-US" altLang="ko-KR">
                <a:hlinkClick r:id="rId9"/>
              </a:rPr>
              <a:t>fasoo</a:t>
            </a:r>
            <a:r>
              <a:rPr lang="ko-KR">
                <a:hlinkClick r:id="rId9"/>
              </a:rPr>
              <a:t>.</a:t>
            </a:r>
            <a:r>
              <a:rPr lang="en-US" altLang="ko-KR">
                <a:hlinkClick r:id="rId9"/>
              </a:rPr>
              <a:t>ai</a:t>
            </a:r>
            <a:r>
              <a:rPr lang="ko-KR">
                <a:hlinkClick r:id="rId9"/>
              </a:rPr>
              <a:t>/</a:t>
            </a:r>
            <a:r>
              <a:rPr lang="en-US" altLang="ko-KR">
                <a:hlinkClick r:id="rId9"/>
              </a:rPr>
              <a:t>products</a:t>
            </a:r>
            <a:r>
              <a:rPr lang="ko-KR">
                <a:hlinkClick r:id="rId9"/>
              </a:rPr>
              <a:t>/</a:t>
            </a:r>
            <a:r>
              <a:rPr lang="en-US" altLang="ko-KR">
                <a:hlinkClick r:id="rId9"/>
              </a:rPr>
              <a:t>fasoo-smart-screen</a:t>
            </a:r>
            <a:endParaRPr lang="ko-KR"/>
          </a:p>
          <a:p>
            <a:r>
              <a:rPr lang="ko-KR"/>
              <a:t>[</a:t>
            </a:r>
            <a:r>
              <a:rPr lang="en-US" altLang="ko-KR"/>
              <a:t>F9</a:t>
            </a:r>
            <a:r>
              <a:rPr lang="ko-KR"/>
              <a:t>] </a:t>
            </a:r>
            <a:r>
              <a:rPr lang="en-US" altLang="ko-KR"/>
              <a:t>Fasoo</a:t>
            </a:r>
            <a:r>
              <a:rPr lang="ko-KR"/>
              <a:t>, </a:t>
            </a:r>
            <a:r>
              <a:rPr lang="en-US" altLang="ko-KR"/>
              <a:t>Fasoo</a:t>
            </a:r>
            <a:r>
              <a:rPr lang="ko-KR" altLang="en-US"/>
              <a:t> </a:t>
            </a:r>
            <a:r>
              <a:rPr lang="en-US" altLang="ko-KR"/>
              <a:t>Smart</a:t>
            </a:r>
            <a:r>
              <a:rPr lang="ko-KR" altLang="en-US"/>
              <a:t> </a:t>
            </a:r>
            <a:r>
              <a:rPr lang="en-US" altLang="ko-KR"/>
              <a:t>Print</a:t>
            </a:r>
            <a:r>
              <a:rPr lang="ko-KR" altLang="en-US"/>
              <a:t> </a:t>
            </a:r>
            <a:r>
              <a:rPr lang="ko-KR"/>
              <a:t>(</a:t>
            </a:r>
            <a:r>
              <a:rPr lang="en-US" altLang="ko-KR"/>
              <a:t>FSP</a:t>
            </a:r>
            <a:r>
              <a:rPr lang="ko-KR"/>
              <a:t>)</a:t>
            </a:r>
          </a:p>
          <a:p>
            <a:r>
              <a:rPr lang="ko-KR">
                <a:hlinkClick r:id="rId10"/>
              </a:rPr>
              <a:t>https://www.</a:t>
            </a:r>
            <a:r>
              <a:rPr lang="en-US" altLang="ko-KR">
                <a:hlinkClick r:id="rId10"/>
              </a:rPr>
              <a:t>fasoo</a:t>
            </a:r>
            <a:r>
              <a:rPr lang="ko-KR">
                <a:hlinkClick r:id="rId10"/>
              </a:rPr>
              <a:t>.</a:t>
            </a:r>
            <a:r>
              <a:rPr lang="en-US" altLang="ko-KR">
                <a:hlinkClick r:id="rId10"/>
              </a:rPr>
              <a:t>ai</a:t>
            </a:r>
            <a:r>
              <a:rPr lang="ko-KR">
                <a:hlinkClick r:id="rId10"/>
              </a:rPr>
              <a:t>/</a:t>
            </a:r>
            <a:r>
              <a:rPr lang="en-US" altLang="ko-KR">
                <a:hlinkClick r:id="rId10"/>
              </a:rPr>
              <a:t>products</a:t>
            </a:r>
            <a:r>
              <a:rPr lang="ko-KR">
                <a:hlinkClick r:id="rId10"/>
              </a:rPr>
              <a:t>/</a:t>
            </a:r>
            <a:r>
              <a:rPr lang="en-US" altLang="ko-KR">
                <a:hlinkClick r:id="rId10"/>
              </a:rPr>
              <a:t>fasoo-smart-print</a:t>
            </a:r>
            <a:endParaRPr lang="ko-KR"/>
          </a:p>
          <a:p>
            <a:r>
              <a:rPr lang="ko-KR"/>
              <a:t>[</a:t>
            </a:r>
            <a:r>
              <a:rPr lang="en-US" altLang="ko-KR"/>
              <a:t>F10</a:t>
            </a:r>
            <a:r>
              <a:rPr lang="ko-KR"/>
              <a:t>] </a:t>
            </a:r>
            <a:r>
              <a:rPr lang="en-US" altLang="ko-KR"/>
              <a:t>Fasoo</a:t>
            </a:r>
            <a:r>
              <a:rPr lang="ko-KR"/>
              <a:t>, </a:t>
            </a:r>
            <a:r>
              <a:rPr lang="en-US" altLang="ko-KR"/>
              <a:t>Fasoo</a:t>
            </a:r>
            <a:r>
              <a:rPr lang="ko-KR" altLang="en-US"/>
              <a:t> </a:t>
            </a:r>
            <a:r>
              <a:rPr lang="en-US" altLang="ko-KR"/>
              <a:t>Secure</a:t>
            </a:r>
            <a:r>
              <a:rPr lang="ko-KR" altLang="en-US"/>
              <a:t> </a:t>
            </a:r>
            <a:r>
              <a:rPr lang="en-US" altLang="ko-KR"/>
              <a:t>Mail</a:t>
            </a:r>
            <a:r>
              <a:rPr lang="ko-KR" altLang="en-US"/>
              <a:t> </a:t>
            </a:r>
            <a:r>
              <a:rPr lang="en-US" altLang="ko-KR"/>
              <a:t>(FSM)</a:t>
            </a:r>
            <a:endParaRPr lang="ko-KR"/>
          </a:p>
          <a:p>
            <a:r>
              <a:rPr lang="ko-KR">
                <a:hlinkClick r:id="rId11"/>
              </a:rPr>
              <a:t>https://www.</a:t>
            </a:r>
            <a:r>
              <a:rPr lang="en-US" altLang="ko-KR">
                <a:hlinkClick r:id="rId11"/>
              </a:rPr>
              <a:t>fasoo</a:t>
            </a:r>
            <a:r>
              <a:rPr lang="ko-KR">
                <a:hlinkClick r:id="rId11"/>
              </a:rPr>
              <a:t>.</a:t>
            </a:r>
            <a:r>
              <a:rPr lang="en-US" altLang="ko-KR">
                <a:hlinkClick r:id="rId11"/>
              </a:rPr>
              <a:t>ai</a:t>
            </a:r>
            <a:r>
              <a:rPr lang="ko-KR">
                <a:hlinkClick r:id="rId11"/>
              </a:rPr>
              <a:t>/</a:t>
            </a:r>
            <a:r>
              <a:rPr lang="en-US" altLang="ko-KR">
                <a:hlinkClick r:id="rId11"/>
              </a:rPr>
              <a:t>products</a:t>
            </a:r>
            <a:r>
              <a:rPr lang="ko-KR">
                <a:hlinkClick r:id="rId11"/>
              </a:rPr>
              <a:t>/</a:t>
            </a:r>
            <a:r>
              <a:rPr lang="en-US" altLang="ko-KR">
                <a:hlinkClick r:id="rId11"/>
              </a:rPr>
              <a:t>fasoo-secure-mail</a:t>
            </a:r>
            <a:endParaRPr lang="ko-KR"/>
          </a:p>
          <a:p>
            <a:endParaRPr lang="ko-KR">
              <a:ea typeface="맑은 고딕"/>
            </a:endParaRPr>
          </a:p>
          <a:p>
            <a:endParaRPr lang="en-US" altLang="ko-KR">
              <a:latin typeface="Calibri"/>
              <a:ea typeface="Calibri"/>
              <a:cs typeface="Calibri"/>
            </a:endParaRPr>
          </a:p>
        </p:txBody>
      </p:sp>
      <p:sp>
        <p:nvSpPr>
          <p:cNvPr id="4" name="슬라이드 번호 개체 틀 3">
            <a:extLst>
              <a:ext uri="{FF2B5EF4-FFF2-40B4-BE49-F238E27FC236}">
                <a16:creationId xmlns:a16="http://schemas.microsoft.com/office/drawing/2014/main" id="{409F88BE-C560-1405-7996-5F33AA06DDBE}"/>
              </a:ext>
            </a:extLst>
          </p:cNvPr>
          <p:cNvSpPr>
            <a:spLocks noGrp="1"/>
          </p:cNvSpPr>
          <p:nvPr>
            <p:ph type="sldNum" sz="quarter" idx="5"/>
          </p:nvPr>
        </p:nvSpPr>
        <p:spPr/>
        <p:txBody>
          <a:bodyPr/>
          <a:lstStyle/>
          <a:p>
            <a:fld id="{2B4D4D96-940C-4183-92F1-CDDC2839BE9F}" type="slidenum">
              <a:rPr lang="ko-KR" altLang="en-US" smtClean="0"/>
              <a:t>21</a:t>
            </a:fld>
            <a:endParaRPr lang="ko-KR" altLang="en-US"/>
          </a:p>
        </p:txBody>
      </p:sp>
    </p:spTree>
    <p:extLst>
      <p:ext uri="{BB962C8B-B14F-4D97-AF65-F5344CB8AC3E}">
        <p14:creationId xmlns:p14="http://schemas.microsoft.com/office/powerpoint/2010/main" val="371596884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112AB7-8D45-BC07-7BD3-9C88A80129D7}"/>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B7B57432-2295-11EF-9271-F1BA3B8B4FBC}"/>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F28878B7-68AD-CB23-90C8-CD3436161649}"/>
              </a:ext>
            </a:extLst>
          </p:cNvPr>
          <p:cNvSpPr>
            <a:spLocks noGrp="1"/>
          </p:cNvSpPr>
          <p:nvPr>
            <p:ph type="body" idx="1"/>
          </p:nvPr>
        </p:nvSpPr>
        <p:spPr/>
        <p:txBody>
          <a:bodyPr/>
          <a:lstStyle/>
          <a:p>
            <a:r>
              <a:rPr lang="ko-KR"/>
              <a:t>References:</a:t>
            </a:r>
          </a:p>
          <a:p>
            <a:r>
              <a:rPr lang="ko-KR"/>
              <a:t>[</a:t>
            </a:r>
            <a:r>
              <a:rPr lang="en-US" altLang="ko-KR"/>
              <a:t>F1</a:t>
            </a:r>
            <a:r>
              <a:rPr lang="ko-KR"/>
              <a:t>] </a:t>
            </a:r>
            <a:r>
              <a:rPr lang="en-US" altLang="ko-KR"/>
              <a:t>Fasoo</a:t>
            </a:r>
            <a:r>
              <a:rPr lang="ko-KR"/>
              <a:t>, </a:t>
            </a:r>
            <a:r>
              <a:rPr lang="en-US" altLang="ko-KR"/>
              <a:t>Fasoo</a:t>
            </a:r>
            <a:r>
              <a:rPr lang="ko-KR" altLang="en-US"/>
              <a:t> </a:t>
            </a:r>
            <a:r>
              <a:rPr lang="en-US" altLang="ko-KR"/>
              <a:t>Enterprise</a:t>
            </a:r>
            <a:r>
              <a:rPr lang="ko-KR" altLang="en-US"/>
              <a:t> </a:t>
            </a:r>
            <a:r>
              <a:rPr lang="en-US" altLang="ko-KR"/>
              <a:t>DRM</a:t>
            </a:r>
            <a:r>
              <a:rPr lang="ko-KR" altLang="en-US"/>
              <a:t> </a:t>
            </a:r>
            <a:r>
              <a:rPr lang="ko-KR"/>
              <a:t>(</a:t>
            </a:r>
            <a:r>
              <a:rPr lang="en-US" altLang="ko-KR"/>
              <a:t>FED</a:t>
            </a:r>
            <a:r>
              <a:rPr lang="ko-KR"/>
              <a:t>)</a:t>
            </a:r>
          </a:p>
          <a:p>
            <a:r>
              <a:rPr lang="ko-KR">
                <a:hlinkClick r:id="rId3"/>
              </a:rPr>
              <a:t>https://www.</a:t>
            </a:r>
            <a:r>
              <a:rPr lang="en-US" altLang="ko-KR">
                <a:hlinkClick r:id="rId3"/>
              </a:rPr>
              <a:t>fasoo</a:t>
            </a:r>
            <a:r>
              <a:rPr lang="ko-KR">
                <a:hlinkClick r:id="rId3"/>
              </a:rPr>
              <a:t>.</a:t>
            </a:r>
            <a:r>
              <a:rPr lang="en-US" altLang="ko-KR">
                <a:hlinkClick r:id="rId3"/>
              </a:rPr>
              <a:t>ai</a:t>
            </a:r>
            <a:r>
              <a:rPr lang="ko-KR">
                <a:hlinkClick r:id="rId3"/>
              </a:rPr>
              <a:t>/</a:t>
            </a:r>
            <a:r>
              <a:rPr lang="en-US" altLang="ko-KR">
                <a:hlinkClick r:id="rId3"/>
              </a:rPr>
              <a:t>products</a:t>
            </a:r>
            <a:r>
              <a:rPr lang="ko-KR">
                <a:hlinkClick r:id="rId3"/>
              </a:rPr>
              <a:t>/</a:t>
            </a:r>
            <a:r>
              <a:rPr lang="en-US" altLang="ko-KR">
                <a:hlinkClick r:id="rId3"/>
              </a:rPr>
              <a:t>fasoo-enterprise-drm</a:t>
            </a:r>
            <a:endParaRPr lang="ko-KR"/>
          </a:p>
          <a:p>
            <a:r>
              <a:rPr lang="ko-KR"/>
              <a:t>[</a:t>
            </a:r>
            <a:r>
              <a:rPr lang="en-US" altLang="ko-KR"/>
              <a:t>F2</a:t>
            </a:r>
            <a:r>
              <a:rPr lang="ko-KR"/>
              <a:t>] </a:t>
            </a:r>
            <a:r>
              <a:rPr lang="en-US" altLang="ko-KR"/>
              <a:t>Fasoo</a:t>
            </a:r>
            <a:r>
              <a:rPr lang="ko-KR"/>
              <a:t>, </a:t>
            </a:r>
            <a:r>
              <a:rPr lang="en-US" altLang="ko-KR"/>
              <a:t>Fasoo</a:t>
            </a:r>
            <a:r>
              <a:rPr lang="ko-KR" altLang="en-US"/>
              <a:t> </a:t>
            </a:r>
            <a:r>
              <a:rPr lang="en-US" altLang="ko-KR"/>
              <a:t>Data</a:t>
            </a:r>
            <a:r>
              <a:rPr lang="ko-KR" altLang="en-US"/>
              <a:t> </a:t>
            </a:r>
            <a:r>
              <a:rPr lang="en-US" altLang="ko-KR"/>
              <a:t>Radar</a:t>
            </a:r>
            <a:r>
              <a:rPr lang="ko-KR" altLang="en-US"/>
              <a:t> </a:t>
            </a:r>
            <a:r>
              <a:rPr lang="ko-KR"/>
              <a:t>(</a:t>
            </a:r>
            <a:r>
              <a:rPr lang="en-US" altLang="ko-KR"/>
              <a:t>FDR</a:t>
            </a:r>
            <a:r>
              <a:rPr lang="ko-KR"/>
              <a:t>)</a:t>
            </a:r>
          </a:p>
          <a:p>
            <a:r>
              <a:rPr lang="ko-KR">
                <a:hlinkClick r:id="rId4"/>
              </a:rPr>
              <a:t>https://www.</a:t>
            </a:r>
            <a:r>
              <a:rPr lang="en-US" altLang="ko-KR">
                <a:hlinkClick r:id="rId4"/>
              </a:rPr>
              <a:t>fasoo</a:t>
            </a:r>
            <a:r>
              <a:rPr lang="ko-KR">
                <a:hlinkClick r:id="rId4"/>
              </a:rPr>
              <a:t>.</a:t>
            </a:r>
            <a:r>
              <a:rPr lang="en-US" altLang="ko-KR">
                <a:hlinkClick r:id="rId4"/>
              </a:rPr>
              <a:t>ai</a:t>
            </a:r>
            <a:r>
              <a:rPr lang="ko-KR">
                <a:hlinkClick r:id="rId4"/>
              </a:rPr>
              <a:t>/</a:t>
            </a:r>
            <a:r>
              <a:rPr lang="en-US" altLang="ko-KR">
                <a:hlinkClick r:id="rId4"/>
              </a:rPr>
              <a:t>products</a:t>
            </a:r>
            <a:r>
              <a:rPr lang="ko-KR">
                <a:hlinkClick r:id="rId4"/>
              </a:rPr>
              <a:t>/</a:t>
            </a:r>
            <a:r>
              <a:rPr lang="en-US" altLang="ko-KR">
                <a:hlinkClick r:id="rId4"/>
              </a:rPr>
              <a:t>fasoo-data-radar</a:t>
            </a:r>
            <a:endParaRPr lang="ko-KR"/>
          </a:p>
          <a:p>
            <a:r>
              <a:rPr lang="ko-KR"/>
              <a:t>[</a:t>
            </a:r>
            <a:r>
              <a:rPr lang="en-US" altLang="ko-KR"/>
              <a:t>F3</a:t>
            </a:r>
            <a:r>
              <a:rPr lang="ko-KR"/>
              <a:t>] </a:t>
            </a:r>
            <a:r>
              <a:rPr lang="en-US" altLang="ko-KR"/>
              <a:t>Fasoo</a:t>
            </a:r>
            <a:r>
              <a:rPr lang="ko-KR"/>
              <a:t>, </a:t>
            </a:r>
            <a:r>
              <a:rPr lang="en-US" altLang="ko-KR"/>
              <a:t>AI-R</a:t>
            </a:r>
            <a:r>
              <a:rPr lang="ko-KR" altLang="en-US"/>
              <a:t> </a:t>
            </a:r>
            <a:r>
              <a:rPr lang="ko-KR"/>
              <a:t>DLP</a:t>
            </a:r>
          </a:p>
          <a:p>
            <a:r>
              <a:rPr lang="ko-KR">
                <a:hlinkClick r:id="rId5"/>
              </a:rPr>
              <a:t>https://www.</a:t>
            </a:r>
            <a:r>
              <a:rPr lang="en-US" altLang="ko-KR">
                <a:hlinkClick r:id="rId5"/>
              </a:rPr>
              <a:t>fasoo</a:t>
            </a:r>
            <a:r>
              <a:rPr lang="ko-KR">
                <a:hlinkClick r:id="rId5"/>
              </a:rPr>
              <a:t>.</a:t>
            </a:r>
            <a:r>
              <a:rPr lang="en-US" altLang="ko-KR">
                <a:hlinkClick r:id="rId5"/>
              </a:rPr>
              <a:t>ai</a:t>
            </a:r>
            <a:r>
              <a:rPr lang="ko-KR">
                <a:hlinkClick r:id="rId5"/>
              </a:rPr>
              <a:t>/</a:t>
            </a:r>
            <a:r>
              <a:rPr lang="en-US" altLang="ko-KR">
                <a:hlinkClick r:id="rId5"/>
              </a:rPr>
              <a:t>products</a:t>
            </a:r>
            <a:r>
              <a:rPr lang="ko-KR">
                <a:hlinkClick r:id="rId5"/>
              </a:rPr>
              <a:t>/</a:t>
            </a:r>
            <a:r>
              <a:rPr lang="en-US" altLang="ko-KR">
                <a:hlinkClick r:id="rId5"/>
              </a:rPr>
              <a:t>fasoo-ai-r-dlp</a:t>
            </a:r>
            <a:endParaRPr lang="ko-KR"/>
          </a:p>
          <a:p>
            <a:r>
              <a:rPr lang="ko-KR"/>
              <a:t>[</a:t>
            </a:r>
            <a:r>
              <a:rPr lang="en-US" altLang="ko-KR"/>
              <a:t>F4</a:t>
            </a:r>
            <a:r>
              <a:rPr lang="ko-KR"/>
              <a:t>] </a:t>
            </a:r>
            <a:r>
              <a:rPr lang="en-US" altLang="ko-KR"/>
              <a:t>Fasoo</a:t>
            </a:r>
            <a:r>
              <a:rPr lang="ko-KR"/>
              <a:t>, </a:t>
            </a:r>
            <a:r>
              <a:rPr lang="en-US" altLang="ko-KR"/>
              <a:t>AI-R</a:t>
            </a:r>
            <a:r>
              <a:rPr lang="ko-KR" altLang="en-US"/>
              <a:t> </a:t>
            </a:r>
            <a:r>
              <a:rPr lang="en-US" altLang="ko-KR"/>
              <a:t>Endpoint</a:t>
            </a:r>
            <a:endParaRPr lang="ko-KR"/>
          </a:p>
          <a:p>
            <a:r>
              <a:rPr lang="ko-KR">
                <a:hlinkClick r:id="rId6"/>
              </a:rPr>
              <a:t>https://www.</a:t>
            </a:r>
            <a:r>
              <a:rPr lang="en-US" altLang="ko-KR">
                <a:hlinkClick r:id="rId6"/>
              </a:rPr>
              <a:t>fasoo</a:t>
            </a:r>
            <a:r>
              <a:rPr lang="ko-KR">
                <a:hlinkClick r:id="rId6"/>
              </a:rPr>
              <a:t>.</a:t>
            </a:r>
            <a:r>
              <a:rPr lang="en-US" altLang="ko-KR">
                <a:hlinkClick r:id="rId6"/>
              </a:rPr>
              <a:t>ai</a:t>
            </a:r>
            <a:r>
              <a:rPr lang="ko-KR">
                <a:hlinkClick r:id="rId6"/>
              </a:rPr>
              <a:t>/</a:t>
            </a:r>
            <a:r>
              <a:rPr lang="en-US" altLang="ko-KR">
                <a:hlinkClick r:id="rId6"/>
              </a:rPr>
              <a:t>products</a:t>
            </a:r>
            <a:r>
              <a:rPr lang="ko-KR">
                <a:hlinkClick r:id="rId6"/>
              </a:rPr>
              <a:t>/</a:t>
            </a:r>
            <a:r>
              <a:rPr lang="en-US" altLang="ko-KR">
                <a:hlinkClick r:id="rId6"/>
              </a:rPr>
              <a:t>ai-r-endpoint</a:t>
            </a:r>
            <a:endParaRPr lang="ko-KR"/>
          </a:p>
          <a:p>
            <a:r>
              <a:rPr lang="ko-KR"/>
              <a:t>[</a:t>
            </a:r>
            <a:r>
              <a:rPr lang="en-US" altLang="ko-KR"/>
              <a:t>F5</a:t>
            </a:r>
            <a:r>
              <a:rPr lang="ko-KR"/>
              <a:t>] </a:t>
            </a:r>
            <a:r>
              <a:rPr lang="en-US" altLang="ko-KR"/>
              <a:t>Fasoo</a:t>
            </a:r>
            <a:r>
              <a:rPr lang="ko-KR"/>
              <a:t>, </a:t>
            </a:r>
            <a:r>
              <a:rPr lang="en-US" altLang="ko-KR"/>
              <a:t>AI-R</a:t>
            </a:r>
            <a:r>
              <a:rPr lang="ko-KR" altLang="en-US"/>
              <a:t> </a:t>
            </a:r>
            <a:r>
              <a:rPr lang="en-US" altLang="ko-KR"/>
              <a:t>Gateway</a:t>
            </a:r>
            <a:endParaRPr lang="ko-KR"/>
          </a:p>
          <a:p>
            <a:r>
              <a:rPr lang="ko-KR">
                <a:hlinkClick r:id="rId7"/>
              </a:rPr>
              <a:t>https://www.</a:t>
            </a:r>
            <a:r>
              <a:rPr lang="en-US" altLang="ko-KR">
                <a:hlinkClick r:id="rId7"/>
              </a:rPr>
              <a:t>fasoo</a:t>
            </a:r>
            <a:r>
              <a:rPr lang="ko-KR">
                <a:hlinkClick r:id="rId7"/>
              </a:rPr>
              <a:t>.</a:t>
            </a:r>
            <a:r>
              <a:rPr lang="en-US" altLang="ko-KR">
                <a:hlinkClick r:id="rId7"/>
              </a:rPr>
              <a:t>ai</a:t>
            </a:r>
            <a:r>
              <a:rPr lang="ko-KR">
                <a:hlinkClick r:id="rId7"/>
              </a:rPr>
              <a:t>/</a:t>
            </a:r>
            <a:r>
              <a:rPr lang="en-US" altLang="ko-KR">
                <a:hlinkClick r:id="rId7"/>
              </a:rPr>
              <a:t>products</a:t>
            </a:r>
            <a:r>
              <a:rPr lang="ko-KR">
                <a:hlinkClick r:id="rId7"/>
              </a:rPr>
              <a:t>/</a:t>
            </a:r>
            <a:r>
              <a:rPr lang="en-US" altLang="ko-KR">
                <a:hlinkClick r:id="rId7"/>
              </a:rPr>
              <a:t>ai-r-gateway</a:t>
            </a:r>
            <a:endParaRPr lang="ko-KR"/>
          </a:p>
          <a:p>
            <a:r>
              <a:rPr lang="ko-KR"/>
              <a:t>[</a:t>
            </a:r>
            <a:r>
              <a:rPr lang="en-US" altLang="ko-KR"/>
              <a:t>F6</a:t>
            </a:r>
            <a:r>
              <a:rPr lang="ko-KR"/>
              <a:t>] </a:t>
            </a:r>
            <a:r>
              <a:rPr lang="en-US" altLang="ko-KR"/>
              <a:t>Fasoo</a:t>
            </a:r>
            <a:r>
              <a:rPr lang="ko-KR"/>
              <a:t>, </a:t>
            </a:r>
            <a:r>
              <a:rPr lang="en-US" altLang="ko-KR"/>
              <a:t>AI-R</a:t>
            </a:r>
            <a:r>
              <a:rPr lang="ko-KR" altLang="en-US"/>
              <a:t> </a:t>
            </a:r>
            <a:r>
              <a:rPr lang="en-US" altLang="ko-KR"/>
              <a:t>Bridge</a:t>
            </a:r>
            <a:endParaRPr lang="ko-KR"/>
          </a:p>
          <a:p>
            <a:r>
              <a:rPr lang="ko-KR">
                <a:hlinkClick r:id="rId8"/>
              </a:rPr>
              <a:t>https://www.</a:t>
            </a:r>
            <a:r>
              <a:rPr lang="en-US" altLang="ko-KR">
                <a:hlinkClick r:id="rId8"/>
              </a:rPr>
              <a:t>fasoo</a:t>
            </a:r>
            <a:r>
              <a:rPr lang="ko-KR">
                <a:hlinkClick r:id="rId8"/>
              </a:rPr>
              <a:t>.</a:t>
            </a:r>
            <a:r>
              <a:rPr lang="en-US" altLang="ko-KR">
                <a:hlinkClick r:id="rId8"/>
              </a:rPr>
              <a:t>ai</a:t>
            </a:r>
            <a:r>
              <a:rPr lang="ko-KR">
                <a:hlinkClick r:id="rId8"/>
              </a:rPr>
              <a:t>/</a:t>
            </a:r>
            <a:r>
              <a:rPr lang="en-US" altLang="ko-KR">
                <a:hlinkClick r:id="rId8"/>
              </a:rPr>
              <a:t>products</a:t>
            </a:r>
            <a:r>
              <a:rPr lang="ko-KR">
                <a:hlinkClick r:id="rId8"/>
              </a:rPr>
              <a:t>/</a:t>
            </a:r>
            <a:r>
              <a:rPr lang="en-US" altLang="ko-KR">
                <a:hlinkClick r:id="rId8"/>
              </a:rPr>
              <a:t>ai-r-bridge</a:t>
            </a:r>
            <a:endParaRPr lang="ko-KR"/>
          </a:p>
          <a:p>
            <a:r>
              <a:rPr lang="ko-KR"/>
              <a:t>[</a:t>
            </a:r>
            <a:r>
              <a:rPr lang="en-US" altLang="ko-KR"/>
              <a:t>F8</a:t>
            </a:r>
            <a:r>
              <a:rPr lang="ko-KR"/>
              <a:t>] </a:t>
            </a:r>
            <a:r>
              <a:rPr lang="en-US" altLang="ko-KR"/>
              <a:t>Fasoo</a:t>
            </a:r>
            <a:r>
              <a:rPr lang="ko-KR"/>
              <a:t>, </a:t>
            </a:r>
            <a:r>
              <a:rPr lang="en-US" altLang="ko-KR"/>
              <a:t>Fasoo</a:t>
            </a:r>
            <a:r>
              <a:rPr lang="ko-KR" altLang="en-US"/>
              <a:t> </a:t>
            </a:r>
            <a:r>
              <a:rPr lang="en-US" altLang="ko-KR"/>
              <a:t>Smart</a:t>
            </a:r>
            <a:r>
              <a:rPr lang="ko-KR" altLang="en-US"/>
              <a:t> </a:t>
            </a:r>
            <a:r>
              <a:rPr lang="en-US" altLang="ko-KR"/>
              <a:t>Screen</a:t>
            </a:r>
            <a:r>
              <a:rPr lang="ko-KR" altLang="en-US"/>
              <a:t> </a:t>
            </a:r>
            <a:r>
              <a:rPr lang="ko-KR"/>
              <a:t>(</a:t>
            </a:r>
            <a:r>
              <a:rPr lang="en-US" altLang="ko-KR"/>
              <a:t>FSS</a:t>
            </a:r>
            <a:r>
              <a:rPr lang="ko-KR"/>
              <a:t>)</a:t>
            </a:r>
          </a:p>
          <a:p>
            <a:r>
              <a:rPr lang="ko-KR">
                <a:hlinkClick r:id="rId9"/>
              </a:rPr>
              <a:t>https://www.</a:t>
            </a:r>
            <a:r>
              <a:rPr lang="en-US" altLang="ko-KR">
                <a:hlinkClick r:id="rId9"/>
              </a:rPr>
              <a:t>fasoo</a:t>
            </a:r>
            <a:r>
              <a:rPr lang="ko-KR">
                <a:hlinkClick r:id="rId9"/>
              </a:rPr>
              <a:t>.</a:t>
            </a:r>
            <a:r>
              <a:rPr lang="en-US" altLang="ko-KR">
                <a:hlinkClick r:id="rId9"/>
              </a:rPr>
              <a:t>ai</a:t>
            </a:r>
            <a:r>
              <a:rPr lang="ko-KR">
                <a:hlinkClick r:id="rId9"/>
              </a:rPr>
              <a:t>/</a:t>
            </a:r>
            <a:r>
              <a:rPr lang="en-US" altLang="ko-KR">
                <a:hlinkClick r:id="rId9"/>
              </a:rPr>
              <a:t>products</a:t>
            </a:r>
            <a:r>
              <a:rPr lang="ko-KR">
                <a:hlinkClick r:id="rId9"/>
              </a:rPr>
              <a:t>/</a:t>
            </a:r>
            <a:r>
              <a:rPr lang="en-US" altLang="ko-KR">
                <a:hlinkClick r:id="rId9"/>
              </a:rPr>
              <a:t>fasoo-smart-screen</a:t>
            </a:r>
            <a:endParaRPr lang="ko-KR"/>
          </a:p>
          <a:p>
            <a:r>
              <a:rPr lang="ko-KR"/>
              <a:t>[</a:t>
            </a:r>
            <a:r>
              <a:rPr lang="en-US" altLang="ko-KR"/>
              <a:t>F9</a:t>
            </a:r>
            <a:r>
              <a:rPr lang="ko-KR"/>
              <a:t>] </a:t>
            </a:r>
            <a:r>
              <a:rPr lang="en-US" altLang="ko-KR"/>
              <a:t>Fasoo</a:t>
            </a:r>
            <a:r>
              <a:rPr lang="ko-KR"/>
              <a:t>, </a:t>
            </a:r>
            <a:r>
              <a:rPr lang="en-US" altLang="ko-KR"/>
              <a:t>Fasoo</a:t>
            </a:r>
            <a:r>
              <a:rPr lang="ko-KR" altLang="en-US"/>
              <a:t> </a:t>
            </a:r>
            <a:r>
              <a:rPr lang="en-US" altLang="ko-KR"/>
              <a:t>Smart</a:t>
            </a:r>
            <a:r>
              <a:rPr lang="ko-KR" altLang="en-US"/>
              <a:t> </a:t>
            </a:r>
            <a:r>
              <a:rPr lang="en-US" altLang="ko-KR"/>
              <a:t>Print</a:t>
            </a:r>
            <a:r>
              <a:rPr lang="ko-KR" altLang="en-US"/>
              <a:t> </a:t>
            </a:r>
            <a:r>
              <a:rPr lang="ko-KR"/>
              <a:t>(</a:t>
            </a:r>
            <a:r>
              <a:rPr lang="en-US" altLang="ko-KR"/>
              <a:t>FSP</a:t>
            </a:r>
            <a:r>
              <a:rPr lang="ko-KR"/>
              <a:t>)</a:t>
            </a:r>
          </a:p>
          <a:p>
            <a:r>
              <a:rPr lang="ko-KR">
                <a:hlinkClick r:id="rId10"/>
              </a:rPr>
              <a:t>https://www.</a:t>
            </a:r>
            <a:r>
              <a:rPr lang="en-US" altLang="ko-KR">
                <a:hlinkClick r:id="rId10"/>
              </a:rPr>
              <a:t>fasoo</a:t>
            </a:r>
            <a:r>
              <a:rPr lang="ko-KR">
                <a:hlinkClick r:id="rId10"/>
              </a:rPr>
              <a:t>.</a:t>
            </a:r>
            <a:r>
              <a:rPr lang="en-US" altLang="ko-KR">
                <a:hlinkClick r:id="rId10"/>
              </a:rPr>
              <a:t>ai</a:t>
            </a:r>
            <a:r>
              <a:rPr lang="ko-KR">
                <a:hlinkClick r:id="rId10"/>
              </a:rPr>
              <a:t>/</a:t>
            </a:r>
            <a:r>
              <a:rPr lang="en-US" altLang="ko-KR">
                <a:hlinkClick r:id="rId10"/>
              </a:rPr>
              <a:t>products</a:t>
            </a:r>
            <a:r>
              <a:rPr lang="ko-KR">
                <a:hlinkClick r:id="rId10"/>
              </a:rPr>
              <a:t>/</a:t>
            </a:r>
            <a:r>
              <a:rPr lang="en-US" altLang="ko-KR">
                <a:hlinkClick r:id="rId10"/>
              </a:rPr>
              <a:t>fasoo-smart-print</a:t>
            </a:r>
            <a:endParaRPr lang="ko-KR"/>
          </a:p>
          <a:p>
            <a:r>
              <a:rPr lang="ko-KR"/>
              <a:t>[</a:t>
            </a:r>
            <a:r>
              <a:rPr lang="en-US" altLang="ko-KR"/>
              <a:t>F10</a:t>
            </a:r>
            <a:r>
              <a:rPr lang="ko-KR"/>
              <a:t>] </a:t>
            </a:r>
            <a:r>
              <a:rPr lang="en-US" altLang="ko-KR"/>
              <a:t>Fasoo</a:t>
            </a:r>
            <a:r>
              <a:rPr lang="ko-KR"/>
              <a:t>, </a:t>
            </a:r>
            <a:r>
              <a:rPr lang="en-US" altLang="ko-KR"/>
              <a:t>Fasoo</a:t>
            </a:r>
            <a:r>
              <a:rPr lang="ko-KR" altLang="en-US"/>
              <a:t> </a:t>
            </a:r>
            <a:r>
              <a:rPr lang="en-US" altLang="ko-KR"/>
              <a:t>Secure</a:t>
            </a:r>
            <a:r>
              <a:rPr lang="ko-KR" altLang="en-US"/>
              <a:t> </a:t>
            </a:r>
            <a:r>
              <a:rPr lang="en-US" altLang="ko-KR"/>
              <a:t>Mail</a:t>
            </a:r>
            <a:r>
              <a:rPr lang="ko-KR" altLang="en-US"/>
              <a:t> </a:t>
            </a:r>
            <a:r>
              <a:rPr lang="en-US" altLang="ko-KR"/>
              <a:t>(FSM)</a:t>
            </a:r>
            <a:endParaRPr lang="ko-KR"/>
          </a:p>
          <a:p>
            <a:r>
              <a:rPr lang="ko-KR">
                <a:hlinkClick r:id="rId11"/>
              </a:rPr>
              <a:t>https://www.</a:t>
            </a:r>
            <a:r>
              <a:rPr lang="en-US" altLang="ko-KR">
                <a:hlinkClick r:id="rId11"/>
              </a:rPr>
              <a:t>fasoo</a:t>
            </a:r>
            <a:r>
              <a:rPr lang="ko-KR">
                <a:hlinkClick r:id="rId11"/>
              </a:rPr>
              <a:t>.</a:t>
            </a:r>
            <a:r>
              <a:rPr lang="en-US" altLang="ko-KR">
                <a:hlinkClick r:id="rId11"/>
              </a:rPr>
              <a:t>ai</a:t>
            </a:r>
            <a:r>
              <a:rPr lang="ko-KR">
                <a:hlinkClick r:id="rId11"/>
              </a:rPr>
              <a:t>/</a:t>
            </a:r>
            <a:r>
              <a:rPr lang="en-US" altLang="ko-KR">
                <a:hlinkClick r:id="rId11"/>
              </a:rPr>
              <a:t>products</a:t>
            </a:r>
            <a:r>
              <a:rPr lang="ko-KR">
                <a:hlinkClick r:id="rId11"/>
              </a:rPr>
              <a:t>/</a:t>
            </a:r>
            <a:r>
              <a:rPr lang="en-US" altLang="ko-KR">
                <a:hlinkClick r:id="rId11"/>
              </a:rPr>
              <a:t>fasoo-secure-mail</a:t>
            </a:r>
            <a:endParaRPr lang="ko-KR"/>
          </a:p>
          <a:p>
            <a:endParaRPr lang="ko-KR">
              <a:ea typeface="맑은 고딕"/>
            </a:endParaRPr>
          </a:p>
          <a:p>
            <a:endParaRPr lang="en-US" altLang="ko-KR">
              <a:latin typeface="Calibri"/>
              <a:ea typeface="Calibri"/>
              <a:cs typeface="Calibri"/>
            </a:endParaRPr>
          </a:p>
        </p:txBody>
      </p:sp>
      <p:sp>
        <p:nvSpPr>
          <p:cNvPr id="4" name="슬라이드 번호 개체 틀 3">
            <a:extLst>
              <a:ext uri="{FF2B5EF4-FFF2-40B4-BE49-F238E27FC236}">
                <a16:creationId xmlns:a16="http://schemas.microsoft.com/office/drawing/2014/main" id="{CE32B34A-8813-43B5-5292-B371AFC2E1F9}"/>
              </a:ext>
            </a:extLst>
          </p:cNvPr>
          <p:cNvSpPr>
            <a:spLocks noGrp="1"/>
          </p:cNvSpPr>
          <p:nvPr>
            <p:ph type="sldNum" sz="quarter" idx="5"/>
          </p:nvPr>
        </p:nvSpPr>
        <p:spPr/>
        <p:txBody>
          <a:bodyPr/>
          <a:lstStyle/>
          <a:p>
            <a:fld id="{2B4D4D96-940C-4183-92F1-CDDC2839BE9F}" type="slidenum">
              <a:rPr lang="ko-KR" altLang="en-US" smtClean="0"/>
              <a:t>22</a:t>
            </a:fld>
            <a:endParaRPr lang="ko-KR" altLang="en-US"/>
          </a:p>
        </p:txBody>
      </p:sp>
    </p:spTree>
    <p:extLst>
      <p:ext uri="{BB962C8B-B14F-4D97-AF65-F5344CB8AC3E}">
        <p14:creationId xmlns:p14="http://schemas.microsoft.com/office/powerpoint/2010/main" val="319398371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040E30-83F2-A7F5-9CC3-C8EF7F64A109}"/>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A66D1B91-04AB-77EF-2DBA-43041ED39F91}"/>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051F7E37-CC6E-0841-D176-52BB4EC165A6}"/>
              </a:ext>
            </a:extLst>
          </p:cNvPr>
          <p:cNvSpPr>
            <a:spLocks noGrp="1"/>
          </p:cNvSpPr>
          <p:nvPr>
            <p:ph type="body" idx="1"/>
          </p:nvPr>
        </p:nvSpPr>
        <p:spPr/>
        <p:txBody>
          <a:bodyPr/>
          <a:lstStyle/>
          <a:p>
            <a:r>
              <a:rPr lang="ko-KR"/>
              <a:t>References:</a:t>
            </a:r>
          </a:p>
          <a:p>
            <a:r>
              <a:rPr lang="ko-KR">
                <a:ea typeface="맑은 고딕"/>
              </a:rPr>
              <a:t>[</a:t>
            </a:r>
            <a:r>
              <a:rPr lang="en-US" altLang="ko-KR">
                <a:ea typeface="맑은 고딕"/>
              </a:rPr>
              <a:t>F1</a:t>
            </a:r>
            <a:r>
              <a:rPr lang="ko-KR">
                <a:ea typeface="맑은 고딕"/>
              </a:rPr>
              <a:t>] </a:t>
            </a:r>
            <a:r>
              <a:rPr lang="en-US" altLang="ko-KR">
                <a:ea typeface="맑은 고딕"/>
              </a:rPr>
              <a:t>Fasoo</a:t>
            </a:r>
            <a:r>
              <a:rPr lang="ko-KR">
                <a:ea typeface="맑은 고딕"/>
              </a:rPr>
              <a:t>, </a:t>
            </a:r>
            <a:r>
              <a:rPr lang="en-US" altLang="ko-KR">
                <a:ea typeface="맑은 고딕"/>
              </a:rPr>
              <a:t>Fasoo</a:t>
            </a:r>
            <a:r>
              <a:rPr lang="ko-KR" altLang="en-US">
                <a:ea typeface="맑은 고딕"/>
              </a:rPr>
              <a:t> </a:t>
            </a:r>
            <a:r>
              <a:rPr lang="en-US" altLang="ko-KR">
                <a:ea typeface="맑은 고딕"/>
              </a:rPr>
              <a:t>Enterprise</a:t>
            </a:r>
            <a:r>
              <a:rPr lang="ko-KR" altLang="en-US">
                <a:ea typeface="맑은 고딕"/>
              </a:rPr>
              <a:t> </a:t>
            </a:r>
            <a:r>
              <a:rPr lang="en-US" altLang="ko-KR">
                <a:ea typeface="맑은 고딕"/>
              </a:rPr>
              <a:t>DRM</a:t>
            </a:r>
            <a:r>
              <a:rPr lang="ko-KR" altLang="en-US">
                <a:ea typeface="맑은 고딕"/>
              </a:rPr>
              <a:t> </a:t>
            </a:r>
            <a:r>
              <a:rPr lang="ko-KR">
                <a:ea typeface="맑은 고딕"/>
              </a:rPr>
              <a:t>(</a:t>
            </a:r>
            <a:r>
              <a:rPr lang="en-US" altLang="ko-KR">
                <a:ea typeface="맑은 고딕"/>
              </a:rPr>
              <a:t>FED</a:t>
            </a:r>
            <a:r>
              <a:rPr lang="ko-KR">
                <a:ea typeface="맑은 고딕"/>
              </a:rPr>
              <a:t>)</a:t>
            </a:r>
          </a:p>
          <a:p>
            <a:r>
              <a:rPr lang="ko-KR">
                <a:ea typeface="맑은 고딕"/>
                <a:hlinkClick r:id="rId3"/>
              </a:rPr>
              <a:t>https://www.</a:t>
            </a:r>
            <a:r>
              <a:rPr lang="en-US" altLang="ko-KR">
                <a:ea typeface="맑은 고딕"/>
                <a:hlinkClick r:id="rId3"/>
              </a:rPr>
              <a:t>fasoo</a:t>
            </a:r>
            <a:r>
              <a:rPr lang="ko-KR">
                <a:ea typeface="맑은 고딕"/>
                <a:hlinkClick r:id="rId3"/>
              </a:rPr>
              <a:t>.</a:t>
            </a:r>
            <a:r>
              <a:rPr lang="en-US" altLang="ko-KR">
                <a:ea typeface="맑은 고딕"/>
                <a:hlinkClick r:id="rId3"/>
              </a:rPr>
              <a:t>ai</a:t>
            </a:r>
            <a:r>
              <a:rPr lang="ko-KR">
                <a:ea typeface="맑은 고딕"/>
                <a:hlinkClick r:id="rId3"/>
              </a:rPr>
              <a:t>/</a:t>
            </a:r>
            <a:r>
              <a:rPr lang="en-US" altLang="ko-KR">
                <a:ea typeface="맑은 고딕"/>
                <a:hlinkClick r:id="rId3"/>
              </a:rPr>
              <a:t>products</a:t>
            </a:r>
            <a:r>
              <a:rPr lang="ko-KR">
                <a:ea typeface="맑은 고딕"/>
                <a:hlinkClick r:id="rId3"/>
              </a:rPr>
              <a:t>/</a:t>
            </a:r>
            <a:r>
              <a:rPr lang="en-US" altLang="ko-KR">
                <a:ea typeface="맑은 고딕"/>
                <a:hlinkClick r:id="rId3"/>
              </a:rPr>
              <a:t>fasoo-enterprise-drm</a:t>
            </a:r>
            <a:endParaRPr lang="ko-KR">
              <a:ea typeface="맑은 고딕"/>
            </a:endParaRPr>
          </a:p>
          <a:p>
            <a:r>
              <a:rPr lang="ko-KR">
                <a:ea typeface="맑은 고딕"/>
              </a:rPr>
              <a:t>[</a:t>
            </a:r>
            <a:r>
              <a:rPr lang="en-US" altLang="ko-KR">
                <a:ea typeface="맑은 고딕"/>
              </a:rPr>
              <a:t>F2</a:t>
            </a:r>
            <a:r>
              <a:rPr lang="ko-KR">
                <a:ea typeface="맑은 고딕"/>
              </a:rPr>
              <a:t>] </a:t>
            </a:r>
            <a:r>
              <a:rPr lang="en-US" altLang="ko-KR">
                <a:ea typeface="맑은 고딕"/>
              </a:rPr>
              <a:t>Fasoo</a:t>
            </a:r>
            <a:r>
              <a:rPr lang="ko-KR">
                <a:ea typeface="맑은 고딕"/>
              </a:rPr>
              <a:t>, </a:t>
            </a:r>
            <a:r>
              <a:rPr lang="en-US" altLang="ko-KR">
                <a:ea typeface="맑은 고딕"/>
              </a:rPr>
              <a:t>Fasoo</a:t>
            </a:r>
            <a:r>
              <a:rPr lang="ko-KR" altLang="en-US">
                <a:ea typeface="맑은 고딕"/>
              </a:rPr>
              <a:t> </a:t>
            </a:r>
            <a:r>
              <a:rPr lang="en-US" altLang="ko-KR">
                <a:ea typeface="맑은 고딕"/>
              </a:rPr>
              <a:t>Data</a:t>
            </a:r>
            <a:r>
              <a:rPr lang="ko-KR" altLang="en-US">
                <a:ea typeface="맑은 고딕"/>
              </a:rPr>
              <a:t> </a:t>
            </a:r>
            <a:r>
              <a:rPr lang="en-US" altLang="ko-KR">
                <a:ea typeface="맑은 고딕"/>
              </a:rPr>
              <a:t>Radar</a:t>
            </a:r>
            <a:r>
              <a:rPr lang="ko-KR" altLang="en-US">
                <a:ea typeface="맑은 고딕"/>
              </a:rPr>
              <a:t> </a:t>
            </a:r>
            <a:r>
              <a:rPr lang="ko-KR">
                <a:ea typeface="맑은 고딕"/>
              </a:rPr>
              <a:t>(</a:t>
            </a:r>
            <a:r>
              <a:rPr lang="en-US" altLang="ko-KR">
                <a:ea typeface="맑은 고딕"/>
              </a:rPr>
              <a:t>FDR</a:t>
            </a:r>
            <a:r>
              <a:rPr lang="ko-KR">
                <a:ea typeface="맑은 고딕"/>
              </a:rPr>
              <a:t>)</a:t>
            </a:r>
          </a:p>
          <a:p>
            <a:r>
              <a:rPr lang="ko-KR">
                <a:ea typeface="맑은 고딕"/>
                <a:hlinkClick r:id="rId4"/>
              </a:rPr>
              <a:t>https://www.</a:t>
            </a:r>
            <a:r>
              <a:rPr lang="en-US" altLang="ko-KR">
                <a:ea typeface="맑은 고딕"/>
                <a:hlinkClick r:id="rId4"/>
              </a:rPr>
              <a:t>fasoo</a:t>
            </a:r>
            <a:r>
              <a:rPr lang="ko-KR">
                <a:ea typeface="맑은 고딕"/>
                <a:hlinkClick r:id="rId4"/>
              </a:rPr>
              <a:t>.</a:t>
            </a:r>
            <a:r>
              <a:rPr lang="en-US" altLang="ko-KR">
                <a:ea typeface="맑은 고딕"/>
                <a:hlinkClick r:id="rId4"/>
              </a:rPr>
              <a:t>ai</a:t>
            </a:r>
            <a:r>
              <a:rPr lang="ko-KR">
                <a:ea typeface="맑은 고딕"/>
                <a:hlinkClick r:id="rId4"/>
              </a:rPr>
              <a:t>/</a:t>
            </a:r>
            <a:r>
              <a:rPr lang="en-US" altLang="ko-KR">
                <a:ea typeface="맑은 고딕"/>
                <a:hlinkClick r:id="rId4"/>
              </a:rPr>
              <a:t>products</a:t>
            </a:r>
            <a:r>
              <a:rPr lang="ko-KR">
                <a:ea typeface="맑은 고딕"/>
                <a:hlinkClick r:id="rId4"/>
              </a:rPr>
              <a:t>/</a:t>
            </a:r>
            <a:r>
              <a:rPr lang="en-US" altLang="ko-KR">
                <a:ea typeface="맑은 고딕"/>
                <a:hlinkClick r:id="rId4"/>
              </a:rPr>
              <a:t>fasoo-data-radar</a:t>
            </a:r>
            <a:endParaRPr lang="ko-KR">
              <a:ea typeface="맑은 고딕"/>
            </a:endParaRPr>
          </a:p>
          <a:p>
            <a:r>
              <a:rPr lang="ko-KR">
                <a:ea typeface="맑은 고딕"/>
              </a:rPr>
              <a:t>[</a:t>
            </a:r>
            <a:r>
              <a:rPr lang="en-US" altLang="ko-KR">
                <a:ea typeface="맑은 고딕"/>
              </a:rPr>
              <a:t>F3</a:t>
            </a:r>
            <a:r>
              <a:rPr lang="ko-KR">
                <a:ea typeface="맑은 고딕"/>
              </a:rPr>
              <a:t>] </a:t>
            </a:r>
            <a:r>
              <a:rPr lang="en-US" altLang="ko-KR">
                <a:ea typeface="맑은 고딕"/>
              </a:rPr>
              <a:t>Fasoo</a:t>
            </a:r>
            <a:r>
              <a:rPr lang="ko-KR">
                <a:ea typeface="맑은 고딕"/>
              </a:rPr>
              <a:t>, </a:t>
            </a:r>
            <a:r>
              <a:rPr lang="en-US" altLang="ko-KR">
                <a:ea typeface="맑은 고딕"/>
              </a:rPr>
              <a:t>AI-R</a:t>
            </a:r>
            <a:r>
              <a:rPr lang="ko-KR" altLang="en-US">
                <a:ea typeface="맑은 고딕"/>
              </a:rPr>
              <a:t> </a:t>
            </a:r>
            <a:r>
              <a:rPr lang="ko-KR">
                <a:ea typeface="맑은 고딕"/>
              </a:rPr>
              <a:t>DLP</a:t>
            </a:r>
          </a:p>
          <a:p>
            <a:r>
              <a:rPr lang="ko-KR">
                <a:ea typeface="맑은 고딕"/>
                <a:hlinkClick r:id="rId5"/>
              </a:rPr>
              <a:t>https://www.</a:t>
            </a:r>
            <a:r>
              <a:rPr lang="en-US" altLang="ko-KR">
                <a:ea typeface="맑은 고딕"/>
                <a:hlinkClick r:id="rId5"/>
              </a:rPr>
              <a:t>fasoo</a:t>
            </a:r>
            <a:r>
              <a:rPr lang="ko-KR">
                <a:ea typeface="맑은 고딕"/>
                <a:hlinkClick r:id="rId5"/>
              </a:rPr>
              <a:t>.</a:t>
            </a:r>
            <a:r>
              <a:rPr lang="en-US" altLang="ko-KR">
                <a:ea typeface="맑은 고딕"/>
                <a:hlinkClick r:id="rId5"/>
              </a:rPr>
              <a:t>ai</a:t>
            </a:r>
            <a:r>
              <a:rPr lang="ko-KR">
                <a:ea typeface="맑은 고딕"/>
                <a:hlinkClick r:id="rId5"/>
              </a:rPr>
              <a:t>/</a:t>
            </a:r>
            <a:r>
              <a:rPr lang="en-US" altLang="ko-KR">
                <a:ea typeface="맑은 고딕"/>
                <a:hlinkClick r:id="rId5"/>
              </a:rPr>
              <a:t>products</a:t>
            </a:r>
            <a:r>
              <a:rPr lang="ko-KR">
                <a:ea typeface="맑은 고딕"/>
                <a:hlinkClick r:id="rId5"/>
              </a:rPr>
              <a:t>/</a:t>
            </a:r>
            <a:r>
              <a:rPr lang="en-US" altLang="ko-KR">
                <a:ea typeface="맑은 고딕"/>
                <a:hlinkClick r:id="rId5"/>
              </a:rPr>
              <a:t>fasoo-ai-r-dlp</a:t>
            </a:r>
            <a:endParaRPr lang="ko-KR">
              <a:ea typeface="맑은 고딕"/>
            </a:endParaRPr>
          </a:p>
          <a:p>
            <a:r>
              <a:rPr lang="ko-KR">
                <a:ea typeface="맑은 고딕"/>
              </a:rPr>
              <a:t>[</a:t>
            </a:r>
            <a:r>
              <a:rPr lang="en-US" altLang="ko-KR">
                <a:ea typeface="맑은 고딕"/>
              </a:rPr>
              <a:t>F4</a:t>
            </a:r>
            <a:r>
              <a:rPr lang="ko-KR">
                <a:ea typeface="맑은 고딕"/>
              </a:rPr>
              <a:t>] </a:t>
            </a:r>
            <a:r>
              <a:rPr lang="en-US" altLang="ko-KR">
                <a:ea typeface="맑은 고딕"/>
              </a:rPr>
              <a:t>Fasoo</a:t>
            </a:r>
            <a:r>
              <a:rPr lang="ko-KR">
                <a:ea typeface="맑은 고딕"/>
              </a:rPr>
              <a:t>, </a:t>
            </a:r>
            <a:r>
              <a:rPr lang="en-US" altLang="ko-KR">
                <a:ea typeface="맑은 고딕"/>
              </a:rPr>
              <a:t>AI-R</a:t>
            </a:r>
            <a:r>
              <a:rPr lang="ko-KR" altLang="en-US">
                <a:ea typeface="맑은 고딕"/>
              </a:rPr>
              <a:t> </a:t>
            </a:r>
            <a:r>
              <a:rPr lang="en-US" altLang="ko-KR">
                <a:ea typeface="맑은 고딕"/>
              </a:rPr>
              <a:t>Endpoint</a:t>
            </a:r>
            <a:endParaRPr lang="ko-KR">
              <a:ea typeface="맑은 고딕"/>
            </a:endParaRPr>
          </a:p>
          <a:p>
            <a:r>
              <a:rPr lang="ko-KR">
                <a:ea typeface="맑은 고딕"/>
                <a:hlinkClick r:id="rId6"/>
              </a:rPr>
              <a:t>https://www.</a:t>
            </a:r>
            <a:r>
              <a:rPr lang="en-US" altLang="ko-KR">
                <a:ea typeface="맑은 고딕"/>
                <a:hlinkClick r:id="rId6"/>
              </a:rPr>
              <a:t>fasoo</a:t>
            </a:r>
            <a:r>
              <a:rPr lang="ko-KR">
                <a:ea typeface="맑은 고딕"/>
                <a:hlinkClick r:id="rId6"/>
              </a:rPr>
              <a:t>.</a:t>
            </a:r>
            <a:r>
              <a:rPr lang="en-US" altLang="ko-KR">
                <a:ea typeface="맑은 고딕"/>
                <a:hlinkClick r:id="rId6"/>
              </a:rPr>
              <a:t>ai</a:t>
            </a:r>
            <a:r>
              <a:rPr lang="ko-KR">
                <a:ea typeface="맑은 고딕"/>
                <a:hlinkClick r:id="rId6"/>
              </a:rPr>
              <a:t>/</a:t>
            </a:r>
            <a:r>
              <a:rPr lang="en-US" altLang="ko-KR">
                <a:ea typeface="맑은 고딕"/>
                <a:hlinkClick r:id="rId6"/>
              </a:rPr>
              <a:t>products</a:t>
            </a:r>
            <a:r>
              <a:rPr lang="ko-KR">
                <a:ea typeface="맑은 고딕"/>
                <a:hlinkClick r:id="rId6"/>
              </a:rPr>
              <a:t>/</a:t>
            </a:r>
            <a:r>
              <a:rPr lang="en-US" altLang="ko-KR">
                <a:ea typeface="맑은 고딕"/>
                <a:hlinkClick r:id="rId6"/>
              </a:rPr>
              <a:t>ai-r-endpoint</a:t>
            </a:r>
            <a:endParaRPr lang="ko-KR">
              <a:ea typeface="맑은 고딕"/>
            </a:endParaRPr>
          </a:p>
          <a:p>
            <a:r>
              <a:rPr lang="ko-KR">
                <a:ea typeface="맑은 고딕"/>
              </a:rPr>
              <a:t>[</a:t>
            </a:r>
            <a:r>
              <a:rPr lang="en-US" altLang="ko-KR">
                <a:ea typeface="맑은 고딕"/>
              </a:rPr>
              <a:t>F5</a:t>
            </a:r>
            <a:r>
              <a:rPr lang="ko-KR">
                <a:ea typeface="맑은 고딕"/>
              </a:rPr>
              <a:t>] </a:t>
            </a:r>
            <a:r>
              <a:rPr lang="en-US" altLang="ko-KR">
                <a:ea typeface="맑은 고딕"/>
              </a:rPr>
              <a:t>Fasoo</a:t>
            </a:r>
            <a:r>
              <a:rPr lang="ko-KR">
                <a:ea typeface="맑은 고딕"/>
              </a:rPr>
              <a:t>, </a:t>
            </a:r>
            <a:r>
              <a:rPr lang="en-US" altLang="ko-KR">
                <a:ea typeface="맑은 고딕"/>
              </a:rPr>
              <a:t>AI-R</a:t>
            </a:r>
            <a:r>
              <a:rPr lang="ko-KR" altLang="en-US">
                <a:ea typeface="맑은 고딕"/>
              </a:rPr>
              <a:t> </a:t>
            </a:r>
            <a:r>
              <a:rPr lang="en-US" altLang="ko-KR">
                <a:ea typeface="맑은 고딕"/>
              </a:rPr>
              <a:t>Gateway</a:t>
            </a:r>
            <a:endParaRPr lang="ko-KR">
              <a:ea typeface="맑은 고딕"/>
            </a:endParaRPr>
          </a:p>
          <a:p>
            <a:r>
              <a:rPr lang="ko-KR">
                <a:ea typeface="맑은 고딕"/>
                <a:hlinkClick r:id="rId7"/>
              </a:rPr>
              <a:t>https://www.</a:t>
            </a:r>
            <a:r>
              <a:rPr lang="en-US" altLang="ko-KR">
                <a:ea typeface="맑은 고딕"/>
                <a:hlinkClick r:id="rId7"/>
              </a:rPr>
              <a:t>fasoo</a:t>
            </a:r>
            <a:r>
              <a:rPr lang="ko-KR">
                <a:ea typeface="맑은 고딕"/>
                <a:hlinkClick r:id="rId7"/>
              </a:rPr>
              <a:t>.</a:t>
            </a:r>
            <a:r>
              <a:rPr lang="en-US" altLang="ko-KR">
                <a:ea typeface="맑은 고딕"/>
                <a:hlinkClick r:id="rId7"/>
              </a:rPr>
              <a:t>ai</a:t>
            </a:r>
            <a:r>
              <a:rPr lang="ko-KR">
                <a:ea typeface="맑은 고딕"/>
                <a:hlinkClick r:id="rId7"/>
              </a:rPr>
              <a:t>/</a:t>
            </a:r>
            <a:r>
              <a:rPr lang="en-US" altLang="ko-KR">
                <a:ea typeface="맑은 고딕"/>
                <a:hlinkClick r:id="rId7"/>
              </a:rPr>
              <a:t>products</a:t>
            </a:r>
            <a:r>
              <a:rPr lang="ko-KR">
                <a:ea typeface="맑은 고딕"/>
                <a:hlinkClick r:id="rId7"/>
              </a:rPr>
              <a:t>/</a:t>
            </a:r>
            <a:r>
              <a:rPr lang="en-US" altLang="ko-KR">
                <a:ea typeface="맑은 고딕"/>
                <a:hlinkClick r:id="rId7"/>
              </a:rPr>
              <a:t>ai-r-gateway</a:t>
            </a:r>
            <a:endParaRPr lang="ko-KR">
              <a:ea typeface="맑은 고딕"/>
            </a:endParaRPr>
          </a:p>
          <a:p>
            <a:r>
              <a:rPr lang="ko-KR">
                <a:ea typeface="맑은 고딕"/>
              </a:rPr>
              <a:t>[</a:t>
            </a:r>
            <a:r>
              <a:rPr lang="en-US" altLang="ko-KR">
                <a:ea typeface="맑은 고딕"/>
              </a:rPr>
              <a:t>F6</a:t>
            </a:r>
            <a:r>
              <a:rPr lang="ko-KR">
                <a:ea typeface="맑은 고딕"/>
              </a:rPr>
              <a:t>] </a:t>
            </a:r>
            <a:r>
              <a:rPr lang="en-US" altLang="ko-KR">
                <a:ea typeface="맑은 고딕"/>
              </a:rPr>
              <a:t>Fasoo</a:t>
            </a:r>
            <a:r>
              <a:rPr lang="ko-KR">
                <a:ea typeface="맑은 고딕"/>
              </a:rPr>
              <a:t>, </a:t>
            </a:r>
            <a:r>
              <a:rPr lang="en-US" altLang="ko-KR">
                <a:ea typeface="맑은 고딕"/>
              </a:rPr>
              <a:t>AI-R</a:t>
            </a:r>
            <a:r>
              <a:rPr lang="ko-KR" altLang="en-US">
                <a:ea typeface="맑은 고딕"/>
              </a:rPr>
              <a:t> </a:t>
            </a:r>
            <a:r>
              <a:rPr lang="en-US" altLang="ko-KR">
                <a:ea typeface="맑은 고딕"/>
              </a:rPr>
              <a:t>Bridge</a:t>
            </a:r>
            <a:endParaRPr lang="ko-KR">
              <a:ea typeface="맑은 고딕"/>
            </a:endParaRPr>
          </a:p>
          <a:p>
            <a:r>
              <a:rPr lang="ko-KR">
                <a:ea typeface="맑은 고딕"/>
                <a:hlinkClick r:id="rId8"/>
              </a:rPr>
              <a:t>https://www.</a:t>
            </a:r>
            <a:r>
              <a:rPr lang="en-US" altLang="ko-KR">
                <a:ea typeface="맑은 고딕"/>
                <a:hlinkClick r:id="rId8"/>
              </a:rPr>
              <a:t>fasoo</a:t>
            </a:r>
            <a:r>
              <a:rPr lang="ko-KR">
                <a:ea typeface="맑은 고딕"/>
                <a:hlinkClick r:id="rId8"/>
              </a:rPr>
              <a:t>.</a:t>
            </a:r>
            <a:r>
              <a:rPr lang="en-US" altLang="ko-KR">
                <a:ea typeface="맑은 고딕"/>
                <a:hlinkClick r:id="rId8"/>
              </a:rPr>
              <a:t>ai</a:t>
            </a:r>
            <a:r>
              <a:rPr lang="ko-KR">
                <a:ea typeface="맑은 고딕"/>
                <a:hlinkClick r:id="rId8"/>
              </a:rPr>
              <a:t>/</a:t>
            </a:r>
            <a:r>
              <a:rPr lang="en-US" altLang="ko-KR">
                <a:ea typeface="맑은 고딕"/>
                <a:hlinkClick r:id="rId8"/>
              </a:rPr>
              <a:t>products</a:t>
            </a:r>
            <a:r>
              <a:rPr lang="ko-KR">
                <a:ea typeface="맑은 고딕"/>
                <a:hlinkClick r:id="rId8"/>
              </a:rPr>
              <a:t>/</a:t>
            </a:r>
            <a:r>
              <a:rPr lang="en-US" altLang="ko-KR">
                <a:ea typeface="맑은 고딕"/>
                <a:hlinkClick r:id="rId8"/>
              </a:rPr>
              <a:t>ai-r-bridge</a:t>
            </a:r>
            <a:endParaRPr lang="ko-KR">
              <a:ea typeface="맑은 고딕"/>
            </a:endParaRPr>
          </a:p>
          <a:p>
            <a:r>
              <a:rPr lang="ko-KR">
                <a:ea typeface="맑은 고딕"/>
              </a:rPr>
              <a:t>[</a:t>
            </a:r>
            <a:r>
              <a:rPr lang="en-US" altLang="ko-KR">
                <a:ea typeface="맑은 고딕"/>
              </a:rPr>
              <a:t>F8</a:t>
            </a:r>
            <a:r>
              <a:rPr lang="ko-KR">
                <a:ea typeface="맑은 고딕"/>
              </a:rPr>
              <a:t>] </a:t>
            </a:r>
            <a:r>
              <a:rPr lang="en-US" altLang="ko-KR">
                <a:ea typeface="맑은 고딕"/>
              </a:rPr>
              <a:t>Fasoo</a:t>
            </a:r>
            <a:r>
              <a:rPr lang="ko-KR">
                <a:ea typeface="맑은 고딕"/>
              </a:rPr>
              <a:t>, </a:t>
            </a:r>
            <a:r>
              <a:rPr lang="en-US" altLang="ko-KR">
                <a:ea typeface="맑은 고딕"/>
              </a:rPr>
              <a:t>Fasoo</a:t>
            </a:r>
            <a:r>
              <a:rPr lang="ko-KR" altLang="en-US">
                <a:ea typeface="맑은 고딕"/>
              </a:rPr>
              <a:t> </a:t>
            </a:r>
            <a:r>
              <a:rPr lang="en-US" altLang="ko-KR">
                <a:ea typeface="맑은 고딕"/>
              </a:rPr>
              <a:t>Smart</a:t>
            </a:r>
            <a:r>
              <a:rPr lang="ko-KR" altLang="en-US">
                <a:ea typeface="맑은 고딕"/>
              </a:rPr>
              <a:t> </a:t>
            </a:r>
            <a:r>
              <a:rPr lang="en-US" altLang="ko-KR">
                <a:ea typeface="맑은 고딕"/>
              </a:rPr>
              <a:t>Screen</a:t>
            </a:r>
            <a:r>
              <a:rPr lang="ko-KR" altLang="en-US">
                <a:ea typeface="맑은 고딕"/>
              </a:rPr>
              <a:t> </a:t>
            </a:r>
            <a:r>
              <a:rPr lang="ko-KR">
                <a:ea typeface="맑은 고딕"/>
              </a:rPr>
              <a:t>(</a:t>
            </a:r>
            <a:r>
              <a:rPr lang="en-US" altLang="ko-KR">
                <a:ea typeface="맑은 고딕"/>
              </a:rPr>
              <a:t>FSS</a:t>
            </a:r>
            <a:r>
              <a:rPr lang="ko-KR">
                <a:ea typeface="맑은 고딕"/>
              </a:rPr>
              <a:t>)</a:t>
            </a:r>
          </a:p>
          <a:p>
            <a:r>
              <a:rPr lang="ko-KR">
                <a:ea typeface="맑은 고딕"/>
                <a:hlinkClick r:id="rId9"/>
              </a:rPr>
              <a:t>https://www.</a:t>
            </a:r>
            <a:r>
              <a:rPr lang="en-US" altLang="ko-KR">
                <a:ea typeface="맑은 고딕"/>
                <a:hlinkClick r:id="rId9"/>
              </a:rPr>
              <a:t>fasoo</a:t>
            </a:r>
            <a:r>
              <a:rPr lang="ko-KR">
                <a:ea typeface="맑은 고딕"/>
                <a:hlinkClick r:id="rId9"/>
              </a:rPr>
              <a:t>.</a:t>
            </a:r>
            <a:r>
              <a:rPr lang="en-US" altLang="ko-KR">
                <a:ea typeface="맑은 고딕"/>
                <a:hlinkClick r:id="rId9"/>
              </a:rPr>
              <a:t>ai</a:t>
            </a:r>
            <a:r>
              <a:rPr lang="ko-KR">
                <a:ea typeface="맑은 고딕"/>
                <a:hlinkClick r:id="rId9"/>
              </a:rPr>
              <a:t>/</a:t>
            </a:r>
            <a:r>
              <a:rPr lang="en-US" altLang="ko-KR">
                <a:ea typeface="맑은 고딕"/>
                <a:hlinkClick r:id="rId9"/>
              </a:rPr>
              <a:t>products</a:t>
            </a:r>
            <a:r>
              <a:rPr lang="ko-KR">
                <a:ea typeface="맑은 고딕"/>
                <a:hlinkClick r:id="rId9"/>
              </a:rPr>
              <a:t>/</a:t>
            </a:r>
            <a:r>
              <a:rPr lang="en-US" altLang="ko-KR">
                <a:ea typeface="맑은 고딕"/>
                <a:hlinkClick r:id="rId9"/>
              </a:rPr>
              <a:t>fasoo-smart-screen</a:t>
            </a:r>
            <a:endParaRPr lang="ko-KR">
              <a:ea typeface="맑은 고딕"/>
            </a:endParaRPr>
          </a:p>
          <a:p>
            <a:r>
              <a:rPr lang="ko-KR">
                <a:ea typeface="맑은 고딕"/>
              </a:rPr>
              <a:t>[</a:t>
            </a:r>
            <a:r>
              <a:rPr lang="en-US" altLang="ko-KR">
                <a:ea typeface="맑은 고딕"/>
              </a:rPr>
              <a:t>F9</a:t>
            </a:r>
            <a:r>
              <a:rPr lang="ko-KR">
                <a:ea typeface="맑은 고딕"/>
              </a:rPr>
              <a:t>] </a:t>
            </a:r>
            <a:r>
              <a:rPr lang="en-US" altLang="ko-KR">
                <a:ea typeface="맑은 고딕"/>
              </a:rPr>
              <a:t>Fasoo</a:t>
            </a:r>
            <a:r>
              <a:rPr lang="ko-KR">
                <a:ea typeface="맑은 고딕"/>
              </a:rPr>
              <a:t>, </a:t>
            </a:r>
            <a:r>
              <a:rPr lang="en-US" altLang="ko-KR">
                <a:ea typeface="맑은 고딕"/>
              </a:rPr>
              <a:t>Fasoo</a:t>
            </a:r>
            <a:r>
              <a:rPr lang="ko-KR" altLang="en-US">
                <a:ea typeface="맑은 고딕"/>
              </a:rPr>
              <a:t> </a:t>
            </a:r>
            <a:r>
              <a:rPr lang="en-US" altLang="ko-KR">
                <a:ea typeface="맑은 고딕"/>
              </a:rPr>
              <a:t>Smart</a:t>
            </a:r>
            <a:r>
              <a:rPr lang="ko-KR" altLang="en-US">
                <a:ea typeface="맑은 고딕"/>
              </a:rPr>
              <a:t> </a:t>
            </a:r>
            <a:r>
              <a:rPr lang="en-US" altLang="ko-KR">
                <a:ea typeface="맑은 고딕"/>
              </a:rPr>
              <a:t>Print</a:t>
            </a:r>
            <a:r>
              <a:rPr lang="ko-KR" altLang="en-US">
                <a:ea typeface="맑은 고딕"/>
              </a:rPr>
              <a:t> </a:t>
            </a:r>
            <a:r>
              <a:rPr lang="ko-KR">
                <a:ea typeface="맑은 고딕"/>
              </a:rPr>
              <a:t>(</a:t>
            </a:r>
            <a:r>
              <a:rPr lang="en-US" altLang="ko-KR">
                <a:ea typeface="맑은 고딕"/>
              </a:rPr>
              <a:t>FSP</a:t>
            </a:r>
            <a:r>
              <a:rPr lang="ko-KR">
                <a:ea typeface="맑은 고딕"/>
              </a:rPr>
              <a:t>)</a:t>
            </a:r>
          </a:p>
          <a:p>
            <a:r>
              <a:rPr lang="ko-KR">
                <a:ea typeface="맑은 고딕"/>
                <a:hlinkClick r:id="rId10"/>
              </a:rPr>
              <a:t>https://www.</a:t>
            </a:r>
            <a:r>
              <a:rPr lang="en-US" altLang="ko-KR">
                <a:ea typeface="맑은 고딕"/>
                <a:hlinkClick r:id="rId10"/>
              </a:rPr>
              <a:t>fasoo</a:t>
            </a:r>
            <a:r>
              <a:rPr lang="ko-KR">
                <a:ea typeface="맑은 고딕"/>
                <a:hlinkClick r:id="rId10"/>
              </a:rPr>
              <a:t>.</a:t>
            </a:r>
            <a:r>
              <a:rPr lang="en-US" altLang="ko-KR">
                <a:ea typeface="맑은 고딕"/>
                <a:hlinkClick r:id="rId10"/>
              </a:rPr>
              <a:t>ai</a:t>
            </a:r>
            <a:r>
              <a:rPr lang="ko-KR">
                <a:ea typeface="맑은 고딕"/>
                <a:hlinkClick r:id="rId10"/>
              </a:rPr>
              <a:t>/</a:t>
            </a:r>
            <a:r>
              <a:rPr lang="en-US" altLang="ko-KR">
                <a:ea typeface="맑은 고딕"/>
                <a:hlinkClick r:id="rId10"/>
              </a:rPr>
              <a:t>products</a:t>
            </a:r>
            <a:r>
              <a:rPr lang="ko-KR">
                <a:ea typeface="맑은 고딕"/>
                <a:hlinkClick r:id="rId10"/>
              </a:rPr>
              <a:t>/</a:t>
            </a:r>
            <a:r>
              <a:rPr lang="en-US" altLang="ko-KR">
                <a:ea typeface="맑은 고딕"/>
                <a:hlinkClick r:id="rId10"/>
              </a:rPr>
              <a:t>fasoo-smart-print</a:t>
            </a:r>
            <a:endParaRPr lang="ko-KR">
              <a:ea typeface="맑은 고딕"/>
            </a:endParaRPr>
          </a:p>
          <a:p>
            <a:r>
              <a:rPr lang="ko-KR">
                <a:ea typeface="맑은 고딕"/>
              </a:rPr>
              <a:t>[</a:t>
            </a:r>
            <a:r>
              <a:rPr lang="en-US" altLang="ko-KR">
                <a:ea typeface="맑은 고딕"/>
              </a:rPr>
              <a:t>F10</a:t>
            </a:r>
            <a:r>
              <a:rPr lang="ko-KR">
                <a:ea typeface="맑은 고딕"/>
              </a:rPr>
              <a:t>] </a:t>
            </a:r>
            <a:r>
              <a:rPr lang="en-US" altLang="ko-KR">
                <a:ea typeface="맑은 고딕"/>
              </a:rPr>
              <a:t>Fasoo</a:t>
            </a:r>
            <a:r>
              <a:rPr lang="ko-KR">
                <a:ea typeface="맑은 고딕"/>
              </a:rPr>
              <a:t>, </a:t>
            </a:r>
            <a:r>
              <a:rPr lang="en-US" altLang="ko-KR">
                <a:ea typeface="맑은 고딕"/>
              </a:rPr>
              <a:t>Fasoo</a:t>
            </a:r>
            <a:r>
              <a:rPr lang="ko-KR" altLang="en-US">
                <a:ea typeface="맑은 고딕"/>
              </a:rPr>
              <a:t> </a:t>
            </a:r>
            <a:r>
              <a:rPr lang="en-US" altLang="ko-KR">
                <a:ea typeface="맑은 고딕"/>
              </a:rPr>
              <a:t>Secure</a:t>
            </a:r>
            <a:r>
              <a:rPr lang="ko-KR" altLang="en-US">
                <a:ea typeface="맑은 고딕"/>
              </a:rPr>
              <a:t> </a:t>
            </a:r>
            <a:r>
              <a:rPr lang="en-US" altLang="ko-KR">
                <a:ea typeface="맑은 고딕"/>
              </a:rPr>
              <a:t>Mail</a:t>
            </a:r>
            <a:r>
              <a:rPr lang="ko-KR" altLang="en-US">
                <a:ea typeface="맑은 고딕"/>
              </a:rPr>
              <a:t> </a:t>
            </a:r>
            <a:r>
              <a:rPr lang="en-US" altLang="ko-KR">
                <a:ea typeface="맑은 고딕"/>
              </a:rPr>
              <a:t>(FSM)</a:t>
            </a:r>
            <a:endParaRPr lang="ko-KR">
              <a:ea typeface="맑은 고딕"/>
            </a:endParaRPr>
          </a:p>
          <a:p>
            <a:r>
              <a:rPr lang="ko-KR">
                <a:ea typeface="맑은 고딕"/>
                <a:hlinkClick r:id="rId11"/>
              </a:rPr>
              <a:t>https://www.</a:t>
            </a:r>
            <a:r>
              <a:rPr lang="en-US" altLang="ko-KR">
                <a:ea typeface="맑은 고딕"/>
                <a:hlinkClick r:id="rId11"/>
              </a:rPr>
              <a:t>fasoo</a:t>
            </a:r>
            <a:r>
              <a:rPr lang="ko-KR">
                <a:ea typeface="맑은 고딕"/>
                <a:hlinkClick r:id="rId11"/>
              </a:rPr>
              <a:t>.</a:t>
            </a:r>
            <a:r>
              <a:rPr lang="en-US" altLang="ko-KR">
                <a:ea typeface="맑은 고딕"/>
                <a:hlinkClick r:id="rId11"/>
              </a:rPr>
              <a:t>ai</a:t>
            </a:r>
            <a:r>
              <a:rPr lang="ko-KR">
                <a:ea typeface="맑은 고딕"/>
                <a:hlinkClick r:id="rId11"/>
              </a:rPr>
              <a:t>/</a:t>
            </a:r>
            <a:r>
              <a:rPr lang="en-US" altLang="ko-KR">
                <a:ea typeface="맑은 고딕"/>
                <a:hlinkClick r:id="rId11"/>
              </a:rPr>
              <a:t>products</a:t>
            </a:r>
            <a:r>
              <a:rPr lang="ko-KR">
                <a:ea typeface="맑은 고딕"/>
                <a:hlinkClick r:id="rId11"/>
              </a:rPr>
              <a:t>/</a:t>
            </a:r>
            <a:r>
              <a:rPr lang="en-US" altLang="ko-KR">
                <a:ea typeface="맑은 고딕"/>
                <a:hlinkClick r:id="rId11"/>
              </a:rPr>
              <a:t>fasoo-secure-mail</a:t>
            </a:r>
            <a:endParaRPr lang="ko-KR">
              <a:ea typeface="맑은 고딕"/>
            </a:endParaRPr>
          </a:p>
          <a:p>
            <a:endParaRPr lang="ko-KR">
              <a:ea typeface="맑은 고딕"/>
            </a:endParaRPr>
          </a:p>
          <a:p>
            <a:endParaRPr lang="en-US" altLang="ko-KR">
              <a:latin typeface="Calibri"/>
              <a:ea typeface="Calibri"/>
              <a:cs typeface="Calibri"/>
            </a:endParaRPr>
          </a:p>
        </p:txBody>
      </p:sp>
      <p:sp>
        <p:nvSpPr>
          <p:cNvPr id="4" name="슬라이드 번호 개체 틀 3">
            <a:extLst>
              <a:ext uri="{FF2B5EF4-FFF2-40B4-BE49-F238E27FC236}">
                <a16:creationId xmlns:a16="http://schemas.microsoft.com/office/drawing/2014/main" id="{B75B4377-18B9-F0B4-DC8B-166AC10C15E5}"/>
              </a:ext>
            </a:extLst>
          </p:cNvPr>
          <p:cNvSpPr>
            <a:spLocks noGrp="1"/>
          </p:cNvSpPr>
          <p:nvPr>
            <p:ph type="sldNum" sz="quarter" idx="5"/>
          </p:nvPr>
        </p:nvSpPr>
        <p:spPr/>
        <p:txBody>
          <a:bodyPr/>
          <a:lstStyle/>
          <a:p>
            <a:fld id="{2B4D4D96-940C-4183-92F1-CDDC2839BE9F}" type="slidenum">
              <a:rPr lang="ko-KR" altLang="en-US" smtClean="0"/>
              <a:t>23</a:t>
            </a:fld>
            <a:endParaRPr lang="ko-KR" altLang="en-US"/>
          </a:p>
        </p:txBody>
      </p:sp>
    </p:spTree>
    <p:extLst>
      <p:ext uri="{BB962C8B-B14F-4D97-AF65-F5344CB8AC3E}">
        <p14:creationId xmlns:p14="http://schemas.microsoft.com/office/powerpoint/2010/main" val="428201884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2672DB-FF9C-BB95-6CAF-3A311C13D677}"/>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02A3BC6E-116B-7E29-48D3-A428E6A1CF8E}"/>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A02DB988-A37E-D622-C0E9-0060F1E87524}"/>
              </a:ext>
            </a:extLst>
          </p:cNvPr>
          <p:cNvSpPr>
            <a:spLocks noGrp="1"/>
          </p:cNvSpPr>
          <p:nvPr>
            <p:ph type="body" idx="1"/>
          </p:nvPr>
        </p:nvSpPr>
        <p:spPr/>
        <p:txBody>
          <a:bodyPr/>
          <a:lstStyle/>
          <a:p>
            <a:r>
              <a:rPr lang="ko-KR"/>
              <a:t>References:</a:t>
            </a:r>
          </a:p>
          <a:p>
            <a:r>
              <a:rPr lang="ko-KR"/>
              <a:t>[</a:t>
            </a:r>
            <a:r>
              <a:rPr lang="en-US" altLang="ko-KR"/>
              <a:t>F1</a:t>
            </a:r>
            <a:r>
              <a:rPr lang="ko-KR"/>
              <a:t>] </a:t>
            </a:r>
            <a:r>
              <a:rPr lang="en-US" altLang="ko-KR"/>
              <a:t>Fasoo</a:t>
            </a:r>
            <a:r>
              <a:rPr lang="ko-KR"/>
              <a:t>, </a:t>
            </a:r>
            <a:r>
              <a:rPr lang="en-US" altLang="ko-KR"/>
              <a:t>Fasoo</a:t>
            </a:r>
            <a:r>
              <a:rPr lang="ko-KR" altLang="en-US"/>
              <a:t> </a:t>
            </a:r>
            <a:r>
              <a:rPr lang="en-US" altLang="ko-KR"/>
              <a:t>Enterprise</a:t>
            </a:r>
            <a:r>
              <a:rPr lang="ko-KR" altLang="en-US"/>
              <a:t> </a:t>
            </a:r>
            <a:r>
              <a:rPr lang="en-US" altLang="ko-KR"/>
              <a:t>DRM</a:t>
            </a:r>
            <a:r>
              <a:rPr lang="ko-KR" altLang="en-US"/>
              <a:t> </a:t>
            </a:r>
            <a:r>
              <a:rPr lang="ko-KR"/>
              <a:t>(</a:t>
            </a:r>
            <a:r>
              <a:rPr lang="en-US" altLang="ko-KR"/>
              <a:t>FED</a:t>
            </a:r>
            <a:r>
              <a:rPr lang="ko-KR"/>
              <a:t>)</a:t>
            </a:r>
          </a:p>
          <a:p>
            <a:r>
              <a:rPr lang="ko-KR">
                <a:hlinkClick r:id="rId3"/>
              </a:rPr>
              <a:t>https://www.</a:t>
            </a:r>
            <a:r>
              <a:rPr lang="en-US" altLang="ko-KR">
                <a:hlinkClick r:id="rId3"/>
              </a:rPr>
              <a:t>fasoo</a:t>
            </a:r>
            <a:r>
              <a:rPr lang="ko-KR">
                <a:hlinkClick r:id="rId3"/>
              </a:rPr>
              <a:t>.</a:t>
            </a:r>
            <a:r>
              <a:rPr lang="en-US" altLang="ko-KR">
                <a:hlinkClick r:id="rId3"/>
              </a:rPr>
              <a:t>ai</a:t>
            </a:r>
            <a:r>
              <a:rPr lang="ko-KR">
                <a:hlinkClick r:id="rId3"/>
              </a:rPr>
              <a:t>/</a:t>
            </a:r>
            <a:r>
              <a:rPr lang="en-US" altLang="ko-KR">
                <a:hlinkClick r:id="rId3"/>
              </a:rPr>
              <a:t>products</a:t>
            </a:r>
            <a:r>
              <a:rPr lang="ko-KR">
                <a:hlinkClick r:id="rId3"/>
              </a:rPr>
              <a:t>/</a:t>
            </a:r>
            <a:r>
              <a:rPr lang="en-US" altLang="ko-KR">
                <a:hlinkClick r:id="rId3"/>
              </a:rPr>
              <a:t>fasoo-enterprise-drm</a:t>
            </a:r>
            <a:endParaRPr lang="ko-KR"/>
          </a:p>
          <a:p>
            <a:r>
              <a:rPr lang="ko-KR"/>
              <a:t>[</a:t>
            </a:r>
            <a:r>
              <a:rPr lang="en-US" altLang="ko-KR"/>
              <a:t>F2</a:t>
            </a:r>
            <a:r>
              <a:rPr lang="ko-KR"/>
              <a:t>] </a:t>
            </a:r>
            <a:r>
              <a:rPr lang="en-US" altLang="ko-KR"/>
              <a:t>Fasoo</a:t>
            </a:r>
            <a:r>
              <a:rPr lang="ko-KR"/>
              <a:t>, </a:t>
            </a:r>
            <a:r>
              <a:rPr lang="en-US" altLang="ko-KR"/>
              <a:t>Fasoo</a:t>
            </a:r>
            <a:r>
              <a:rPr lang="ko-KR" altLang="en-US"/>
              <a:t> </a:t>
            </a:r>
            <a:r>
              <a:rPr lang="en-US" altLang="ko-KR"/>
              <a:t>Data</a:t>
            </a:r>
            <a:r>
              <a:rPr lang="ko-KR" altLang="en-US"/>
              <a:t> </a:t>
            </a:r>
            <a:r>
              <a:rPr lang="en-US" altLang="ko-KR"/>
              <a:t>Radar</a:t>
            </a:r>
            <a:r>
              <a:rPr lang="ko-KR" altLang="en-US"/>
              <a:t> </a:t>
            </a:r>
            <a:r>
              <a:rPr lang="ko-KR"/>
              <a:t>(</a:t>
            </a:r>
            <a:r>
              <a:rPr lang="en-US" altLang="ko-KR"/>
              <a:t>FDR</a:t>
            </a:r>
            <a:r>
              <a:rPr lang="ko-KR"/>
              <a:t>)</a:t>
            </a:r>
          </a:p>
          <a:p>
            <a:r>
              <a:rPr lang="ko-KR">
                <a:hlinkClick r:id="rId4"/>
              </a:rPr>
              <a:t>https://www.</a:t>
            </a:r>
            <a:r>
              <a:rPr lang="en-US" altLang="ko-KR">
                <a:hlinkClick r:id="rId4"/>
              </a:rPr>
              <a:t>fasoo</a:t>
            </a:r>
            <a:r>
              <a:rPr lang="ko-KR">
                <a:hlinkClick r:id="rId4"/>
              </a:rPr>
              <a:t>.</a:t>
            </a:r>
            <a:r>
              <a:rPr lang="en-US" altLang="ko-KR">
                <a:hlinkClick r:id="rId4"/>
              </a:rPr>
              <a:t>ai</a:t>
            </a:r>
            <a:r>
              <a:rPr lang="ko-KR">
                <a:hlinkClick r:id="rId4"/>
              </a:rPr>
              <a:t>/</a:t>
            </a:r>
            <a:r>
              <a:rPr lang="en-US" altLang="ko-KR">
                <a:hlinkClick r:id="rId4"/>
              </a:rPr>
              <a:t>products</a:t>
            </a:r>
            <a:r>
              <a:rPr lang="ko-KR">
                <a:hlinkClick r:id="rId4"/>
              </a:rPr>
              <a:t>/</a:t>
            </a:r>
            <a:r>
              <a:rPr lang="en-US" altLang="ko-KR">
                <a:hlinkClick r:id="rId4"/>
              </a:rPr>
              <a:t>fasoo-data-radar</a:t>
            </a:r>
            <a:endParaRPr lang="ko-KR"/>
          </a:p>
          <a:p>
            <a:r>
              <a:rPr lang="ko-KR"/>
              <a:t>[</a:t>
            </a:r>
            <a:r>
              <a:rPr lang="en-US" altLang="ko-KR"/>
              <a:t>F3</a:t>
            </a:r>
            <a:r>
              <a:rPr lang="ko-KR"/>
              <a:t>] </a:t>
            </a:r>
            <a:r>
              <a:rPr lang="en-US" altLang="ko-KR"/>
              <a:t>Fasoo</a:t>
            </a:r>
            <a:r>
              <a:rPr lang="ko-KR"/>
              <a:t>, </a:t>
            </a:r>
            <a:r>
              <a:rPr lang="en-US" altLang="ko-KR"/>
              <a:t>AI-R</a:t>
            </a:r>
            <a:r>
              <a:rPr lang="ko-KR" altLang="en-US"/>
              <a:t> </a:t>
            </a:r>
            <a:r>
              <a:rPr lang="ko-KR"/>
              <a:t>DLP</a:t>
            </a:r>
          </a:p>
          <a:p>
            <a:r>
              <a:rPr lang="ko-KR">
                <a:hlinkClick r:id="rId5"/>
              </a:rPr>
              <a:t>https://www.</a:t>
            </a:r>
            <a:r>
              <a:rPr lang="en-US" altLang="ko-KR">
                <a:hlinkClick r:id="rId5"/>
              </a:rPr>
              <a:t>fasoo</a:t>
            </a:r>
            <a:r>
              <a:rPr lang="ko-KR">
                <a:hlinkClick r:id="rId5"/>
              </a:rPr>
              <a:t>.</a:t>
            </a:r>
            <a:r>
              <a:rPr lang="en-US" altLang="ko-KR">
                <a:hlinkClick r:id="rId5"/>
              </a:rPr>
              <a:t>ai</a:t>
            </a:r>
            <a:r>
              <a:rPr lang="ko-KR">
                <a:hlinkClick r:id="rId5"/>
              </a:rPr>
              <a:t>/</a:t>
            </a:r>
            <a:r>
              <a:rPr lang="en-US" altLang="ko-KR">
                <a:hlinkClick r:id="rId5"/>
              </a:rPr>
              <a:t>products</a:t>
            </a:r>
            <a:r>
              <a:rPr lang="ko-KR">
                <a:hlinkClick r:id="rId5"/>
              </a:rPr>
              <a:t>/</a:t>
            </a:r>
            <a:r>
              <a:rPr lang="en-US" altLang="ko-KR">
                <a:hlinkClick r:id="rId5"/>
              </a:rPr>
              <a:t>fasoo-ai-r-dlp</a:t>
            </a:r>
            <a:endParaRPr lang="ko-KR"/>
          </a:p>
          <a:p>
            <a:r>
              <a:rPr lang="ko-KR"/>
              <a:t>[</a:t>
            </a:r>
            <a:r>
              <a:rPr lang="en-US" altLang="ko-KR"/>
              <a:t>F4</a:t>
            </a:r>
            <a:r>
              <a:rPr lang="ko-KR"/>
              <a:t>] </a:t>
            </a:r>
            <a:r>
              <a:rPr lang="en-US" altLang="ko-KR"/>
              <a:t>Fasoo</a:t>
            </a:r>
            <a:r>
              <a:rPr lang="ko-KR"/>
              <a:t>, </a:t>
            </a:r>
            <a:r>
              <a:rPr lang="en-US" altLang="ko-KR"/>
              <a:t>AI-R</a:t>
            </a:r>
            <a:r>
              <a:rPr lang="ko-KR" altLang="en-US"/>
              <a:t> </a:t>
            </a:r>
            <a:r>
              <a:rPr lang="en-US" altLang="ko-KR"/>
              <a:t>Endpoint</a:t>
            </a:r>
            <a:endParaRPr lang="ko-KR"/>
          </a:p>
          <a:p>
            <a:r>
              <a:rPr lang="ko-KR">
                <a:hlinkClick r:id="rId6"/>
              </a:rPr>
              <a:t>https://www.</a:t>
            </a:r>
            <a:r>
              <a:rPr lang="en-US" altLang="ko-KR">
                <a:hlinkClick r:id="rId6"/>
              </a:rPr>
              <a:t>fasoo</a:t>
            </a:r>
            <a:r>
              <a:rPr lang="ko-KR">
                <a:hlinkClick r:id="rId6"/>
              </a:rPr>
              <a:t>.</a:t>
            </a:r>
            <a:r>
              <a:rPr lang="en-US" altLang="ko-KR">
                <a:hlinkClick r:id="rId6"/>
              </a:rPr>
              <a:t>ai</a:t>
            </a:r>
            <a:r>
              <a:rPr lang="ko-KR">
                <a:hlinkClick r:id="rId6"/>
              </a:rPr>
              <a:t>/</a:t>
            </a:r>
            <a:r>
              <a:rPr lang="en-US" altLang="ko-KR">
                <a:hlinkClick r:id="rId6"/>
              </a:rPr>
              <a:t>products</a:t>
            </a:r>
            <a:r>
              <a:rPr lang="ko-KR">
                <a:hlinkClick r:id="rId6"/>
              </a:rPr>
              <a:t>/</a:t>
            </a:r>
            <a:r>
              <a:rPr lang="en-US" altLang="ko-KR">
                <a:hlinkClick r:id="rId6"/>
              </a:rPr>
              <a:t>ai-r-endpoint</a:t>
            </a:r>
            <a:endParaRPr lang="ko-KR"/>
          </a:p>
          <a:p>
            <a:r>
              <a:rPr lang="ko-KR"/>
              <a:t>[</a:t>
            </a:r>
            <a:r>
              <a:rPr lang="en-US" altLang="ko-KR"/>
              <a:t>F5</a:t>
            </a:r>
            <a:r>
              <a:rPr lang="ko-KR"/>
              <a:t>] </a:t>
            </a:r>
            <a:r>
              <a:rPr lang="en-US" altLang="ko-KR"/>
              <a:t>Fasoo</a:t>
            </a:r>
            <a:r>
              <a:rPr lang="ko-KR"/>
              <a:t>, </a:t>
            </a:r>
            <a:r>
              <a:rPr lang="en-US" altLang="ko-KR"/>
              <a:t>AI-R</a:t>
            </a:r>
            <a:r>
              <a:rPr lang="ko-KR" altLang="en-US"/>
              <a:t> </a:t>
            </a:r>
            <a:r>
              <a:rPr lang="en-US" altLang="ko-KR"/>
              <a:t>Gateway</a:t>
            </a:r>
            <a:endParaRPr lang="ko-KR"/>
          </a:p>
          <a:p>
            <a:r>
              <a:rPr lang="ko-KR">
                <a:hlinkClick r:id="rId7"/>
              </a:rPr>
              <a:t>https://www.</a:t>
            </a:r>
            <a:r>
              <a:rPr lang="en-US" altLang="ko-KR">
                <a:hlinkClick r:id="rId7"/>
              </a:rPr>
              <a:t>fasoo</a:t>
            </a:r>
            <a:r>
              <a:rPr lang="ko-KR">
                <a:hlinkClick r:id="rId7"/>
              </a:rPr>
              <a:t>.</a:t>
            </a:r>
            <a:r>
              <a:rPr lang="en-US" altLang="ko-KR">
                <a:hlinkClick r:id="rId7"/>
              </a:rPr>
              <a:t>ai</a:t>
            </a:r>
            <a:r>
              <a:rPr lang="ko-KR">
                <a:hlinkClick r:id="rId7"/>
              </a:rPr>
              <a:t>/</a:t>
            </a:r>
            <a:r>
              <a:rPr lang="en-US" altLang="ko-KR">
                <a:hlinkClick r:id="rId7"/>
              </a:rPr>
              <a:t>products</a:t>
            </a:r>
            <a:r>
              <a:rPr lang="ko-KR">
                <a:hlinkClick r:id="rId7"/>
              </a:rPr>
              <a:t>/</a:t>
            </a:r>
            <a:r>
              <a:rPr lang="en-US" altLang="ko-KR">
                <a:hlinkClick r:id="rId7"/>
              </a:rPr>
              <a:t>ai-r-gateway</a:t>
            </a:r>
            <a:endParaRPr lang="ko-KR"/>
          </a:p>
          <a:p>
            <a:r>
              <a:rPr lang="ko-KR"/>
              <a:t>[</a:t>
            </a:r>
            <a:r>
              <a:rPr lang="en-US" altLang="ko-KR"/>
              <a:t>F6</a:t>
            </a:r>
            <a:r>
              <a:rPr lang="ko-KR"/>
              <a:t>] </a:t>
            </a:r>
            <a:r>
              <a:rPr lang="en-US" altLang="ko-KR"/>
              <a:t>Fasoo</a:t>
            </a:r>
            <a:r>
              <a:rPr lang="ko-KR"/>
              <a:t>, </a:t>
            </a:r>
            <a:r>
              <a:rPr lang="en-US" altLang="ko-KR"/>
              <a:t>AI-R</a:t>
            </a:r>
            <a:r>
              <a:rPr lang="ko-KR" altLang="en-US"/>
              <a:t> </a:t>
            </a:r>
            <a:r>
              <a:rPr lang="en-US" altLang="ko-KR"/>
              <a:t>Bridge</a:t>
            </a:r>
            <a:endParaRPr lang="ko-KR"/>
          </a:p>
          <a:p>
            <a:r>
              <a:rPr lang="ko-KR">
                <a:hlinkClick r:id="rId8"/>
              </a:rPr>
              <a:t>https://www.</a:t>
            </a:r>
            <a:r>
              <a:rPr lang="en-US" altLang="ko-KR">
                <a:hlinkClick r:id="rId8"/>
              </a:rPr>
              <a:t>fasoo</a:t>
            </a:r>
            <a:r>
              <a:rPr lang="ko-KR">
                <a:hlinkClick r:id="rId8"/>
              </a:rPr>
              <a:t>.</a:t>
            </a:r>
            <a:r>
              <a:rPr lang="en-US" altLang="ko-KR">
                <a:hlinkClick r:id="rId8"/>
              </a:rPr>
              <a:t>ai</a:t>
            </a:r>
            <a:r>
              <a:rPr lang="ko-KR">
                <a:hlinkClick r:id="rId8"/>
              </a:rPr>
              <a:t>/</a:t>
            </a:r>
            <a:r>
              <a:rPr lang="en-US" altLang="ko-KR">
                <a:hlinkClick r:id="rId8"/>
              </a:rPr>
              <a:t>products</a:t>
            </a:r>
            <a:r>
              <a:rPr lang="ko-KR">
                <a:hlinkClick r:id="rId8"/>
              </a:rPr>
              <a:t>/</a:t>
            </a:r>
            <a:r>
              <a:rPr lang="en-US" altLang="ko-KR">
                <a:hlinkClick r:id="rId8"/>
              </a:rPr>
              <a:t>ai-r-bridge</a:t>
            </a:r>
            <a:endParaRPr lang="ko-KR"/>
          </a:p>
          <a:p>
            <a:r>
              <a:rPr lang="ko-KR"/>
              <a:t>[</a:t>
            </a:r>
            <a:r>
              <a:rPr lang="en-US" altLang="ko-KR"/>
              <a:t>F8</a:t>
            </a:r>
            <a:r>
              <a:rPr lang="ko-KR"/>
              <a:t>] </a:t>
            </a:r>
            <a:r>
              <a:rPr lang="en-US" altLang="ko-KR"/>
              <a:t>Fasoo</a:t>
            </a:r>
            <a:r>
              <a:rPr lang="ko-KR"/>
              <a:t>, </a:t>
            </a:r>
            <a:r>
              <a:rPr lang="en-US" altLang="ko-KR"/>
              <a:t>Fasoo</a:t>
            </a:r>
            <a:r>
              <a:rPr lang="ko-KR" altLang="en-US"/>
              <a:t> </a:t>
            </a:r>
            <a:r>
              <a:rPr lang="en-US" altLang="ko-KR"/>
              <a:t>Smart</a:t>
            </a:r>
            <a:r>
              <a:rPr lang="ko-KR" altLang="en-US"/>
              <a:t> </a:t>
            </a:r>
            <a:r>
              <a:rPr lang="en-US" altLang="ko-KR"/>
              <a:t>Screen</a:t>
            </a:r>
            <a:r>
              <a:rPr lang="ko-KR" altLang="en-US"/>
              <a:t> </a:t>
            </a:r>
            <a:r>
              <a:rPr lang="ko-KR"/>
              <a:t>(</a:t>
            </a:r>
            <a:r>
              <a:rPr lang="en-US" altLang="ko-KR"/>
              <a:t>FSS</a:t>
            </a:r>
            <a:r>
              <a:rPr lang="ko-KR"/>
              <a:t>)</a:t>
            </a:r>
          </a:p>
          <a:p>
            <a:r>
              <a:rPr lang="ko-KR">
                <a:hlinkClick r:id="rId9"/>
              </a:rPr>
              <a:t>https://www.</a:t>
            </a:r>
            <a:r>
              <a:rPr lang="en-US" altLang="ko-KR">
                <a:hlinkClick r:id="rId9"/>
              </a:rPr>
              <a:t>fasoo</a:t>
            </a:r>
            <a:r>
              <a:rPr lang="ko-KR">
                <a:hlinkClick r:id="rId9"/>
              </a:rPr>
              <a:t>.</a:t>
            </a:r>
            <a:r>
              <a:rPr lang="en-US" altLang="ko-KR">
                <a:hlinkClick r:id="rId9"/>
              </a:rPr>
              <a:t>ai</a:t>
            </a:r>
            <a:r>
              <a:rPr lang="ko-KR">
                <a:hlinkClick r:id="rId9"/>
              </a:rPr>
              <a:t>/</a:t>
            </a:r>
            <a:r>
              <a:rPr lang="en-US" altLang="ko-KR">
                <a:hlinkClick r:id="rId9"/>
              </a:rPr>
              <a:t>products</a:t>
            </a:r>
            <a:r>
              <a:rPr lang="ko-KR">
                <a:hlinkClick r:id="rId9"/>
              </a:rPr>
              <a:t>/</a:t>
            </a:r>
            <a:r>
              <a:rPr lang="en-US" altLang="ko-KR">
                <a:hlinkClick r:id="rId9"/>
              </a:rPr>
              <a:t>fasoo-smart-screen</a:t>
            </a:r>
            <a:endParaRPr lang="ko-KR"/>
          </a:p>
          <a:p>
            <a:r>
              <a:rPr lang="ko-KR"/>
              <a:t>[</a:t>
            </a:r>
            <a:r>
              <a:rPr lang="en-US" altLang="ko-KR"/>
              <a:t>F9</a:t>
            </a:r>
            <a:r>
              <a:rPr lang="ko-KR"/>
              <a:t>] </a:t>
            </a:r>
            <a:r>
              <a:rPr lang="en-US" altLang="ko-KR"/>
              <a:t>Fasoo</a:t>
            </a:r>
            <a:r>
              <a:rPr lang="ko-KR"/>
              <a:t>, </a:t>
            </a:r>
            <a:r>
              <a:rPr lang="en-US" altLang="ko-KR"/>
              <a:t>Fasoo</a:t>
            </a:r>
            <a:r>
              <a:rPr lang="ko-KR" altLang="en-US"/>
              <a:t> </a:t>
            </a:r>
            <a:r>
              <a:rPr lang="en-US" altLang="ko-KR"/>
              <a:t>Smart</a:t>
            </a:r>
            <a:r>
              <a:rPr lang="ko-KR" altLang="en-US"/>
              <a:t> </a:t>
            </a:r>
            <a:r>
              <a:rPr lang="en-US" altLang="ko-KR"/>
              <a:t>Print</a:t>
            </a:r>
            <a:r>
              <a:rPr lang="ko-KR" altLang="en-US"/>
              <a:t> </a:t>
            </a:r>
            <a:r>
              <a:rPr lang="ko-KR"/>
              <a:t>(</a:t>
            </a:r>
            <a:r>
              <a:rPr lang="en-US" altLang="ko-KR"/>
              <a:t>FSP</a:t>
            </a:r>
            <a:r>
              <a:rPr lang="ko-KR"/>
              <a:t>)</a:t>
            </a:r>
          </a:p>
          <a:p>
            <a:r>
              <a:rPr lang="ko-KR">
                <a:hlinkClick r:id="rId10"/>
              </a:rPr>
              <a:t>https://www.</a:t>
            </a:r>
            <a:r>
              <a:rPr lang="en-US" altLang="ko-KR">
                <a:hlinkClick r:id="rId10"/>
              </a:rPr>
              <a:t>fasoo</a:t>
            </a:r>
            <a:r>
              <a:rPr lang="ko-KR">
                <a:hlinkClick r:id="rId10"/>
              </a:rPr>
              <a:t>.</a:t>
            </a:r>
            <a:r>
              <a:rPr lang="en-US" altLang="ko-KR">
                <a:hlinkClick r:id="rId10"/>
              </a:rPr>
              <a:t>ai</a:t>
            </a:r>
            <a:r>
              <a:rPr lang="ko-KR">
                <a:hlinkClick r:id="rId10"/>
              </a:rPr>
              <a:t>/</a:t>
            </a:r>
            <a:r>
              <a:rPr lang="en-US" altLang="ko-KR">
                <a:hlinkClick r:id="rId10"/>
              </a:rPr>
              <a:t>products</a:t>
            </a:r>
            <a:r>
              <a:rPr lang="ko-KR">
                <a:hlinkClick r:id="rId10"/>
              </a:rPr>
              <a:t>/</a:t>
            </a:r>
            <a:r>
              <a:rPr lang="en-US" altLang="ko-KR">
                <a:hlinkClick r:id="rId10"/>
              </a:rPr>
              <a:t>fasoo-smart-print</a:t>
            </a:r>
            <a:endParaRPr lang="ko-KR"/>
          </a:p>
          <a:p>
            <a:r>
              <a:rPr lang="ko-KR"/>
              <a:t>[</a:t>
            </a:r>
            <a:r>
              <a:rPr lang="en-US" altLang="ko-KR"/>
              <a:t>F10</a:t>
            </a:r>
            <a:r>
              <a:rPr lang="ko-KR"/>
              <a:t>] </a:t>
            </a:r>
            <a:r>
              <a:rPr lang="en-US" altLang="ko-KR"/>
              <a:t>Fasoo</a:t>
            </a:r>
            <a:r>
              <a:rPr lang="ko-KR"/>
              <a:t>, </a:t>
            </a:r>
            <a:r>
              <a:rPr lang="en-US" altLang="ko-KR"/>
              <a:t>Fasoo</a:t>
            </a:r>
            <a:r>
              <a:rPr lang="ko-KR" altLang="en-US"/>
              <a:t> </a:t>
            </a:r>
            <a:r>
              <a:rPr lang="en-US" altLang="ko-KR"/>
              <a:t>Secure</a:t>
            </a:r>
            <a:r>
              <a:rPr lang="ko-KR" altLang="en-US"/>
              <a:t> </a:t>
            </a:r>
            <a:r>
              <a:rPr lang="en-US" altLang="ko-KR"/>
              <a:t>Mail</a:t>
            </a:r>
            <a:r>
              <a:rPr lang="ko-KR" altLang="en-US"/>
              <a:t> </a:t>
            </a:r>
            <a:r>
              <a:rPr lang="en-US" altLang="ko-KR"/>
              <a:t>(FSM)</a:t>
            </a:r>
            <a:endParaRPr lang="ko-KR"/>
          </a:p>
          <a:p>
            <a:r>
              <a:rPr lang="ko-KR">
                <a:hlinkClick r:id="rId11"/>
              </a:rPr>
              <a:t>https://www.</a:t>
            </a:r>
            <a:r>
              <a:rPr lang="en-US" altLang="ko-KR">
                <a:hlinkClick r:id="rId11"/>
              </a:rPr>
              <a:t>fasoo</a:t>
            </a:r>
            <a:r>
              <a:rPr lang="ko-KR">
                <a:hlinkClick r:id="rId11"/>
              </a:rPr>
              <a:t>.</a:t>
            </a:r>
            <a:r>
              <a:rPr lang="en-US" altLang="ko-KR">
                <a:hlinkClick r:id="rId11"/>
              </a:rPr>
              <a:t>ai</a:t>
            </a:r>
            <a:r>
              <a:rPr lang="ko-KR">
                <a:hlinkClick r:id="rId11"/>
              </a:rPr>
              <a:t>/</a:t>
            </a:r>
            <a:r>
              <a:rPr lang="en-US" altLang="ko-KR">
                <a:hlinkClick r:id="rId11"/>
              </a:rPr>
              <a:t>products</a:t>
            </a:r>
            <a:r>
              <a:rPr lang="ko-KR">
                <a:hlinkClick r:id="rId11"/>
              </a:rPr>
              <a:t>/</a:t>
            </a:r>
            <a:r>
              <a:rPr lang="en-US" altLang="ko-KR">
                <a:hlinkClick r:id="rId11"/>
              </a:rPr>
              <a:t>fasoo-secure-mail</a:t>
            </a:r>
            <a:endParaRPr lang="ko-KR"/>
          </a:p>
          <a:p>
            <a:endParaRPr lang="ko-KR">
              <a:ea typeface="맑은 고딕"/>
            </a:endParaRPr>
          </a:p>
          <a:p>
            <a:endParaRPr lang="en-US" altLang="ko-KR">
              <a:latin typeface="Calibri"/>
              <a:ea typeface="Calibri"/>
              <a:cs typeface="Calibri"/>
            </a:endParaRPr>
          </a:p>
        </p:txBody>
      </p:sp>
      <p:sp>
        <p:nvSpPr>
          <p:cNvPr id="4" name="슬라이드 번호 개체 틀 3">
            <a:extLst>
              <a:ext uri="{FF2B5EF4-FFF2-40B4-BE49-F238E27FC236}">
                <a16:creationId xmlns:a16="http://schemas.microsoft.com/office/drawing/2014/main" id="{E829B63B-1E72-EF01-670A-BFB99BA7C2E1}"/>
              </a:ext>
            </a:extLst>
          </p:cNvPr>
          <p:cNvSpPr>
            <a:spLocks noGrp="1"/>
          </p:cNvSpPr>
          <p:nvPr>
            <p:ph type="sldNum" sz="quarter" idx="5"/>
          </p:nvPr>
        </p:nvSpPr>
        <p:spPr/>
        <p:txBody>
          <a:bodyPr/>
          <a:lstStyle/>
          <a:p>
            <a:fld id="{2B4D4D96-940C-4183-92F1-CDDC2839BE9F}" type="slidenum">
              <a:rPr lang="ko-KR" altLang="en-US" smtClean="0"/>
              <a:t>24</a:t>
            </a:fld>
            <a:endParaRPr lang="ko-KR" altLang="en-US"/>
          </a:p>
        </p:txBody>
      </p:sp>
    </p:spTree>
    <p:extLst>
      <p:ext uri="{BB962C8B-B14F-4D97-AF65-F5344CB8AC3E}">
        <p14:creationId xmlns:p14="http://schemas.microsoft.com/office/powerpoint/2010/main" val="99559156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B574EE-1A62-0151-0A2C-31E371EBFB36}"/>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87D595D2-6C97-FB9D-4910-84C263653482}"/>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23D88D8A-B802-8304-2BFF-80762C310DD4}"/>
              </a:ext>
            </a:extLst>
          </p:cNvPr>
          <p:cNvSpPr>
            <a:spLocks noGrp="1"/>
          </p:cNvSpPr>
          <p:nvPr>
            <p:ph type="body" idx="1"/>
          </p:nvPr>
        </p:nvSpPr>
        <p:spPr/>
        <p:txBody>
          <a:bodyPr/>
          <a:lstStyle/>
          <a:p>
            <a:r>
              <a:rPr lang="ko-KR"/>
              <a:t>References:</a:t>
            </a:r>
          </a:p>
          <a:p>
            <a:r>
              <a:rPr lang="ko-KR"/>
              <a:t>[</a:t>
            </a:r>
            <a:r>
              <a:rPr lang="en-US" altLang="ko-KR"/>
              <a:t>F1</a:t>
            </a:r>
            <a:r>
              <a:rPr lang="ko-KR"/>
              <a:t>] </a:t>
            </a:r>
            <a:r>
              <a:rPr lang="en-US" altLang="ko-KR"/>
              <a:t>Fasoo</a:t>
            </a:r>
            <a:r>
              <a:rPr lang="ko-KR"/>
              <a:t>, </a:t>
            </a:r>
            <a:r>
              <a:rPr lang="en-US" altLang="ko-KR"/>
              <a:t>Fasoo</a:t>
            </a:r>
            <a:r>
              <a:rPr lang="ko-KR" altLang="en-US"/>
              <a:t> </a:t>
            </a:r>
            <a:r>
              <a:rPr lang="en-US" altLang="ko-KR"/>
              <a:t>Enterprise</a:t>
            </a:r>
            <a:r>
              <a:rPr lang="ko-KR" altLang="en-US"/>
              <a:t> </a:t>
            </a:r>
            <a:r>
              <a:rPr lang="en-US" altLang="ko-KR"/>
              <a:t>DRM</a:t>
            </a:r>
            <a:r>
              <a:rPr lang="ko-KR" altLang="en-US"/>
              <a:t> </a:t>
            </a:r>
            <a:r>
              <a:rPr lang="ko-KR"/>
              <a:t>(</a:t>
            </a:r>
            <a:r>
              <a:rPr lang="en-US" altLang="ko-KR"/>
              <a:t>FED</a:t>
            </a:r>
            <a:r>
              <a:rPr lang="ko-KR"/>
              <a:t>)</a:t>
            </a:r>
          </a:p>
          <a:p>
            <a:r>
              <a:rPr lang="ko-KR">
                <a:hlinkClick r:id="rId3"/>
              </a:rPr>
              <a:t>https://www.</a:t>
            </a:r>
            <a:r>
              <a:rPr lang="en-US" altLang="ko-KR">
                <a:hlinkClick r:id="rId3"/>
              </a:rPr>
              <a:t>fasoo</a:t>
            </a:r>
            <a:r>
              <a:rPr lang="ko-KR">
                <a:hlinkClick r:id="rId3"/>
              </a:rPr>
              <a:t>.</a:t>
            </a:r>
            <a:r>
              <a:rPr lang="en-US" altLang="ko-KR">
                <a:hlinkClick r:id="rId3"/>
              </a:rPr>
              <a:t>ai</a:t>
            </a:r>
            <a:r>
              <a:rPr lang="ko-KR">
                <a:hlinkClick r:id="rId3"/>
              </a:rPr>
              <a:t>/</a:t>
            </a:r>
            <a:r>
              <a:rPr lang="en-US" altLang="ko-KR">
                <a:hlinkClick r:id="rId3"/>
              </a:rPr>
              <a:t>products</a:t>
            </a:r>
            <a:r>
              <a:rPr lang="ko-KR">
                <a:hlinkClick r:id="rId3"/>
              </a:rPr>
              <a:t>/</a:t>
            </a:r>
            <a:r>
              <a:rPr lang="en-US" altLang="ko-KR">
                <a:hlinkClick r:id="rId3"/>
              </a:rPr>
              <a:t>fasoo-enterprise-drm</a:t>
            </a:r>
            <a:endParaRPr lang="ko-KR"/>
          </a:p>
          <a:p>
            <a:r>
              <a:rPr lang="ko-KR"/>
              <a:t>[</a:t>
            </a:r>
            <a:r>
              <a:rPr lang="en-US" altLang="ko-KR"/>
              <a:t>F2</a:t>
            </a:r>
            <a:r>
              <a:rPr lang="ko-KR"/>
              <a:t>] </a:t>
            </a:r>
            <a:r>
              <a:rPr lang="en-US" altLang="ko-KR"/>
              <a:t>Fasoo</a:t>
            </a:r>
            <a:r>
              <a:rPr lang="ko-KR"/>
              <a:t>, </a:t>
            </a:r>
            <a:r>
              <a:rPr lang="en-US" altLang="ko-KR"/>
              <a:t>Fasoo</a:t>
            </a:r>
            <a:r>
              <a:rPr lang="ko-KR" altLang="en-US"/>
              <a:t> </a:t>
            </a:r>
            <a:r>
              <a:rPr lang="en-US" altLang="ko-KR"/>
              <a:t>Data</a:t>
            </a:r>
            <a:r>
              <a:rPr lang="ko-KR" altLang="en-US"/>
              <a:t> </a:t>
            </a:r>
            <a:r>
              <a:rPr lang="en-US" altLang="ko-KR"/>
              <a:t>Radar</a:t>
            </a:r>
            <a:r>
              <a:rPr lang="ko-KR" altLang="en-US"/>
              <a:t> </a:t>
            </a:r>
            <a:r>
              <a:rPr lang="ko-KR"/>
              <a:t>(</a:t>
            </a:r>
            <a:r>
              <a:rPr lang="en-US" altLang="ko-KR"/>
              <a:t>FDR</a:t>
            </a:r>
            <a:r>
              <a:rPr lang="ko-KR"/>
              <a:t>)</a:t>
            </a:r>
          </a:p>
          <a:p>
            <a:r>
              <a:rPr lang="ko-KR">
                <a:hlinkClick r:id="rId4"/>
              </a:rPr>
              <a:t>https://www.</a:t>
            </a:r>
            <a:r>
              <a:rPr lang="en-US" altLang="ko-KR">
                <a:hlinkClick r:id="rId4"/>
              </a:rPr>
              <a:t>fasoo</a:t>
            </a:r>
            <a:r>
              <a:rPr lang="ko-KR">
                <a:hlinkClick r:id="rId4"/>
              </a:rPr>
              <a:t>.</a:t>
            </a:r>
            <a:r>
              <a:rPr lang="en-US" altLang="ko-KR">
                <a:hlinkClick r:id="rId4"/>
              </a:rPr>
              <a:t>ai</a:t>
            </a:r>
            <a:r>
              <a:rPr lang="ko-KR">
                <a:hlinkClick r:id="rId4"/>
              </a:rPr>
              <a:t>/</a:t>
            </a:r>
            <a:r>
              <a:rPr lang="en-US" altLang="ko-KR">
                <a:hlinkClick r:id="rId4"/>
              </a:rPr>
              <a:t>products</a:t>
            </a:r>
            <a:r>
              <a:rPr lang="ko-KR">
                <a:hlinkClick r:id="rId4"/>
              </a:rPr>
              <a:t>/</a:t>
            </a:r>
            <a:r>
              <a:rPr lang="en-US" altLang="ko-KR">
                <a:hlinkClick r:id="rId4"/>
              </a:rPr>
              <a:t>fasoo-data-radar</a:t>
            </a:r>
            <a:endParaRPr lang="ko-KR"/>
          </a:p>
          <a:p>
            <a:r>
              <a:rPr lang="ko-KR"/>
              <a:t>[</a:t>
            </a:r>
            <a:r>
              <a:rPr lang="en-US" altLang="ko-KR"/>
              <a:t>F3</a:t>
            </a:r>
            <a:r>
              <a:rPr lang="ko-KR"/>
              <a:t>] </a:t>
            </a:r>
            <a:r>
              <a:rPr lang="en-US" altLang="ko-KR"/>
              <a:t>Fasoo</a:t>
            </a:r>
            <a:r>
              <a:rPr lang="ko-KR"/>
              <a:t>, </a:t>
            </a:r>
            <a:r>
              <a:rPr lang="en-US" altLang="ko-KR"/>
              <a:t>AI-R</a:t>
            </a:r>
            <a:r>
              <a:rPr lang="ko-KR" altLang="en-US"/>
              <a:t> </a:t>
            </a:r>
            <a:r>
              <a:rPr lang="ko-KR"/>
              <a:t>DLP</a:t>
            </a:r>
          </a:p>
          <a:p>
            <a:r>
              <a:rPr lang="ko-KR">
                <a:hlinkClick r:id="rId5"/>
              </a:rPr>
              <a:t>https://www.</a:t>
            </a:r>
            <a:r>
              <a:rPr lang="en-US" altLang="ko-KR">
                <a:hlinkClick r:id="rId5"/>
              </a:rPr>
              <a:t>fasoo</a:t>
            </a:r>
            <a:r>
              <a:rPr lang="ko-KR">
                <a:hlinkClick r:id="rId5"/>
              </a:rPr>
              <a:t>.</a:t>
            </a:r>
            <a:r>
              <a:rPr lang="en-US" altLang="ko-KR">
                <a:hlinkClick r:id="rId5"/>
              </a:rPr>
              <a:t>ai</a:t>
            </a:r>
            <a:r>
              <a:rPr lang="ko-KR">
                <a:hlinkClick r:id="rId5"/>
              </a:rPr>
              <a:t>/</a:t>
            </a:r>
            <a:r>
              <a:rPr lang="en-US" altLang="ko-KR">
                <a:hlinkClick r:id="rId5"/>
              </a:rPr>
              <a:t>products</a:t>
            </a:r>
            <a:r>
              <a:rPr lang="ko-KR">
                <a:hlinkClick r:id="rId5"/>
              </a:rPr>
              <a:t>/</a:t>
            </a:r>
            <a:r>
              <a:rPr lang="en-US" altLang="ko-KR">
                <a:hlinkClick r:id="rId5"/>
              </a:rPr>
              <a:t>fasoo-ai-r-dlp</a:t>
            </a:r>
            <a:endParaRPr lang="ko-KR"/>
          </a:p>
          <a:p>
            <a:r>
              <a:rPr lang="ko-KR"/>
              <a:t>[</a:t>
            </a:r>
            <a:r>
              <a:rPr lang="en-US" altLang="ko-KR"/>
              <a:t>F4</a:t>
            </a:r>
            <a:r>
              <a:rPr lang="ko-KR"/>
              <a:t>] </a:t>
            </a:r>
            <a:r>
              <a:rPr lang="en-US" altLang="ko-KR"/>
              <a:t>Fasoo</a:t>
            </a:r>
            <a:r>
              <a:rPr lang="ko-KR"/>
              <a:t>, </a:t>
            </a:r>
            <a:r>
              <a:rPr lang="en-US" altLang="ko-KR"/>
              <a:t>AI-R</a:t>
            </a:r>
            <a:r>
              <a:rPr lang="ko-KR" altLang="en-US"/>
              <a:t> </a:t>
            </a:r>
            <a:r>
              <a:rPr lang="en-US" altLang="ko-KR"/>
              <a:t>Endpoint</a:t>
            </a:r>
            <a:endParaRPr lang="ko-KR"/>
          </a:p>
          <a:p>
            <a:r>
              <a:rPr lang="ko-KR">
                <a:hlinkClick r:id="rId6"/>
              </a:rPr>
              <a:t>https://www.</a:t>
            </a:r>
            <a:r>
              <a:rPr lang="en-US" altLang="ko-KR">
                <a:hlinkClick r:id="rId6"/>
              </a:rPr>
              <a:t>fasoo</a:t>
            </a:r>
            <a:r>
              <a:rPr lang="ko-KR">
                <a:hlinkClick r:id="rId6"/>
              </a:rPr>
              <a:t>.</a:t>
            </a:r>
            <a:r>
              <a:rPr lang="en-US" altLang="ko-KR">
                <a:hlinkClick r:id="rId6"/>
              </a:rPr>
              <a:t>ai</a:t>
            </a:r>
            <a:r>
              <a:rPr lang="ko-KR">
                <a:hlinkClick r:id="rId6"/>
              </a:rPr>
              <a:t>/</a:t>
            </a:r>
            <a:r>
              <a:rPr lang="en-US" altLang="ko-KR">
                <a:hlinkClick r:id="rId6"/>
              </a:rPr>
              <a:t>products</a:t>
            </a:r>
            <a:r>
              <a:rPr lang="ko-KR">
                <a:hlinkClick r:id="rId6"/>
              </a:rPr>
              <a:t>/</a:t>
            </a:r>
            <a:r>
              <a:rPr lang="en-US" altLang="ko-KR">
                <a:hlinkClick r:id="rId6"/>
              </a:rPr>
              <a:t>ai-r-endpoint</a:t>
            </a:r>
            <a:endParaRPr lang="ko-KR"/>
          </a:p>
          <a:p>
            <a:r>
              <a:rPr lang="ko-KR"/>
              <a:t>[</a:t>
            </a:r>
            <a:r>
              <a:rPr lang="en-US" altLang="ko-KR"/>
              <a:t>F5</a:t>
            </a:r>
            <a:r>
              <a:rPr lang="ko-KR"/>
              <a:t>] </a:t>
            </a:r>
            <a:r>
              <a:rPr lang="en-US" altLang="ko-KR"/>
              <a:t>Fasoo</a:t>
            </a:r>
            <a:r>
              <a:rPr lang="ko-KR"/>
              <a:t>, </a:t>
            </a:r>
            <a:r>
              <a:rPr lang="en-US" altLang="ko-KR"/>
              <a:t>AI-R</a:t>
            </a:r>
            <a:r>
              <a:rPr lang="ko-KR" altLang="en-US"/>
              <a:t> </a:t>
            </a:r>
            <a:r>
              <a:rPr lang="en-US" altLang="ko-KR"/>
              <a:t>Gateway</a:t>
            </a:r>
            <a:endParaRPr lang="ko-KR"/>
          </a:p>
          <a:p>
            <a:r>
              <a:rPr lang="ko-KR">
                <a:hlinkClick r:id="rId7"/>
              </a:rPr>
              <a:t>https://www.</a:t>
            </a:r>
            <a:r>
              <a:rPr lang="en-US" altLang="ko-KR">
                <a:hlinkClick r:id="rId7"/>
              </a:rPr>
              <a:t>fasoo</a:t>
            </a:r>
            <a:r>
              <a:rPr lang="ko-KR">
                <a:hlinkClick r:id="rId7"/>
              </a:rPr>
              <a:t>.</a:t>
            </a:r>
            <a:r>
              <a:rPr lang="en-US" altLang="ko-KR">
                <a:hlinkClick r:id="rId7"/>
              </a:rPr>
              <a:t>ai</a:t>
            </a:r>
            <a:r>
              <a:rPr lang="ko-KR">
                <a:hlinkClick r:id="rId7"/>
              </a:rPr>
              <a:t>/</a:t>
            </a:r>
            <a:r>
              <a:rPr lang="en-US" altLang="ko-KR">
                <a:hlinkClick r:id="rId7"/>
              </a:rPr>
              <a:t>products</a:t>
            </a:r>
            <a:r>
              <a:rPr lang="ko-KR">
                <a:hlinkClick r:id="rId7"/>
              </a:rPr>
              <a:t>/</a:t>
            </a:r>
            <a:r>
              <a:rPr lang="en-US" altLang="ko-KR">
                <a:hlinkClick r:id="rId7"/>
              </a:rPr>
              <a:t>ai-r-gateway</a:t>
            </a:r>
            <a:endParaRPr lang="ko-KR"/>
          </a:p>
          <a:p>
            <a:r>
              <a:rPr lang="ko-KR"/>
              <a:t>[</a:t>
            </a:r>
            <a:r>
              <a:rPr lang="en-US" altLang="ko-KR"/>
              <a:t>F6</a:t>
            </a:r>
            <a:r>
              <a:rPr lang="ko-KR"/>
              <a:t>] </a:t>
            </a:r>
            <a:r>
              <a:rPr lang="en-US" altLang="ko-KR"/>
              <a:t>Fasoo</a:t>
            </a:r>
            <a:r>
              <a:rPr lang="ko-KR"/>
              <a:t>, </a:t>
            </a:r>
            <a:r>
              <a:rPr lang="en-US" altLang="ko-KR"/>
              <a:t>AI-R</a:t>
            </a:r>
            <a:r>
              <a:rPr lang="ko-KR" altLang="en-US"/>
              <a:t> </a:t>
            </a:r>
            <a:r>
              <a:rPr lang="en-US" altLang="ko-KR"/>
              <a:t>Bridge</a:t>
            </a:r>
            <a:endParaRPr lang="ko-KR"/>
          </a:p>
          <a:p>
            <a:r>
              <a:rPr lang="ko-KR">
                <a:hlinkClick r:id="rId8"/>
              </a:rPr>
              <a:t>https://www.</a:t>
            </a:r>
            <a:r>
              <a:rPr lang="en-US" altLang="ko-KR">
                <a:hlinkClick r:id="rId8"/>
              </a:rPr>
              <a:t>fasoo</a:t>
            </a:r>
            <a:r>
              <a:rPr lang="ko-KR">
                <a:hlinkClick r:id="rId8"/>
              </a:rPr>
              <a:t>.</a:t>
            </a:r>
            <a:r>
              <a:rPr lang="en-US" altLang="ko-KR">
                <a:hlinkClick r:id="rId8"/>
              </a:rPr>
              <a:t>ai</a:t>
            </a:r>
            <a:r>
              <a:rPr lang="ko-KR">
                <a:hlinkClick r:id="rId8"/>
              </a:rPr>
              <a:t>/</a:t>
            </a:r>
            <a:r>
              <a:rPr lang="en-US" altLang="ko-KR">
                <a:hlinkClick r:id="rId8"/>
              </a:rPr>
              <a:t>products</a:t>
            </a:r>
            <a:r>
              <a:rPr lang="ko-KR">
                <a:hlinkClick r:id="rId8"/>
              </a:rPr>
              <a:t>/</a:t>
            </a:r>
            <a:r>
              <a:rPr lang="en-US" altLang="ko-KR">
                <a:hlinkClick r:id="rId8"/>
              </a:rPr>
              <a:t>ai-r-bridge</a:t>
            </a:r>
            <a:endParaRPr lang="ko-KR"/>
          </a:p>
          <a:p>
            <a:r>
              <a:rPr lang="ko-KR"/>
              <a:t>[</a:t>
            </a:r>
            <a:r>
              <a:rPr lang="en-US" altLang="ko-KR"/>
              <a:t>F8</a:t>
            </a:r>
            <a:r>
              <a:rPr lang="ko-KR"/>
              <a:t>] </a:t>
            </a:r>
            <a:r>
              <a:rPr lang="en-US" altLang="ko-KR"/>
              <a:t>Fasoo</a:t>
            </a:r>
            <a:r>
              <a:rPr lang="ko-KR"/>
              <a:t>, </a:t>
            </a:r>
            <a:r>
              <a:rPr lang="en-US" altLang="ko-KR"/>
              <a:t>Fasoo</a:t>
            </a:r>
            <a:r>
              <a:rPr lang="ko-KR" altLang="en-US"/>
              <a:t> </a:t>
            </a:r>
            <a:r>
              <a:rPr lang="en-US" altLang="ko-KR"/>
              <a:t>Smart</a:t>
            </a:r>
            <a:r>
              <a:rPr lang="ko-KR" altLang="en-US"/>
              <a:t> </a:t>
            </a:r>
            <a:r>
              <a:rPr lang="en-US" altLang="ko-KR"/>
              <a:t>Screen</a:t>
            </a:r>
            <a:r>
              <a:rPr lang="ko-KR" altLang="en-US"/>
              <a:t> </a:t>
            </a:r>
            <a:r>
              <a:rPr lang="ko-KR"/>
              <a:t>(</a:t>
            </a:r>
            <a:r>
              <a:rPr lang="en-US" altLang="ko-KR"/>
              <a:t>FSS</a:t>
            </a:r>
            <a:r>
              <a:rPr lang="ko-KR"/>
              <a:t>)</a:t>
            </a:r>
          </a:p>
          <a:p>
            <a:r>
              <a:rPr lang="ko-KR">
                <a:hlinkClick r:id="rId9"/>
              </a:rPr>
              <a:t>https://www.</a:t>
            </a:r>
            <a:r>
              <a:rPr lang="en-US" altLang="ko-KR">
                <a:hlinkClick r:id="rId9"/>
              </a:rPr>
              <a:t>fasoo</a:t>
            </a:r>
            <a:r>
              <a:rPr lang="ko-KR">
                <a:hlinkClick r:id="rId9"/>
              </a:rPr>
              <a:t>.</a:t>
            </a:r>
            <a:r>
              <a:rPr lang="en-US" altLang="ko-KR">
                <a:hlinkClick r:id="rId9"/>
              </a:rPr>
              <a:t>ai</a:t>
            </a:r>
            <a:r>
              <a:rPr lang="ko-KR">
                <a:hlinkClick r:id="rId9"/>
              </a:rPr>
              <a:t>/</a:t>
            </a:r>
            <a:r>
              <a:rPr lang="en-US" altLang="ko-KR">
                <a:hlinkClick r:id="rId9"/>
              </a:rPr>
              <a:t>products</a:t>
            </a:r>
            <a:r>
              <a:rPr lang="ko-KR">
                <a:hlinkClick r:id="rId9"/>
              </a:rPr>
              <a:t>/</a:t>
            </a:r>
            <a:r>
              <a:rPr lang="en-US" altLang="ko-KR">
                <a:hlinkClick r:id="rId9"/>
              </a:rPr>
              <a:t>fasoo-smart-screen</a:t>
            </a:r>
            <a:endParaRPr lang="ko-KR"/>
          </a:p>
          <a:p>
            <a:r>
              <a:rPr lang="ko-KR"/>
              <a:t>[</a:t>
            </a:r>
            <a:r>
              <a:rPr lang="en-US" altLang="ko-KR"/>
              <a:t>F9</a:t>
            </a:r>
            <a:r>
              <a:rPr lang="ko-KR"/>
              <a:t>] </a:t>
            </a:r>
            <a:r>
              <a:rPr lang="en-US" altLang="ko-KR"/>
              <a:t>Fasoo</a:t>
            </a:r>
            <a:r>
              <a:rPr lang="ko-KR"/>
              <a:t>, </a:t>
            </a:r>
            <a:r>
              <a:rPr lang="en-US" altLang="ko-KR"/>
              <a:t>Fasoo</a:t>
            </a:r>
            <a:r>
              <a:rPr lang="ko-KR" altLang="en-US"/>
              <a:t> </a:t>
            </a:r>
            <a:r>
              <a:rPr lang="en-US" altLang="ko-KR"/>
              <a:t>Smart</a:t>
            </a:r>
            <a:r>
              <a:rPr lang="ko-KR" altLang="en-US"/>
              <a:t> </a:t>
            </a:r>
            <a:r>
              <a:rPr lang="en-US" altLang="ko-KR"/>
              <a:t>Print</a:t>
            </a:r>
            <a:r>
              <a:rPr lang="ko-KR" altLang="en-US"/>
              <a:t> </a:t>
            </a:r>
            <a:r>
              <a:rPr lang="ko-KR"/>
              <a:t>(</a:t>
            </a:r>
            <a:r>
              <a:rPr lang="en-US" altLang="ko-KR"/>
              <a:t>FSP</a:t>
            </a:r>
            <a:r>
              <a:rPr lang="ko-KR"/>
              <a:t>)</a:t>
            </a:r>
          </a:p>
          <a:p>
            <a:r>
              <a:rPr lang="ko-KR">
                <a:hlinkClick r:id="rId10"/>
              </a:rPr>
              <a:t>https://www.</a:t>
            </a:r>
            <a:r>
              <a:rPr lang="en-US" altLang="ko-KR">
                <a:hlinkClick r:id="rId10"/>
              </a:rPr>
              <a:t>fasoo</a:t>
            </a:r>
            <a:r>
              <a:rPr lang="ko-KR">
                <a:hlinkClick r:id="rId10"/>
              </a:rPr>
              <a:t>.</a:t>
            </a:r>
            <a:r>
              <a:rPr lang="en-US" altLang="ko-KR">
                <a:hlinkClick r:id="rId10"/>
              </a:rPr>
              <a:t>ai</a:t>
            </a:r>
            <a:r>
              <a:rPr lang="ko-KR">
                <a:hlinkClick r:id="rId10"/>
              </a:rPr>
              <a:t>/</a:t>
            </a:r>
            <a:r>
              <a:rPr lang="en-US" altLang="ko-KR">
                <a:hlinkClick r:id="rId10"/>
              </a:rPr>
              <a:t>products</a:t>
            </a:r>
            <a:r>
              <a:rPr lang="ko-KR">
                <a:hlinkClick r:id="rId10"/>
              </a:rPr>
              <a:t>/</a:t>
            </a:r>
            <a:r>
              <a:rPr lang="en-US" altLang="ko-KR">
                <a:hlinkClick r:id="rId10"/>
              </a:rPr>
              <a:t>fasoo-smart-print</a:t>
            </a:r>
            <a:endParaRPr lang="ko-KR"/>
          </a:p>
          <a:p>
            <a:r>
              <a:rPr lang="ko-KR"/>
              <a:t>[</a:t>
            </a:r>
            <a:r>
              <a:rPr lang="en-US" altLang="ko-KR"/>
              <a:t>F10</a:t>
            </a:r>
            <a:r>
              <a:rPr lang="ko-KR"/>
              <a:t>] </a:t>
            </a:r>
            <a:r>
              <a:rPr lang="en-US" altLang="ko-KR"/>
              <a:t>Fasoo</a:t>
            </a:r>
            <a:r>
              <a:rPr lang="ko-KR"/>
              <a:t>, </a:t>
            </a:r>
            <a:r>
              <a:rPr lang="en-US" altLang="ko-KR"/>
              <a:t>Fasoo</a:t>
            </a:r>
            <a:r>
              <a:rPr lang="ko-KR" altLang="en-US"/>
              <a:t> </a:t>
            </a:r>
            <a:r>
              <a:rPr lang="en-US" altLang="ko-KR"/>
              <a:t>Secure</a:t>
            </a:r>
            <a:r>
              <a:rPr lang="ko-KR" altLang="en-US"/>
              <a:t> </a:t>
            </a:r>
            <a:r>
              <a:rPr lang="en-US" altLang="ko-KR"/>
              <a:t>Mail</a:t>
            </a:r>
            <a:r>
              <a:rPr lang="ko-KR" altLang="en-US"/>
              <a:t> </a:t>
            </a:r>
            <a:r>
              <a:rPr lang="en-US" altLang="ko-KR"/>
              <a:t>(FSM)</a:t>
            </a:r>
            <a:endParaRPr lang="ko-KR"/>
          </a:p>
          <a:p>
            <a:r>
              <a:rPr lang="ko-KR">
                <a:hlinkClick r:id="rId11"/>
              </a:rPr>
              <a:t>https://www.</a:t>
            </a:r>
            <a:r>
              <a:rPr lang="en-US" altLang="ko-KR">
                <a:hlinkClick r:id="rId11"/>
              </a:rPr>
              <a:t>fasoo</a:t>
            </a:r>
            <a:r>
              <a:rPr lang="ko-KR">
                <a:hlinkClick r:id="rId11"/>
              </a:rPr>
              <a:t>.</a:t>
            </a:r>
            <a:r>
              <a:rPr lang="en-US" altLang="ko-KR">
                <a:hlinkClick r:id="rId11"/>
              </a:rPr>
              <a:t>ai</a:t>
            </a:r>
            <a:r>
              <a:rPr lang="ko-KR">
                <a:hlinkClick r:id="rId11"/>
              </a:rPr>
              <a:t>/</a:t>
            </a:r>
            <a:r>
              <a:rPr lang="en-US" altLang="ko-KR">
                <a:hlinkClick r:id="rId11"/>
              </a:rPr>
              <a:t>products</a:t>
            </a:r>
            <a:r>
              <a:rPr lang="ko-KR">
                <a:hlinkClick r:id="rId11"/>
              </a:rPr>
              <a:t>/</a:t>
            </a:r>
            <a:r>
              <a:rPr lang="en-US" altLang="ko-KR">
                <a:hlinkClick r:id="rId11"/>
              </a:rPr>
              <a:t>fasoo-secure-mail</a:t>
            </a:r>
            <a:endParaRPr lang="ko-KR"/>
          </a:p>
          <a:p>
            <a:endParaRPr lang="ko-KR">
              <a:ea typeface="맑은 고딕"/>
            </a:endParaRPr>
          </a:p>
          <a:p>
            <a:endParaRPr lang="en-US" altLang="ko-KR">
              <a:latin typeface="Calibri"/>
              <a:ea typeface="Calibri"/>
              <a:cs typeface="Calibri"/>
            </a:endParaRPr>
          </a:p>
        </p:txBody>
      </p:sp>
      <p:sp>
        <p:nvSpPr>
          <p:cNvPr id="4" name="슬라이드 번호 개체 틀 3">
            <a:extLst>
              <a:ext uri="{FF2B5EF4-FFF2-40B4-BE49-F238E27FC236}">
                <a16:creationId xmlns:a16="http://schemas.microsoft.com/office/drawing/2014/main" id="{817A79E1-F327-ABBE-D25E-1F672132DD87}"/>
              </a:ext>
            </a:extLst>
          </p:cNvPr>
          <p:cNvSpPr>
            <a:spLocks noGrp="1"/>
          </p:cNvSpPr>
          <p:nvPr>
            <p:ph type="sldNum" sz="quarter" idx="5"/>
          </p:nvPr>
        </p:nvSpPr>
        <p:spPr/>
        <p:txBody>
          <a:bodyPr/>
          <a:lstStyle/>
          <a:p>
            <a:fld id="{2B4D4D96-940C-4183-92F1-CDDC2839BE9F}" type="slidenum">
              <a:rPr lang="ko-KR" altLang="en-US" smtClean="0"/>
              <a:t>25</a:t>
            </a:fld>
            <a:endParaRPr lang="ko-KR" altLang="en-US"/>
          </a:p>
        </p:txBody>
      </p:sp>
    </p:spTree>
    <p:extLst>
      <p:ext uri="{BB962C8B-B14F-4D97-AF65-F5344CB8AC3E}">
        <p14:creationId xmlns:p14="http://schemas.microsoft.com/office/powerpoint/2010/main" val="40507345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F738AB-7CAC-6314-C651-F1AD156B2C5B}"/>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AD8948D8-B54A-54D1-A0D2-1F247AEAB998}"/>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1B72F4D0-7BDC-C88F-482F-D9682299A301}"/>
              </a:ext>
            </a:extLst>
          </p:cNvPr>
          <p:cNvSpPr>
            <a:spLocks noGrp="1"/>
          </p:cNvSpPr>
          <p:nvPr>
            <p:ph type="body" idx="1"/>
          </p:nvPr>
        </p:nvSpPr>
        <p:spPr/>
        <p:txBody>
          <a:bodyPr/>
          <a:lstStyle/>
          <a:p>
            <a:r>
              <a:rPr lang="ko-KR"/>
              <a:t>References:</a:t>
            </a:r>
          </a:p>
          <a:p>
            <a:r>
              <a:rPr lang="ko-KR">
                <a:ea typeface="맑은 고딕"/>
              </a:rPr>
              <a:t>[</a:t>
            </a:r>
            <a:r>
              <a:rPr lang="en-US" altLang="ko-KR">
                <a:ea typeface="맑은 고딕"/>
              </a:rPr>
              <a:t>F1</a:t>
            </a:r>
            <a:r>
              <a:rPr lang="ko-KR">
                <a:ea typeface="맑은 고딕"/>
              </a:rPr>
              <a:t>] </a:t>
            </a:r>
            <a:r>
              <a:rPr lang="en-US" altLang="ko-KR">
                <a:ea typeface="맑은 고딕"/>
              </a:rPr>
              <a:t>Fasoo</a:t>
            </a:r>
            <a:r>
              <a:rPr lang="ko-KR">
                <a:ea typeface="맑은 고딕"/>
              </a:rPr>
              <a:t>, </a:t>
            </a:r>
            <a:r>
              <a:rPr lang="en-US" altLang="ko-KR">
                <a:ea typeface="맑은 고딕"/>
              </a:rPr>
              <a:t>Fasoo</a:t>
            </a:r>
            <a:r>
              <a:rPr lang="ko-KR" altLang="en-US">
                <a:ea typeface="맑은 고딕"/>
              </a:rPr>
              <a:t> </a:t>
            </a:r>
            <a:r>
              <a:rPr lang="en-US" altLang="ko-KR">
                <a:ea typeface="맑은 고딕"/>
              </a:rPr>
              <a:t>Enterprise</a:t>
            </a:r>
            <a:r>
              <a:rPr lang="ko-KR" altLang="en-US">
                <a:ea typeface="맑은 고딕"/>
              </a:rPr>
              <a:t> </a:t>
            </a:r>
            <a:r>
              <a:rPr lang="en-US" altLang="ko-KR">
                <a:ea typeface="맑은 고딕"/>
              </a:rPr>
              <a:t>DRM</a:t>
            </a:r>
            <a:r>
              <a:rPr lang="ko-KR" altLang="en-US">
                <a:ea typeface="맑은 고딕"/>
              </a:rPr>
              <a:t> </a:t>
            </a:r>
            <a:r>
              <a:rPr lang="ko-KR">
                <a:ea typeface="맑은 고딕"/>
              </a:rPr>
              <a:t>(</a:t>
            </a:r>
            <a:r>
              <a:rPr lang="en-US" altLang="ko-KR">
                <a:ea typeface="맑은 고딕"/>
              </a:rPr>
              <a:t>FED</a:t>
            </a:r>
            <a:r>
              <a:rPr lang="ko-KR">
                <a:ea typeface="맑은 고딕"/>
              </a:rPr>
              <a:t>)</a:t>
            </a:r>
          </a:p>
          <a:p>
            <a:r>
              <a:rPr lang="ko-KR">
                <a:ea typeface="맑은 고딕"/>
                <a:hlinkClick r:id="rId3"/>
              </a:rPr>
              <a:t>https://www.</a:t>
            </a:r>
            <a:r>
              <a:rPr lang="en-US" altLang="ko-KR">
                <a:ea typeface="맑은 고딕"/>
                <a:hlinkClick r:id="rId3"/>
              </a:rPr>
              <a:t>fasoo</a:t>
            </a:r>
            <a:r>
              <a:rPr lang="ko-KR">
                <a:ea typeface="맑은 고딕"/>
                <a:hlinkClick r:id="rId3"/>
              </a:rPr>
              <a:t>.</a:t>
            </a:r>
            <a:r>
              <a:rPr lang="en-US" altLang="ko-KR">
                <a:ea typeface="맑은 고딕"/>
                <a:hlinkClick r:id="rId3"/>
              </a:rPr>
              <a:t>ai</a:t>
            </a:r>
            <a:r>
              <a:rPr lang="ko-KR">
                <a:ea typeface="맑은 고딕"/>
                <a:hlinkClick r:id="rId3"/>
              </a:rPr>
              <a:t>/</a:t>
            </a:r>
            <a:r>
              <a:rPr lang="en-US" altLang="ko-KR">
                <a:ea typeface="맑은 고딕"/>
                <a:hlinkClick r:id="rId3"/>
              </a:rPr>
              <a:t>products</a:t>
            </a:r>
            <a:r>
              <a:rPr lang="ko-KR">
                <a:ea typeface="맑은 고딕"/>
                <a:hlinkClick r:id="rId3"/>
              </a:rPr>
              <a:t>/</a:t>
            </a:r>
            <a:r>
              <a:rPr lang="en-US" altLang="ko-KR">
                <a:ea typeface="맑은 고딕"/>
                <a:hlinkClick r:id="rId3"/>
              </a:rPr>
              <a:t>fasoo-enterprise-drm</a:t>
            </a:r>
            <a:endParaRPr lang="ko-KR">
              <a:ea typeface="맑은 고딕"/>
            </a:endParaRPr>
          </a:p>
          <a:p>
            <a:r>
              <a:rPr lang="ko-KR">
                <a:ea typeface="맑은 고딕"/>
              </a:rPr>
              <a:t>[</a:t>
            </a:r>
            <a:r>
              <a:rPr lang="en-US" altLang="ko-KR">
                <a:ea typeface="맑은 고딕"/>
              </a:rPr>
              <a:t>F2</a:t>
            </a:r>
            <a:r>
              <a:rPr lang="ko-KR">
                <a:ea typeface="맑은 고딕"/>
              </a:rPr>
              <a:t>] </a:t>
            </a:r>
            <a:r>
              <a:rPr lang="en-US" altLang="ko-KR">
                <a:ea typeface="맑은 고딕"/>
              </a:rPr>
              <a:t>Fasoo</a:t>
            </a:r>
            <a:r>
              <a:rPr lang="ko-KR">
                <a:ea typeface="맑은 고딕"/>
              </a:rPr>
              <a:t>, </a:t>
            </a:r>
            <a:r>
              <a:rPr lang="en-US" altLang="ko-KR">
                <a:ea typeface="맑은 고딕"/>
              </a:rPr>
              <a:t>Fasoo</a:t>
            </a:r>
            <a:r>
              <a:rPr lang="ko-KR" altLang="en-US">
                <a:ea typeface="맑은 고딕"/>
              </a:rPr>
              <a:t> </a:t>
            </a:r>
            <a:r>
              <a:rPr lang="en-US" altLang="ko-KR">
                <a:ea typeface="맑은 고딕"/>
              </a:rPr>
              <a:t>Data</a:t>
            </a:r>
            <a:r>
              <a:rPr lang="ko-KR" altLang="en-US">
                <a:ea typeface="맑은 고딕"/>
              </a:rPr>
              <a:t> </a:t>
            </a:r>
            <a:r>
              <a:rPr lang="en-US" altLang="ko-KR">
                <a:ea typeface="맑은 고딕"/>
              </a:rPr>
              <a:t>Radar</a:t>
            </a:r>
            <a:r>
              <a:rPr lang="ko-KR" altLang="en-US">
                <a:ea typeface="맑은 고딕"/>
              </a:rPr>
              <a:t> </a:t>
            </a:r>
            <a:r>
              <a:rPr lang="ko-KR">
                <a:ea typeface="맑은 고딕"/>
              </a:rPr>
              <a:t>(</a:t>
            </a:r>
            <a:r>
              <a:rPr lang="en-US" altLang="ko-KR">
                <a:ea typeface="맑은 고딕"/>
              </a:rPr>
              <a:t>FDR</a:t>
            </a:r>
            <a:r>
              <a:rPr lang="ko-KR">
                <a:ea typeface="맑은 고딕"/>
              </a:rPr>
              <a:t>)</a:t>
            </a:r>
          </a:p>
          <a:p>
            <a:r>
              <a:rPr lang="ko-KR">
                <a:ea typeface="맑은 고딕"/>
                <a:hlinkClick r:id="rId4"/>
              </a:rPr>
              <a:t>https://www.</a:t>
            </a:r>
            <a:r>
              <a:rPr lang="en-US" altLang="ko-KR">
                <a:ea typeface="맑은 고딕"/>
                <a:hlinkClick r:id="rId4"/>
              </a:rPr>
              <a:t>fasoo</a:t>
            </a:r>
            <a:r>
              <a:rPr lang="ko-KR">
                <a:ea typeface="맑은 고딕"/>
                <a:hlinkClick r:id="rId4"/>
              </a:rPr>
              <a:t>.</a:t>
            </a:r>
            <a:r>
              <a:rPr lang="en-US" altLang="ko-KR">
                <a:ea typeface="맑은 고딕"/>
                <a:hlinkClick r:id="rId4"/>
              </a:rPr>
              <a:t>ai</a:t>
            </a:r>
            <a:r>
              <a:rPr lang="ko-KR">
                <a:ea typeface="맑은 고딕"/>
                <a:hlinkClick r:id="rId4"/>
              </a:rPr>
              <a:t>/</a:t>
            </a:r>
            <a:r>
              <a:rPr lang="en-US" altLang="ko-KR">
                <a:ea typeface="맑은 고딕"/>
                <a:hlinkClick r:id="rId4"/>
              </a:rPr>
              <a:t>products</a:t>
            </a:r>
            <a:r>
              <a:rPr lang="ko-KR">
                <a:ea typeface="맑은 고딕"/>
                <a:hlinkClick r:id="rId4"/>
              </a:rPr>
              <a:t>/</a:t>
            </a:r>
            <a:r>
              <a:rPr lang="en-US" altLang="ko-KR">
                <a:ea typeface="맑은 고딕"/>
                <a:hlinkClick r:id="rId4"/>
              </a:rPr>
              <a:t>fasoo-data-radar</a:t>
            </a:r>
            <a:endParaRPr lang="ko-KR">
              <a:ea typeface="맑은 고딕"/>
            </a:endParaRPr>
          </a:p>
          <a:p>
            <a:r>
              <a:rPr lang="ko-KR">
                <a:ea typeface="맑은 고딕"/>
              </a:rPr>
              <a:t>[</a:t>
            </a:r>
            <a:r>
              <a:rPr lang="en-US" altLang="ko-KR">
                <a:ea typeface="맑은 고딕"/>
              </a:rPr>
              <a:t>F3</a:t>
            </a:r>
            <a:r>
              <a:rPr lang="ko-KR">
                <a:ea typeface="맑은 고딕"/>
              </a:rPr>
              <a:t>] </a:t>
            </a:r>
            <a:r>
              <a:rPr lang="en-US" altLang="ko-KR">
                <a:ea typeface="맑은 고딕"/>
              </a:rPr>
              <a:t>Fasoo</a:t>
            </a:r>
            <a:r>
              <a:rPr lang="ko-KR">
                <a:ea typeface="맑은 고딕"/>
              </a:rPr>
              <a:t>, </a:t>
            </a:r>
            <a:r>
              <a:rPr lang="en-US" altLang="ko-KR">
                <a:ea typeface="맑은 고딕"/>
              </a:rPr>
              <a:t>AI-R</a:t>
            </a:r>
            <a:r>
              <a:rPr lang="ko-KR" altLang="en-US">
                <a:ea typeface="맑은 고딕"/>
              </a:rPr>
              <a:t> </a:t>
            </a:r>
            <a:r>
              <a:rPr lang="ko-KR">
                <a:ea typeface="맑은 고딕"/>
              </a:rPr>
              <a:t>DLP</a:t>
            </a:r>
          </a:p>
          <a:p>
            <a:r>
              <a:rPr lang="ko-KR">
                <a:ea typeface="맑은 고딕"/>
                <a:hlinkClick r:id="rId5"/>
              </a:rPr>
              <a:t>https://www.</a:t>
            </a:r>
            <a:r>
              <a:rPr lang="en-US" altLang="ko-KR">
                <a:ea typeface="맑은 고딕"/>
                <a:hlinkClick r:id="rId5"/>
              </a:rPr>
              <a:t>fasoo</a:t>
            </a:r>
            <a:r>
              <a:rPr lang="ko-KR">
                <a:ea typeface="맑은 고딕"/>
                <a:hlinkClick r:id="rId5"/>
              </a:rPr>
              <a:t>.</a:t>
            </a:r>
            <a:r>
              <a:rPr lang="en-US" altLang="ko-KR">
                <a:ea typeface="맑은 고딕"/>
                <a:hlinkClick r:id="rId5"/>
              </a:rPr>
              <a:t>ai</a:t>
            </a:r>
            <a:r>
              <a:rPr lang="ko-KR">
                <a:ea typeface="맑은 고딕"/>
                <a:hlinkClick r:id="rId5"/>
              </a:rPr>
              <a:t>/</a:t>
            </a:r>
            <a:r>
              <a:rPr lang="en-US" altLang="ko-KR">
                <a:ea typeface="맑은 고딕"/>
                <a:hlinkClick r:id="rId5"/>
              </a:rPr>
              <a:t>products</a:t>
            </a:r>
            <a:r>
              <a:rPr lang="ko-KR">
                <a:ea typeface="맑은 고딕"/>
                <a:hlinkClick r:id="rId5"/>
              </a:rPr>
              <a:t>/</a:t>
            </a:r>
            <a:r>
              <a:rPr lang="en-US" altLang="ko-KR">
                <a:ea typeface="맑은 고딕"/>
                <a:hlinkClick r:id="rId5"/>
              </a:rPr>
              <a:t>fasoo-ai-r-dlp</a:t>
            </a:r>
            <a:endParaRPr lang="ko-KR">
              <a:ea typeface="맑은 고딕"/>
            </a:endParaRPr>
          </a:p>
          <a:p>
            <a:r>
              <a:rPr lang="ko-KR">
                <a:ea typeface="맑은 고딕"/>
              </a:rPr>
              <a:t>[</a:t>
            </a:r>
            <a:r>
              <a:rPr lang="en-US" altLang="ko-KR">
                <a:ea typeface="맑은 고딕"/>
              </a:rPr>
              <a:t>F4</a:t>
            </a:r>
            <a:r>
              <a:rPr lang="ko-KR">
                <a:ea typeface="맑은 고딕"/>
              </a:rPr>
              <a:t>] </a:t>
            </a:r>
            <a:r>
              <a:rPr lang="en-US" altLang="ko-KR">
                <a:ea typeface="맑은 고딕"/>
              </a:rPr>
              <a:t>Fasoo</a:t>
            </a:r>
            <a:r>
              <a:rPr lang="ko-KR">
                <a:ea typeface="맑은 고딕"/>
              </a:rPr>
              <a:t>, </a:t>
            </a:r>
            <a:r>
              <a:rPr lang="en-US" altLang="ko-KR">
                <a:ea typeface="맑은 고딕"/>
              </a:rPr>
              <a:t>AI-R</a:t>
            </a:r>
            <a:r>
              <a:rPr lang="ko-KR" altLang="en-US">
                <a:ea typeface="맑은 고딕"/>
              </a:rPr>
              <a:t> </a:t>
            </a:r>
            <a:r>
              <a:rPr lang="en-US" altLang="ko-KR">
                <a:ea typeface="맑은 고딕"/>
              </a:rPr>
              <a:t>Endpoint</a:t>
            </a:r>
            <a:endParaRPr lang="ko-KR">
              <a:ea typeface="맑은 고딕"/>
            </a:endParaRPr>
          </a:p>
          <a:p>
            <a:r>
              <a:rPr lang="ko-KR">
                <a:ea typeface="맑은 고딕"/>
                <a:hlinkClick r:id="rId6"/>
              </a:rPr>
              <a:t>https://www.</a:t>
            </a:r>
            <a:r>
              <a:rPr lang="en-US" altLang="ko-KR">
                <a:ea typeface="맑은 고딕"/>
                <a:hlinkClick r:id="rId6"/>
              </a:rPr>
              <a:t>fasoo</a:t>
            </a:r>
            <a:r>
              <a:rPr lang="ko-KR">
                <a:ea typeface="맑은 고딕"/>
                <a:hlinkClick r:id="rId6"/>
              </a:rPr>
              <a:t>.</a:t>
            </a:r>
            <a:r>
              <a:rPr lang="en-US" altLang="ko-KR">
                <a:ea typeface="맑은 고딕"/>
                <a:hlinkClick r:id="rId6"/>
              </a:rPr>
              <a:t>ai</a:t>
            </a:r>
            <a:r>
              <a:rPr lang="ko-KR">
                <a:ea typeface="맑은 고딕"/>
                <a:hlinkClick r:id="rId6"/>
              </a:rPr>
              <a:t>/</a:t>
            </a:r>
            <a:r>
              <a:rPr lang="en-US" altLang="ko-KR">
                <a:ea typeface="맑은 고딕"/>
                <a:hlinkClick r:id="rId6"/>
              </a:rPr>
              <a:t>products</a:t>
            </a:r>
            <a:r>
              <a:rPr lang="ko-KR">
                <a:ea typeface="맑은 고딕"/>
                <a:hlinkClick r:id="rId6"/>
              </a:rPr>
              <a:t>/</a:t>
            </a:r>
            <a:r>
              <a:rPr lang="en-US" altLang="ko-KR">
                <a:ea typeface="맑은 고딕"/>
                <a:hlinkClick r:id="rId6"/>
              </a:rPr>
              <a:t>ai-r-endpoint</a:t>
            </a:r>
            <a:endParaRPr lang="ko-KR">
              <a:ea typeface="맑은 고딕"/>
            </a:endParaRPr>
          </a:p>
          <a:p>
            <a:r>
              <a:rPr lang="ko-KR">
                <a:ea typeface="맑은 고딕"/>
              </a:rPr>
              <a:t>[</a:t>
            </a:r>
            <a:r>
              <a:rPr lang="en-US" altLang="ko-KR">
                <a:ea typeface="맑은 고딕"/>
              </a:rPr>
              <a:t>F5</a:t>
            </a:r>
            <a:r>
              <a:rPr lang="ko-KR">
                <a:ea typeface="맑은 고딕"/>
              </a:rPr>
              <a:t>] </a:t>
            </a:r>
            <a:r>
              <a:rPr lang="en-US" altLang="ko-KR">
                <a:ea typeface="맑은 고딕"/>
              </a:rPr>
              <a:t>Fasoo</a:t>
            </a:r>
            <a:r>
              <a:rPr lang="ko-KR">
                <a:ea typeface="맑은 고딕"/>
              </a:rPr>
              <a:t>, </a:t>
            </a:r>
            <a:r>
              <a:rPr lang="en-US" altLang="ko-KR">
                <a:ea typeface="맑은 고딕"/>
              </a:rPr>
              <a:t>AI-R</a:t>
            </a:r>
            <a:r>
              <a:rPr lang="ko-KR" altLang="en-US">
                <a:ea typeface="맑은 고딕"/>
              </a:rPr>
              <a:t> </a:t>
            </a:r>
            <a:r>
              <a:rPr lang="en-US" altLang="ko-KR">
                <a:ea typeface="맑은 고딕"/>
              </a:rPr>
              <a:t>Gateway</a:t>
            </a:r>
            <a:endParaRPr lang="ko-KR">
              <a:ea typeface="맑은 고딕"/>
            </a:endParaRPr>
          </a:p>
          <a:p>
            <a:r>
              <a:rPr lang="ko-KR">
                <a:ea typeface="맑은 고딕"/>
                <a:hlinkClick r:id="rId7"/>
              </a:rPr>
              <a:t>https://www.</a:t>
            </a:r>
            <a:r>
              <a:rPr lang="en-US" altLang="ko-KR">
                <a:ea typeface="맑은 고딕"/>
                <a:hlinkClick r:id="rId7"/>
              </a:rPr>
              <a:t>fasoo</a:t>
            </a:r>
            <a:r>
              <a:rPr lang="ko-KR">
                <a:ea typeface="맑은 고딕"/>
                <a:hlinkClick r:id="rId7"/>
              </a:rPr>
              <a:t>.</a:t>
            </a:r>
            <a:r>
              <a:rPr lang="en-US" altLang="ko-KR">
                <a:ea typeface="맑은 고딕"/>
                <a:hlinkClick r:id="rId7"/>
              </a:rPr>
              <a:t>ai</a:t>
            </a:r>
            <a:r>
              <a:rPr lang="ko-KR">
                <a:ea typeface="맑은 고딕"/>
                <a:hlinkClick r:id="rId7"/>
              </a:rPr>
              <a:t>/</a:t>
            </a:r>
            <a:r>
              <a:rPr lang="en-US" altLang="ko-KR">
                <a:ea typeface="맑은 고딕"/>
                <a:hlinkClick r:id="rId7"/>
              </a:rPr>
              <a:t>products</a:t>
            </a:r>
            <a:r>
              <a:rPr lang="ko-KR">
                <a:ea typeface="맑은 고딕"/>
                <a:hlinkClick r:id="rId7"/>
              </a:rPr>
              <a:t>/</a:t>
            </a:r>
            <a:r>
              <a:rPr lang="en-US" altLang="ko-KR">
                <a:ea typeface="맑은 고딕"/>
                <a:hlinkClick r:id="rId7"/>
              </a:rPr>
              <a:t>ai-r-gateway</a:t>
            </a:r>
            <a:endParaRPr lang="ko-KR">
              <a:ea typeface="맑은 고딕"/>
            </a:endParaRPr>
          </a:p>
          <a:p>
            <a:r>
              <a:rPr lang="ko-KR">
                <a:ea typeface="맑은 고딕"/>
              </a:rPr>
              <a:t>[</a:t>
            </a:r>
            <a:r>
              <a:rPr lang="en-US" altLang="ko-KR">
                <a:ea typeface="맑은 고딕"/>
              </a:rPr>
              <a:t>F6</a:t>
            </a:r>
            <a:r>
              <a:rPr lang="ko-KR">
                <a:ea typeface="맑은 고딕"/>
              </a:rPr>
              <a:t>] </a:t>
            </a:r>
            <a:r>
              <a:rPr lang="en-US" altLang="ko-KR">
                <a:ea typeface="맑은 고딕"/>
              </a:rPr>
              <a:t>Fasoo</a:t>
            </a:r>
            <a:r>
              <a:rPr lang="ko-KR">
                <a:ea typeface="맑은 고딕"/>
              </a:rPr>
              <a:t>, </a:t>
            </a:r>
            <a:r>
              <a:rPr lang="en-US" altLang="ko-KR">
                <a:ea typeface="맑은 고딕"/>
              </a:rPr>
              <a:t>AI-R</a:t>
            </a:r>
            <a:r>
              <a:rPr lang="ko-KR" altLang="en-US">
                <a:ea typeface="맑은 고딕"/>
              </a:rPr>
              <a:t> </a:t>
            </a:r>
            <a:r>
              <a:rPr lang="en-US" altLang="ko-KR">
                <a:ea typeface="맑은 고딕"/>
              </a:rPr>
              <a:t>Bridge</a:t>
            </a:r>
            <a:endParaRPr lang="ko-KR">
              <a:ea typeface="맑은 고딕"/>
            </a:endParaRPr>
          </a:p>
          <a:p>
            <a:r>
              <a:rPr lang="ko-KR">
                <a:ea typeface="맑은 고딕"/>
                <a:hlinkClick r:id="rId8"/>
              </a:rPr>
              <a:t>https://www.</a:t>
            </a:r>
            <a:r>
              <a:rPr lang="en-US" altLang="ko-KR">
                <a:ea typeface="맑은 고딕"/>
                <a:hlinkClick r:id="rId8"/>
              </a:rPr>
              <a:t>fasoo</a:t>
            </a:r>
            <a:r>
              <a:rPr lang="ko-KR">
                <a:ea typeface="맑은 고딕"/>
                <a:hlinkClick r:id="rId8"/>
              </a:rPr>
              <a:t>.</a:t>
            </a:r>
            <a:r>
              <a:rPr lang="en-US" altLang="ko-KR">
                <a:ea typeface="맑은 고딕"/>
                <a:hlinkClick r:id="rId8"/>
              </a:rPr>
              <a:t>ai</a:t>
            </a:r>
            <a:r>
              <a:rPr lang="ko-KR">
                <a:ea typeface="맑은 고딕"/>
                <a:hlinkClick r:id="rId8"/>
              </a:rPr>
              <a:t>/</a:t>
            </a:r>
            <a:r>
              <a:rPr lang="en-US" altLang="ko-KR">
                <a:ea typeface="맑은 고딕"/>
                <a:hlinkClick r:id="rId8"/>
              </a:rPr>
              <a:t>products</a:t>
            </a:r>
            <a:r>
              <a:rPr lang="ko-KR">
                <a:ea typeface="맑은 고딕"/>
                <a:hlinkClick r:id="rId8"/>
              </a:rPr>
              <a:t>/</a:t>
            </a:r>
            <a:r>
              <a:rPr lang="en-US" altLang="ko-KR">
                <a:ea typeface="맑은 고딕"/>
                <a:hlinkClick r:id="rId8"/>
              </a:rPr>
              <a:t>ai-r-bridge</a:t>
            </a:r>
            <a:endParaRPr lang="ko-KR">
              <a:ea typeface="맑은 고딕"/>
            </a:endParaRPr>
          </a:p>
          <a:p>
            <a:r>
              <a:rPr lang="ko-KR">
                <a:ea typeface="맑은 고딕"/>
              </a:rPr>
              <a:t>[</a:t>
            </a:r>
            <a:r>
              <a:rPr lang="en-US" altLang="ko-KR">
                <a:ea typeface="맑은 고딕"/>
              </a:rPr>
              <a:t>F8</a:t>
            </a:r>
            <a:r>
              <a:rPr lang="ko-KR">
                <a:ea typeface="맑은 고딕"/>
              </a:rPr>
              <a:t>] </a:t>
            </a:r>
            <a:r>
              <a:rPr lang="en-US" altLang="ko-KR">
                <a:ea typeface="맑은 고딕"/>
              </a:rPr>
              <a:t>Fasoo</a:t>
            </a:r>
            <a:r>
              <a:rPr lang="ko-KR">
                <a:ea typeface="맑은 고딕"/>
              </a:rPr>
              <a:t>, </a:t>
            </a:r>
            <a:r>
              <a:rPr lang="en-US" altLang="ko-KR">
                <a:ea typeface="맑은 고딕"/>
              </a:rPr>
              <a:t>Fasoo</a:t>
            </a:r>
            <a:r>
              <a:rPr lang="ko-KR" altLang="en-US">
                <a:ea typeface="맑은 고딕"/>
              </a:rPr>
              <a:t> </a:t>
            </a:r>
            <a:r>
              <a:rPr lang="en-US" altLang="ko-KR">
                <a:ea typeface="맑은 고딕"/>
              </a:rPr>
              <a:t>Smart</a:t>
            </a:r>
            <a:r>
              <a:rPr lang="ko-KR" altLang="en-US">
                <a:ea typeface="맑은 고딕"/>
              </a:rPr>
              <a:t> </a:t>
            </a:r>
            <a:r>
              <a:rPr lang="en-US" altLang="ko-KR">
                <a:ea typeface="맑은 고딕"/>
              </a:rPr>
              <a:t>Screen</a:t>
            </a:r>
            <a:r>
              <a:rPr lang="ko-KR" altLang="en-US">
                <a:ea typeface="맑은 고딕"/>
              </a:rPr>
              <a:t> </a:t>
            </a:r>
            <a:r>
              <a:rPr lang="ko-KR">
                <a:ea typeface="맑은 고딕"/>
              </a:rPr>
              <a:t>(</a:t>
            </a:r>
            <a:r>
              <a:rPr lang="en-US" altLang="ko-KR">
                <a:ea typeface="맑은 고딕"/>
              </a:rPr>
              <a:t>FSS</a:t>
            </a:r>
            <a:r>
              <a:rPr lang="ko-KR">
                <a:ea typeface="맑은 고딕"/>
              </a:rPr>
              <a:t>)</a:t>
            </a:r>
          </a:p>
          <a:p>
            <a:r>
              <a:rPr lang="ko-KR">
                <a:ea typeface="맑은 고딕"/>
                <a:hlinkClick r:id="rId9"/>
              </a:rPr>
              <a:t>https://www.</a:t>
            </a:r>
            <a:r>
              <a:rPr lang="en-US" altLang="ko-KR">
                <a:ea typeface="맑은 고딕"/>
                <a:hlinkClick r:id="rId9"/>
              </a:rPr>
              <a:t>fasoo</a:t>
            </a:r>
            <a:r>
              <a:rPr lang="ko-KR">
                <a:ea typeface="맑은 고딕"/>
                <a:hlinkClick r:id="rId9"/>
              </a:rPr>
              <a:t>.</a:t>
            </a:r>
            <a:r>
              <a:rPr lang="en-US" altLang="ko-KR">
                <a:ea typeface="맑은 고딕"/>
                <a:hlinkClick r:id="rId9"/>
              </a:rPr>
              <a:t>ai</a:t>
            </a:r>
            <a:r>
              <a:rPr lang="ko-KR">
                <a:ea typeface="맑은 고딕"/>
                <a:hlinkClick r:id="rId9"/>
              </a:rPr>
              <a:t>/</a:t>
            </a:r>
            <a:r>
              <a:rPr lang="en-US" altLang="ko-KR">
                <a:ea typeface="맑은 고딕"/>
                <a:hlinkClick r:id="rId9"/>
              </a:rPr>
              <a:t>products</a:t>
            </a:r>
            <a:r>
              <a:rPr lang="ko-KR">
                <a:ea typeface="맑은 고딕"/>
                <a:hlinkClick r:id="rId9"/>
              </a:rPr>
              <a:t>/</a:t>
            </a:r>
            <a:r>
              <a:rPr lang="en-US" altLang="ko-KR">
                <a:ea typeface="맑은 고딕"/>
                <a:hlinkClick r:id="rId9"/>
              </a:rPr>
              <a:t>fasoo-smart-screen</a:t>
            </a:r>
            <a:endParaRPr lang="ko-KR">
              <a:ea typeface="맑은 고딕"/>
            </a:endParaRPr>
          </a:p>
          <a:p>
            <a:r>
              <a:rPr lang="ko-KR">
                <a:ea typeface="맑은 고딕"/>
              </a:rPr>
              <a:t>[</a:t>
            </a:r>
            <a:r>
              <a:rPr lang="en-US" altLang="ko-KR">
                <a:ea typeface="맑은 고딕"/>
              </a:rPr>
              <a:t>F9</a:t>
            </a:r>
            <a:r>
              <a:rPr lang="ko-KR">
                <a:ea typeface="맑은 고딕"/>
              </a:rPr>
              <a:t>] </a:t>
            </a:r>
            <a:r>
              <a:rPr lang="en-US" altLang="ko-KR">
                <a:ea typeface="맑은 고딕"/>
              </a:rPr>
              <a:t>Fasoo</a:t>
            </a:r>
            <a:r>
              <a:rPr lang="ko-KR">
                <a:ea typeface="맑은 고딕"/>
              </a:rPr>
              <a:t>, </a:t>
            </a:r>
            <a:r>
              <a:rPr lang="en-US" altLang="ko-KR">
                <a:ea typeface="맑은 고딕"/>
              </a:rPr>
              <a:t>Fasoo</a:t>
            </a:r>
            <a:r>
              <a:rPr lang="ko-KR" altLang="en-US">
                <a:ea typeface="맑은 고딕"/>
              </a:rPr>
              <a:t> </a:t>
            </a:r>
            <a:r>
              <a:rPr lang="en-US" altLang="ko-KR">
                <a:ea typeface="맑은 고딕"/>
              </a:rPr>
              <a:t>Smart</a:t>
            </a:r>
            <a:r>
              <a:rPr lang="ko-KR" altLang="en-US">
                <a:ea typeface="맑은 고딕"/>
              </a:rPr>
              <a:t> </a:t>
            </a:r>
            <a:r>
              <a:rPr lang="en-US" altLang="ko-KR">
                <a:ea typeface="맑은 고딕"/>
              </a:rPr>
              <a:t>Print</a:t>
            </a:r>
            <a:r>
              <a:rPr lang="ko-KR" altLang="en-US">
                <a:ea typeface="맑은 고딕"/>
              </a:rPr>
              <a:t> </a:t>
            </a:r>
            <a:r>
              <a:rPr lang="ko-KR">
                <a:ea typeface="맑은 고딕"/>
              </a:rPr>
              <a:t>(</a:t>
            </a:r>
            <a:r>
              <a:rPr lang="en-US" altLang="ko-KR">
                <a:ea typeface="맑은 고딕"/>
              </a:rPr>
              <a:t>FSP</a:t>
            </a:r>
            <a:r>
              <a:rPr lang="ko-KR">
                <a:ea typeface="맑은 고딕"/>
              </a:rPr>
              <a:t>)</a:t>
            </a:r>
          </a:p>
          <a:p>
            <a:r>
              <a:rPr lang="ko-KR">
                <a:ea typeface="맑은 고딕"/>
                <a:hlinkClick r:id="rId10"/>
              </a:rPr>
              <a:t>https://www.</a:t>
            </a:r>
            <a:r>
              <a:rPr lang="en-US" altLang="ko-KR">
                <a:ea typeface="맑은 고딕"/>
                <a:hlinkClick r:id="rId10"/>
              </a:rPr>
              <a:t>fasoo</a:t>
            </a:r>
            <a:r>
              <a:rPr lang="ko-KR">
                <a:ea typeface="맑은 고딕"/>
                <a:hlinkClick r:id="rId10"/>
              </a:rPr>
              <a:t>.</a:t>
            </a:r>
            <a:r>
              <a:rPr lang="en-US" altLang="ko-KR">
                <a:ea typeface="맑은 고딕"/>
                <a:hlinkClick r:id="rId10"/>
              </a:rPr>
              <a:t>ai</a:t>
            </a:r>
            <a:r>
              <a:rPr lang="ko-KR">
                <a:ea typeface="맑은 고딕"/>
                <a:hlinkClick r:id="rId10"/>
              </a:rPr>
              <a:t>/</a:t>
            </a:r>
            <a:r>
              <a:rPr lang="en-US" altLang="ko-KR">
                <a:ea typeface="맑은 고딕"/>
                <a:hlinkClick r:id="rId10"/>
              </a:rPr>
              <a:t>products</a:t>
            </a:r>
            <a:r>
              <a:rPr lang="ko-KR">
                <a:ea typeface="맑은 고딕"/>
                <a:hlinkClick r:id="rId10"/>
              </a:rPr>
              <a:t>/</a:t>
            </a:r>
            <a:r>
              <a:rPr lang="en-US" altLang="ko-KR">
                <a:ea typeface="맑은 고딕"/>
                <a:hlinkClick r:id="rId10"/>
              </a:rPr>
              <a:t>fasoo-smart-print</a:t>
            </a:r>
            <a:endParaRPr lang="ko-KR">
              <a:ea typeface="맑은 고딕"/>
            </a:endParaRPr>
          </a:p>
          <a:p>
            <a:r>
              <a:rPr lang="ko-KR">
                <a:ea typeface="맑은 고딕"/>
              </a:rPr>
              <a:t>[</a:t>
            </a:r>
            <a:r>
              <a:rPr lang="en-US" altLang="ko-KR">
                <a:ea typeface="맑은 고딕"/>
              </a:rPr>
              <a:t>F10</a:t>
            </a:r>
            <a:r>
              <a:rPr lang="ko-KR">
                <a:ea typeface="맑은 고딕"/>
              </a:rPr>
              <a:t>] </a:t>
            </a:r>
            <a:r>
              <a:rPr lang="en-US" altLang="ko-KR">
                <a:ea typeface="맑은 고딕"/>
              </a:rPr>
              <a:t>Fasoo</a:t>
            </a:r>
            <a:r>
              <a:rPr lang="ko-KR">
                <a:ea typeface="맑은 고딕"/>
              </a:rPr>
              <a:t>, </a:t>
            </a:r>
            <a:r>
              <a:rPr lang="en-US" altLang="ko-KR">
                <a:ea typeface="맑은 고딕"/>
              </a:rPr>
              <a:t>Fasoo</a:t>
            </a:r>
            <a:r>
              <a:rPr lang="ko-KR" altLang="en-US">
                <a:ea typeface="맑은 고딕"/>
              </a:rPr>
              <a:t> </a:t>
            </a:r>
            <a:r>
              <a:rPr lang="en-US" altLang="ko-KR">
                <a:ea typeface="맑은 고딕"/>
              </a:rPr>
              <a:t>Secure</a:t>
            </a:r>
            <a:r>
              <a:rPr lang="ko-KR" altLang="en-US">
                <a:ea typeface="맑은 고딕"/>
              </a:rPr>
              <a:t> </a:t>
            </a:r>
            <a:r>
              <a:rPr lang="en-US" altLang="ko-KR">
                <a:ea typeface="맑은 고딕"/>
              </a:rPr>
              <a:t>Mail</a:t>
            </a:r>
            <a:r>
              <a:rPr lang="ko-KR" altLang="en-US">
                <a:ea typeface="맑은 고딕"/>
              </a:rPr>
              <a:t> </a:t>
            </a:r>
            <a:r>
              <a:rPr lang="en-US" altLang="ko-KR">
                <a:ea typeface="맑은 고딕"/>
              </a:rPr>
              <a:t>(FSM)</a:t>
            </a:r>
            <a:endParaRPr lang="ko-KR">
              <a:ea typeface="맑은 고딕"/>
            </a:endParaRPr>
          </a:p>
          <a:p>
            <a:r>
              <a:rPr lang="ko-KR">
                <a:ea typeface="맑은 고딕"/>
                <a:hlinkClick r:id="rId11"/>
              </a:rPr>
              <a:t>https://www.</a:t>
            </a:r>
            <a:r>
              <a:rPr lang="en-US" altLang="ko-KR">
                <a:ea typeface="맑은 고딕"/>
                <a:hlinkClick r:id="rId11"/>
              </a:rPr>
              <a:t>fasoo</a:t>
            </a:r>
            <a:r>
              <a:rPr lang="ko-KR">
                <a:ea typeface="맑은 고딕"/>
                <a:hlinkClick r:id="rId11"/>
              </a:rPr>
              <a:t>.</a:t>
            </a:r>
            <a:r>
              <a:rPr lang="en-US" altLang="ko-KR">
                <a:ea typeface="맑은 고딕"/>
                <a:hlinkClick r:id="rId11"/>
              </a:rPr>
              <a:t>ai</a:t>
            </a:r>
            <a:r>
              <a:rPr lang="ko-KR">
                <a:ea typeface="맑은 고딕"/>
                <a:hlinkClick r:id="rId11"/>
              </a:rPr>
              <a:t>/</a:t>
            </a:r>
            <a:r>
              <a:rPr lang="en-US" altLang="ko-KR">
                <a:ea typeface="맑은 고딕"/>
                <a:hlinkClick r:id="rId11"/>
              </a:rPr>
              <a:t>products</a:t>
            </a:r>
            <a:r>
              <a:rPr lang="ko-KR">
                <a:ea typeface="맑은 고딕"/>
                <a:hlinkClick r:id="rId11"/>
              </a:rPr>
              <a:t>/</a:t>
            </a:r>
            <a:r>
              <a:rPr lang="en-US" altLang="ko-KR">
                <a:ea typeface="맑은 고딕"/>
                <a:hlinkClick r:id="rId11"/>
              </a:rPr>
              <a:t>fasoo-secure-mail</a:t>
            </a:r>
            <a:endParaRPr lang="ko-KR">
              <a:ea typeface="맑은 고딕"/>
            </a:endParaRPr>
          </a:p>
          <a:p>
            <a:endParaRPr lang="ko-KR">
              <a:ea typeface="맑은 고딕"/>
            </a:endParaRPr>
          </a:p>
          <a:p>
            <a:endParaRPr lang="en-US" altLang="ko-KR">
              <a:latin typeface="Calibri"/>
              <a:ea typeface="Calibri"/>
              <a:cs typeface="Calibri"/>
            </a:endParaRPr>
          </a:p>
        </p:txBody>
      </p:sp>
      <p:sp>
        <p:nvSpPr>
          <p:cNvPr id="4" name="슬라이드 번호 개체 틀 3">
            <a:extLst>
              <a:ext uri="{FF2B5EF4-FFF2-40B4-BE49-F238E27FC236}">
                <a16:creationId xmlns:a16="http://schemas.microsoft.com/office/drawing/2014/main" id="{C88E850C-1799-A5C1-9DD8-33DF44517F24}"/>
              </a:ext>
            </a:extLst>
          </p:cNvPr>
          <p:cNvSpPr>
            <a:spLocks noGrp="1"/>
          </p:cNvSpPr>
          <p:nvPr>
            <p:ph type="sldNum" sz="quarter" idx="5"/>
          </p:nvPr>
        </p:nvSpPr>
        <p:spPr/>
        <p:txBody>
          <a:bodyPr/>
          <a:lstStyle/>
          <a:p>
            <a:fld id="{2B4D4D96-940C-4183-92F1-CDDC2839BE9F}" type="slidenum">
              <a:rPr lang="ko-KR" altLang="en-US" smtClean="0"/>
              <a:t>26</a:t>
            </a:fld>
            <a:endParaRPr lang="ko-KR" altLang="en-US"/>
          </a:p>
        </p:txBody>
      </p:sp>
    </p:spTree>
    <p:extLst>
      <p:ext uri="{BB962C8B-B14F-4D97-AF65-F5344CB8AC3E}">
        <p14:creationId xmlns:p14="http://schemas.microsoft.com/office/powerpoint/2010/main" val="13302540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6043FC-88AA-C6A6-7C65-5855B3782C8C}"/>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A195FB1A-9222-806D-8458-D137BA253E09}"/>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3AA7C62E-D44E-D864-D7EB-CEA873DDD56A}"/>
              </a:ext>
            </a:extLst>
          </p:cNvPr>
          <p:cNvSpPr>
            <a:spLocks noGrp="1"/>
          </p:cNvSpPr>
          <p:nvPr>
            <p:ph type="body" idx="1"/>
          </p:nvPr>
        </p:nvSpPr>
        <p:spPr/>
        <p:txBody>
          <a:bodyPr/>
          <a:lstStyle/>
          <a:p>
            <a:r>
              <a:rPr lang="ko-KR"/>
              <a:t>References:</a:t>
            </a:r>
          </a:p>
          <a:p>
            <a:r>
              <a:rPr lang="ko-KR">
                <a:ea typeface="맑은 고딕"/>
              </a:rPr>
              <a:t>[</a:t>
            </a:r>
            <a:r>
              <a:rPr lang="en-US" altLang="ko-KR">
                <a:ea typeface="맑은 고딕"/>
              </a:rPr>
              <a:t>F1</a:t>
            </a:r>
            <a:r>
              <a:rPr lang="ko-KR">
                <a:ea typeface="맑은 고딕"/>
              </a:rPr>
              <a:t>] </a:t>
            </a:r>
            <a:r>
              <a:rPr lang="en-US" altLang="ko-KR">
                <a:ea typeface="맑은 고딕"/>
              </a:rPr>
              <a:t>Fasoo</a:t>
            </a:r>
            <a:r>
              <a:rPr lang="ko-KR">
                <a:ea typeface="맑은 고딕"/>
              </a:rPr>
              <a:t>, </a:t>
            </a:r>
            <a:r>
              <a:rPr lang="en-US" altLang="ko-KR">
                <a:ea typeface="맑은 고딕"/>
              </a:rPr>
              <a:t>Fasoo</a:t>
            </a:r>
            <a:r>
              <a:rPr lang="ko-KR" altLang="en-US">
                <a:ea typeface="맑은 고딕"/>
              </a:rPr>
              <a:t> </a:t>
            </a:r>
            <a:r>
              <a:rPr lang="en-US" altLang="ko-KR">
                <a:ea typeface="맑은 고딕"/>
              </a:rPr>
              <a:t>Enterprise</a:t>
            </a:r>
            <a:r>
              <a:rPr lang="ko-KR" altLang="en-US">
                <a:ea typeface="맑은 고딕"/>
              </a:rPr>
              <a:t> </a:t>
            </a:r>
            <a:r>
              <a:rPr lang="en-US" altLang="ko-KR">
                <a:ea typeface="맑은 고딕"/>
              </a:rPr>
              <a:t>DRM</a:t>
            </a:r>
            <a:r>
              <a:rPr lang="ko-KR" altLang="en-US">
                <a:ea typeface="맑은 고딕"/>
              </a:rPr>
              <a:t> </a:t>
            </a:r>
            <a:r>
              <a:rPr lang="ko-KR">
                <a:ea typeface="맑은 고딕"/>
              </a:rPr>
              <a:t>(</a:t>
            </a:r>
            <a:r>
              <a:rPr lang="en-US" altLang="ko-KR">
                <a:ea typeface="맑은 고딕"/>
              </a:rPr>
              <a:t>FED</a:t>
            </a:r>
            <a:r>
              <a:rPr lang="ko-KR">
                <a:ea typeface="맑은 고딕"/>
              </a:rPr>
              <a:t>)</a:t>
            </a:r>
          </a:p>
          <a:p>
            <a:r>
              <a:rPr lang="ko-KR">
                <a:ea typeface="맑은 고딕"/>
                <a:hlinkClick r:id="rId3"/>
              </a:rPr>
              <a:t>https://www.</a:t>
            </a:r>
            <a:r>
              <a:rPr lang="en-US" altLang="ko-KR">
                <a:ea typeface="맑은 고딕"/>
                <a:hlinkClick r:id="rId3"/>
              </a:rPr>
              <a:t>fasoo</a:t>
            </a:r>
            <a:r>
              <a:rPr lang="ko-KR">
                <a:ea typeface="맑은 고딕"/>
                <a:hlinkClick r:id="rId3"/>
              </a:rPr>
              <a:t>.</a:t>
            </a:r>
            <a:r>
              <a:rPr lang="en-US" altLang="ko-KR">
                <a:ea typeface="맑은 고딕"/>
                <a:hlinkClick r:id="rId3"/>
              </a:rPr>
              <a:t>ai</a:t>
            </a:r>
            <a:r>
              <a:rPr lang="ko-KR">
                <a:ea typeface="맑은 고딕"/>
                <a:hlinkClick r:id="rId3"/>
              </a:rPr>
              <a:t>/</a:t>
            </a:r>
            <a:r>
              <a:rPr lang="en-US" altLang="ko-KR">
                <a:ea typeface="맑은 고딕"/>
                <a:hlinkClick r:id="rId3"/>
              </a:rPr>
              <a:t>products</a:t>
            </a:r>
            <a:r>
              <a:rPr lang="ko-KR">
                <a:ea typeface="맑은 고딕"/>
                <a:hlinkClick r:id="rId3"/>
              </a:rPr>
              <a:t>/</a:t>
            </a:r>
            <a:r>
              <a:rPr lang="en-US" altLang="ko-KR">
                <a:ea typeface="맑은 고딕"/>
                <a:hlinkClick r:id="rId3"/>
              </a:rPr>
              <a:t>fasoo-enterprise-drm</a:t>
            </a:r>
            <a:endParaRPr lang="ko-KR">
              <a:ea typeface="맑은 고딕"/>
            </a:endParaRPr>
          </a:p>
          <a:p>
            <a:r>
              <a:rPr lang="ko-KR">
                <a:ea typeface="맑은 고딕"/>
              </a:rPr>
              <a:t>[</a:t>
            </a:r>
            <a:r>
              <a:rPr lang="en-US" altLang="ko-KR">
                <a:ea typeface="맑은 고딕"/>
              </a:rPr>
              <a:t>F2</a:t>
            </a:r>
            <a:r>
              <a:rPr lang="ko-KR">
                <a:ea typeface="맑은 고딕"/>
              </a:rPr>
              <a:t>] </a:t>
            </a:r>
            <a:r>
              <a:rPr lang="en-US" altLang="ko-KR">
                <a:ea typeface="맑은 고딕"/>
              </a:rPr>
              <a:t>Fasoo</a:t>
            </a:r>
            <a:r>
              <a:rPr lang="ko-KR">
                <a:ea typeface="맑은 고딕"/>
              </a:rPr>
              <a:t>, </a:t>
            </a:r>
            <a:r>
              <a:rPr lang="en-US" altLang="ko-KR">
                <a:ea typeface="맑은 고딕"/>
              </a:rPr>
              <a:t>Fasoo</a:t>
            </a:r>
            <a:r>
              <a:rPr lang="ko-KR" altLang="en-US">
                <a:ea typeface="맑은 고딕"/>
              </a:rPr>
              <a:t> </a:t>
            </a:r>
            <a:r>
              <a:rPr lang="en-US" altLang="ko-KR">
                <a:ea typeface="맑은 고딕"/>
              </a:rPr>
              <a:t>Data</a:t>
            </a:r>
            <a:r>
              <a:rPr lang="ko-KR" altLang="en-US">
                <a:ea typeface="맑은 고딕"/>
              </a:rPr>
              <a:t> </a:t>
            </a:r>
            <a:r>
              <a:rPr lang="en-US" altLang="ko-KR">
                <a:ea typeface="맑은 고딕"/>
              </a:rPr>
              <a:t>Radar</a:t>
            </a:r>
            <a:r>
              <a:rPr lang="ko-KR" altLang="en-US">
                <a:ea typeface="맑은 고딕"/>
              </a:rPr>
              <a:t> </a:t>
            </a:r>
            <a:r>
              <a:rPr lang="ko-KR">
                <a:ea typeface="맑은 고딕"/>
              </a:rPr>
              <a:t>(</a:t>
            </a:r>
            <a:r>
              <a:rPr lang="en-US" altLang="ko-KR">
                <a:ea typeface="맑은 고딕"/>
              </a:rPr>
              <a:t>FDR</a:t>
            </a:r>
            <a:r>
              <a:rPr lang="ko-KR">
                <a:ea typeface="맑은 고딕"/>
              </a:rPr>
              <a:t>)</a:t>
            </a:r>
          </a:p>
          <a:p>
            <a:r>
              <a:rPr lang="ko-KR">
                <a:ea typeface="맑은 고딕"/>
                <a:hlinkClick r:id="rId4"/>
              </a:rPr>
              <a:t>https://www.</a:t>
            </a:r>
            <a:r>
              <a:rPr lang="en-US" altLang="ko-KR">
                <a:ea typeface="맑은 고딕"/>
                <a:hlinkClick r:id="rId4"/>
              </a:rPr>
              <a:t>fasoo</a:t>
            </a:r>
            <a:r>
              <a:rPr lang="ko-KR">
                <a:ea typeface="맑은 고딕"/>
                <a:hlinkClick r:id="rId4"/>
              </a:rPr>
              <a:t>.</a:t>
            </a:r>
            <a:r>
              <a:rPr lang="en-US" altLang="ko-KR">
                <a:ea typeface="맑은 고딕"/>
                <a:hlinkClick r:id="rId4"/>
              </a:rPr>
              <a:t>ai</a:t>
            </a:r>
            <a:r>
              <a:rPr lang="ko-KR">
                <a:ea typeface="맑은 고딕"/>
                <a:hlinkClick r:id="rId4"/>
              </a:rPr>
              <a:t>/</a:t>
            </a:r>
            <a:r>
              <a:rPr lang="en-US" altLang="ko-KR">
                <a:ea typeface="맑은 고딕"/>
                <a:hlinkClick r:id="rId4"/>
              </a:rPr>
              <a:t>products</a:t>
            </a:r>
            <a:r>
              <a:rPr lang="ko-KR">
                <a:ea typeface="맑은 고딕"/>
                <a:hlinkClick r:id="rId4"/>
              </a:rPr>
              <a:t>/</a:t>
            </a:r>
            <a:r>
              <a:rPr lang="en-US" altLang="ko-KR">
                <a:ea typeface="맑은 고딕"/>
                <a:hlinkClick r:id="rId4"/>
              </a:rPr>
              <a:t>fasoo-data-radar</a:t>
            </a:r>
            <a:endParaRPr lang="ko-KR">
              <a:ea typeface="맑은 고딕"/>
            </a:endParaRPr>
          </a:p>
          <a:p>
            <a:r>
              <a:rPr lang="ko-KR">
                <a:ea typeface="맑은 고딕"/>
              </a:rPr>
              <a:t>[</a:t>
            </a:r>
            <a:r>
              <a:rPr lang="en-US" altLang="ko-KR">
                <a:ea typeface="맑은 고딕"/>
              </a:rPr>
              <a:t>F3</a:t>
            </a:r>
            <a:r>
              <a:rPr lang="ko-KR">
                <a:ea typeface="맑은 고딕"/>
              </a:rPr>
              <a:t>] </a:t>
            </a:r>
            <a:r>
              <a:rPr lang="en-US" altLang="ko-KR">
                <a:ea typeface="맑은 고딕"/>
              </a:rPr>
              <a:t>Fasoo</a:t>
            </a:r>
            <a:r>
              <a:rPr lang="ko-KR">
                <a:ea typeface="맑은 고딕"/>
              </a:rPr>
              <a:t>, </a:t>
            </a:r>
            <a:r>
              <a:rPr lang="en-US" altLang="ko-KR">
                <a:ea typeface="맑은 고딕"/>
              </a:rPr>
              <a:t>AI-R</a:t>
            </a:r>
            <a:r>
              <a:rPr lang="ko-KR" altLang="en-US">
                <a:ea typeface="맑은 고딕"/>
              </a:rPr>
              <a:t> </a:t>
            </a:r>
            <a:r>
              <a:rPr lang="ko-KR">
                <a:ea typeface="맑은 고딕"/>
              </a:rPr>
              <a:t>DLP</a:t>
            </a:r>
          </a:p>
          <a:p>
            <a:r>
              <a:rPr lang="ko-KR">
                <a:ea typeface="맑은 고딕"/>
                <a:hlinkClick r:id="rId5"/>
              </a:rPr>
              <a:t>https://www.</a:t>
            </a:r>
            <a:r>
              <a:rPr lang="en-US" altLang="ko-KR">
                <a:ea typeface="맑은 고딕"/>
                <a:hlinkClick r:id="rId5"/>
              </a:rPr>
              <a:t>fasoo</a:t>
            </a:r>
            <a:r>
              <a:rPr lang="ko-KR">
                <a:ea typeface="맑은 고딕"/>
                <a:hlinkClick r:id="rId5"/>
              </a:rPr>
              <a:t>.</a:t>
            </a:r>
            <a:r>
              <a:rPr lang="en-US" altLang="ko-KR">
                <a:ea typeface="맑은 고딕"/>
                <a:hlinkClick r:id="rId5"/>
              </a:rPr>
              <a:t>ai</a:t>
            </a:r>
            <a:r>
              <a:rPr lang="ko-KR">
                <a:ea typeface="맑은 고딕"/>
                <a:hlinkClick r:id="rId5"/>
              </a:rPr>
              <a:t>/</a:t>
            </a:r>
            <a:r>
              <a:rPr lang="en-US" altLang="ko-KR">
                <a:ea typeface="맑은 고딕"/>
                <a:hlinkClick r:id="rId5"/>
              </a:rPr>
              <a:t>products</a:t>
            </a:r>
            <a:r>
              <a:rPr lang="ko-KR">
                <a:ea typeface="맑은 고딕"/>
                <a:hlinkClick r:id="rId5"/>
              </a:rPr>
              <a:t>/</a:t>
            </a:r>
            <a:r>
              <a:rPr lang="en-US" altLang="ko-KR">
                <a:ea typeface="맑은 고딕"/>
                <a:hlinkClick r:id="rId5"/>
              </a:rPr>
              <a:t>fasoo-ai-r-dlp</a:t>
            </a:r>
            <a:endParaRPr lang="ko-KR">
              <a:ea typeface="맑은 고딕"/>
            </a:endParaRPr>
          </a:p>
          <a:p>
            <a:r>
              <a:rPr lang="ko-KR">
                <a:ea typeface="맑은 고딕"/>
              </a:rPr>
              <a:t>[</a:t>
            </a:r>
            <a:r>
              <a:rPr lang="en-US" altLang="ko-KR">
                <a:ea typeface="맑은 고딕"/>
              </a:rPr>
              <a:t>F4</a:t>
            </a:r>
            <a:r>
              <a:rPr lang="ko-KR">
                <a:ea typeface="맑은 고딕"/>
              </a:rPr>
              <a:t>] </a:t>
            </a:r>
            <a:r>
              <a:rPr lang="en-US" altLang="ko-KR">
                <a:ea typeface="맑은 고딕"/>
              </a:rPr>
              <a:t>Fasoo</a:t>
            </a:r>
            <a:r>
              <a:rPr lang="ko-KR">
                <a:ea typeface="맑은 고딕"/>
              </a:rPr>
              <a:t>, </a:t>
            </a:r>
            <a:r>
              <a:rPr lang="en-US" altLang="ko-KR">
                <a:ea typeface="맑은 고딕"/>
              </a:rPr>
              <a:t>AI-R</a:t>
            </a:r>
            <a:r>
              <a:rPr lang="ko-KR" altLang="en-US">
                <a:ea typeface="맑은 고딕"/>
              </a:rPr>
              <a:t> </a:t>
            </a:r>
            <a:r>
              <a:rPr lang="en-US" altLang="ko-KR">
                <a:ea typeface="맑은 고딕"/>
              </a:rPr>
              <a:t>Endpoint</a:t>
            </a:r>
            <a:endParaRPr lang="ko-KR">
              <a:ea typeface="맑은 고딕"/>
            </a:endParaRPr>
          </a:p>
          <a:p>
            <a:r>
              <a:rPr lang="ko-KR">
                <a:ea typeface="맑은 고딕"/>
                <a:hlinkClick r:id="rId6"/>
              </a:rPr>
              <a:t>https://www.</a:t>
            </a:r>
            <a:r>
              <a:rPr lang="en-US" altLang="ko-KR">
                <a:ea typeface="맑은 고딕"/>
                <a:hlinkClick r:id="rId6"/>
              </a:rPr>
              <a:t>fasoo</a:t>
            </a:r>
            <a:r>
              <a:rPr lang="ko-KR">
                <a:ea typeface="맑은 고딕"/>
                <a:hlinkClick r:id="rId6"/>
              </a:rPr>
              <a:t>.</a:t>
            </a:r>
            <a:r>
              <a:rPr lang="en-US" altLang="ko-KR">
                <a:ea typeface="맑은 고딕"/>
                <a:hlinkClick r:id="rId6"/>
              </a:rPr>
              <a:t>ai</a:t>
            </a:r>
            <a:r>
              <a:rPr lang="ko-KR">
                <a:ea typeface="맑은 고딕"/>
                <a:hlinkClick r:id="rId6"/>
              </a:rPr>
              <a:t>/</a:t>
            </a:r>
            <a:r>
              <a:rPr lang="en-US" altLang="ko-KR">
                <a:ea typeface="맑은 고딕"/>
                <a:hlinkClick r:id="rId6"/>
              </a:rPr>
              <a:t>products</a:t>
            </a:r>
            <a:r>
              <a:rPr lang="ko-KR">
                <a:ea typeface="맑은 고딕"/>
                <a:hlinkClick r:id="rId6"/>
              </a:rPr>
              <a:t>/</a:t>
            </a:r>
            <a:r>
              <a:rPr lang="en-US" altLang="ko-KR">
                <a:ea typeface="맑은 고딕"/>
                <a:hlinkClick r:id="rId6"/>
              </a:rPr>
              <a:t>ai-r-endpoint</a:t>
            </a:r>
            <a:endParaRPr lang="ko-KR">
              <a:ea typeface="맑은 고딕"/>
            </a:endParaRPr>
          </a:p>
          <a:p>
            <a:r>
              <a:rPr lang="ko-KR">
                <a:ea typeface="맑은 고딕"/>
              </a:rPr>
              <a:t>[</a:t>
            </a:r>
            <a:r>
              <a:rPr lang="en-US" altLang="ko-KR">
                <a:ea typeface="맑은 고딕"/>
              </a:rPr>
              <a:t>F5</a:t>
            </a:r>
            <a:r>
              <a:rPr lang="ko-KR">
                <a:ea typeface="맑은 고딕"/>
              </a:rPr>
              <a:t>] </a:t>
            </a:r>
            <a:r>
              <a:rPr lang="en-US" altLang="ko-KR">
                <a:ea typeface="맑은 고딕"/>
              </a:rPr>
              <a:t>Fasoo</a:t>
            </a:r>
            <a:r>
              <a:rPr lang="ko-KR">
                <a:ea typeface="맑은 고딕"/>
              </a:rPr>
              <a:t>, </a:t>
            </a:r>
            <a:r>
              <a:rPr lang="en-US" altLang="ko-KR">
                <a:ea typeface="맑은 고딕"/>
              </a:rPr>
              <a:t>AI-R</a:t>
            </a:r>
            <a:r>
              <a:rPr lang="ko-KR" altLang="en-US">
                <a:ea typeface="맑은 고딕"/>
              </a:rPr>
              <a:t> </a:t>
            </a:r>
            <a:r>
              <a:rPr lang="en-US" altLang="ko-KR">
                <a:ea typeface="맑은 고딕"/>
              </a:rPr>
              <a:t>Gateway</a:t>
            </a:r>
            <a:endParaRPr lang="ko-KR">
              <a:ea typeface="맑은 고딕"/>
            </a:endParaRPr>
          </a:p>
          <a:p>
            <a:r>
              <a:rPr lang="ko-KR">
                <a:ea typeface="맑은 고딕"/>
                <a:hlinkClick r:id="rId7"/>
              </a:rPr>
              <a:t>https://www.</a:t>
            </a:r>
            <a:r>
              <a:rPr lang="en-US" altLang="ko-KR">
                <a:ea typeface="맑은 고딕"/>
                <a:hlinkClick r:id="rId7"/>
              </a:rPr>
              <a:t>fasoo</a:t>
            </a:r>
            <a:r>
              <a:rPr lang="ko-KR">
                <a:ea typeface="맑은 고딕"/>
                <a:hlinkClick r:id="rId7"/>
              </a:rPr>
              <a:t>.</a:t>
            </a:r>
            <a:r>
              <a:rPr lang="en-US" altLang="ko-KR">
                <a:ea typeface="맑은 고딕"/>
                <a:hlinkClick r:id="rId7"/>
              </a:rPr>
              <a:t>ai</a:t>
            </a:r>
            <a:r>
              <a:rPr lang="ko-KR">
                <a:ea typeface="맑은 고딕"/>
                <a:hlinkClick r:id="rId7"/>
              </a:rPr>
              <a:t>/</a:t>
            </a:r>
            <a:r>
              <a:rPr lang="en-US" altLang="ko-KR">
                <a:ea typeface="맑은 고딕"/>
                <a:hlinkClick r:id="rId7"/>
              </a:rPr>
              <a:t>products</a:t>
            </a:r>
            <a:r>
              <a:rPr lang="ko-KR">
                <a:ea typeface="맑은 고딕"/>
                <a:hlinkClick r:id="rId7"/>
              </a:rPr>
              <a:t>/</a:t>
            </a:r>
            <a:r>
              <a:rPr lang="en-US" altLang="ko-KR">
                <a:ea typeface="맑은 고딕"/>
                <a:hlinkClick r:id="rId7"/>
              </a:rPr>
              <a:t>ai-r-gateway</a:t>
            </a:r>
            <a:endParaRPr lang="ko-KR">
              <a:ea typeface="맑은 고딕"/>
            </a:endParaRPr>
          </a:p>
          <a:p>
            <a:r>
              <a:rPr lang="ko-KR">
                <a:ea typeface="맑은 고딕"/>
              </a:rPr>
              <a:t>[</a:t>
            </a:r>
            <a:r>
              <a:rPr lang="en-US" altLang="ko-KR">
                <a:ea typeface="맑은 고딕"/>
              </a:rPr>
              <a:t>F6</a:t>
            </a:r>
            <a:r>
              <a:rPr lang="ko-KR">
                <a:ea typeface="맑은 고딕"/>
              </a:rPr>
              <a:t>] </a:t>
            </a:r>
            <a:r>
              <a:rPr lang="en-US" altLang="ko-KR">
                <a:ea typeface="맑은 고딕"/>
              </a:rPr>
              <a:t>Fasoo</a:t>
            </a:r>
            <a:r>
              <a:rPr lang="ko-KR">
                <a:ea typeface="맑은 고딕"/>
              </a:rPr>
              <a:t>, </a:t>
            </a:r>
            <a:r>
              <a:rPr lang="en-US" altLang="ko-KR">
                <a:ea typeface="맑은 고딕"/>
              </a:rPr>
              <a:t>AI-R</a:t>
            </a:r>
            <a:r>
              <a:rPr lang="ko-KR" altLang="en-US">
                <a:ea typeface="맑은 고딕"/>
              </a:rPr>
              <a:t> </a:t>
            </a:r>
            <a:r>
              <a:rPr lang="en-US" altLang="ko-KR">
                <a:ea typeface="맑은 고딕"/>
              </a:rPr>
              <a:t>Bridge</a:t>
            </a:r>
            <a:endParaRPr lang="ko-KR">
              <a:ea typeface="맑은 고딕"/>
            </a:endParaRPr>
          </a:p>
          <a:p>
            <a:r>
              <a:rPr lang="ko-KR">
                <a:ea typeface="맑은 고딕"/>
                <a:hlinkClick r:id="rId8"/>
              </a:rPr>
              <a:t>https://www.</a:t>
            </a:r>
            <a:r>
              <a:rPr lang="en-US" altLang="ko-KR">
                <a:ea typeface="맑은 고딕"/>
                <a:hlinkClick r:id="rId8"/>
              </a:rPr>
              <a:t>fasoo</a:t>
            </a:r>
            <a:r>
              <a:rPr lang="ko-KR">
                <a:ea typeface="맑은 고딕"/>
                <a:hlinkClick r:id="rId8"/>
              </a:rPr>
              <a:t>.</a:t>
            </a:r>
            <a:r>
              <a:rPr lang="en-US" altLang="ko-KR">
                <a:ea typeface="맑은 고딕"/>
                <a:hlinkClick r:id="rId8"/>
              </a:rPr>
              <a:t>ai</a:t>
            </a:r>
            <a:r>
              <a:rPr lang="ko-KR">
                <a:ea typeface="맑은 고딕"/>
                <a:hlinkClick r:id="rId8"/>
              </a:rPr>
              <a:t>/</a:t>
            </a:r>
            <a:r>
              <a:rPr lang="en-US" altLang="ko-KR">
                <a:ea typeface="맑은 고딕"/>
                <a:hlinkClick r:id="rId8"/>
              </a:rPr>
              <a:t>products</a:t>
            </a:r>
            <a:r>
              <a:rPr lang="ko-KR">
                <a:ea typeface="맑은 고딕"/>
                <a:hlinkClick r:id="rId8"/>
              </a:rPr>
              <a:t>/</a:t>
            </a:r>
            <a:r>
              <a:rPr lang="en-US" altLang="ko-KR">
                <a:ea typeface="맑은 고딕"/>
                <a:hlinkClick r:id="rId8"/>
              </a:rPr>
              <a:t>ai-r-bridge</a:t>
            </a:r>
            <a:endParaRPr lang="ko-KR">
              <a:ea typeface="맑은 고딕"/>
            </a:endParaRPr>
          </a:p>
          <a:p>
            <a:r>
              <a:rPr lang="ko-KR">
                <a:ea typeface="맑은 고딕"/>
              </a:rPr>
              <a:t>[</a:t>
            </a:r>
            <a:r>
              <a:rPr lang="en-US" altLang="ko-KR">
                <a:ea typeface="맑은 고딕"/>
              </a:rPr>
              <a:t>F8</a:t>
            </a:r>
            <a:r>
              <a:rPr lang="ko-KR">
                <a:ea typeface="맑은 고딕"/>
              </a:rPr>
              <a:t>] </a:t>
            </a:r>
            <a:r>
              <a:rPr lang="en-US" altLang="ko-KR">
                <a:ea typeface="맑은 고딕"/>
              </a:rPr>
              <a:t>Fasoo</a:t>
            </a:r>
            <a:r>
              <a:rPr lang="ko-KR">
                <a:ea typeface="맑은 고딕"/>
              </a:rPr>
              <a:t>, </a:t>
            </a:r>
            <a:r>
              <a:rPr lang="en-US" altLang="ko-KR">
                <a:ea typeface="맑은 고딕"/>
              </a:rPr>
              <a:t>Fasoo</a:t>
            </a:r>
            <a:r>
              <a:rPr lang="ko-KR" altLang="en-US">
                <a:ea typeface="맑은 고딕"/>
              </a:rPr>
              <a:t> </a:t>
            </a:r>
            <a:r>
              <a:rPr lang="en-US" altLang="ko-KR">
                <a:ea typeface="맑은 고딕"/>
              </a:rPr>
              <a:t>Smart</a:t>
            </a:r>
            <a:r>
              <a:rPr lang="ko-KR" altLang="en-US">
                <a:ea typeface="맑은 고딕"/>
              </a:rPr>
              <a:t> </a:t>
            </a:r>
            <a:r>
              <a:rPr lang="en-US" altLang="ko-KR">
                <a:ea typeface="맑은 고딕"/>
              </a:rPr>
              <a:t>Screen</a:t>
            </a:r>
            <a:r>
              <a:rPr lang="ko-KR" altLang="en-US">
                <a:ea typeface="맑은 고딕"/>
              </a:rPr>
              <a:t> </a:t>
            </a:r>
            <a:r>
              <a:rPr lang="ko-KR">
                <a:ea typeface="맑은 고딕"/>
              </a:rPr>
              <a:t>(</a:t>
            </a:r>
            <a:r>
              <a:rPr lang="en-US" altLang="ko-KR">
                <a:ea typeface="맑은 고딕"/>
              </a:rPr>
              <a:t>FSS</a:t>
            </a:r>
            <a:r>
              <a:rPr lang="ko-KR">
                <a:ea typeface="맑은 고딕"/>
              </a:rPr>
              <a:t>)</a:t>
            </a:r>
          </a:p>
          <a:p>
            <a:r>
              <a:rPr lang="ko-KR">
                <a:ea typeface="맑은 고딕"/>
                <a:hlinkClick r:id="rId9"/>
              </a:rPr>
              <a:t>https://www.</a:t>
            </a:r>
            <a:r>
              <a:rPr lang="en-US" altLang="ko-KR">
                <a:ea typeface="맑은 고딕"/>
                <a:hlinkClick r:id="rId9"/>
              </a:rPr>
              <a:t>fasoo</a:t>
            </a:r>
            <a:r>
              <a:rPr lang="ko-KR">
                <a:ea typeface="맑은 고딕"/>
                <a:hlinkClick r:id="rId9"/>
              </a:rPr>
              <a:t>.</a:t>
            </a:r>
            <a:r>
              <a:rPr lang="en-US" altLang="ko-KR">
                <a:ea typeface="맑은 고딕"/>
                <a:hlinkClick r:id="rId9"/>
              </a:rPr>
              <a:t>ai</a:t>
            </a:r>
            <a:r>
              <a:rPr lang="ko-KR">
                <a:ea typeface="맑은 고딕"/>
                <a:hlinkClick r:id="rId9"/>
              </a:rPr>
              <a:t>/</a:t>
            </a:r>
            <a:r>
              <a:rPr lang="en-US" altLang="ko-KR">
                <a:ea typeface="맑은 고딕"/>
                <a:hlinkClick r:id="rId9"/>
              </a:rPr>
              <a:t>products</a:t>
            </a:r>
            <a:r>
              <a:rPr lang="ko-KR">
                <a:ea typeface="맑은 고딕"/>
                <a:hlinkClick r:id="rId9"/>
              </a:rPr>
              <a:t>/</a:t>
            </a:r>
            <a:r>
              <a:rPr lang="en-US" altLang="ko-KR">
                <a:ea typeface="맑은 고딕"/>
                <a:hlinkClick r:id="rId9"/>
              </a:rPr>
              <a:t>fasoo-smart-screen</a:t>
            </a:r>
            <a:endParaRPr lang="ko-KR">
              <a:ea typeface="맑은 고딕"/>
            </a:endParaRPr>
          </a:p>
          <a:p>
            <a:r>
              <a:rPr lang="ko-KR">
                <a:ea typeface="맑은 고딕"/>
              </a:rPr>
              <a:t>[</a:t>
            </a:r>
            <a:r>
              <a:rPr lang="en-US" altLang="ko-KR">
                <a:ea typeface="맑은 고딕"/>
              </a:rPr>
              <a:t>F9</a:t>
            </a:r>
            <a:r>
              <a:rPr lang="ko-KR">
                <a:ea typeface="맑은 고딕"/>
              </a:rPr>
              <a:t>] </a:t>
            </a:r>
            <a:r>
              <a:rPr lang="en-US" altLang="ko-KR">
                <a:ea typeface="맑은 고딕"/>
              </a:rPr>
              <a:t>Fasoo</a:t>
            </a:r>
            <a:r>
              <a:rPr lang="ko-KR">
                <a:ea typeface="맑은 고딕"/>
              </a:rPr>
              <a:t>, </a:t>
            </a:r>
            <a:r>
              <a:rPr lang="en-US" altLang="ko-KR">
                <a:ea typeface="맑은 고딕"/>
              </a:rPr>
              <a:t>Fasoo</a:t>
            </a:r>
            <a:r>
              <a:rPr lang="ko-KR" altLang="en-US">
                <a:ea typeface="맑은 고딕"/>
              </a:rPr>
              <a:t> </a:t>
            </a:r>
            <a:r>
              <a:rPr lang="en-US" altLang="ko-KR">
                <a:ea typeface="맑은 고딕"/>
              </a:rPr>
              <a:t>Smart</a:t>
            </a:r>
            <a:r>
              <a:rPr lang="ko-KR" altLang="en-US">
                <a:ea typeface="맑은 고딕"/>
              </a:rPr>
              <a:t> </a:t>
            </a:r>
            <a:r>
              <a:rPr lang="en-US" altLang="ko-KR">
                <a:ea typeface="맑은 고딕"/>
              </a:rPr>
              <a:t>Print</a:t>
            </a:r>
            <a:r>
              <a:rPr lang="ko-KR" altLang="en-US">
                <a:ea typeface="맑은 고딕"/>
              </a:rPr>
              <a:t> </a:t>
            </a:r>
            <a:r>
              <a:rPr lang="ko-KR">
                <a:ea typeface="맑은 고딕"/>
              </a:rPr>
              <a:t>(</a:t>
            </a:r>
            <a:r>
              <a:rPr lang="en-US" altLang="ko-KR">
                <a:ea typeface="맑은 고딕"/>
              </a:rPr>
              <a:t>FSP</a:t>
            </a:r>
            <a:r>
              <a:rPr lang="ko-KR">
                <a:ea typeface="맑은 고딕"/>
              </a:rPr>
              <a:t>)</a:t>
            </a:r>
          </a:p>
          <a:p>
            <a:r>
              <a:rPr lang="ko-KR">
                <a:ea typeface="맑은 고딕"/>
                <a:hlinkClick r:id="rId10"/>
              </a:rPr>
              <a:t>https://www.</a:t>
            </a:r>
            <a:r>
              <a:rPr lang="en-US" altLang="ko-KR">
                <a:ea typeface="맑은 고딕"/>
                <a:hlinkClick r:id="rId10"/>
              </a:rPr>
              <a:t>fasoo</a:t>
            </a:r>
            <a:r>
              <a:rPr lang="ko-KR">
                <a:ea typeface="맑은 고딕"/>
                <a:hlinkClick r:id="rId10"/>
              </a:rPr>
              <a:t>.</a:t>
            </a:r>
            <a:r>
              <a:rPr lang="en-US" altLang="ko-KR">
                <a:ea typeface="맑은 고딕"/>
                <a:hlinkClick r:id="rId10"/>
              </a:rPr>
              <a:t>ai</a:t>
            </a:r>
            <a:r>
              <a:rPr lang="ko-KR">
                <a:ea typeface="맑은 고딕"/>
                <a:hlinkClick r:id="rId10"/>
              </a:rPr>
              <a:t>/</a:t>
            </a:r>
            <a:r>
              <a:rPr lang="en-US" altLang="ko-KR">
                <a:ea typeface="맑은 고딕"/>
                <a:hlinkClick r:id="rId10"/>
              </a:rPr>
              <a:t>products</a:t>
            </a:r>
            <a:r>
              <a:rPr lang="ko-KR">
                <a:ea typeface="맑은 고딕"/>
                <a:hlinkClick r:id="rId10"/>
              </a:rPr>
              <a:t>/</a:t>
            </a:r>
            <a:r>
              <a:rPr lang="en-US" altLang="ko-KR">
                <a:ea typeface="맑은 고딕"/>
                <a:hlinkClick r:id="rId10"/>
              </a:rPr>
              <a:t>fasoo-smart-print</a:t>
            </a:r>
            <a:endParaRPr lang="ko-KR">
              <a:ea typeface="맑은 고딕"/>
            </a:endParaRPr>
          </a:p>
          <a:p>
            <a:r>
              <a:rPr lang="ko-KR">
                <a:ea typeface="맑은 고딕"/>
              </a:rPr>
              <a:t>[</a:t>
            </a:r>
            <a:r>
              <a:rPr lang="en-US" altLang="ko-KR">
                <a:ea typeface="맑은 고딕"/>
              </a:rPr>
              <a:t>F10</a:t>
            </a:r>
            <a:r>
              <a:rPr lang="ko-KR">
                <a:ea typeface="맑은 고딕"/>
              </a:rPr>
              <a:t>] </a:t>
            </a:r>
            <a:r>
              <a:rPr lang="en-US" altLang="ko-KR">
                <a:ea typeface="맑은 고딕"/>
              </a:rPr>
              <a:t>Fasoo</a:t>
            </a:r>
            <a:r>
              <a:rPr lang="ko-KR">
                <a:ea typeface="맑은 고딕"/>
              </a:rPr>
              <a:t>, </a:t>
            </a:r>
            <a:r>
              <a:rPr lang="en-US" altLang="ko-KR">
                <a:ea typeface="맑은 고딕"/>
              </a:rPr>
              <a:t>Fasoo</a:t>
            </a:r>
            <a:r>
              <a:rPr lang="ko-KR" altLang="en-US">
                <a:ea typeface="맑은 고딕"/>
              </a:rPr>
              <a:t> </a:t>
            </a:r>
            <a:r>
              <a:rPr lang="en-US" altLang="ko-KR">
                <a:ea typeface="맑은 고딕"/>
              </a:rPr>
              <a:t>Secure</a:t>
            </a:r>
            <a:r>
              <a:rPr lang="ko-KR" altLang="en-US">
                <a:ea typeface="맑은 고딕"/>
              </a:rPr>
              <a:t> </a:t>
            </a:r>
            <a:r>
              <a:rPr lang="en-US" altLang="ko-KR">
                <a:ea typeface="맑은 고딕"/>
              </a:rPr>
              <a:t>Mail</a:t>
            </a:r>
            <a:r>
              <a:rPr lang="ko-KR" altLang="en-US">
                <a:ea typeface="맑은 고딕"/>
              </a:rPr>
              <a:t> </a:t>
            </a:r>
            <a:r>
              <a:rPr lang="en-US" altLang="ko-KR">
                <a:ea typeface="맑은 고딕"/>
              </a:rPr>
              <a:t>(FSM)</a:t>
            </a:r>
            <a:endParaRPr lang="ko-KR">
              <a:ea typeface="맑은 고딕"/>
            </a:endParaRPr>
          </a:p>
          <a:p>
            <a:r>
              <a:rPr lang="ko-KR">
                <a:ea typeface="맑은 고딕"/>
                <a:hlinkClick r:id="rId11"/>
              </a:rPr>
              <a:t>https://www.</a:t>
            </a:r>
            <a:r>
              <a:rPr lang="en-US" altLang="ko-KR">
                <a:ea typeface="맑은 고딕"/>
                <a:hlinkClick r:id="rId11"/>
              </a:rPr>
              <a:t>fasoo</a:t>
            </a:r>
            <a:r>
              <a:rPr lang="ko-KR">
                <a:ea typeface="맑은 고딕"/>
                <a:hlinkClick r:id="rId11"/>
              </a:rPr>
              <a:t>.</a:t>
            </a:r>
            <a:r>
              <a:rPr lang="en-US" altLang="ko-KR">
                <a:ea typeface="맑은 고딕"/>
                <a:hlinkClick r:id="rId11"/>
              </a:rPr>
              <a:t>ai</a:t>
            </a:r>
            <a:r>
              <a:rPr lang="ko-KR">
                <a:ea typeface="맑은 고딕"/>
                <a:hlinkClick r:id="rId11"/>
              </a:rPr>
              <a:t>/</a:t>
            </a:r>
            <a:r>
              <a:rPr lang="en-US" altLang="ko-KR">
                <a:ea typeface="맑은 고딕"/>
                <a:hlinkClick r:id="rId11"/>
              </a:rPr>
              <a:t>products</a:t>
            </a:r>
            <a:r>
              <a:rPr lang="ko-KR">
                <a:ea typeface="맑은 고딕"/>
                <a:hlinkClick r:id="rId11"/>
              </a:rPr>
              <a:t>/</a:t>
            </a:r>
            <a:r>
              <a:rPr lang="en-US" altLang="ko-KR">
                <a:ea typeface="맑은 고딕"/>
                <a:hlinkClick r:id="rId11"/>
              </a:rPr>
              <a:t>fasoo-secure-mail</a:t>
            </a:r>
            <a:endParaRPr lang="ko-KR">
              <a:ea typeface="맑은 고딕"/>
            </a:endParaRPr>
          </a:p>
          <a:p>
            <a:endParaRPr lang="ko-KR">
              <a:ea typeface="맑은 고딕"/>
            </a:endParaRPr>
          </a:p>
          <a:p>
            <a:endParaRPr lang="en-US" altLang="ko-KR">
              <a:latin typeface="Calibri"/>
              <a:ea typeface="Calibri"/>
              <a:cs typeface="Calibri"/>
            </a:endParaRPr>
          </a:p>
        </p:txBody>
      </p:sp>
      <p:sp>
        <p:nvSpPr>
          <p:cNvPr id="4" name="슬라이드 번호 개체 틀 3">
            <a:extLst>
              <a:ext uri="{FF2B5EF4-FFF2-40B4-BE49-F238E27FC236}">
                <a16:creationId xmlns:a16="http://schemas.microsoft.com/office/drawing/2014/main" id="{59D617E4-FEAE-4631-5374-7CA265652435}"/>
              </a:ext>
            </a:extLst>
          </p:cNvPr>
          <p:cNvSpPr>
            <a:spLocks noGrp="1"/>
          </p:cNvSpPr>
          <p:nvPr>
            <p:ph type="sldNum" sz="quarter" idx="5"/>
          </p:nvPr>
        </p:nvSpPr>
        <p:spPr/>
        <p:txBody>
          <a:bodyPr/>
          <a:lstStyle/>
          <a:p>
            <a:fld id="{2B4D4D96-940C-4183-92F1-CDDC2839BE9F}" type="slidenum">
              <a:rPr lang="ko-KR" altLang="en-US" smtClean="0"/>
              <a:t>27</a:t>
            </a:fld>
            <a:endParaRPr lang="ko-KR" altLang="en-US"/>
          </a:p>
        </p:txBody>
      </p:sp>
    </p:spTree>
    <p:extLst>
      <p:ext uri="{BB962C8B-B14F-4D97-AF65-F5344CB8AC3E}">
        <p14:creationId xmlns:p14="http://schemas.microsoft.com/office/powerpoint/2010/main" val="375498384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F0C5A1-1BD0-C876-8C46-185406D311F4}"/>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292B5115-5B67-08F2-3050-31025920AEC2}"/>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17337FDE-F922-559A-C710-9CE8ECECF91C}"/>
              </a:ext>
            </a:extLst>
          </p:cNvPr>
          <p:cNvSpPr>
            <a:spLocks noGrp="1"/>
          </p:cNvSpPr>
          <p:nvPr>
            <p:ph type="body" idx="1"/>
          </p:nvPr>
        </p:nvSpPr>
        <p:spPr/>
        <p:txBody>
          <a:bodyPr/>
          <a:lstStyle/>
          <a:p>
            <a:r>
              <a:rPr lang="ko-KR"/>
              <a:t>References:</a:t>
            </a:r>
          </a:p>
          <a:p>
            <a:r>
              <a:rPr lang="ko-KR">
                <a:ea typeface="맑은 고딕"/>
              </a:rPr>
              <a:t>[</a:t>
            </a:r>
            <a:r>
              <a:rPr lang="en-US" altLang="ko-KR">
                <a:ea typeface="맑은 고딕"/>
              </a:rPr>
              <a:t>F1</a:t>
            </a:r>
            <a:r>
              <a:rPr lang="ko-KR">
                <a:ea typeface="맑은 고딕"/>
              </a:rPr>
              <a:t>] </a:t>
            </a:r>
            <a:r>
              <a:rPr lang="en-US" altLang="ko-KR">
                <a:ea typeface="맑은 고딕"/>
              </a:rPr>
              <a:t>Fasoo</a:t>
            </a:r>
            <a:r>
              <a:rPr lang="ko-KR">
                <a:ea typeface="맑은 고딕"/>
              </a:rPr>
              <a:t>, </a:t>
            </a:r>
            <a:r>
              <a:rPr lang="en-US" altLang="ko-KR">
                <a:ea typeface="맑은 고딕"/>
              </a:rPr>
              <a:t>Fasoo</a:t>
            </a:r>
            <a:r>
              <a:rPr lang="ko-KR" altLang="en-US">
                <a:ea typeface="맑은 고딕"/>
              </a:rPr>
              <a:t> </a:t>
            </a:r>
            <a:r>
              <a:rPr lang="en-US" altLang="ko-KR">
                <a:ea typeface="맑은 고딕"/>
              </a:rPr>
              <a:t>Enterprise</a:t>
            </a:r>
            <a:r>
              <a:rPr lang="ko-KR" altLang="en-US">
                <a:ea typeface="맑은 고딕"/>
              </a:rPr>
              <a:t> </a:t>
            </a:r>
            <a:r>
              <a:rPr lang="en-US" altLang="ko-KR">
                <a:ea typeface="맑은 고딕"/>
              </a:rPr>
              <a:t>DRM</a:t>
            </a:r>
            <a:r>
              <a:rPr lang="ko-KR" altLang="en-US">
                <a:ea typeface="맑은 고딕"/>
              </a:rPr>
              <a:t> </a:t>
            </a:r>
            <a:r>
              <a:rPr lang="ko-KR">
                <a:ea typeface="맑은 고딕"/>
              </a:rPr>
              <a:t>(</a:t>
            </a:r>
            <a:r>
              <a:rPr lang="en-US" altLang="ko-KR">
                <a:ea typeface="맑은 고딕"/>
              </a:rPr>
              <a:t>FED</a:t>
            </a:r>
            <a:r>
              <a:rPr lang="ko-KR">
                <a:ea typeface="맑은 고딕"/>
              </a:rPr>
              <a:t>)</a:t>
            </a:r>
          </a:p>
          <a:p>
            <a:r>
              <a:rPr lang="ko-KR">
                <a:ea typeface="맑은 고딕"/>
                <a:hlinkClick r:id="rId3"/>
              </a:rPr>
              <a:t>https://www.</a:t>
            </a:r>
            <a:r>
              <a:rPr lang="en-US" altLang="ko-KR">
                <a:ea typeface="맑은 고딕"/>
                <a:hlinkClick r:id="rId3"/>
              </a:rPr>
              <a:t>fasoo</a:t>
            </a:r>
            <a:r>
              <a:rPr lang="ko-KR">
                <a:ea typeface="맑은 고딕"/>
                <a:hlinkClick r:id="rId3"/>
              </a:rPr>
              <a:t>.</a:t>
            </a:r>
            <a:r>
              <a:rPr lang="en-US" altLang="ko-KR">
                <a:ea typeface="맑은 고딕"/>
                <a:hlinkClick r:id="rId3"/>
              </a:rPr>
              <a:t>ai</a:t>
            </a:r>
            <a:r>
              <a:rPr lang="ko-KR">
                <a:ea typeface="맑은 고딕"/>
                <a:hlinkClick r:id="rId3"/>
              </a:rPr>
              <a:t>/</a:t>
            </a:r>
            <a:r>
              <a:rPr lang="en-US" altLang="ko-KR">
                <a:ea typeface="맑은 고딕"/>
                <a:hlinkClick r:id="rId3"/>
              </a:rPr>
              <a:t>products</a:t>
            </a:r>
            <a:r>
              <a:rPr lang="ko-KR">
                <a:ea typeface="맑은 고딕"/>
                <a:hlinkClick r:id="rId3"/>
              </a:rPr>
              <a:t>/</a:t>
            </a:r>
            <a:r>
              <a:rPr lang="en-US" altLang="ko-KR">
                <a:ea typeface="맑은 고딕"/>
                <a:hlinkClick r:id="rId3"/>
              </a:rPr>
              <a:t>fasoo-enterprise-drm</a:t>
            </a:r>
            <a:endParaRPr lang="ko-KR">
              <a:ea typeface="맑은 고딕"/>
            </a:endParaRPr>
          </a:p>
          <a:p>
            <a:r>
              <a:rPr lang="ko-KR">
                <a:ea typeface="맑은 고딕"/>
              </a:rPr>
              <a:t>[</a:t>
            </a:r>
            <a:r>
              <a:rPr lang="en-US" altLang="ko-KR">
                <a:ea typeface="맑은 고딕"/>
              </a:rPr>
              <a:t>F2</a:t>
            </a:r>
            <a:r>
              <a:rPr lang="ko-KR">
                <a:ea typeface="맑은 고딕"/>
              </a:rPr>
              <a:t>] </a:t>
            </a:r>
            <a:r>
              <a:rPr lang="en-US" altLang="ko-KR">
                <a:ea typeface="맑은 고딕"/>
              </a:rPr>
              <a:t>Fasoo</a:t>
            </a:r>
            <a:r>
              <a:rPr lang="ko-KR">
                <a:ea typeface="맑은 고딕"/>
              </a:rPr>
              <a:t>, </a:t>
            </a:r>
            <a:r>
              <a:rPr lang="en-US" altLang="ko-KR">
                <a:ea typeface="맑은 고딕"/>
              </a:rPr>
              <a:t>Fasoo</a:t>
            </a:r>
            <a:r>
              <a:rPr lang="ko-KR" altLang="en-US">
                <a:ea typeface="맑은 고딕"/>
              </a:rPr>
              <a:t> </a:t>
            </a:r>
            <a:r>
              <a:rPr lang="en-US" altLang="ko-KR">
                <a:ea typeface="맑은 고딕"/>
              </a:rPr>
              <a:t>Data</a:t>
            </a:r>
            <a:r>
              <a:rPr lang="ko-KR" altLang="en-US">
                <a:ea typeface="맑은 고딕"/>
              </a:rPr>
              <a:t> </a:t>
            </a:r>
            <a:r>
              <a:rPr lang="en-US" altLang="ko-KR">
                <a:ea typeface="맑은 고딕"/>
              </a:rPr>
              <a:t>Radar</a:t>
            </a:r>
            <a:r>
              <a:rPr lang="ko-KR" altLang="en-US">
                <a:ea typeface="맑은 고딕"/>
              </a:rPr>
              <a:t> </a:t>
            </a:r>
            <a:r>
              <a:rPr lang="ko-KR">
                <a:ea typeface="맑은 고딕"/>
              </a:rPr>
              <a:t>(</a:t>
            </a:r>
            <a:r>
              <a:rPr lang="en-US" altLang="ko-KR">
                <a:ea typeface="맑은 고딕"/>
              </a:rPr>
              <a:t>FDR</a:t>
            </a:r>
            <a:r>
              <a:rPr lang="ko-KR">
                <a:ea typeface="맑은 고딕"/>
              </a:rPr>
              <a:t>)</a:t>
            </a:r>
          </a:p>
          <a:p>
            <a:r>
              <a:rPr lang="ko-KR">
                <a:ea typeface="맑은 고딕"/>
                <a:hlinkClick r:id="rId4"/>
              </a:rPr>
              <a:t>https://www.</a:t>
            </a:r>
            <a:r>
              <a:rPr lang="en-US" altLang="ko-KR">
                <a:ea typeface="맑은 고딕"/>
                <a:hlinkClick r:id="rId4"/>
              </a:rPr>
              <a:t>fasoo</a:t>
            </a:r>
            <a:r>
              <a:rPr lang="ko-KR">
                <a:ea typeface="맑은 고딕"/>
                <a:hlinkClick r:id="rId4"/>
              </a:rPr>
              <a:t>.</a:t>
            </a:r>
            <a:r>
              <a:rPr lang="en-US" altLang="ko-KR">
                <a:ea typeface="맑은 고딕"/>
                <a:hlinkClick r:id="rId4"/>
              </a:rPr>
              <a:t>ai</a:t>
            </a:r>
            <a:r>
              <a:rPr lang="ko-KR">
                <a:ea typeface="맑은 고딕"/>
                <a:hlinkClick r:id="rId4"/>
              </a:rPr>
              <a:t>/</a:t>
            </a:r>
            <a:r>
              <a:rPr lang="en-US" altLang="ko-KR">
                <a:ea typeface="맑은 고딕"/>
                <a:hlinkClick r:id="rId4"/>
              </a:rPr>
              <a:t>products</a:t>
            </a:r>
            <a:r>
              <a:rPr lang="ko-KR">
                <a:ea typeface="맑은 고딕"/>
                <a:hlinkClick r:id="rId4"/>
              </a:rPr>
              <a:t>/</a:t>
            </a:r>
            <a:r>
              <a:rPr lang="en-US" altLang="ko-KR">
                <a:ea typeface="맑은 고딕"/>
                <a:hlinkClick r:id="rId4"/>
              </a:rPr>
              <a:t>fasoo-data-radar</a:t>
            </a:r>
            <a:endParaRPr lang="ko-KR">
              <a:ea typeface="맑은 고딕"/>
            </a:endParaRPr>
          </a:p>
          <a:p>
            <a:r>
              <a:rPr lang="ko-KR">
                <a:ea typeface="맑은 고딕"/>
              </a:rPr>
              <a:t>[</a:t>
            </a:r>
            <a:r>
              <a:rPr lang="en-US" altLang="ko-KR">
                <a:ea typeface="맑은 고딕"/>
              </a:rPr>
              <a:t>F3</a:t>
            </a:r>
            <a:r>
              <a:rPr lang="ko-KR">
                <a:ea typeface="맑은 고딕"/>
              </a:rPr>
              <a:t>] </a:t>
            </a:r>
            <a:r>
              <a:rPr lang="en-US" altLang="ko-KR">
                <a:ea typeface="맑은 고딕"/>
              </a:rPr>
              <a:t>Fasoo</a:t>
            </a:r>
            <a:r>
              <a:rPr lang="ko-KR">
                <a:ea typeface="맑은 고딕"/>
              </a:rPr>
              <a:t>, </a:t>
            </a:r>
            <a:r>
              <a:rPr lang="en-US" altLang="ko-KR">
                <a:ea typeface="맑은 고딕"/>
              </a:rPr>
              <a:t>AI-R</a:t>
            </a:r>
            <a:r>
              <a:rPr lang="ko-KR" altLang="en-US">
                <a:ea typeface="맑은 고딕"/>
              </a:rPr>
              <a:t> </a:t>
            </a:r>
            <a:r>
              <a:rPr lang="ko-KR">
                <a:ea typeface="맑은 고딕"/>
              </a:rPr>
              <a:t>DLP</a:t>
            </a:r>
          </a:p>
          <a:p>
            <a:r>
              <a:rPr lang="ko-KR">
                <a:ea typeface="맑은 고딕"/>
                <a:hlinkClick r:id="rId5"/>
              </a:rPr>
              <a:t>https://www.</a:t>
            </a:r>
            <a:r>
              <a:rPr lang="en-US" altLang="ko-KR">
                <a:ea typeface="맑은 고딕"/>
                <a:hlinkClick r:id="rId5"/>
              </a:rPr>
              <a:t>fasoo</a:t>
            </a:r>
            <a:r>
              <a:rPr lang="ko-KR">
                <a:ea typeface="맑은 고딕"/>
                <a:hlinkClick r:id="rId5"/>
              </a:rPr>
              <a:t>.</a:t>
            </a:r>
            <a:r>
              <a:rPr lang="en-US" altLang="ko-KR">
                <a:ea typeface="맑은 고딕"/>
                <a:hlinkClick r:id="rId5"/>
              </a:rPr>
              <a:t>ai</a:t>
            </a:r>
            <a:r>
              <a:rPr lang="ko-KR">
                <a:ea typeface="맑은 고딕"/>
                <a:hlinkClick r:id="rId5"/>
              </a:rPr>
              <a:t>/</a:t>
            </a:r>
            <a:r>
              <a:rPr lang="en-US" altLang="ko-KR">
                <a:ea typeface="맑은 고딕"/>
                <a:hlinkClick r:id="rId5"/>
              </a:rPr>
              <a:t>products</a:t>
            </a:r>
            <a:r>
              <a:rPr lang="ko-KR">
                <a:ea typeface="맑은 고딕"/>
                <a:hlinkClick r:id="rId5"/>
              </a:rPr>
              <a:t>/</a:t>
            </a:r>
            <a:r>
              <a:rPr lang="en-US" altLang="ko-KR">
                <a:ea typeface="맑은 고딕"/>
                <a:hlinkClick r:id="rId5"/>
              </a:rPr>
              <a:t>fasoo-ai-r-dlp</a:t>
            </a:r>
            <a:endParaRPr lang="ko-KR">
              <a:ea typeface="맑은 고딕"/>
            </a:endParaRPr>
          </a:p>
          <a:p>
            <a:r>
              <a:rPr lang="ko-KR">
                <a:ea typeface="맑은 고딕"/>
              </a:rPr>
              <a:t>[</a:t>
            </a:r>
            <a:r>
              <a:rPr lang="en-US" altLang="ko-KR">
                <a:ea typeface="맑은 고딕"/>
              </a:rPr>
              <a:t>F4</a:t>
            </a:r>
            <a:r>
              <a:rPr lang="ko-KR">
                <a:ea typeface="맑은 고딕"/>
              </a:rPr>
              <a:t>] </a:t>
            </a:r>
            <a:r>
              <a:rPr lang="en-US" altLang="ko-KR">
                <a:ea typeface="맑은 고딕"/>
              </a:rPr>
              <a:t>Fasoo</a:t>
            </a:r>
            <a:r>
              <a:rPr lang="ko-KR">
                <a:ea typeface="맑은 고딕"/>
              </a:rPr>
              <a:t>, </a:t>
            </a:r>
            <a:r>
              <a:rPr lang="en-US" altLang="ko-KR">
                <a:ea typeface="맑은 고딕"/>
              </a:rPr>
              <a:t>AI-R</a:t>
            </a:r>
            <a:r>
              <a:rPr lang="ko-KR" altLang="en-US">
                <a:ea typeface="맑은 고딕"/>
              </a:rPr>
              <a:t> </a:t>
            </a:r>
            <a:r>
              <a:rPr lang="en-US" altLang="ko-KR">
                <a:ea typeface="맑은 고딕"/>
              </a:rPr>
              <a:t>Endpoint</a:t>
            </a:r>
            <a:endParaRPr lang="ko-KR">
              <a:ea typeface="맑은 고딕"/>
            </a:endParaRPr>
          </a:p>
          <a:p>
            <a:r>
              <a:rPr lang="ko-KR">
                <a:ea typeface="맑은 고딕"/>
                <a:hlinkClick r:id="rId6"/>
              </a:rPr>
              <a:t>https://www.</a:t>
            </a:r>
            <a:r>
              <a:rPr lang="en-US" altLang="ko-KR">
                <a:ea typeface="맑은 고딕"/>
                <a:hlinkClick r:id="rId6"/>
              </a:rPr>
              <a:t>fasoo</a:t>
            </a:r>
            <a:r>
              <a:rPr lang="ko-KR">
                <a:ea typeface="맑은 고딕"/>
                <a:hlinkClick r:id="rId6"/>
              </a:rPr>
              <a:t>.</a:t>
            </a:r>
            <a:r>
              <a:rPr lang="en-US" altLang="ko-KR">
                <a:ea typeface="맑은 고딕"/>
                <a:hlinkClick r:id="rId6"/>
              </a:rPr>
              <a:t>ai</a:t>
            </a:r>
            <a:r>
              <a:rPr lang="ko-KR">
                <a:ea typeface="맑은 고딕"/>
                <a:hlinkClick r:id="rId6"/>
              </a:rPr>
              <a:t>/</a:t>
            </a:r>
            <a:r>
              <a:rPr lang="en-US" altLang="ko-KR">
                <a:ea typeface="맑은 고딕"/>
                <a:hlinkClick r:id="rId6"/>
              </a:rPr>
              <a:t>products</a:t>
            </a:r>
            <a:r>
              <a:rPr lang="ko-KR">
                <a:ea typeface="맑은 고딕"/>
                <a:hlinkClick r:id="rId6"/>
              </a:rPr>
              <a:t>/</a:t>
            </a:r>
            <a:r>
              <a:rPr lang="en-US" altLang="ko-KR">
                <a:ea typeface="맑은 고딕"/>
                <a:hlinkClick r:id="rId6"/>
              </a:rPr>
              <a:t>ai-r-endpoint</a:t>
            </a:r>
            <a:endParaRPr lang="ko-KR">
              <a:ea typeface="맑은 고딕"/>
            </a:endParaRPr>
          </a:p>
          <a:p>
            <a:r>
              <a:rPr lang="ko-KR">
                <a:ea typeface="맑은 고딕"/>
              </a:rPr>
              <a:t>[</a:t>
            </a:r>
            <a:r>
              <a:rPr lang="en-US" altLang="ko-KR">
                <a:ea typeface="맑은 고딕"/>
              </a:rPr>
              <a:t>F5</a:t>
            </a:r>
            <a:r>
              <a:rPr lang="ko-KR">
                <a:ea typeface="맑은 고딕"/>
              </a:rPr>
              <a:t>] </a:t>
            </a:r>
            <a:r>
              <a:rPr lang="en-US" altLang="ko-KR">
                <a:ea typeface="맑은 고딕"/>
              </a:rPr>
              <a:t>Fasoo</a:t>
            </a:r>
            <a:r>
              <a:rPr lang="ko-KR">
                <a:ea typeface="맑은 고딕"/>
              </a:rPr>
              <a:t>, </a:t>
            </a:r>
            <a:r>
              <a:rPr lang="en-US" altLang="ko-KR">
                <a:ea typeface="맑은 고딕"/>
              </a:rPr>
              <a:t>AI-R</a:t>
            </a:r>
            <a:r>
              <a:rPr lang="ko-KR" altLang="en-US">
                <a:ea typeface="맑은 고딕"/>
              </a:rPr>
              <a:t> </a:t>
            </a:r>
            <a:r>
              <a:rPr lang="en-US" altLang="ko-KR">
                <a:ea typeface="맑은 고딕"/>
              </a:rPr>
              <a:t>Gateway</a:t>
            </a:r>
            <a:endParaRPr lang="ko-KR">
              <a:ea typeface="맑은 고딕"/>
            </a:endParaRPr>
          </a:p>
          <a:p>
            <a:r>
              <a:rPr lang="ko-KR">
                <a:ea typeface="맑은 고딕"/>
                <a:hlinkClick r:id="rId7"/>
              </a:rPr>
              <a:t>https://www.</a:t>
            </a:r>
            <a:r>
              <a:rPr lang="en-US" altLang="ko-KR">
                <a:ea typeface="맑은 고딕"/>
                <a:hlinkClick r:id="rId7"/>
              </a:rPr>
              <a:t>fasoo</a:t>
            </a:r>
            <a:r>
              <a:rPr lang="ko-KR">
                <a:ea typeface="맑은 고딕"/>
                <a:hlinkClick r:id="rId7"/>
              </a:rPr>
              <a:t>.</a:t>
            </a:r>
            <a:r>
              <a:rPr lang="en-US" altLang="ko-KR">
                <a:ea typeface="맑은 고딕"/>
                <a:hlinkClick r:id="rId7"/>
              </a:rPr>
              <a:t>ai</a:t>
            </a:r>
            <a:r>
              <a:rPr lang="ko-KR">
                <a:ea typeface="맑은 고딕"/>
                <a:hlinkClick r:id="rId7"/>
              </a:rPr>
              <a:t>/</a:t>
            </a:r>
            <a:r>
              <a:rPr lang="en-US" altLang="ko-KR">
                <a:ea typeface="맑은 고딕"/>
                <a:hlinkClick r:id="rId7"/>
              </a:rPr>
              <a:t>products</a:t>
            </a:r>
            <a:r>
              <a:rPr lang="ko-KR">
                <a:ea typeface="맑은 고딕"/>
                <a:hlinkClick r:id="rId7"/>
              </a:rPr>
              <a:t>/</a:t>
            </a:r>
            <a:r>
              <a:rPr lang="en-US" altLang="ko-KR">
                <a:ea typeface="맑은 고딕"/>
                <a:hlinkClick r:id="rId7"/>
              </a:rPr>
              <a:t>ai-r-gateway</a:t>
            </a:r>
            <a:endParaRPr lang="ko-KR">
              <a:ea typeface="맑은 고딕"/>
            </a:endParaRPr>
          </a:p>
          <a:p>
            <a:r>
              <a:rPr lang="ko-KR">
                <a:ea typeface="맑은 고딕"/>
              </a:rPr>
              <a:t>[</a:t>
            </a:r>
            <a:r>
              <a:rPr lang="en-US" altLang="ko-KR">
                <a:ea typeface="맑은 고딕"/>
              </a:rPr>
              <a:t>F6</a:t>
            </a:r>
            <a:r>
              <a:rPr lang="ko-KR">
                <a:ea typeface="맑은 고딕"/>
              </a:rPr>
              <a:t>] </a:t>
            </a:r>
            <a:r>
              <a:rPr lang="en-US" altLang="ko-KR">
                <a:ea typeface="맑은 고딕"/>
              </a:rPr>
              <a:t>Fasoo</a:t>
            </a:r>
            <a:r>
              <a:rPr lang="ko-KR">
                <a:ea typeface="맑은 고딕"/>
              </a:rPr>
              <a:t>, </a:t>
            </a:r>
            <a:r>
              <a:rPr lang="en-US" altLang="ko-KR">
                <a:ea typeface="맑은 고딕"/>
              </a:rPr>
              <a:t>AI-R</a:t>
            </a:r>
            <a:r>
              <a:rPr lang="ko-KR" altLang="en-US">
                <a:ea typeface="맑은 고딕"/>
              </a:rPr>
              <a:t> </a:t>
            </a:r>
            <a:r>
              <a:rPr lang="en-US" altLang="ko-KR">
                <a:ea typeface="맑은 고딕"/>
              </a:rPr>
              <a:t>Bridge</a:t>
            </a:r>
            <a:endParaRPr lang="ko-KR">
              <a:ea typeface="맑은 고딕"/>
            </a:endParaRPr>
          </a:p>
          <a:p>
            <a:r>
              <a:rPr lang="ko-KR">
                <a:ea typeface="맑은 고딕"/>
                <a:hlinkClick r:id="rId8"/>
              </a:rPr>
              <a:t>https://www.</a:t>
            </a:r>
            <a:r>
              <a:rPr lang="en-US" altLang="ko-KR">
                <a:ea typeface="맑은 고딕"/>
                <a:hlinkClick r:id="rId8"/>
              </a:rPr>
              <a:t>fasoo</a:t>
            </a:r>
            <a:r>
              <a:rPr lang="ko-KR">
                <a:ea typeface="맑은 고딕"/>
                <a:hlinkClick r:id="rId8"/>
              </a:rPr>
              <a:t>.</a:t>
            </a:r>
            <a:r>
              <a:rPr lang="en-US" altLang="ko-KR">
                <a:ea typeface="맑은 고딕"/>
                <a:hlinkClick r:id="rId8"/>
              </a:rPr>
              <a:t>ai</a:t>
            </a:r>
            <a:r>
              <a:rPr lang="ko-KR">
                <a:ea typeface="맑은 고딕"/>
                <a:hlinkClick r:id="rId8"/>
              </a:rPr>
              <a:t>/</a:t>
            </a:r>
            <a:r>
              <a:rPr lang="en-US" altLang="ko-KR">
                <a:ea typeface="맑은 고딕"/>
                <a:hlinkClick r:id="rId8"/>
              </a:rPr>
              <a:t>products</a:t>
            </a:r>
            <a:r>
              <a:rPr lang="ko-KR">
                <a:ea typeface="맑은 고딕"/>
                <a:hlinkClick r:id="rId8"/>
              </a:rPr>
              <a:t>/</a:t>
            </a:r>
            <a:r>
              <a:rPr lang="en-US" altLang="ko-KR">
                <a:ea typeface="맑은 고딕"/>
                <a:hlinkClick r:id="rId8"/>
              </a:rPr>
              <a:t>ai-r-bridge</a:t>
            </a:r>
            <a:endParaRPr lang="ko-KR">
              <a:ea typeface="맑은 고딕"/>
            </a:endParaRPr>
          </a:p>
          <a:p>
            <a:r>
              <a:rPr lang="ko-KR">
                <a:ea typeface="맑은 고딕"/>
              </a:rPr>
              <a:t>[</a:t>
            </a:r>
            <a:r>
              <a:rPr lang="en-US" altLang="ko-KR">
                <a:ea typeface="맑은 고딕"/>
              </a:rPr>
              <a:t>F8</a:t>
            </a:r>
            <a:r>
              <a:rPr lang="ko-KR">
                <a:ea typeface="맑은 고딕"/>
              </a:rPr>
              <a:t>] </a:t>
            </a:r>
            <a:r>
              <a:rPr lang="en-US" altLang="ko-KR">
                <a:ea typeface="맑은 고딕"/>
              </a:rPr>
              <a:t>Fasoo</a:t>
            </a:r>
            <a:r>
              <a:rPr lang="ko-KR">
                <a:ea typeface="맑은 고딕"/>
              </a:rPr>
              <a:t>, </a:t>
            </a:r>
            <a:r>
              <a:rPr lang="en-US" altLang="ko-KR">
                <a:ea typeface="맑은 고딕"/>
              </a:rPr>
              <a:t>Fasoo</a:t>
            </a:r>
            <a:r>
              <a:rPr lang="ko-KR" altLang="en-US">
                <a:ea typeface="맑은 고딕"/>
              </a:rPr>
              <a:t> </a:t>
            </a:r>
            <a:r>
              <a:rPr lang="en-US" altLang="ko-KR">
                <a:ea typeface="맑은 고딕"/>
              </a:rPr>
              <a:t>Smart</a:t>
            </a:r>
            <a:r>
              <a:rPr lang="ko-KR" altLang="en-US">
                <a:ea typeface="맑은 고딕"/>
              </a:rPr>
              <a:t> </a:t>
            </a:r>
            <a:r>
              <a:rPr lang="en-US" altLang="ko-KR">
                <a:ea typeface="맑은 고딕"/>
              </a:rPr>
              <a:t>Screen</a:t>
            </a:r>
            <a:r>
              <a:rPr lang="ko-KR" altLang="en-US">
                <a:ea typeface="맑은 고딕"/>
              </a:rPr>
              <a:t> </a:t>
            </a:r>
            <a:r>
              <a:rPr lang="ko-KR">
                <a:ea typeface="맑은 고딕"/>
              </a:rPr>
              <a:t>(</a:t>
            </a:r>
            <a:r>
              <a:rPr lang="en-US" altLang="ko-KR">
                <a:ea typeface="맑은 고딕"/>
              </a:rPr>
              <a:t>FSS</a:t>
            </a:r>
            <a:r>
              <a:rPr lang="ko-KR">
                <a:ea typeface="맑은 고딕"/>
              </a:rPr>
              <a:t>)</a:t>
            </a:r>
          </a:p>
          <a:p>
            <a:r>
              <a:rPr lang="ko-KR">
                <a:ea typeface="맑은 고딕"/>
                <a:hlinkClick r:id="rId9"/>
              </a:rPr>
              <a:t>https://www.</a:t>
            </a:r>
            <a:r>
              <a:rPr lang="en-US" altLang="ko-KR">
                <a:ea typeface="맑은 고딕"/>
                <a:hlinkClick r:id="rId9"/>
              </a:rPr>
              <a:t>fasoo</a:t>
            </a:r>
            <a:r>
              <a:rPr lang="ko-KR">
                <a:ea typeface="맑은 고딕"/>
                <a:hlinkClick r:id="rId9"/>
              </a:rPr>
              <a:t>.</a:t>
            </a:r>
            <a:r>
              <a:rPr lang="en-US" altLang="ko-KR">
                <a:ea typeface="맑은 고딕"/>
                <a:hlinkClick r:id="rId9"/>
              </a:rPr>
              <a:t>ai</a:t>
            </a:r>
            <a:r>
              <a:rPr lang="ko-KR">
                <a:ea typeface="맑은 고딕"/>
                <a:hlinkClick r:id="rId9"/>
              </a:rPr>
              <a:t>/</a:t>
            </a:r>
            <a:r>
              <a:rPr lang="en-US" altLang="ko-KR">
                <a:ea typeface="맑은 고딕"/>
                <a:hlinkClick r:id="rId9"/>
              </a:rPr>
              <a:t>products</a:t>
            </a:r>
            <a:r>
              <a:rPr lang="ko-KR">
                <a:ea typeface="맑은 고딕"/>
                <a:hlinkClick r:id="rId9"/>
              </a:rPr>
              <a:t>/</a:t>
            </a:r>
            <a:r>
              <a:rPr lang="en-US" altLang="ko-KR">
                <a:ea typeface="맑은 고딕"/>
                <a:hlinkClick r:id="rId9"/>
              </a:rPr>
              <a:t>fasoo-smart-screen</a:t>
            </a:r>
            <a:endParaRPr lang="ko-KR">
              <a:ea typeface="맑은 고딕"/>
            </a:endParaRPr>
          </a:p>
          <a:p>
            <a:r>
              <a:rPr lang="ko-KR">
                <a:ea typeface="맑은 고딕"/>
              </a:rPr>
              <a:t>[</a:t>
            </a:r>
            <a:r>
              <a:rPr lang="en-US" altLang="ko-KR">
                <a:ea typeface="맑은 고딕"/>
              </a:rPr>
              <a:t>F9</a:t>
            </a:r>
            <a:r>
              <a:rPr lang="ko-KR">
                <a:ea typeface="맑은 고딕"/>
              </a:rPr>
              <a:t>] </a:t>
            </a:r>
            <a:r>
              <a:rPr lang="en-US" altLang="ko-KR">
                <a:ea typeface="맑은 고딕"/>
              </a:rPr>
              <a:t>Fasoo</a:t>
            </a:r>
            <a:r>
              <a:rPr lang="ko-KR">
                <a:ea typeface="맑은 고딕"/>
              </a:rPr>
              <a:t>, </a:t>
            </a:r>
            <a:r>
              <a:rPr lang="en-US" altLang="ko-KR">
                <a:ea typeface="맑은 고딕"/>
              </a:rPr>
              <a:t>Fasoo</a:t>
            </a:r>
            <a:r>
              <a:rPr lang="ko-KR" altLang="en-US">
                <a:ea typeface="맑은 고딕"/>
              </a:rPr>
              <a:t> </a:t>
            </a:r>
            <a:r>
              <a:rPr lang="en-US" altLang="ko-KR">
                <a:ea typeface="맑은 고딕"/>
              </a:rPr>
              <a:t>Smart</a:t>
            </a:r>
            <a:r>
              <a:rPr lang="ko-KR" altLang="en-US">
                <a:ea typeface="맑은 고딕"/>
              </a:rPr>
              <a:t> </a:t>
            </a:r>
            <a:r>
              <a:rPr lang="en-US" altLang="ko-KR">
                <a:ea typeface="맑은 고딕"/>
              </a:rPr>
              <a:t>Print</a:t>
            </a:r>
            <a:r>
              <a:rPr lang="ko-KR" altLang="en-US">
                <a:ea typeface="맑은 고딕"/>
              </a:rPr>
              <a:t> </a:t>
            </a:r>
            <a:r>
              <a:rPr lang="ko-KR">
                <a:ea typeface="맑은 고딕"/>
              </a:rPr>
              <a:t>(</a:t>
            </a:r>
            <a:r>
              <a:rPr lang="en-US" altLang="ko-KR">
                <a:ea typeface="맑은 고딕"/>
              </a:rPr>
              <a:t>FSP</a:t>
            </a:r>
            <a:r>
              <a:rPr lang="ko-KR">
                <a:ea typeface="맑은 고딕"/>
              </a:rPr>
              <a:t>)</a:t>
            </a:r>
          </a:p>
          <a:p>
            <a:r>
              <a:rPr lang="ko-KR">
                <a:ea typeface="맑은 고딕"/>
                <a:hlinkClick r:id="rId10"/>
              </a:rPr>
              <a:t>https://www.</a:t>
            </a:r>
            <a:r>
              <a:rPr lang="en-US" altLang="ko-KR">
                <a:ea typeface="맑은 고딕"/>
                <a:hlinkClick r:id="rId10"/>
              </a:rPr>
              <a:t>fasoo</a:t>
            </a:r>
            <a:r>
              <a:rPr lang="ko-KR">
                <a:ea typeface="맑은 고딕"/>
                <a:hlinkClick r:id="rId10"/>
              </a:rPr>
              <a:t>.</a:t>
            </a:r>
            <a:r>
              <a:rPr lang="en-US" altLang="ko-KR">
                <a:ea typeface="맑은 고딕"/>
                <a:hlinkClick r:id="rId10"/>
              </a:rPr>
              <a:t>ai</a:t>
            </a:r>
            <a:r>
              <a:rPr lang="ko-KR">
                <a:ea typeface="맑은 고딕"/>
                <a:hlinkClick r:id="rId10"/>
              </a:rPr>
              <a:t>/</a:t>
            </a:r>
            <a:r>
              <a:rPr lang="en-US" altLang="ko-KR">
                <a:ea typeface="맑은 고딕"/>
                <a:hlinkClick r:id="rId10"/>
              </a:rPr>
              <a:t>products</a:t>
            </a:r>
            <a:r>
              <a:rPr lang="ko-KR">
                <a:ea typeface="맑은 고딕"/>
                <a:hlinkClick r:id="rId10"/>
              </a:rPr>
              <a:t>/</a:t>
            </a:r>
            <a:r>
              <a:rPr lang="en-US" altLang="ko-KR">
                <a:ea typeface="맑은 고딕"/>
                <a:hlinkClick r:id="rId10"/>
              </a:rPr>
              <a:t>fasoo-smart-print</a:t>
            </a:r>
            <a:endParaRPr lang="ko-KR">
              <a:ea typeface="맑은 고딕"/>
            </a:endParaRPr>
          </a:p>
          <a:p>
            <a:r>
              <a:rPr lang="ko-KR">
                <a:ea typeface="맑은 고딕"/>
              </a:rPr>
              <a:t>[</a:t>
            </a:r>
            <a:r>
              <a:rPr lang="en-US" altLang="ko-KR">
                <a:ea typeface="맑은 고딕"/>
              </a:rPr>
              <a:t>F10</a:t>
            </a:r>
            <a:r>
              <a:rPr lang="ko-KR">
                <a:ea typeface="맑은 고딕"/>
              </a:rPr>
              <a:t>] </a:t>
            </a:r>
            <a:r>
              <a:rPr lang="en-US" altLang="ko-KR">
                <a:ea typeface="맑은 고딕"/>
              </a:rPr>
              <a:t>Fasoo</a:t>
            </a:r>
            <a:r>
              <a:rPr lang="ko-KR">
                <a:ea typeface="맑은 고딕"/>
              </a:rPr>
              <a:t>, </a:t>
            </a:r>
            <a:r>
              <a:rPr lang="en-US" altLang="ko-KR">
                <a:ea typeface="맑은 고딕"/>
              </a:rPr>
              <a:t>Fasoo</a:t>
            </a:r>
            <a:r>
              <a:rPr lang="ko-KR" altLang="en-US">
                <a:ea typeface="맑은 고딕"/>
              </a:rPr>
              <a:t> </a:t>
            </a:r>
            <a:r>
              <a:rPr lang="en-US" altLang="ko-KR">
                <a:ea typeface="맑은 고딕"/>
              </a:rPr>
              <a:t>Secure</a:t>
            </a:r>
            <a:r>
              <a:rPr lang="ko-KR" altLang="en-US">
                <a:ea typeface="맑은 고딕"/>
              </a:rPr>
              <a:t> </a:t>
            </a:r>
            <a:r>
              <a:rPr lang="en-US" altLang="ko-KR">
                <a:ea typeface="맑은 고딕"/>
              </a:rPr>
              <a:t>Mail</a:t>
            </a:r>
            <a:r>
              <a:rPr lang="ko-KR" altLang="en-US">
                <a:ea typeface="맑은 고딕"/>
              </a:rPr>
              <a:t> </a:t>
            </a:r>
            <a:r>
              <a:rPr lang="en-US" altLang="ko-KR">
                <a:ea typeface="맑은 고딕"/>
              </a:rPr>
              <a:t>(FSM)</a:t>
            </a:r>
            <a:endParaRPr lang="ko-KR">
              <a:ea typeface="맑은 고딕"/>
            </a:endParaRPr>
          </a:p>
          <a:p>
            <a:r>
              <a:rPr lang="ko-KR">
                <a:ea typeface="맑은 고딕"/>
                <a:hlinkClick r:id="rId11"/>
              </a:rPr>
              <a:t>https://www.</a:t>
            </a:r>
            <a:r>
              <a:rPr lang="en-US" altLang="ko-KR">
                <a:ea typeface="맑은 고딕"/>
                <a:hlinkClick r:id="rId11"/>
              </a:rPr>
              <a:t>fasoo</a:t>
            </a:r>
            <a:r>
              <a:rPr lang="ko-KR">
                <a:ea typeface="맑은 고딕"/>
                <a:hlinkClick r:id="rId11"/>
              </a:rPr>
              <a:t>.</a:t>
            </a:r>
            <a:r>
              <a:rPr lang="en-US" altLang="ko-KR">
                <a:ea typeface="맑은 고딕"/>
                <a:hlinkClick r:id="rId11"/>
              </a:rPr>
              <a:t>ai</a:t>
            </a:r>
            <a:r>
              <a:rPr lang="ko-KR">
                <a:ea typeface="맑은 고딕"/>
                <a:hlinkClick r:id="rId11"/>
              </a:rPr>
              <a:t>/</a:t>
            </a:r>
            <a:r>
              <a:rPr lang="en-US" altLang="ko-KR">
                <a:ea typeface="맑은 고딕"/>
                <a:hlinkClick r:id="rId11"/>
              </a:rPr>
              <a:t>products</a:t>
            </a:r>
            <a:r>
              <a:rPr lang="ko-KR">
                <a:ea typeface="맑은 고딕"/>
                <a:hlinkClick r:id="rId11"/>
              </a:rPr>
              <a:t>/</a:t>
            </a:r>
            <a:r>
              <a:rPr lang="en-US" altLang="ko-KR">
                <a:ea typeface="맑은 고딕"/>
                <a:hlinkClick r:id="rId11"/>
              </a:rPr>
              <a:t>fasoo-secure-mail</a:t>
            </a:r>
            <a:endParaRPr lang="ko-KR">
              <a:ea typeface="맑은 고딕"/>
            </a:endParaRPr>
          </a:p>
          <a:p>
            <a:endParaRPr lang="ko-KR">
              <a:ea typeface="맑은 고딕"/>
            </a:endParaRPr>
          </a:p>
          <a:p>
            <a:endParaRPr lang="en-US" altLang="ko-KR">
              <a:latin typeface="Calibri"/>
              <a:ea typeface="Calibri"/>
              <a:cs typeface="Calibri"/>
            </a:endParaRPr>
          </a:p>
        </p:txBody>
      </p:sp>
      <p:sp>
        <p:nvSpPr>
          <p:cNvPr id="4" name="슬라이드 번호 개체 틀 3">
            <a:extLst>
              <a:ext uri="{FF2B5EF4-FFF2-40B4-BE49-F238E27FC236}">
                <a16:creationId xmlns:a16="http://schemas.microsoft.com/office/drawing/2014/main" id="{5AF62EB9-E99E-5E93-8590-C542512548A9}"/>
              </a:ext>
            </a:extLst>
          </p:cNvPr>
          <p:cNvSpPr>
            <a:spLocks noGrp="1"/>
          </p:cNvSpPr>
          <p:nvPr>
            <p:ph type="sldNum" sz="quarter" idx="5"/>
          </p:nvPr>
        </p:nvSpPr>
        <p:spPr/>
        <p:txBody>
          <a:bodyPr/>
          <a:lstStyle/>
          <a:p>
            <a:fld id="{2B4D4D96-940C-4183-92F1-CDDC2839BE9F}" type="slidenum">
              <a:rPr lang="ko-KR" altLang="en-US" smtClean="0"/>
              <a:t>28</a:t>
            </a:fld>
            <a:endParaRPr lang="ko-KR" altLang="en-US"/>
          </a:p>
        </p:txBody>
      </p:sp>
    </p:spTree>
    <p:extLst>
      <p:ext uri="{BB962C8B-B14F-4D97-AF65-F5344CB8AC3E}">
        <p14:creationId xmlns:p14="http://schemas.microsoft.com/office/powerpoint/2010/main" val="319569656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E0DD4C-F00F-E0A1-F84D-EE7627BE6CE5}"/>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F49EECDF-73FF-9E73-0157-EC26FF3A8E5F}"/>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1D36C637-6F8D-884D-C740-6F0FA2BDBC3A}"/>
              </a:ext>
            </a:extLst>
          </p:cNvPr>
          <p:cNvSpPr>
            <a:spLocks noGrp="1"/>
          </p:cNvSpPr>
          <p:nvPr>
            <p:ph type="body" idx="1"/>
          </p:nvPr>
        </p:nvSpPr>
        <p:spPr/>
        <p:txBody>
          <a:bodyPr/>
          <a:lstStyle/>
          <a:p>
            <a:r>
              <a:rPr lang="ko-KR"/>
              <a:t>References:</a:t>
            </a:r>
          </a:p>
          <a:p>
            <a:r>
              <a:rPr lang="ko-KR"/>
              <a:t>[</a:t>
            </a:r>
            <a:r>
              <a:rPr lang="en-US" altLang="ko-KR"/>
              <a:t>F1</a:t>
            </a:r>
            <a:r>
              <a:rPr lang="ko-KR"/>
              <a:t>] </a:t>
            </a:r>
            <a:r>
              <a:rPr lang="en-US" altLang="ko-KR"/>
              <a:t>Fasoo</a:t>
            </a:r>
            <a:r>
              <a:rPr lang="ko-KR"/>
              <a:t>, </a:t>
            </a:r>
            <a:r>
              <a:rPr lang="en-US" altLang="ko-KR"/>
              <a:t>Fasoo</a:t>
            </a:r>
            <a:r>
              <a:rPr lang="ko-KR" altLang="en-US"/>
              <a:t> </a:t>
            </a:r>
            <a:r>
              <a:rPr lang="en-US" altLang="ko-KR"/>
              <a:t>Enterprise</a:t>
            </a:r>
            <a:r>
              <a:rPr lang="ko-KR" altLang="en-US"/>
              <a:t> </a:t>
            </a:r>
            <a:r>
              <a:rPr lang="en-US" altLang="ko-KR"/>
              <a:t>DRM</a:t>
            </a:r>
            <a:r>
              <a:rPr lang="ko-KR" altLang="en-US"/>
              <a:t> </a:t>
            </a:r>
            <a:r>
              <a:rPr lang="ko-KR"/>
              <a:t>(</a:t>
            </a:r>
            <a:r>
              <a:rPr lang="en-US" altLang="ko-KR"/>
              <a:t>FED</a:t>
            </a:r>
            <a:r>
              <a:rPr lang="ko-KR"/>
              <a:t>)</a:t>
            </a:r>
          </a:p>
          <a:p>
            <a:r>
              <a:rPr lang="ko-KR">
                <a:hlinkClick r:id="rId3"/>
              </a:rPr>
              <a:t>https://www.</a:t>
            </a:r>
            <a:r>
              <a:rPr lang="en-US" altLang="ko-KR">
                <a:hlinkClick r:id="rId3"/>
              </a:rPr>
              <a:t>fasoo</a:t>
            </a:r>
            <a:r>
              <a:rPr lang="ko-KR">
                <a:hlinkClick r:id="rId3"/>
              </a:rPr>
              <a:t>.</a:t>
            </a:r>
            <a:r>
              <a:rPr lang="en-US" altLang="ko-KR">
                <a:hlinkClick r:id="rId3"/>
              </a:rPr>
              <a:t>ai</a:t>
            </a:r>
            <a:r>
              <a:rPr lang="ko-KR">
                <a:hlinkClick r:id="rId3"/>
              </a:rPr>
              <a:t>/</a:t>
            </a:r>
            <a:r>
              <a:rPr lang="en-US" altLang="ko-KR">
                <a:hlinkClick r:id="rId3"/>
              </a:rPr>
              <a:t>products</a:t>
            </a:r>
            <a:r>
              <a:rPr lang="ko-KR">
                <a:hlinkClick r:id="rId3"/>
              </a:rPr>
              <a:t>/</a:t>
            </a:r>
            <a:r>
              <a:rPr lang="en-US" altLang="ko-KR">
                <a:hlinkClick r:id="rId3"/>
              </a:rPr>
              <a:t>fasoo-enterprise-drm</a:t>
            </a:r>
            <a:endParaRPr lang="ko-KR"/>
          </a:p>
          <a:p>
            <a:r>
              <a:rPr lang="ko-KR"/>
              <a:t>[</a:t>
            </a:r>
            <a:r>
              <a:rPr lang="en-US" altLang="ko-KR"/>
              <a:t>F2</a:t>
            </a:r>
            <a:r>
              <a:rPr lang="ko-KR"/>
              <a:t>] </a:t>
            </a:r>
            <a:r>
              <a:rPr lang="en-US" altLang="ko-KR"/>
              <a:t>Fasoo</a:t>
            </a:r>
            <a:r>
              <a:rPr lang="ko-KR"/>
              <a:t>, </a:t>
            </a:r>
            <a:r>
              <a:rPr lang="en-US" altLang="ko-KR"/>
              <a:t>Fasoo</a:t>
            </a:r>
            <a:r>
              <a:rPr lang="ko-KR" altLang="en-US"/>
              <a:t> </a:t>
            </a:r>
            <a:r>
              <a:rPr lang="en-US" altLang="ko-KR"/>
              <a:t>Data</a:t>
            </a:r>
            <a:r>
              <a:rPr lang="ko-KR" altLang="en-US"/>
              <a:t> </a:t>
            </a:r>
            <a:r>
              <a:rPr lang="en-US" altLang="ko-KR"/>
              <a:t>Radar</a:t>
            </a:r>
            <a:r>
              <a:rPr lang="ko-KR" altLang="en-US"/>
              <a:t> </a:t>
            </a:r>
            <a:r>
              <a:rPr lang="ko-KR"/>
              <a:t>(</a:t>
            </a:r>
            <a:r>
              <a:rPr lang="en-US" altLang="ko-KR"/>
              <a:t>FDR</a:t>
            </a:r>
            <a:r>
              <a:rPr lang="ko-KR"/>
              <a:t>)</a:t>
            </a:r>
          </a:p>
          <a:p>
            <a:r>
              <a:rPr lang="ko-KR">
                <a:hlinkClick r:id="rId4"/>
              </a:rPr>
              <a:t>https://www.</a:t>
            </a:r>
            <a:r>
              <a:rPr lang="en-US" altLang="ko-KR">
                <a:hlinkClick r:id="rId4"/>
              </a:rPr>
              <a:t>fasoo</a:t>
            </a:r>
            <a:r>
              <a:rPr lang="ko-KR">
                <a:hlinkClick r:id="rId4"/>
              </a:rPr>
              <a:t>.</a:t>
            </a:r>
            <a:r>
              <a:rPr lang="en-US" altLang="ko-KR">
                <a:hlinkClick r:id="rId4"/>
              </a:rPr>
              <a:t>ai</a:t>
            </a:r>
            <a:r>
              <a:rPr lang="ko-KR">
                <a:hlinkClick r:id="rId4"/>
              </a:rPr>
              <a:t>/</a:t>
            </a:r>
            <a:r>
              <a:rPr lang="en-US" altLang="ko-KR">
                <a:hlinkClick r:id="rId4"/>
              </a:rPr>
              <a:t>products</a:t>
            </a:r>
            <a:r>
              <a:rPr lang="ko-KR">
                <a:hlinkClick r:id="rId4"/>
              </a:rPr>
              <a:t>/</a:t>
            </a:r>
            <a:r>
              <a:rPr lang="en-US" altLang="ko-KR">
                <a:hlinkClick r:id="rId4"/>
              </a:rPr>
              <a:t>fasoo-data-radar</a:t>
            </a:r>
            <a:endParaRPr lang="ko-KR"/>
          </a:p>
          <a:p>
            <a:r>
              <a:rPr lang="ko-KR"/>
              <a:t>[</a:t>
            </a:r>
            <a:r>
              <a:rPr lang="en-US" altLang="ko-KR"/>
              <a:t>F3</a:t>
            </a:r>
            <a:r>
              <a:rPr lang="ko-KR"/>
              <a:t>] </a:t>
            </a:r>
            <a:r>
              <a:rPr lang="en-US" altLang="ko-KR"/>
              <a:t>Fasoo</a:t>
            </a:r>
            <a:r>
              <a:rPr lang="ko-KR"/>
              <a:t>, </a:t>
            </a:r>
            <a:r>
              <a:rPr lang="en-US" altLang="ko-KR"/>
              <a:t>AI-R</a:t>
            </a:r>
            <a:r>
              <a:rPr lang="ko-KR" altLang="en-US"/>
              <a:t> </a:t>
            </a:r>
            <a:r>
              <a:rPr lang="ko-KR"/>
              <a:t>DLP</a:t>
            </a:r>
          </a:p>
          <a:p>
            <a:r>
              <a:rPr lang="ko-KR">
                <a:hlinkClick r:id="rId5"/>
              </a:rPr>
              <a:t>https://www.</a:t>
            </a:r>
            <a:r>
              <a:rPr lang="en-US" altLang="ko-KR">
                <a:hlinkClick r:id="rId5"/>
              </a:rPr>
              <a:t>fasoo</a:t>
            </a:r>
            <a:r>
              <a:rPr lang="ko-KR">
                <a:hlinkClick r:id="rId5"/>
              </a:rPr>
              <a:t>.</a:t>
            </a:r>
            <a:r>
              <a:rPr lang="en-US" altLang="ko-KR">
                <a:hlinkClick r:id="rId5"/>
              </a:rPr>
              <a:t>ai</a:t>
            </a:r>
            <a:r>
              <a:rPr lang="ko-KR">
                <a:hlinkClick r:id="rId5"/>
              </a:rPr>
              <a:t>/</a:t>
            </a:r>
            <a:r>
              <a:rPr lang="en-US" altLang="ko-KR">
                <a:hlinkClick r:id="rId5"/>
              </a:rPr>
              <a:t>products</a:t>
            </a:r>
            <a:r>
              <a:rPr lang="ko-KR">
                <a:hlinkClick r:id="rId5"/>
              </a:rPr>
              <a:t>/</a:t>
            </a:r>
            <a:r>
              <a:rPr lang="en-US" altLang="ko-KR">
                <a:hlinkClick r:id="rId5"/>
              </a:rPr>
              <a:t>fasoo-ai-r-dlp</a:t>
            </a:r>
            <a:endParaRPr lang="ko-KR"/>
          </a:p>
          <a:p>
            <a:r>
              <a:rPr lang="ko-KR"/>
              <a:t>[</a:t>
            </a:r>
            <a:r>
              <a:rPr lang="en-US" altLang="ko-KR"/>
              <a:t>F4</a:t>
            </a:r>
            <a:r>
              <a:rPr lang="ko-KR"/>
              <a:t>] </a:t>
            </a:r>
            <a:r>
              <a:rPr lang="en-US" altLang="ko-KR"/>
              <a:t>Fasoo</a:t>
            </a:r>
            <a:r>
              <a:rPr lang="ko-KR"/>
              <a:t>, </a:t>
            </a:r>
            <a:r>
              <a:rPr lang="en-US" altLang="ko-KR"/>
              <a:t>AI-R</a:t>
            </a:r>
            <a:r>
              <a:rPr lang="ko-KR" altLang="en-US"/>
              <a:t> </a:t>
            </a:r>
            <a:r>
              <a:rPr lang="en-US" altLang="ko-KR"/>
              <a:t>Endpoint</a:t>
            </a:r>
            <a:endParaRPr lang="ko-KR"/>
          </a:p>
          <a:p>
            <a:r>
              <a:rPr lang="ko-KR">
                <a:hlinkClick r:id="rId6"/>
              </a:rPr>
              <a:t>https://www.</a:t>
            </a:r>
            <a:r>
              <a:rPr lang="en-US" altLang="ko-KR">
                <a:hlinkClick r:id="rId6"/>
              </a:rPr>
              <a:t>fasoo</a:t>
            </a:r>
            <a:r>
              <a:rPr lang="ko-KR">
                <a:hlinkClick r:id="rId6"/>
              </a:rPr>
              <a:t>.</a:t>
            </a:r>
            <a:r>
              <a:rPr lang="en-US" altLang="ko-KR">
                <a:hlinkClick r:id="rId6"/>
              </a:rPr>
              <a:t>ai</a:t>
            </a:r>
            <a:r>
              <a:rPr lang="ko-KR">
                <a:hlinkClick r:id="rId6"/>
              </a:rPr>
              <a:t>/</a:t>
            </a:r>
            <a:r>
              <a:rPr lang="en-US" altLang="ko-KR">
                <a:hlinkClick r:id="rId6"/>
              </a:rPr>
              <a:t>products</a:t>
            </a:r>
            <a:r>
              <a:rPr lang="ko-KR">
                <a:hlinkClick r:id="rId6"/>
              </a:rPr>
              <a:t>/</a:t>
            </a:r>
            <a:r>
              <a:rPr lang="en-US" altLang="ko-KR">
                <a:hlinkClick r:id="rId6"/>
              </a:rPr>
              <a:t>ai-r-endpoint</a:t>
            </a:r>
            <a:endParaRPr lang="ko-KR"/>
          </a:p>
          <a:p>
            <a:r>
              <a:rPr lang="ko-KR"/>
              <a:t>[</a:t>
            </a:r>
            <a:r>
              <a:rPr lang="en-US" altLang="ko-KR"/>
              <a:t>F5</a:t>
            </a:r>
            <a:r>
              <a:rPr lang="ko-KR"/>
              <a:t>] </a:t>
            </a:r>
            <a:r>
              <a:rPr lang="en-US" altLang="ko-KR"/>
              <a:t>Fasoo</a:t>
            </a:r>
            <a:r>
              <a:rPr lang="ko-KR"/>
              <a:t>, </a:t>
            </a:r>
            <a:r>
              <a:rPr lang="en-US" altLang="ko-KR"/>
              <a:t>AI-R</a:t>
            </a:r>
            <a:r>
              <a:rPr lang="ko-KR" altLang="en-US"/>
              <a:t> </a:t>
            </a:r>
            <a:r>
              <a:rPr lang="en-US" altLang="ko-KR"/>
              <a:t>Gateway</a:t>
            </a:r>
            <a:endParaRPr lang="ko-KR"/>
          </a:p>
          <a:p>
            <a:r>
              <a:rPr lang="ko-KR">
                <a:hlinkClick r:id="rId7"/>
              </a:rPr>
              <a:t>https://www.</a:t>
            </a:r>
            <a:r>
              <a:rPr lang="en-US" altLang="ko-KR">
                <a:hlinkClick r:id="rId7"/>
              </a:rPr>
              <a:t>fasoo</a:t>
            </a:r>
            <a:r>
              <a:rPr lang="ko-KR">
                <a:hlinkClick r:id="rId7"/>
              </a:rPr>
              <a:t>.</a:t>
            </a:r>
            <a:r>
              <a:rPr lang="en-US" altLang="ko-KR">
                <a:hlinkClick r:id="rId7"/>
              </a:rPr>
              <a:t>ai</a:t>
            </a:r>
            <a:r>
              <a:rPr lang="ko-KR">
                <a:hlinkClick r:id="rId7"/>
              </a:rPr>
              <a:t>/</a:t>
            </a:r>
            <a:r>
              <a:rPr lang="en-US" altLang="ko-KR">
                <a:hlinkClick r:id="rId7"/>
              </a:rPr>
              <a:t>products</a:t>
            </a:r>
            <a:r>
              <a:rPr lang="ko-KR">
                <a:hlinkClick r:id="rId7"/>
              </a:rPr>
              <a:t>/</a:t>
            </a:r>
            <a:r>
              <a:rPr lang="en-US" altLang="ko-KR">
                <a:hlinkClick r:id="rId7"/>
              </a:rPr>
              <a:t>ai-r-gateway</a:t>
            </a:r>
            <a:endParaRPr lang="ko-KR"/>
          </a:p>
          <a:p>
            <a:r>
              <a:rPr lang="ko-KR"/>
              <a:t>[</a:t>
            </a:r>
            <a:r>
              <a:rPr lang="en-US" altLang="ko-KR"/>
              <a:t>F6</a:t>
            </a:r>
            <a:r>
              <a:rPr lang="ko-KR"/>
              <a:t>] </a:t>
            </a:r>
            <a:r>
              <a:rPr lang="en-US" altLang="ko-KR"/>
              <a:t>Fasoo</a:t>
            </a:r>
            <a:r>
              <a:rPr lang="ko-KR"/>
              <a:t>, </a:t>
            </a:r>
            <a:r>
              <a:rPr lang="en-US" altLang="ko-KR"/>
              <a:t>AI-R</a:t>
            </a:r>
            <a:r>
              <a:rPr lang="ko-KR" altLang="en-US"/>
              <a:t> </a:t>
            </a:r>
            <a:r>
              <a:rPr lang="en-US" altLang="ko-KR"/>
              <a:t>Bridge</a:t>
            </a:r>
            <a:endParaRPr lang="ko-KR"/>
          </a:p>
          <a:p>
            <a:r>
              <a:rPr lang="ko-KR">
                <a:hlinkClick r:id="rId8"/>
              </a:rPr>
              <a:t>https://www.</a:t>
            </a:r>
            <a:r>
              <a:rPr lang="en-US" altLang="ko-KR">
                <a:hlinkClick r:id="rId8"/>
              </a:rPr>
              <a:t>fasoo</a:t>
            </a:r>
            <a:r>
              <a:rPr lang="ko-KR">
                <a:hlinkClick r:id="rId8"/>
              </a:rPr>
              <a:t>.</a:t>
            </a:r>
            <a:r>
              <a:rPr lang="en-US" altLang="ko-KR">
                <a:hlinkClick r:id="rId8"/>
              </a:rPr>
              <a:t>ai</a:t>
            </a:r>
            <a:r>
              <a:rPr lang="ko-KR">
                <a:hlinkClick r:id="rId8"/>
              </a:rPr>
              <a:t>/</a:t>
            </a:r>
            <a:r>
              <a:rPr lang="en-US" altLang="ko-KR">
                <a:hlinkClick r:id="rId8"/>
              </a:rPr>
              <a:t>products</a:t>
            </a:r>
            <a:r>
              <a:rPr lang="ko-KR">
                <a:hlinkClick r:id="rId8"/>
              </a:rPr>
              <a:t>/</a:t>
            </a:r>
            <a:r>
              <a:rPr lang="en-US" altLang="ko-KR">
                <a:hlinkClick r:id="rId8"/>
              </a:rPr>
              <a:t>ai-r-bridge</a:t>
            </a:r>
            <a:endParaRPr lang="ko-KR"/>
          </a:p>
          <a:p>
            <a:r>
              <a:rPr lang="ko-KR"/>
              <a:t>[</a:t>
            </a:r>
            <a:r>
              <a:rPr lang="en-US" altLang="ko-KR"/>
              <a:t>F8</a:t>
            </a:r>
            <a:r>
              <a:rPr lang="ko-KR"/>
              <a:t>] </a:t>
            </a:r>
            <a:r>
              <a:rPr lang="en-US" altLang="ko-KR"/>
              <a:t>Fasoo</a:t>
            </a:r>
            <a:r>
              <a:rPr lang="ko-KR"/>
              <a:t>, </a:t>
            </a:r>
            <a:r>
              <a:rPr lang="en-US" altLang="ko-KR"/>
              <a:t>Fasoo</a:t>
            </a:r>
            <a:r>
              <a:rPr lang="ko-KR" altLang="en-US"/>
              <a:t> </a:t>
            </a:r>
            <a:r>
              <a:rPr lang="en-US" altLang="ko-KR"/>
              <a:t>Smart</a:t>
            </a:r>
            <a:r>
              <a:rPr lang="ko-KR" altLang="en-US"/>
              <a:t> </a:t>
            </a:r>
            <a:r>
              <a:rPr lang="en-US" altLang="ko-KR"/>
              <a:t>Screen</a:t>
            </a:r>
            <a:r>
              <a:rPr lang="ko-KR" altLang="en-US"/>
              <a:t> </a:t>
            </a:r>
            <a:r>
              <a:rPr lang="ko-KR"/>
              <a:t>(</a:t>
            </a:r>
            <a:r>
              <a:rPr lang="en-US" altLang="ko-KR"/>
              <a:t>FSS</a:t>
            </a:r>
            <a:r>
              <a:rPr lang="ko-KR"/>
              <a:t>)</a:t>
            </a:r>
          </a:p>
          <a:p>
            <a:r>
              <a:rPr lang="ko-KR">
                <a:hlinkClick r:id="rId9"/>
              </a:rPr>
              <a:t>https://www.</a:t>
            </a:r>
            <a:r>
              <a:rPr lang="en-US" altLang="ko-KR">
                <a:hlinkClick r:id="rId9"/>
              </a:rPr>
              <a:t>fasoo</a:t>
            </a:r>
            <a:r>
              <a:rPr lang="ko-KR">
                <a:hlinkClick r:id="rId9"/>
              </a:rPr>
              <a:t>.</a:t>
            </a:r>
            <a:r>
              <a:rPr lang="en-US" altLang="ko-KR">
                <a:hlinkClick r:id="rId9"/>
              </a:rPr>
              <a:t>ai</a:t>
            </a:r>
            <a:r>
              <a:rPr lang="ko-KR">
                <a:hlinkClick r:id="rId9"/>
              </a:rPr>
              <a:t>/</a:t>
            </a:r>
            <a:r>
              <a:rPr lang="en-US" altLang="ko-KR">
                <a:hlinkClick r:id="rId9"/>
              </a:rPr>
              <a:t>products</a:t>
            </a:r>
            <a:r>
              <a:rPr lang="ko-KR">
                <a:hlinkClick r:id="rId9"/>
              </a:rPr>
              <a:t>/</a:t>
            </a:r>
            <a:r>
              <a:rPr lang="en-US" altLang="ko-KR">
                <a:hlinkClick r:id="rId9"/>
              </a:rPr>
              <a:t>fasoo-smart-screen</a:t>
            </a:r>
            <a:endParaRPr lang="ko-KR"/>
          </a:p>
          <a:p>
            <a:r>
              <a:rPr lang="ko-KR"/>
              <a:t>[</a:t>
            </a:r>
            <a:r>
              <a:rPr lang="en-US" altLang="ko-KR"/>
              <a:t>F9</a:t>
            </a:r>
            <a:r>
              <a:rPr lang="ko-KR"/>
              <a:t>] </a:t>
            </a:r>
            <a:r>
              <a:rPr lang="en-US" altLang="ko-KR"/>
              <a:t>Fasoo</a:t>
            </a:r>
            <a:r>
              <a:rPr lang="ko-KR"/>
              <a:t>, </a:t>
            </a:r>
            <a:r>
              <a:rPr lang="en-US" altLang="ko-KR"/>
              <a:t>Fasoo</a:t>
            </a:r>
            <a:r>
              <a:rPr lang="ko-KR" altLang="en-US"/>
              <a:t> </a:t>
            </a:r>
            <a:r>
              <a:rPr lang="en-US" altLang="ko-KR"/>
              <a:t>Smart</a:t>
            </a:r>
            <a:r>
              <a:rPr lang="ko-KR" altLang="en-US"/>
              <a:t> </a:t>
            </a:r>
            <a:r>
              <a:rPr lang="en-US" altLang="ko-KR"/>
              <a:t>Print</a:t>
            </a:r>
            <a:r>
              <a:rPr lang="ko-KR" altLang="en-US"/>
              <a:t> </a:t>
            </a:r>
            <a:r>
              <a:rPr lang="ko-KR"/>
              <a:t>(</a:t>
            </a:r>
            <a:r>
              <a:rPr lang="en-US" altLang="ko-KR"/>
              <a:t>FSP</a:t>
            </a:r>
            <a:r>
              <a:rPr lang="ko-KR"/>
              <a:t>)</a:t>
            </a:r>
          </a:p>
          <a:p>
            <a:r>
              <a:rPr lang="ko-KR">
                <a:hlinkClick r:id="rId10"/>
              </a:rPr>
              <a:t>https://www.</a:t>
            </a:r>
            <a:r>
              <a:rPr lang="en-US" altLang="ko-KR">
                <a:hlinkClick r:id="rId10"/>
              </a:rPr>
              <a:t>fasoo</a:t>
            </a:r>
            <a:r>
              <a:rPr lang="ko-KR">
                <a:hlinkClick r:id="rId10"/>
              </a:rPr>
              <a:t>.</a:t>
            </a:r>
            <a:r>
              <a:rPr lang="en-US" altLang="ko-KR">
                <a:hlinkClick r:id="rId10"/>
              </a:rPr>
              <a:t>ai</a:t>
            </a:r>
            <a:r>
              <a:rPr lang="ko-KR">
                <a:hlinkClick r:id="rId10"/>
              </a:rPr>
              <a:t>/</a:t>
            </a:r>
            <a:r>
              <a:rPr lang="en-US" altLang="ko-KR">
                <a:hlinkClick r:id="rId10"/>
              </a:rPr>
              <a:t>products</a:t>
            </a:r>
            <a:r>
              <a:rPr lang="ko-KR">
                <a:hlinkClick r:id="rId10"/>
              </a:rPr>
              <a:t>/</a:t>
            </a:r>
            <a:r>
              <a:rPr lang="en-US" altLang="ko-KR">
                <a:hlinkClick r:id="rId10"/>
              </a:rPr>
              <a:t>fasoo-smart-print</a:t>
            </a:r>
            <a:endParaRPr lang="ko-KR"/>
          </a:p>
          <a:p>
            <a:r>
              <a:rPr lang="ko-KR"/>
              <a:t>[</a:t>
            </a:r>
            <a:r>
              <a:rPr lang="en-US" altLang="ko-KR"/>
              <a:t>F10</a:t>
            </a:r>
            <a:r>
              <a:rPr lang="ko-KR"/>
              <a:t>] </a:t>
            </a:r>
            <a:r>
              <a:rPr lang="en-US" altLang="ko-KR"/>
              <a:t>Fasoo</a:t>
            </a:r>
            <a:r>
              <a:rPr lang="ko-KR"/>
              <a:t>, </a:t>
            </a:r>
            <a:r>
              <a:rPr lang="en-US" altLang="ko-KR"/>
              <a:t>Fasoo</a:t>
            </a:r>
            <a:r>
              <a:rPr lang="ko-KR" altLang="en-US"/>
              <a:t> </a:t>
            </a:r>
            <a:r>
              <a:rPr lang="en-US" altLang="ko-KR"/>
              <a:t>Secure</a:t>
            </a:r>
            <a:r>
              <a:rPr lang="ko-KR" altLang="en-US"/>
              <a:t> </a:t>
            </a:r>
            <a:r>
              <a:rPr lang="en-US" altLang="ko-KR"/>
              <a:t>Mail</a:t>
            </a:r>
            <a:r>
              <a:rPr lang="ko-KR" altLang="en-US"/>
              <a:t> </a:t>
            </a:r>
            <a:r>
              <a:rPr lang="en-US" altLang="ko-KR"/>
              <a:t>(FSM)</a:t>
            </a:r>
            <a:endParaRPr lang="ko-KR"/>
          </a:p>
          <a:p>
            <a:r>
              <a:rPr lang="ko-KR">
                <a:hlinkClick r:id="rId11"/>
              </a:rPr>
              <a:t>https://www.</a:t>
            </a:r>
            <a:r>
              <a:rPr lang="en-US" altLang="ko-KR">
                <a:hlinkClick r:id="rId11"/>
              </a:rPr>
              <a:t>fasoo</a:t>
            </a:r>
            <a:r>
              <a:rPr lang="ko-KR">
                <a:hlinkClick r:id="rId11"/>
              </a:rPr>
              <a:t>.</a:t>
            </a:r>
            <a:r>
              <a:rPr lang="en-US" altLang="ko-KR">
                <a:hlinkClick r:id="rId11"/>
              </a:rPr>
              <a:t>ai</a:t>
            </a:r>
            <a:r>
              <a:rPr lang="ko-KR">
                <a:hlinkClick r:id="rId11"/>
              </a:rPr>
              <a:t>/</a:t>
            </a:r>
            <a:r>
              <a:rPr lang="en-US" altLang="ko-KR">
                <a:hlinkClick r:id="rId11"/>
              </a:rPr>
              <a:t>products</a:t>
            </a:r>
            <a:r>
              <a:rPr lang="ko-KR">
                <a:hlinkClick r:id="rId11"/>
              </a:rPr>
              <a:t>/</a:t>
            </a:r>
            <a:r>
              <a:rPr lang="en-US" altLang="ko-KR">
                <a:hlinkClick r:id="rId11"/>
              </a:rPr>
              <a:t>fasoo-secure-mail</a:t>
            </a:r>
            <a:endParaRPr lang="ko-KR"/>
          </a:p>
          <a:p>
            <a:endParaRPr lang="ko-KR">
              <a:ea typeface="맑은 고딕"/>
            </a:endParaRPr>
          </a:p>
          <a:p>
            <a:endParaRPr lang="en-US" altLang="ko-KR">
              <a:latin typeface="Calibri"/>
              <a:ea typeface="Calibri"/>
              <a:cs typeface="Calibri"/>
            </a:endParaRPr>
          </a:p>
        </p:txBody>
      </p:sp>
      <p:sp>
        <p:nvSpPr>
          <p:cNvPr id="4" name="슬라이드 번호 개체 틀 3">
            <a:extLst>
              <a:ext uri="{FF2B5EF4-FFF2-40B4-BE49-F238E27FC236}">
                <a16:creationId xmlns:a16="http://schemas.microsoft.com/office/drawing/2014/main" id="{F33F7026-F63E-08CF-68F7-A546EC49DDDF}"/>
              </a:ext>
            </a:extLst>
          </p:cNvPr>
          <p:cNvSpPr>
            <a:spLocks noGrp="1"/>
          </p:cNvSpPr>
          <p:nvPr>
            <p:ph type="sldNum" sz="quarter" idx="5"/>
          </p:nvPr>
        </p:nvSpPr>
        <p:spPr/>
        <p:txBody>
          <a:bodyPr/>
          <a:lstStyle/>
          <a:p>
            <a:fld id="{2B4D4D96-940C-4183-92F1-CDDC2839BE9F}" type="slidenum">
              <a:rPr lang="ko-KR" altLang="en-US" smtClean="0"/>
              <a:t>29</a:t>
            </a:fld>
            <a:endParaRPr lang="ko-KR" altLang="en-US"/>
          </a:p>
        </p:txBody>
      </p:sp>
    </p:spTree>
    <p:extLst>
      <p:ext uri="{BB962C8B-B14F-4D97-AF65-F5344CB8AC3E}">
        <p14:creationId xmlns:p14="http://schemas.microsoft.com/office/powerpoint/2010/main" val="184777582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541077-9118-AF1F-B2AA-1059501F08E9}"/>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D31BFDF7-9C42-EDF5-441B-B0CA51F13C74}"/>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200C469A-8E7A-A799-4448-E6A9E45FE0E3}"/>
              </a:ext>
            </a:extLst>
          </p:cNvPr>
          <p:cNvSpPr>
            <a:spLocks noGrp="1"/>
          </p:cNvSpPr>
          <p:nvPr>
            <p:ph type="body" idx="1"/>
          </p:nvPr>
        </p:nvSpPr>
        <p:spPr/>
        <p:txBody>
          <a:bodyPr/>
          <a:lstStyle/>
          <a:p>
            <a:r>
              <a:rPr lang="ko-KR"/>
              <a:t>References:</a:t>
            </a:r>
          </a:p>
          <a:p>
            <a:r>
              <a:rPr lang="ko-KR">
                <a:ea typeface="맑은 고딕"/>
              </a:rPr>
              <a:t>[</a:t>
            </a:r>
            <a:r>
              <a:rPr lang="en-US" altLang="ko-KR">
                <a:ea typeface="맑은 고딕"/>
              </a:rPr>
              <a:t>F1</a:t>
            </a:r>
            <a:r>
              <a:rPr lang="ko-KR">
                <a:ea typeface="맑은 고딕"/>
              </a:rPr>
              <a:t>] </a:t>
            </a:r>
            <a:r>
              <a:rPr lang="en-US" altLang="ko-KR">
                <a:ea typeface="맑은 고딕"/>
              </a:rPr>
              <a:t>Fasoo</a:t>
            </a:r>
            <a:r>
              <a:rPr lang="ko-KR">
                <a:ea typeface="맑은 고딕"/>
              </a:rPr>
              <a:t>, </a:t>
            </a:r>
            <a:r>
              <a:rPr lang="en-US" altLang="ko-KR">
                <a:ea typeface="맑은 고딕"/>
              </a:rPr>
              <a:t>Fasoo</a:t>
            </a:r>
            <a:r>
              <a:rPr lang="ko-KR" altLang="en-US">
                <a:ea typeface="맑은 고딕"/>
              </a:rPr>
              <a:t> </a:t>
            </a:r>
            <a:r>
              <a:rPr lang="en-US" altLang="ko-KR">
                <a:ea typeface="맑은 고딕"/>
              </a:rPr>
              <a:t>Enterprise</a:t>
            </a:r>
            <a:r>
              <a:rPr lang="ko-KR" altLang="en-US">
                <a:ea typeface="맑은 고딕"/>
              </a:rPr>
              <a:t> </a:t>
            </a:r>
            <a:r>
              <a:rPr lang="en-US" altLang="ko-KR">
                <a:ea typeface="맑은 고딕"/>
              </a:rPr>
              <a:t>DRM</a:t>
            </a:r>
            <a:r>
              <a:rPr lang="ko-KR" altLang="en-US">
                <a:ea typeface="맑은 고딕"/>
              </a:rPr>
              <a:t> </a:t>
            </a:r>
            <a:r>
              <a:rPr lang="ko-KR">
                <a:ea typeface="맑은 고딕"/>
              </a:rPr>
              <a:t>(</a:t>
            </a:r>
            <a:r>
              <a:rPr lang="en-US" altLang="ko-KR">
                <a:ea typeface="맑은 고딕"/>
              </a:rPr>
              <a:t>FED</a:t>
            </a:r>
            <a:r>
              <a:rPr lang="ko-KR">
                <a:ea typeface="맑은 고딕"/>
              </a:rPr>
              <a:t>)</a:t>
            </a:r>
          </a:p>
          <a:p>
            <a:r>
              <a:rPr lang="ko-KR">
                <a:ea typeface="맑은 고딕"/>
                <a:hlinkClick r:id="rId3"/>
              </a:rPr>
              <a:t>https://www.</a:t>
            </a:r>
            <a:r>
              <a:rPr lang="en-US" altLang="ko-KR">
                <a:ea typeface="맑은 고딕"/>
                <a:hlinkClick r:id="rId3"/>
              </a:rPr>
              <a:t>fasoo</a:t>
            </a:r>
            <a:r>
              <a:rPr lang="ko-KR">
                <a:ea typeface="맑은 고딕"/>
                <a:hlinkClick r:id="rId3"/>
              </a:rPr>
              <a:t>.</a:t>
            </a:r>
            <a:r>
              <a:rPr lang="en-US" altLang="ko-KR">
                <a:ea typeface="맑은 고딕"/>
                <a:hlinkClick r:id="rId3"/>
              </a:rPr>
              <a:t>ai</a:t>
            </a:r>
            <a:r>
              <a:rPr lang="ko-KR">
                <a:ea typeface="맑은 고딕"/>
                <a:hlinkClick r:id="rId3"/>
              </a:rPr>
              <a:t>/</a:t>
            </a:r>
            <a:r>
              <a:rPr lang="en-US" altLang="ko-KR">
                <a:ea typeface="맑은 고딕"/>
                <a:hlinkClick r:id="rId3"/>
              </a:rPr>
              <a:t>products</a:t>
            </a:r>
            <a:r>
              <a:rPr lang="ko-KR">
                <a:ea typeface="맑은 고딕"/>
                <a:hlinkClick r:id="rId3"/>
              </a:rPr>
              <a:t>/</a:t>
            </a:r>
            <a:r>
              <a:rPr lang="en-US" altLang="ko-KR">
                <a:ea typeface="맑은 고딕"/>
                <a:hlinkClick r:id="rId3"/>
              </a:rPr>
              <a:t>fasoo-enterprise-drm</a:t>
            </a:r>
            <a:endParaRPr lang="ko-KR">
              <a:ea typeface="맑은 고딕"/>
            </a:endParaRPr>
          </a:p>
          <a:p>
            <a:r>
              <a:rPr lang="ko-KR">
                <a:ea typeface="맑은 고딕"/>
              </a:rPr>
              <a:t>[</a:t>
            </a:r>
            <a:r>
              <a:rPr lang="en-US" altLang="ko-KR">
                <a:ea typeface="맑은 고딕"/>
              </a:rPr>
              <a:t>F2</a:t>
            </a:r>
            <a:r>
              <a:rPr lang="ko-KR">
                <a:ea typeface="맑은 고딕"/>
              </a:rPr>
              <a:t>] </a:t>
            </a:r>
            <a:r>
              <a:rPr lang="en-US" altLang="ko-KR">
                <a:ea typeface="맑은 고딕"/>
              </a:rPr>
              <a:t>Fasoo</a:t>
            </a:r>
            <a:r>
              <a:rPr lang="ko-KR">
                <a:ea typeface="맑은 고딕"/>
              </a:rPr>
              <a:t>, </a:t>
            </a:r>
            <a:r>
              <a:rPr lang="en-US" altLang="ko-KR">
                <a:ea typeface="맑은 고딕"/>
              </a:rPr>
              <a:t>Fasoo</a:t>
            </a:r>
            <a:r>
              <a:rPr lang="ko-KR" altLang="en-US">
                <a:ea typeface="맑은 고딕"/>
              </a:rPr>
              <a:t> </a:t>
            </a:r>
            <a:r>
              <a:rPr lang="en-US" altLang="ko-KR">
                <a:ea typeface="맑은 고딕"/>
              </a:rPr>
              <a:t>Data</a:t>
            </a:r>
            <a:r>
              <a:rPr lang="ko-KR" altLang="en-US">
                <a:ea typeface="맑은 고딕"/>
              </a:rPr>
              <a:t> </a:t>
            </a:r>
            <a:r>
              <a:rPr lang="en-US" altLang="ko-KR">
                <a:ea typeface="맑은 고딕"/>
              </a:rPr>
              <a:t>Radar</a:t>
            </a:r>
            <a:r>
              <a:rPr lang="ko-KR" altLang="en-US">
                <a:ea typeface="맑은 고딕"/>
              </a:rPr>
              <a:t> </a:t>
            </a:r>
            <a:r>
              <a:rPr lang="ko-KR">
                <a:ea typeface="맑은 고딕"/>
              </a:rPr>
              <a:t>(</a:t>
            </a:r>
            <a:r>
              <a:rPr lang="en-US" altLang="ko-KR">
                <a:ea typeface="맑은 고딕"/>
              </a:rPr>
              <a:t>FDR</a:t>
            </a:r>
            <a:r>
              <a:rPr lang="ko-KR">
                <a:ea typeface="맑은 고딕"/>
              </a:rPr>
              <a:t>)</a:t>
            </a:r>
          </a:p>
          <a:p>
            <a:r>
              <a:rPr lang="ko-KR">
                <a:ea typeface="맑은 고딕"/>
                <a:hlinkClick r:id="rId4"/>
              </a:rPr>
              <a:t>https://www.</a:t>
            </a:r>
            <a:r>
              <a:rPr lang="en-US" altLang="ko-KR">
                <a:ea typeface="맑은 고딕"/>
                <a:hlinkClick r:id="rId4"/>
              </a:rPr>
              <a:t>fasoo</a:t>
            </a:r>
            <a:r>
              <a:rPr lang="ko-KR">
                <a:ea typeface="맑은 고딕"/>
                <a:hlinkClick r:id="rId4"/>
              </a:rPr>
              <a:t>.</a:t>
            </a:r>
            <a:r>
              <a:rPr lang="en-US" altLang="ko-KR">
                <a:ea typeface="맑은 고딕"/>
                <a:hlinkClick r:id="rId4"/>
              </a:rPr>
              <a:t>ai</a:t>
            </a:r>
            <a:r>
              <a:rPr lang="ko-KR">
                <a:ea typeface="맑은 고딕"/>
                <a:hlinkClick r:id="rId4"/>
              </a:rPr>
              <a:t>/</a:t>
            </a:r>
            <a:r>
              <a:rPr lang="en-US" altLang="ko-KR">
                <a:ea typeface="맑은 고딕"/>
                <a:hlinkClick r:id="rId4"/>
              </a:rPr>
              <a:t>products</a:t>
            </a:r>
            <a:r>
              <a:rPr lang="ko-KR">
                <a:ea typeface="맑은 고딕"/>
                <a:hlinkClick r:id="rId4"/>
              </a:rPr>
              <a:t>/</a:t>
            </a:r>
            <a:r>
              <a:rPr lang="en-US" altLang="ko-KR">
                <a:ea typeface="맑은 고딕"/>
                <a:hlinkClick r:id="rId4"/>
              </a:rPr>
              <a:t>fasoo-data-radar</a:t>
            </a:r>
            <a:endParaRPr lang="ko-KR">
              <a:ea typeface="맑은 고딕"/>
            </a:endParaRPr>
          </a:p>
          <a:p>
            <a:r>
              <a:rPr lang="ko-KR">
                <a:ea typeface="맑은 고딕"/>
              </a:rPr>
              <a:t>[</a:t>
            </a:r>
            <a:r>
              <a:rPr lang="en-US" altLang="ko-KR">
                <a:ea typeface="맑은 고딕"/>
              </a:rPr>
              <a:t>F3</a:t>
            </a:r>
            <a:r>
              <a:rPr lang="ko-KR">
                <a:ea typeface="맑은 고딕"/>
              </a:rPr>
              <a:t>] </a:t>
            </a:r>
            <a:r>
              <a:rPr lang="en-US" altLang="ko-KR">
                <a:ea typeface="맑은 고딕"/>
              </a:rPr>
              <a:t>Fasoo</a:t>
            </a:r>
            <a:r>
              <a:rPr lang="ko-KR">
                <a:ea typeface="맑은 고딕"/>
              </a:rPr>
              <a:t>, </a:t>
            </a:r>
            <a:r>
              <a:rPr lang="en-US" altLang="ko-KR">
                <a:ea typeface="맑은 고딕"/>
              </a:rPr>
              <a:t>AI-R</a:t>
            </a:r>
            <a:r>
              <a:rPr lang="ko-KR" altLang="en-US">
                <a:ea typeface="맑은 고딕"/>
              </a:rPr>
              <a:t> </a:t>
            </a:r>
            <a:r>
              <a:rPr lang="ko-KR">
                <a:ea typeface="맑은 고딕"/>
              </a:rPr>
              <a:t>DLP</a:t>
            </a:r>
          </a:p>
          <a:p>
            <a:r>
              <a:rPr lang="ko-KR">
                <a:ea typeface="맑은 고딕"/>
                <a:hlinkClick r:id="rId5"/>
              </a:rPr>
              <a:t>https://www.</a:t>
            </a:r>
            <a:r>
              <a:rPr lang="en-US" altLang="ko-KR">
                <a:ea typeface="맑은 고딕"/>
                <a:hlinkClick r:id="rId5"/>
              </a:rPr>
              <a:t>fasoo</a:t>
            </a:r>
            <a:r>
              <a:rPr lang="ko-KR">
                <a:ea typeface="맑은 고딕"/>
                <a:hlinkClick r:id="rId5"/>
              </a:rPr>
              <a:t>.</a:t>
            </a:r>
            <a:r>
              <a:rPr lang="en-US" altLang="ko-KR">
                <a:ea typeface="맑은 고딕"/>
                <a:hlinkClick r:id="rId5"/>
              </a:rPr>
              <a:t>ai</a:t>
            </a:r>
            <a:r>
              <a:rPr lang="ko-KR">
                <a:ea typeface="맑은 고딕"/>
                <a:hlinkClick r:id="rId5"/>
              </a:rPr>
              <a:t>/</a:t>
            </a:r>
            <a:r>
              <a:rPr lang="en-US" altLang="ko-KR">
                <a:ea typeface="맑은 고딕"/>
                <a:hlinkClick r:id="rId5"/>
              </a:rPr>
              <a:t>products</a:t>
            </a:r>
            <a:r>
              <a:rPr lang="ko-KR">
                <a:ea typeface="맑은 고딕"/>
                <a:hlinkClick r:id="rId5"/>
              </a:rPr>
              <a:t>/</a:t>
            </a:r>
            <a:r>
              <a:rPr lang="en-US" altLang="ko-KR">
                <a:ea typeface="맑은 고딕"/>
                <a:hlinkClick r:id="rId5"/>
              </a:rPr>
              <a:t>fasoo-ai-r-dlp</a:t>
            </a:r>
            <a:endParaRPr lang="ko-KR">
              <a:ea typeface="맑은 고딕"/>
            </a:endParaRPr>
          </a:p>
          <a:p>
            <a:r>
              <a:rPr lang="ko-KR">
                <a:ea typeface="맑은 고딕"/>
              </a:rPr>
              <a:t>[</a:t>
            </a:r>
            <a:r>
              <a:rPr lang="en-US" altLang="ko-KR">
                <a:ea typeface="맑은 고딕"/>
              </a:rPr>
              <a:t>F4</a:t>
            </a:r>
            <a:r>
              <a:rPr lang="ko-KR">
                <a:ea typeface="맑은 고딕"/>
              </a:rPr>
              <a:t>] </a:t>
            </a:r>
            <a:r>
              <a:rPr lang="en-US" altLang="ko-KR">
                <a:ea typeface="맑은 고딕"/>
              </a:rPr>
              <a:t>Fasoo</a:t>
            </a:r>
            <a:r>
              <a:rPr lang="ko-KR">
                <a:ea typeface="맑은 고딕"/>
              </a:rPr>
              <a:t>, </a:t>
            </a:r>
            <a:r>
              <a:rPr lang="en-US" altLang="ko-KR">
                <a:ea typeface="맑은 고딕"/>
              </a:rPr>
              <a:t>AI-R</a:t>
            </a:r>
            <a:r>
              <a:rPr lang="ko-KR" altLang="en-US">
                <a:ea typeface="맑은 고딕"/>
              </a:rPr>
              <a:t> </a:t>
            </a:r>
            <a:r>
              <a:rPr lang="en-US" altLang="ko-KR">
                <a:ea typeface="맑은 고딕"/>
              </a:rPr>
              <a:t>Endpoint</a:t>
            </a:r>
            <a:endParaRPr lang="ko-KR">
              <a:ea typeface="맑은 고딕"/>
            </a:endParaRPr>
          </a:p>
          <a:p>
            <a:r>
              <a:rPr lang="ko-KR">
                <a:ea typeface="맑은 고딕"/>
                <a:hlinkClick r:id="rId6"/>
              </a:rPr>
              <a:t>https://www.</a:t>
            </a:r>
            <a:r>
              <a:rPr lang="en-US" altLang="ko-KR">
                <a:ea typeface="맑은 고딕"/>
                <a:hlinkClick r:id="rId6"/>
              </a:rPr>
              <a:t>fasoo</a:t>
            </a:r>
            <a:r>
              <a:rPr lang="ko-KR">
                <a:ea typeface="맑은 고딕"/>
                <a:hlinkClick r:id="rId6"/>
              </a:rPr>
              <a:t>.</a:t>
            </a:r>
            <a:r>
              <a:rPr lang="en-US" altLang="ko-KR">
                <a:ea typeface="맑은 고딕"/>
                <a:hlinkClick r:id="rId6"/>
              </a:rPr>
              <a:t>ai</a:t>
            </a:r>
            <a:r>
              <a:rPr lang="ko-KR">
                <a:ea typeface="맑은 고딕"/>
                <a:hlinkClick r:id="rId6"/>
              </a:rPr>
              <a:t>/</a:t>
            </a:r>
            <a:r>
              <a:rPr lang="en-US" altLang="ko-KR">
                <a:ea typeface="맑은 고딕"/>
                <a:hlinkClick r:id="rId6"/>
              </a:rPr>
              <a:t>products</a:t>
            </a:r>
            <a:r>
              <a:rPr lang="ko-KR">
                <a:ea typeface="맑은 고딕"/>
                <a:hlinkClick r:id="rId6"/>
              </a:rPr>
              <a:t>/</a:t>
            </a:r>
            <a:r>
              <a:rPr lang="en-US" altLang="ko-KR">
                <a:ea typeface="맑은 고딕"/>
                <a:hlinkClick r:id="rId6"/>
              </a:rPr>
              <a:t>ai-r-endpoint</a:t>
            </a:r>
            <a:endParaRPr lang="ko-KR">
              <a:ea typeface="맑은 고딕"/>
            </a:endParaRPr>
          </a:p>
          <a:p>
            <a:r>
              <a:rPr lang="ko-KR">
                <a:ea typeface="맑은 고딕"/>
              </a:rPr>
              <a:t>[</a:t>
            </a:r>
            <a:r>
              <a:rPr lang="en-US" altLang="ko-KR">
                <a:ea typeface="맑은 고딕"/>
              </a:rPr>
              <a:t>F5</a:t>
            </a:r>
            <a:r>
              <a:rPr lang="ko-KR">
                <a:ea typeface="맑은 고딕"/>
              </a:rPr>
              <a:t>] </a:t>
            </a:r>
            <a:r>
              <a:rPr lang="en-US" altLang="ko-KR">
                <a:ea typeface="맑은 고딕"/>
              </a:rPr>
              <a:t>Fasoo</a:t>
            </a:r>
            <a:r>
              <a:rPr lang="ko-KR">
                <a:ea typeface="맑은 고딕"/>
              </a:rPr>
              <a:t>, </a:t>
            </a:r>
            <a:r>
              <a:rPr lang="en-US" altLang="ko-KR">
                <a:ea typeface="맑은 고딕"/>
              </a:rPr>
              <a:t>AI-R</a:t>
            </a:r>
            <a:r>
              <a:rPr lang="ko-KR" altLang="en-US">
                <a:ea typeface="맑은 고딕"/>
              </a:rPr>
              <a:t> </a:t>
            </a:r>
            <a:r>
              <a:rPr lang="en-US" altLang="ko-KR">
                <a:ea typeface="맑은 고딕"/>
              </a:rPr>
              <a:t>Gateway</a:t>
            </a:r>
            <a:endParaRPr lang="ko-KR">
              <a:ea typeface="맑은 고딕"/>
            </a:endParaRPr>
          </a:p>
          <a:p>
            <a:r>
              <a:rPr lang="ko-KR">
                <a:ea typeface="맑은 고딕"/>
                <a:hlinkClick r:id="rId7"/>
              </a:rPr>
              <a:t>https://www.</a:t>
            </a:r>
            <a:r>
              <a:rPr lang="en-US" altLang="ko-KR">
                <a:ea typeface="맑은 고딕"/>
                <a:hlinkClick r:id="rId7"/>
              </a:rPr>
              <a:t>fasoo</a:t>
            </a:r>
            <a:r>
              <a:rPr lang="ko-KR">
                <a:ea typeface="맑은 고딕"/>
                <a:hlinkClick r:id="rId7"/>
              </a:rPr>
              <a:t>.</a:t>
            </a:r>
            <a:r>
              <a:rPr lang="en-US" altLang="ko-KR">
                <a:ea typeface="맑은 고딕"/>
                <a:hlinkClick r:id="rId7"/>
              </a:rPr>
              <a:t>ai</a:t>
            </a:r>
            <a:r>
              <a:rPr lang="ko-KR">
                <a:ea typeface="맑은 고딕"/>
                <a:hlinkClick r:id="rId7"/>
              </a:rPr>
              <a:t>/</a:t>
            </a:r>
            <a:r>
              <a:rPr lang="en-US" altLang="ko-KR">
                <a:ea typeface="맑은 고딕"/>
                <a:hlinkClick r:id="rId7"/>
              </a:rPr>
              <a:t>products</a:t>
            </a:r>
            <a:r>
              <a:rPr lang="ko-KR">
                <a:ea typeface="맑은 고딕"/>
                <a:hlinkClick r:id="rId7"/>
              </a:rPr>
              <a:t>/</a:t>
            </a:r>
            <a:r>
              <a:rPr lang="en-US" altLang="ko-KR">
                <a:ea typeface="맑은 고딕"/>
                <a:hlinkClick r:id="rId7"/>
              </a:rPr>
              <a:t>ai-r-gateway</a:t>
            </a:r>
            <a:endParaRPr lang="ko-KR">
              <a:ea typeface="맑은 고딕"/>
            </a:endParaRPr>
          </a:p>
          <a:p>
            <a:r>
              <a:rPr lang="ko-KR">
                <a:ea typeface="맑은 고딕"/>
              </a:rPr>
              <a:t>[</a:t>
            </a:r>
            <a:r>
              <a:rPr lang="en-US" altLang="ko-KR">
                <a:ea typeface="맑은 고딕"/>
              </a:rPr>
              <a:t>F6</a:t>
            </a:r>
            <a:r>
              <a:rPr lang="ko-KR">
                <a:ea typeface="맑은 고딕"/>
              </a:rPr>
              <a:t>] </a:t>
            </a:r>
            <a:r>
              <a:rPr lang="en-US" altLang="ko-KR">
                <a:ea typeface="맑은 고딕"/>
              </a:rPr>
              <a:t>Fasoo</a:t>
            </a:r>
            <a:r>
              <a:rPr lang="ko-KR">
                <a:ea typeface="맑은 고딕"/>
              </a:rPr>
              <a:t>, </a:t>
            </a:r>
            <a:r>
              <a:rPr lang="en-US" altLang="ko-KR">
                <a:ea typeface="맑은 고딕"/>
              </a:rPr>
              <a:t>AI-R</a:t>
            </a:r>
            <a:r>
              <a:rPr lang="ko-KR" altLang="en-US">
                <a:ea typeface="맑은 고딕"/>
              </a:rPr>
              <a:t> </a:t>
            </a:r>
            <a:r>
              <a:rPr lang="en-US" altLang="ko-KR">
                <a:ea typeface="맑은 고딕"/>
              </a:rPr>
              <a:t>Bridge</a:t>
            </a:r>
            <a:endParaRPr lang="ko-KR">
              <a:ea typeface="맑은 고딕"/>
            </a:endParaRPr>
          </a:p>
          <a:p>
            <a:r>
              <a:rPr lang="ko-KR">
                <a:ea typeface="맑은 고딕"/>
                <a:hlinkClick r:id="rId8"/>
              </a:rPr>
              <a:t>https://www.</a:t>
            </a:r>
            <a:r>
              <a:rPr lang="en-US" altLang="ko-KR">
                <a:ea typeface="맑은 고딕"/>
                <a:hlinkClick r:id="rId8"/>
              </a:rPr>
              <a:t>fasoo</a:t>
            </a:r>
            <a:r>
              <a:rPr lang="ko-KR">
                <a:ea typeface="맑은 고딕"/>
                <a:hlinkClick r:id="rId8"/>
              </a:rPr>
              <a:t>.</a:t>
            </a:r>
            <a:r>
              <a:rPr lang="en-US" altLang="ko-KR">
                <a:ea typeface="맑은 고딕"/>
                <a:hlinkClick r:id="rId8"/>
              </a:rPr>
              <a:t>ai</a:t>
            </a:r>
            <a:r>
              <a:rPr lang="ko-KR">
                <a:ea typeface="맑은 고딕"/>
                <a:hlinkClick r:id="rId8"/>
              </a:rPr>
              <a:t>/</a:t>
            </a:r>
            <a:r>
              <a:rPr lang="en-US" altLang="ko-KR">
                <a:ea typeface="맑은 고딕"/>
                <a:hlinkClick r:id="rId8"/>
              </a:rPr>
              <a:t>products</a:t>
            </a:r>
            <a:r>
              <a:rPr lang="ko-KR">
                <a:ea typeface="맑은 고딕"/>
                <a:hlinkClick r:id="rId8"/>
              </a:rPr>
              <a:t>/</a:t>
            </a:r>
            <a:r>
              <a:rPr lang="en-US" altLang="ko-KR">
                <a:ea typeface="맑은 고딕"/>
                <a:hlinkClick r:id="rId8"/>
              </a:rPr>
              <a:t>ai-r-bridge</a:t>
            </a:r>
            <a:endParaRPr lang="ko-KR">
              <a:ea typeface="맑은 고딕"/>
            </a:endParaRPr>
          </a:p>
          <a:p>
            <a:r>
              <a:rPr lang="ko-KR">
                <a:ea typeface="맑은 고딕"/>
              </a:rPr>
              <a:t>[</a:t>
            </a:r>
            <a:r>
              <a:rPr lang="en-US" altLang="ko-KR">
                <a:ea typeface="맑은 고딕"/>
              </a:rPr>
              <a:t>F8</a:t>
            </a:r>
            <a:r>
              <a:rPr lang="ko-KR">
                <a:ea typeface="맑은 고딕"/>
              </a:rPr>
              <a:t>] </a:t>
            </a:r>
            <a:r>
              <a:rPr lang="en-US" altLang="ko-KR">
                <a:ea typeface="맑은 고딕"/>
              </a:rPr>
              <a:t>Fasoo</a:t>
            </a:r>
            <a:r>
              <a:rPr lang="ko-KR">
                <a:ea typeface="맑은 고딕"/>
              </a:rPr>
              <a:t>, </a:t>
            </a:r>
            <a:r>
              <a:rPr lang="en-US" altLang="ko-KR">
                <a:ea typeface="맑은 고딕"/>
              </a:rPr>
              <a:t>Fasoo</a:t>
            </a:r>
            <a:r>
              <a:rPr lang="ko-KR" altLang="en-US">
                <a:ea typeface="맑은 고딕"/>
              </a:rPr>
              <a:t> </a:t>
            </a:r>
            <a:r>
              <a:rPr lang="en-US" altLang="ko-KR">
                <a:ea typeface="맑은 고딕"/>
              </a:rPr>
              <a:t>Smart</a:t>
            </a:r>
            <a:r>
              <a:rPr lang="ko-KR" altLang="en-US">
                <a:ea typeface="맑은 고딕"/>
              </a:rPr>
              <a:t> </a:t>
            </a:r>
            <a:r>
              <a:rPr lang="en-US" altLang="ko-KR">
                <a:ea typeface="맑은 고딕"/>
              </a:rPr>
              <a:t>Screen</a:t>
            </a:r>
            <a:r>
              <a:rPr lang="ko-KR" altLang="en-US">
                <a:ea typeface="맑은 고딕"/>
              </a:rPr>
              <a:t> </a:t>
            </a:r>
            <a:r>
              <a:rPr lang="ko-KR">
                <a:ea typeface="맑은 고딕"/>
              </a:rPr>
              <a:t>(</a:t>
            </a:r>
            <a:r>
              <a:rPr lang="en-US" altLang="ko-KR">
                <a:ea typeface="맑은 고딕"/>
              </a:rPr>
              <a:t>FSS</a:t>
            </a:r>
            <a:r>
              <a:rPr lang="ko-KR">
                <a:ea typeface="맑은 고딕"/>
              </a:rPr>
              <a:t>)</a:t>
            </a:r>
          </a:p>
          <a:p>
            <a:r>
              <a:rPr lang="ko-KR">
                <a:ea typeface="맑은 고딕"/>
                <a:hlinkClick r:id="rId9"/>
              </a:rPr>
              <a:t>https://www.</a:t>
            </a:r>
            <a:r>
              <a:rPr lang="en-US" altLang="ko-KR">
                <a:ea typeface="맑은 고딕"/>
                <a:hlinkClick r:id="rId9"/>
              </a:rPr>
              <a:t>fasoo</a:t>
            </a:r>
            <a:r>
              <a:rPr lang="ko-KR">
                <a:ea typeface="맑은 고딕"/>
                <a:hlinkClick r:id="rId9"/>
              </a:rPr>
              <a:t>.</a:t>
            </a:r>
            <a:r>
              <a:rPr lang="en-US" altLang="ko-KR">
                <a:ea typeface="맑은 고딕"/>
                <a:hlinkClick r:id="rId9"/>
              </a:rPr>
              <a:t>ai</a:t>
            </a:r>
            <a:r>
              <a:rPr lang="ko-KR">
                <a:ea typeface="맑은 고딕"/>
                <a:hlinkClick r:id="rId9"/>
              </a:rPr>
              <a:t>/</a:t>
            </a:r>
            <a:r>
              <a:rPr lang="en-US" altLang="ko-KR">
                <a:ea typeface="맑은 고딕"/>
                <a:hlinkClick r:id="rId9"/>
              </a:rPr>
              <a:t>products</a:t>
            </a:r>
            <a:r>
              <a:rPr lang="ko-KR">
                <a:ea typeface="맑은 고딕"/>
                <a:hlinkClick r:id="rId9"/>
              </a:rPr>
              <a:t>/</a:t>
            </a:r>
            <a:r>
              <a:rPr lang="en-US" altLang="ko-KR">
                <a:ea typeface="맑은 고딕"/>
                <a:hlinkClick r:id="rId9"/>
              </a:rPr>
              <a:t>fasoo-smart-screen</a:t>
            </a:r>
            <a:endParaRPr lang="ko-KR">
              <a:ea typeface="맑은 고딕"/>
            </a:endParaRPr>
          </a:p>
          <a:p>
            <a:r>
              <a:rPr lang="ko-KR">
                <a:ea typeface="맑은 고딕"/>
              </a:rPr>
              <a:t>[</a:t>
            </a:r>
            <a:r>
              <a:rPr lang="en-US" altLang="ko-KR">
                <a:ea typeface="맑은 고딕"/>
              </a:rPr>
              <a:t>F9</a:t>
            </a:r>
            <a:r>
              <a:rPr lang="ko-KR">
                <a:ea typeface="맑은 고딕"/>
              </a:rPr>
              <a:t>] </a:t>
            </a:r>
            <a:r>
              <a:rPr lang="en-US" altLang="ko-KR">
                <a:ea typeface="맑은 고딕"/>
              </a:rPr>
              <a:t>Fasoo</a:t>
            </a:r>
            <a:r>
              <a:rPr lang="ko-KR">
                <a:ea typeface="맑은 고딕"/>
              </a:rPr>
              <a:t>, </a:t>
            </a:r>
            <a:r>
              <a:rPr lang="en-US" altLang="ko-KR">
                <a:ea typeface="맑은 고딕"/>
              </a:rPr>
              <a:t>Fasoo</a:t>
            </a:r>
            <a:r>
              <a:rPr lang="ko-KR" altLang="en-US">
                <a:ea typeface="맑은 고딕"/>
              </a:rPr>
              <a:t> </a:t>
            </a:r>
            <a:r>
              <a:rPr lang="en-US" altLang="ko-KR">
                <a:ea typeface="맑은 고딕"/>
              </a:rPr>
              <a:t>Smart</a:t>
            </a:r>
            <a:r>
              <a:rPr lang="ko-KR" altLang="en-US">
                <a:ea typeface="맑은 고딕"/>
              </a:rPr>
              <a:t> </a:t>
            </a:r>
            <a:r>
              <a:rPr lang="en-US" altLang="ko-KR">
                <a:ea typeface="맑은 고딕"/>
              </a:rPr>
              <a:t>Print</a:t>
            </a:r>
            <a:r>
              <a:rPr lang="ko-KR" altLang="en-US">
                <a:ea typeface="맑은 고딕"/>
              </a:rPr>
              <a:t> </a:t>
            </a:r>
            <a:r>
              <a:rPr lang="ko-KR">
                <a:ea typeface="맑은 고딕"/>
              </a:rPr>
              <a:t>(</a:t>
            </a:r>
            <a:r>
              <a:rPr lang="en-US" altLang="ko-KR">
                <a:ea typeface="맑은 고딕"/>
              </a:rPr>
              <a:t>FSP</a:t>
            </a:r>
            <a:r>
              <a:rPr lang="ko-KR">
                <a:ea typeface="맑은 고딕"/>
              </a:rPr>
              <a:t>)</a:t>
            </a:r>
          </a:p>
          <a:p>
            <a:r>
              <a:rPr lang="ko-KR">
                <a:ea typeface="맑은 고딕"/>
                <a:hlinkClick r:id="rId10"/>
              </a:rPr>
              <a:t>https://www.</a:t>
            </a:r>
            <a:r>
              <a:rPr lang="en-US" altLang="ko-KR">
                <a:ea typeface="맑은 고딕"/>
                <a:hlinkClick r:id="rId10"/>
              </a:rPr>
              <a:t>fasoo</a:t>
            </a:r>
            <a:r>
              <a:rPr lang="ko-KR">
                <a:ea typeface="맑은 고딕"/>
                <a:hlinkClick r:id="rId10"/>
              </a:rPr>
              <a:t>.</a:t>
            </a:r>
            <a:r>
              <a:rPr lang="en-US" altLang="ko-KR">
                <a:ea typeface="맑은 고딕"/>
                <a:hlinkClick r:id="rId10"/>
              </a:rPr>
              <a:t>ai</a:t>
            </a:r>
            <a:r>
              <a:rPr lang="ko-KR">
                <a:ea typeface="맑은 고딕"/>
                <a:hlinkClick r:id="rId10"/>
              </a:rPr>
              <a:t>/</a:t>
            </a:r>
            <a:r>
              <a:rPr lang="en-US" altLang="ko-KR">
                <a:ea typeface="맑은 고딕"/>
                <a:hlinkClick r:id="rId10"/>
              </a:rPr>
              <a:t>products</a:t>
            </a:r>
            <a:r>
              <a:rPr lang="ko-KR">
                <a:ea typeface="맑은 고딕"/>
                <a:hlinkClick r:id="rId10"/>
              </a:rPr>
              <a:t>/</a:t>
            </a:r>
            <a:r>
              <a:rPr lang="en-US" altLang="ko-KR">
                <a:ea typeface="맑은 고딕"/>
                <a:hlinkClick r:id="rId10"/>
              </a:rPr>
              <a:t>fasoo-smart-print</a:t>
            </a:r>
            <a:endParaRPr lang="ko-KR">
              <a:ea typeface="맑은 고딕"/>
            </a:endParaRPr>
          </a:p>
          <a:p>
            <a:r>
              <a:rPr lang="ko-KR">
                <a:ea typeface="맑은 고딕"/>
              </a:rPr>
              <a:t>[</a:t>
            </a:r>
            <a:r>
              <a:rPr lang="en-US" altLang="ko-KR">
                <a:ea typeface="맑은 고딕"/>
              </a:rPr>
              <a:t>F10</a:t>
            </a:r>
            <a:r>
              <a:rPr lang="ko-KR">
                <a:ea typeface="맑은 고딕"/>
              </a:rPr>
              <a:t>] </a:t>
            </a:r>
            <a:r>
              <a:rPr lang="en-US" altLang="ko-KR">
                <a:ea typeface="맑은 고딕"/>
              </a:rPr>
              <a:t>Fasoo</a:t>
            </a:r>
            <a:r>
              <a:rPr lang="ko-KR">
                <a:ea typeface="맑은 고딕"/>
              </a:rPr>
              <a:t>, </a:t>
            </a:r>
            <a:r>
              <a:rPr lang="en-US" altLang="ko-KR">
                <a:ea typeface="맑은 고딕"/>
              </a:rPr>
              <a:t>Fasoo</a:t>
            </a:r>
            <a:r>
              <a:rPr lang="ko-KR" altLang="en-US">
                <a:ea typeface="맑은 고딕"/>
              </a:rPr>
              <a:t> </a:t>
            </a:r>
            <a:r>
              <a:rPr lang="en-US" altLang="ko-KR">
                <a:ea typeface="맑은 고딕"/>
              </a:rPr>
              <a:t>Secure</a:t>
            </a:r>
            <a:r>
              <a:rPr lang="ko-KR" altLang="en-US">
                <a:ea typeface="맑은 고딕"/>
              </a:rPr>
              <a:t> </a:t>
            </a:r>
            <a:r>
              <a:rPr lang="en-US" altLang="ko-KR">
                <a:ea typeface="맑은 고딕"/>
              </a:rPr>
              <a:t>Mail</a:t>
            </a:r>
            <a:r>
              <a:rPr lang="ko-KR" altLang="en-US">
                <a:ea typeface="맑은 고딕"/>
              </a:rPr>
              <a:t> </a:t>
            </a:r>
            <a:r>
              <a:rPr lang="en-US" altLang="ko-KR">
                <a:ea typeface="맑은 고딕"/>
              </a:rPr>
              <a:t>(FSM)</a:t>
            </a:r>
            <a:endParaRPr lang="ko-KR">
              <a:ea typeface="맑은 고딕"/>
            </a:endParaRPr>
          </a:p>
          <a:p>
            <a:r>
              <a:rPr lang="ko-KR">
                <a:ea typeface="맑은 고딕"/>
                <a:hlinkClick r:id="rId11"/>
              </a:rPr>
              <a:t>https://www.</a:t>
            </a:r>
            <a:r>
              <a:rPr lang="en-US" altLang="ko-KR">
                <a:ea typeface="맑은 고딕"/>
                <a:hlinkClick r:id="rId11"/>
              </a:rPr>
              <a:t>fasoo</a:t>
            </a:r>
            <a:r>
              <a:rPr lang="ko-KR">
                <a:ea typeface="맑은 고딕"/>
                <a:hlinkClick r:id="rId11"/>
              </a:rPr>
              <a:t>.</a:t>
            </a:r>
            <a:r>
              <a:rPr lang="en-US" altLang="ko-KR">
                <a:ea typeface="맑은 고딕"/>
                <a:hlinkClick r:id="rId11"/>
              </a:rPr>
              <a:t>ai</a:t>
            </a:r>
            <a:r>
              <a:rPr lang="ko-KR">
                <a:ea typeface="맑은 고딕"/>
                <a:hlinkClick r:id="rId11"/>
              </a:rPr>
              <a:t>/</a:t>
            </a:r>
            <a:r>
              <a:rPr lang="en-US" altLang="ko-KR">
                <a:ea typeface="맑은 고딕"/>
                <a:hlinkClick r:id="rId11"/>
              </a:rPr>
              <a:t>products</a:t>
            </a:r>
            <a:r>
              <a:rPr lang="ko-KR">
                <a:ea typeface="맑은 고딕"/>
                <a:hlinkClick r:id="rId11"/>
              </a:rPr>
              <a:t>/</a:t>
            </a:r>
            <a:r>
              <a:rPr lang="en-US" altLang="ko-KR">
                <a:ea typeface="맑은 고딕"/>
                <a:hlinkClick r:id="rId11"/>
              </a:rPr>
              <a:t>fasoo-secure-mail</a:t>
            </a:r>
            <a:endParaRPr lang="ko-KR">
              <a:ea typeface="맑은 고딕"/>
            </a:endParaRPr>
          </a:p>
          <a:p>
            <a:endParaRPr lang="ko-KR">
              <a:ea typeface="맑은 고딕"/>
            </a:endParaRPr>
          </a:p>
          <a:p>
            <a:endParaRPr lang="en-US" altLang="ko-KR">
              <a:latin typeface="Calibri"/>
              <a:ea typeface="Calibri"/>
              <a:cs typeface="Calibri"/>
            </a:endParaRPr>
          </a:p>
        </p:txBody>
      </p:sp>
      <p:sp>
        <p:nvSpPr>
          <p:cNvPr id="4" name="슬라이드 번호 개체 틀 3">
            <a:extLst>
              <a:ext uri="{FF2B5EF4-FFF2-40B4-BE49-F238E27FC236}">
                <a16:creationId xmlns:a16="http://schemas.microsoft.com/office/drawing/2014/main" id="{E1E5AA88-62F4-D191-4E15-0AEC2D98B189}"/>
              </a:ext>
            </a:extLst>
          </p:cNvPr>
          <p:cNvSpPr>
            <a:spLocks noGrp="1"/>
          </p:cNvSpPr>
          <p:nvPr>
            <p:ph type="sldNum" sz="quarter" idx="5"/>
          </p:nvPr>
        </p:nvSpPr>
        <p:spPr/>
        <p:txBody>
          <a:bodyPr/>
          <a:lstStyle/>
          <a:p>
            <a:fld id="{2B4D4D96-940C-4183-92F1-CDDC2839BE9F}" type="slidenum">
              <a:rPr lang="ko-KR" altLang="en-US" smtClean="0"/>
              <a:t>30</a:t>
            </a:fld>
            <a:endParaRPr lang="ko-KR" altLang="en-US"/>
          </a:p>
        </p:txBody>
      </p:sp>
    </p:spTree>
    <p:extLst>
      <p:ext uri="{BB962C8B-B14F-4D97-AF65-F5344CB8AC3E}">
        <p14:creationId xmlns:p14="http://schemas.microsoft.com/office/powerpoint/2010/main" val="298842909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5801B3-BD59-DD44-D8F8-EA8FA504DFF0}"/>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0C6F7C2D-7782-8ED8-14D3-57D8BBF7070A}"/>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E0950E07-C654-06B6-7EE4-AC45DD98AF56}"/>
              </a:ext>
            </a:extLst>
          </p:cNvPr>
          <p:cNvSpPr>
            <a:spLocks noGrp="1"/>
          </p:cNvSpPr>
          <p:nvPr>
            <p:ph type="body" idx="1"/>
          </p:nvPr>
        </p:nvSpPr>
        <p:spPr/>
        <p:txBody>
          <a:bodyPr/>
          <a:lstStyle/>
          <a:p>
            <a:r>
              <a:rPr lang="ko-KR"/>
              <a:t>References:</a:t>
            </a:r>
          </a:p>
          <a:p>
            <a:r>
              <a:rPr lang="ko-KR">
                <a:ea typeface="맑은 고딕"/>
              </a:rPr>
              <a:t>[</a:t>
            </a:r>
            <a:r>
              <a:rPr lang="en-US" altLang="ko-KR">
                <a:ea typeface="맑은 고딕"/>
              </a:rPr>
              <a:t>F1</a:t>
            </a:r>
            <a:r>
              <a:rPr lang="ko-KR">
                <a:ea typeface="맑은 고딕"/>
              </a:rPr>
              <a:t>] </a:t>
            </a:r>
            <a:r>
              <a:rPr lang="en-US" altLang="ko-KR">
                <a:ea typeface="맑은 고딕"/>
              </a:rPr>
              <a:t>Fasoo</a:t>
            </a:r>
            <a:r>
              <a:rPr lang="ko-KR">
                <a:ea typeface="맑은 고딕"/>
              </a:rPr>
              <a:t>, </a:t>
            </a:r>
            <a:r>
              <a:rPr lang="en-US" altLang="ko-KR">
                <a:ea typeface="맑은 고딕"/>
              </a:rPr>
              <a:t>Fasoo</a:t>
            </a:r>
            <a:r>
              <a:rPr lang="ko-KR" altLang="en-US">
                <a:ea typeface="맑은 고딕"/>
              </a:rPr>
              <a:t> </a:t>
            </a:r>
            <a:r>
              <a:rPr lang="en-US" altLang="ko-KR">
                <a:ea typeface="맑은 고딕"/>
              </a:rPr>
              <a:t>Enterprise</a:t>
            </a:r>
            <a:r>
              <a:rPr lang="ko-KR" altLang="en-US">
                <a:ea typeface="맑은 고딕"/>
              </a:rPr>
              <a:t> </a:t>
            </a:r>
            <a:r>
              <a:rPr lang="en-US" altLang="ko-KR">
                <a:ea typeface="맑은 고딕"/>
              </a:rPr>
              <a:t>DRM</a:t>
            </a:r>
            <a:r>
              <a:rPr lang="ko-KR" altLang="en-US">
                <a:ea typeface="맑은 고딕"/>
              </a:rPr>
              <a:t> </a:t>
            </a:r>
            <a:r>
              <a:rPr lang="ko-KR">
                <a:ea typeface="맑은 고딕"/>
              </a:rPr>
              <a:t>(</a:t>
            </a:r>
            <a:r>
              <a:rPr lang="en-US" altLang="ko-KR">
                <a:ea typeface="맑은 고딕"/>
              </a:rPr>
              <a:t>FED</a:t>
            </a:r>
            <a:r>
              <a:rPr lang="ko-KR">
                <a:ea typeface="맑은 고딕"/>
              </a:rPr>
              <a:t>)</a:t>
            </a:r>
          </a:p>
          <a:p>
            <a:r>
              <a:rPr lang="ko-KR">
                <a:ea typeface="맑은 고딕"/>
                <a:hlinkClick r:id="rId3"/>
              </a:rPr>
              <a:t>https://www.</a:t>
            </a:r>
            <a:r>
              <a:rPr lang="en-US" altLang="ko-KR">
                <a:ea typeface="맑은 고딕"/>
                <a:hlinkClick r:id="rId3"/>
              </a:rPr>
              <a:t>fasoo</a:t>
            </a:r>
            <a:r>
              <a:rPr lang="ko-KR">
                <a:ea typeface="맑은 고딕"/>
                <a:hlinkClick r:id="rId3"/>
              </a:rPr>
              <a:t>.</a:t>
            </a:r>
            <a:r>
              <a:rPr lang="en-US" altLang="ko-KR">
                <a:ea typeface="맑은 고딕"/>
                <a:hlinkClick r:id="rId3"/>
              </a:rPr>
              <a:t>ai</a:t>
            </a:r>
            <a:r>
              <a:rPr lang="ko-KR">
                <a:ea typeface="맑은 고딕"/>
                <a:hlinkClick r:id="rId3"/>
              </a:rPr>
              <a:t>/</a:t>
            </a:r>
            <a:r>
              <a:rPr lang="en-US" altLang="ko-KR">
                <a:ea typeface="맑은 고딕"/>
                <a:hlinkClick r:id="rId3"/>
              </a:rPr>
              <a:t>products</a:t>
            </a:r>
            <a:r>
              <a:rPr lang="ko-KR">
                <a:ea typeface="맑은 고딕"/>
                <a:hlinkClick r:id="rId3"/>
              </a:rPr>
              <a:t>/</a:t>
            </a:r>
            <a:r>
              <a:rPr lang="en-US" altLang="ko-KR">
                <a:ea typeface="맑은 고딕"/>
                <a:hlinkClick r:id="rId3"/>
              </a:rPr>
              <a:t>fasoo-enterprise-drm</a:t>
            </a:r>
            <a:endParaRPr lang="ko-KR">
              <a:ea typeface="맑은 고딕"/>
            </a:endParaRPr>
          </a:p>
          <a:p>
            <a:r>
              <a:rPr lang="ko-KR">
                <a:ea typeface="맑은 고딕"/>
              </a:rPr>
              <a:t>[</a:t>
            </a:r>
            <a:r>
              <a:rPr lang="en-US" altLang="ko-KR">
                <a:ea typeface="맑은 고딕"/>
              </a:rPr>
              <a:t>F2</a:t>
            </a:r>
            <a:r>
              <a:rPr lang="ko-KR">
                <a:ea typeface="맑은 고딕"/>
              </a:rPr>
              <a:t>] </a:t>
            </a:r>
            <a:r>
              <a:rPr lang="en-US" altLang="ko-KR">
                <a:ea typeface="맑은 고딕"/>
              </a:rPr>
              <a:t>Fasoo</a:t>
            </a:r>
            <a:r>
              <a:rPr lang="ko-KR">
                <a:ea typeface="맑은 고딕"/>
              </a:rPr>
              <a:t>, </a:t>
            </a:r>
            <a:r>
              <a:rPr lang="en-US" altLang="ko-KR">
                <a:ea typeface="맑은 고딕"/>
              </a:rPr>
              <a:t>Fasoo</a:t>
            </a:r>
            <a:r>
              <a:rPr lang="ko-KR" altLang="en-US">
                <a:ea typeface="맑은 고딕"/>
              </a:rPr>
              <a:t> </a:t>
            </a:r>
            <a:r>
              <a:rPr lang="en-US" altLang="ko-KR">
                <a:ea typeface="맑은 고딕"/>
              </a:rPr>
              <a:t>Data</a:t>
            </a:r>
            <a:r>
              <a:rPr lang="ko-KR" altLang="en-US">
                <a:ea typeface="맑은 고딕"/>
              </a:rPr>
              <a:t> </a:t>
            </a:r>
            <a:r>
              <a:rPr lang="en-US" altLang="ko-KR">
                <a:ea typeface="맑은 고딕"/>
              </a:rPr>
              <a:t>Radar</a:t>
            </a:r>
            <a:r>
              <a:rPr lang="ko-KR" altLang="en-US">
                <a:ea typeface="맑은 고딕"/>
              </a:rPr>
              <a:t> </a:t>
            </a:r>
            <a:r>
              <a:rPr lang="ko-KR">
                <a:ea typeface="맑은 고딕"/>
              </a:rPr>
              <a:t>(</a:t>
            </a:r>
            <a:r>
              <a:rPr lang="en-US" altLang="ko-KR">
                <a:ea typeface="맑은 고딕"/>
              </a:rPr>
              <a:t>FDR</a:t>
            </a:r>
            <a:r>
              <a:rPr lang="ko-KR">
                <a:ea typeface="맑은 고딕"/>
              </a:rPr>
              <a:t>)</a:t>
            </a:r>
          </a:p>
          <a:p>
            <a:r>
              <a:rPr lang="ko-KR">
                <a:ea typeface="맑은 고딕"/>
                <a:hlinkClick r:id="rId4"/>
              </a:rPr>
              <a:t>https://www.</a:t>
            </a:r>
            <a:r>
              <a:rPr lang="en-US" altLang="ko-KR">
                <a:ea typeface="맑은 고딕"/>
                <a:hlinkClick r:id="rId4"/>
              </a:rPr>
              <a:t>fasoo</a:t>
            </a:r>
            <a:r>
              <a:rPr lang="ko-KR">
                <a:ea typeface="맑은 고딕"/>
                <a:hlinkClick r:id="rId4"/>
              </a:rPr>
              <a:t>.</a:t>
            </a:r>
            <a:r>
              <a:rPr lang="en-US" altLang="ko-KR">
                <a:ea typeface="맑은 고딕"/>
                <a:hlinkClick r:id="rId4"/>
              </a:rPr>
              <a:t>ai</a:t>
            </a:r>
            <a:r>
              <a:rPr lang="ko-KR">
                <a:ea typeface="맑은 고딕"/>
                <a:hlinkClick r:id="rId4"/>
              </a:rPr>
              <a:t>/</a:t>
            </a:r>
            <a:r>
              <a:rPr lang="en-US" altLang="ko-KR">
                <a:ea typeface="맑은 고딕"/>
                <a:hlinkClick r:id="rId4"/>
              </a:rPr>
              <a:t>products</a:t>
            </a:r>
            <a:r>
              <a:rPr lang="ko-KR">
                <a:ea typeface="맑은 고딕"/>
                <a:hlinkClick r:id="rId4"/>
              </a:rPr>
              <a:t>/</a:t>
            </a:r>
            <a:r>
              <a:rPr lang="en-US" altLang="ko-KR">
                <a:ea typeface="맑은 고딕"/>
                <a:hlinkClick r:id="rId4"/>
              </a:rPr>
              <a:t>fasoo-data-radar</a:t>
            </a:r>
            <a:endParaRPr lang="ko-KR">
              <a:ea typeface="맑은 고딕"/>
            </a:endParaRPr>
          </a:p>
          <a:p>
            <a:r>
              <a:rPr lang="ko-KR">
                <a:ea typeface="맑은 고딕"/>
              </a:rPr>
              <a:t>[</a:t>
            </a:r>
            <a:r>
              <a:rPr lang="en-US" altLang="ko-KR">
                <a:ea typeface="맑은 고딕"/>
              </a:rPr>
              <a:t>F3</a:t>
            </a:r>
            <a:r>
              <a:rPr lang="ko-KR">
                <a:ea typeface="맑은 고딕"/>
              </a:rPr>
              <a:t>] </a:t>
            </a:r>
            <a:r>
              <a:rPr lang="en-US" altLang="ko-KR">
                <a:ea typeface="맑은 고딕"/>
              </a:rPr>
              <a:t>Fasoo</a:t>
            </a:r>
            <a:r>
              <a:rPr lang="ko-KR">
                <a:ea typeface="맑은 고딕"/>
              </a:rPr>
              <a:t>, </a:t>
            </a:r>
            <a:r>
              <a:rPr lang="en-US" altLang="ko-KR">
                <a:ea typeface="맑은 고딕"/>
              </a:rPr>
              <a:t>AI-R</a:t>
            </a:r>
            <a:r>
              <a:rPr lang="ko-KR" altLang="en-US">
                <a:ea typeface="맑은 고딕"/>
              </a:rPr>
              <a:t> </a:t>
            </a:r>
            <a:r>
              <a:rPr lang="ko-KR">
                <a:ea typeface="맑은 고딕"/>
              </a:rPr>
              <a:t>DLP</a:t>
            </a:r>
          </a:p>
          <a:p>
            <a:r>
              <a:rPr lang="ko-KR">
                <a:ea typeface="맑은 고딕"/>
                <a:hlinkClick r:id="rId5"/>
              </a:rPr>
              <a:t>https://www.</a:t>
            </a:r>
            <a:r>
              <a:rPr lang="en-US" altLang="ko-KR">
                <a:ea typeface="맑은 고딕"/>
                <a:hlinkClick r:id="rId5"/>
              </a:rPr>
              <a:t>fasoo</a:t>
            </a:r>
            <a:r>
              <a:rPr lang="ko-KR">
                <a:ea typeface="맑은 고딕"/>
                <a:hlinkClick r:id="rId5"/>
              </a:rPr>
              <a:t>.</a:t>
            </a:r>
            <a:r>
              <a:rPr lang="en-US" altLang="ko-KR">
                <a:ea typeface="맑은 고딕"/>
                <a:hlinkClick r:id="rId5"/>
              </a:rPr>
              <a:t>ai</a:t>
            </a:r>
            <a:r>
              <a:rPr lang="ko-KR">
                <a:ea typeface="맑은 고딕"/>
                <a:hlinkClick r:id="rId5"/>
              </a:rPr>
              <a:t>/</a:t>
            </a:r>
            <a:r>
              <a:rPr lang="en-US" altLang="ko-KR">
                <a:ea typeface="맑은 고딕"/>
                <a:hlinkClick r:id="rId5"/>
              </a:rPr>
              <a:t>products</a:t>
            </a:r>
            <a:r>
              <a:rPr lang="ko-KR">
                <a:ea typeface="맑은 고딕"/>
                <a:hlinkClick r:id="rId5"/>
              </a:rPr>
              <a:t>/</a:t>
            </a:r>
            <a:r>
              <a:rPr lang="en-US" altLang="ko-KR">
                <a:ea typeface="맑은 고딕"/>
                <a:hlinkClick r:id="rId5"/>
              </a:rPr>
              <a:t>fasoo-ai-r-dlp</a:t>
            </a:r>
            <a:endParaRPr lang="ko-KR">
              <a:ea typeface="맑은 고딕"/>
            </a:endParaRPr>
          </a:p>
          <a:p>
            <a:r>
              <a:rPr lang="ko-KR">
                <a:ea typeface="맑은 고딕"/>
              </a:rPr>
              <a:t>[</a:t>
            </a:r>
            <a:r>
              <a:rPr lang="en-US" altLang="ko-KR">
                <a:ea typeface="맑은 고딕"/>
              </a:rPr>
              <a:t>F4</a:t>
            </a:r>
            <a:r>
              <a:rPr lang="ko-KR">
                <a:ea typeface="맑은 고딕"/>
              </a:rPr>
              <a:t>] </a:t>
            </a:r>
            <a:r>
              <a:rPr lang="en-US" altLang="ko-KR">
                <a:ea typeface="맑은 고딕"/>
              </a:rPr>
              <a:t>Fasoo</a:t>
            </a:r>
            <a:r>
              <a:rPr lang="ko-KR">
                <a:ea typeface="맑은 고딕"/>
              </a:rPr>
              <a:t>, </a:t>
            </a:r>
            <a:r>
              <a:rPr lang="en-US" altLang="ko-KR">
                <a:ea typeface="맑은 고딕"/>
              </a:rPr>
              <a:t>AI-R</a:t>
            </a:r>
            <a:r>
              <a:rPr lang="ko-KR" altLang="en-US">
                <a:ea typeface="맑은 고딕"/>
              </a:rPr>
              <a:t> </a:t>
            </a:r>
            <a:r>
              <a:rPr lang="en-US" altLang="ko-KR">
                <a:ea typeface="맑은 고딕"/>
              </a:rPr>
              <a:t>Endpoint</a:t>
            </a:r>
            <a:endParaRPr lang="ko-KR">
              <a:ea typeface="맑은 고딕"/>
            </a:endParaRPr>
          </a:p>
          <a:p>
            <a:r>
              <a:rPr lang="ko-KR">
                <a:ea typeface="맑은 고딕"/>
                <a:hlinkClick r:id="rId6"/>
              </a:rPr>
              <a:t>https://www.</a:t>
            </a:r>
            <a:r>
              <a:rPr lang="en-US" altLang="ko-KR">
                <a:ea typeface="맑은 고딕"/>
                <a:hlinkClick r:id="rId6"/>
              </a:rPr>
              <a:t>fasoo</a:t>
            </a:r>
            <a:r>
              <a:rPr lang="ko-KR">
                <a:ea typeface="맑은 고딕"/>
                <a:hlinkClick r:id="rId6"/>
              </a:rPr>
              <a:t>.</a:t>
            </a:r>
            <a:r>
              <a:rPr lang="en-US" altLang="ko-KR">
                <a:ea typeface="맑은 고딕"/>
                <a:hlinkClick r:id="rId6"/>
              </a:rPr>
              <a:t>ai</a:t>
            </a:r>
            <a:r>
              <a:rPr lang="ko-KR">
                <a:ea typeface="맑은 고딕"/>
                <a:hlinkClick r:id="rId6"/>
              </a:rPr>
              <a:t>/</a:t>
            </a:r>
            <a:r>
              <a:rPr lang="en-US" altLang="ko-KR">
                <a:ea typeface="맑은 고딕"/>
                <a:hlinkClick r:id="rId6"/>
              </a:rPr>
              <a:t>products</a:t>
            </a:r>
            <a:r>
              <a:rPr lang="ko-KR">
                <a:ea typeface="맑은 고딕"/>
                <a:hlinkClick r:id="rId6"/>
              </a:rPr>
              <a:t>/</a:t>
            </a:r>
            <a:r>
              <a:rPr lang="en-US" altLang="ko-KR">
                <a:ea typeface="맑은 고딕"/>
                <a:hlinkClick r:id="rId6"/>
              </a:rPr>
              <a:t>ai-r-endpoint</a:t>
            </a:r>
            <a:endParaRPr lang="ko-KR">
              <a:ea typeface="맑은 고딕"/>
            </a:endParaRPr>
          </a:p>
          <a:p>
            <a:r>
              <a:rPr lang="ko-KR">
                <a:ea typeface="맑은 고딕"/>
              </a:rPr>
              <a:t>[</a:t>
            </a:r>
            <a:r>
              <a:rPr lang="en-US" altLang="ko-KR">
                <a:ea typeface="맑은 고딕"/>
              </a:rPr>
              <a:t>F5</a:t>
            </a:r>
            <a:r>
              <a:rPr lang="ko-KR">
                <a:ea typeface="맑은 고딕"/>
              </a:rPr>
              <a:t>] </a:t>
            </a:r>
            <a:r>
              <a:rPr lang="en-US" altLang="ko-KR">
                <a:ea typeface="맑은 고딕"/>
              </a:rPr>
              <a:t>Fasoo</a:t>
            </a:r>
            <a:r>
              <a:rPr lang="ko-KR">
                <a:ea typeface="맑은 고딕"/>
              </a:rPr>
              <a:t>, </a:t>
            </a:r>
            <a:r>
              <a:rPr lang="en-US" altLang="ko-KR">
                <a:ea typeface="맑은 고딕"/>
              </a:rPr>
              <a:t>AI-R</a:t>
            </a:r>
            <a:r>
              <a:rPr lang="ko-KR" altLang="en-US">
                <a:ea typeface="맑은 고딕"/>
              </a:rPr>
              <a:t> </a:t>
            </a:r>
            <a:r>
              <a:rPr lang="en-US" altLang="ko-KR">
                <a:ea typeface="맑은 고딕"/>
              </a:rPr>
              <a:t>Gateway</a:t>
            </a:r>
            <a:endParaRPr lang="ko-KR">
              <a:ea typeface="맑은 고딕"/>
            </a:endParaRPr>
          </a:p>
          <a:p>
            <a:r>
              <a:rPr lang="ko-KR">
                <a:ea typeface="맑은 고딕"/>
                <a:hlinkClick r:id="rId7"/>
              </a:rPr>
              <a:t>https://www.</a:t>
            </a:r>
            <a:r>
              <a:rPr lang="en-US" altLang="ko-KR">
                <a:ea typeface="맑은 고딕"/>
                <a:hlinkClick r:id="rId7"/>
              </a:rPr>
              <a:t>fasoo</a:t>
            </a:r>
            <a:r>
              <a:rPr lang="ko-KR">
                <a:ea typeface="맑은 고딕"/>
                <a:hlinkClick r:id="rId7"/>
              </a:rPr>
              <a:t>.</a:t>
            </a:r>
            <a:r>
              <a:rPr lang="en-US" altLang="ko-KR">
                <a:ea typeface="맑은 고딕"/>
                <a:hlinkClick r:id="rId7"/>
              </a:rPr>
              <a:t>ai</a:t>
            </a:r>
            <a:r>
              <a:rPr lang="ko-KR">
                <a:ea typeface="맑은 고딕"/>
                <a:hlinkClick r:id="rId7"/>
              </a:rPr>
              <a:t>/</a:t>
            </a:r>
            <a:r>
              <a:rPr lang="en-US" altLang="ko-KR">
                <a:ea typeface="맑은 고딕"/>
                <a:hlinkClick r:id="rId7"/>
              </a:rPr>
              <a:t>products</a:t>
            </a:r>
            <a:r>
              <a:rPr lang="ko-KR">
                <a:ea typeface="맑은 고딕"/>
                <a:hlinkClick r:id="rId7"/>
              </a:rPr>
              <a:t>/</a:t>
            </a:r>
            <a:r>
              <a:rPr lang="en-US" altLang="ko-KR">
                <a:ea typeface="맑은 고딕"/>
                <a:hlinkClick r:id="rId7"/>
              </a:rPr>
              <a:t>ai-r-gateway</a:t>
            </a:r>
            <a:endParaRPr lang="ko-KR">
              <a:ea typeface="맑은 고딕"/>
            </a:endParaRPr>
          </a:p>
          <a:p>
            <a:r>
              <a:rPr lang="ko-KR">
                <a:ea typeface="맑은 고딕"/>
              </a:rPr>
              <a:t>[</a:t>
            </a:r>
            <a:r>
              <a:rPr lang="en-US" altLang="ko-KR">
                <a:ea typeface="맑은 고딕"/>
              </a:rPr>
              <a:t>F6</a:t>
            </a:r>
            <a:r>
              <a:rPr lang="ko-KR">
                <a:ea typeface="맑은 고딕"/>
              </a:rPr>
              <a:t>] </a:t>
            </a:r>
            <a:r>
              <a:rPr lang="en-US" altLang="ko-KR">
                <a:ea typeface="맑은 고딕"/>
              </a:rPr>
              <a:t>Fasoo</a:t>
            </a:r>
            <a:r>
              <a:rPr lang="ko-KR">
                <a:ea typeface="맑은 고딕"/>
              </a:rPr>
              <a:t>, </a:t>
            </a:r>
            <a:r>
              <a:rPr lang="en-US" altLang="ko-KR">
                <a:ea typeface="맑은 고딕"/>
              </a:rPr>
              <a:t>AI-R</a:t>
            </a:r>
            <a:r>
              <a:rPr lang="ko-KR" altLang="en-US">
                <a:ea typeface="맑은 고딕"/>
              </a:rPr>
              <a:t> </a:t>
            </a:r>
            <a:r>
              <a:rPr lang="en-US" altLang="ko-KR">
                <a:ea typeface="맑은 고딕"/>
              </a:rPr>
              <a:t>Bridge</a:t>
            </a:r>
            <a:endParaRPr lang="ko-KR">
              <a:ea typeface="맑은 고딕"/>
            </a:endParaRPr>
          </a:p>
          <a:p>
            <a:r>
              <a:rPr lang="ko-KR">
                <a:ea typeface="맑은 고딕"/>
                <a:hlinkClick r:id="rId8"/>
              </a:rPr>
              <a:t>https://www.</a:t>
            </a:r>
            <a:r>
              <a:rPr lang="en-US" altLang="ko-KR">
                <a:ea typeface="맑은 고딕"/>
                <a:hlinkClick r:id="rId8"/>
              </a:rPr>
              <a:t>fasoo</a:t>
            </a:r>
            <a:r>
              <a:rPr lang="ko-KR">
                <a:ea typeface="맑은 고딕"/>
                <a:hlinkClick r:id="rId8"/>
              </a:rPr>
              <a:t>.</a:t>
            </a:r>
            <a:r>
              <a:rPr lang="en-US" altLang="ko-KR">
                <a:ea typeface="맑은 고딕"/>
                <a:hlinkClick r:id="rId8"/>
              </a:rPr>
              <a:t>ai</a:t>
            </a:r>
            <a:r>
              <a:rPr lang="ko-KR">
                <a:ea typeface="맑은 고딕"/>
                <a:hlinkClick r:id="rId8"/>
              </a:rPr>
              <a:t>/</a:t>
            </a:r>
            <a:r>
              <a:rPr lang="en-US" altLang="ko-KR">
                <a:ea typeface="맑은 고딕"/>
                <a:hlinkClick r:id="rId8"/>
              </a:rPr>
              <a:t>products</a:t>
            </a:r>
            <a:r>
              <a:rPr lang="ko-KR">
                <a:ea typeface="맑은 고딕"/>
                <a:hlinkClick r:id="rId8"/>
              </a:rPr>
              <a:t>/</a:t>
            </a:r>
            <a:r>
              <a:rPr lang="en-US" altLang="ko-KR">
                <a:ea typeface="맑은 고딕"/>
                <a:hlinkClick r:id="rId8"/>
              </a:rPr>
              <a:t>ai-r-bridge</a:t>
            </a:r>
            <a:endParaRPr lang="ko-KR">
              <a:ea typeface="맑은 고딕"/>
            </a:endParaRPr>
          </a:p>
          <a:p>
            <a:r>
              <a:rPr lang="ko-KR">
                <a:ea typeface="맑은 고딕"/>
              </a:rPr>
              <a:t>[</a:t>
            </a:r>
            <a:r>
              <a:rPr lang="en-US" altLang="ko-KR">
                <a:ea typeface="맑은 고딕"/>
              </a:rPr>
              <a:t>F8</a:t>
            </a:r>
            <a:r>
              <a:rPr lang="ko-KR">
                <a:ea typeface="맑은 고딕"/>
              </a:rPr>
              <a:t>] </a:t>
            </a:r>
            <a:r>
              <a:rPr lang="en-US" altLang="ko-KR">
                <a:ea typeface="맑은 고딕"/>
              </a:rPr>
              <a:t>Fasoo</a:t>
            </a:r>
            <a:r>
              <a:rPr lang="ko-KR">
                <a:ea typeface="맑은 고딕"/>
              </a:rPr>
              <a:t>, </a:t>
            </a:r>
            <a:r>
              <a:rPr lang="en-US" altLang="ko-KR">
                <a:ea typeface="맑은 고딕"/>
              </a:rPr>
              <a:t>Fasoo</a:t>
            </a:r>
            <a:r>
              <a:rPr lang="ko-KR" altLang="en-US">
                <a:ea typeface="맑은 고딕"/>
              </a:rPr>
              <a:t> </a:t>
            </a:r>
            <a:r>
              <a:rPr lang="en-US" altLang="ko-KR">
                <a:ea typeface="맑은 고딕"/>
              </a:rPr>
              <a:t>Smart</a:t>
            </a:r>
            <a:r>
              <a:rPr lang="ko-KR" altLang="en-US">
                <a:ea typeface="맑은 고딕"/>
              </a:rPr>
              <a:t> </a:t>
            </a:r>
            <a:r>
              <a:rPr lang="en-US" altLang="ko-KR">
                <a:ea typeface="맑은 고딕"/>
              </a:rPr>
              <a:t>Screen</a:t>
            </a:r>
            <a:r>
              <a:rPr lang="ko-KR" altLang="en-US">
                <a:ea typeface="맑은 고딕"/>
              </a:rPr>
              <a:t> </a:t>
            </a:r>
            <a:r>
              <a:rPr lang="ko-KR">
                <a:ea typeface="맑은 고딕"/>
              </a:rPr>
              <a:t>(</a:t>
            </a:r>
            <a:r>
              <a:rPr lang="en-US" altLang="ko-KR">
                <a:ea typeface="맑은 고딕"/>
              </a:rPr>
              <a:t>FSS</a:t>
            </a:r>
            <a:r>
              <a:rPr lang="ko-KR">
                <a:ea typeface="맑은 고딕"/>
              </a:rPr>
              <a:t>)</a:t>
            </a:r>
          </a:p>
          <a:p>
            <a:r>
              <a:rPr lang="ko-KR">
                <a:ea typeface="맑은 고딕"/>
                <a:hlinkClick r:id="rId9"/>
              </a:rPr>
              <a:t>https://www.</a:t>
            </a:r>
            <a:r>
              <a:rPr lang="en-US" altLang="ko-KR">
                <a:ea typeface="맑은 고딕"/>
                <a:hlinkClick r:id="rId9"/>
              </a:rPr>
              <a:t>fasoo</a:t>
            </a:r>
            <a:r>
              <a:rPr lang="ko-KR">
                <a:ea typeface="맑은 고딕"/>
                <a:hlinkClick r:id="rId9"/>
              </a:rPr>
              <a:t>.</a:t>
            </a:r>
            <a:r>
              <a:rPr lang="en-US" altLang="ko-KR">
                <a:ea typeface="맑은 고딕"/>
                <a:hlinkClick r:id="rId9"/>
              </a:rPr>
              <a:t>ai</a:t>
            </a:r>
            <a:r>
              <a:rPr lang="ko-KR">
                <a:ea typeface="맑은 고딕"/>
                <a:hlinkClick r:id="rId9"/>
              </a:rPr>
              <a:t>/</a:t>
            </a:r>
            <a:r>
              <a:rPr lang="en-US" altLang="ko-KR">
                <a:ea typeface="맑은 고딕"/>
                <a:hlinkClick r:id="rId9"/>
              </a:rPr>
              <a:t>products</a:t>
            </a:r>
            <a:r>
              <a:rPr lang="ko-KR">
                <a:ea typeface="맑은 고딕"/>
                <a:hlinkClick r:id="rId9"/>
              </a:rPr>
              <a:t>/</a:t>
            </a:r>
            <a:r>
              <a:rPr lang="en-US" altLang="ko-KR">
                <a:ea typeface="맑은 고딕"/>
                <a:hlinkClick r:id="rId9"/>
              </a:rPr>
              <a:t>fasoo-smart-screen</a:t>
            </a:r>
            <a:endParaRPr lang="ko-KR">
              <a:ea typeface="맑은 고딕"/>
            </a:endParaRPr>
          </a:p>
          <a:p>
            <a:r>
              <a:rPr lang="ko-KR">
                <a:ea typeface="맑은 고딕"/>
              </a:rPr>
              <a:t>[</a:t>
            </a:r>
            <a:r>
              <a:rPr lang="en-US" altLang="ko-KR">
                <a:ea typeface="맑은 고딕"/>
              </a:rPr>
              <a:t>F9</a:t>
            </a:r>
            <a:r>
              <a:rPr lang="ko-KR">
                <a:ea typeface="맑은 고딕"/>
              </a:rPr>
              <a:t>] </a:t>
            </a:r>
            <a:r>
              <a:rPr lang="en-US" altLang="ko-KR">
                <a:ea typeface="맑은 고딕"/>
              </a:rPr>
              <a:t>Fasoo</a:t>
            </a:r>
            <a:r>
              <a:rPr lang="ko-KR">
                <a:ea typeface="맑은 고딕"/>
              </a:rPr>
              <a:t>, </a:t>
            </a:r>
            <a:r>
              <a:rPr lang="en-US" altLang="ko-KR">
                <a:ea typeface="맑은 고딕"/>
              </a:rPr>
              <a:t>Fasoo</a:t>
            </a:r>
            <a:r>
              <a:rPr lang="ko-KR" altLang="en-US">
                <a:ea typeface="맑은 고딕"/>
              </a:rPr>
              <a:t> </a:t>
            </a:r>
            <a:r>
              <a:rPr lang="en-US" altLang="ko-KR">
                <a:ea typeface="맑은 고딕"/>
              </a:rPr>
              <a:t>Smart</a:t>
            </a:r>
            <a:r>
              <a:rPr lang="ko-KR" altLang="en-US">
                <a:ea typeface="맑은 고딕"/>
              </a:rPr>
              <a:t> </a:t>
            </a:r>
            <a:r>
              <a:rPr lang="en-US" altLang="ko-KR">
                <a:ea typeface="맑은 고딕"/>
              </a:rPr>
              <a:t>Print</a:t>
            </a:r>
            <a:r>
              <a:rPr lang="ko-KR" altLang="en-US">
                <a:ea typeface="맑은 고딕"/>
              </a:rPr>
              <a:t> </a:t>
            </a:r>
            <a:r>
              <a:rPr lang="ko-KR">
                <a:ea typeface="맑은 고딕"/>
              </a:rPr>
              <a:t>(</a:t>
            </a:r>
            <a:r>
              <a:rPr lang="en-US" altLang="ko-KR">
                <a:ea typeface="맑은 고딕"/>
              </a:rPr>
              <a:t>FSP</a:t>
            </a:r>
            <a:r>
              <a:rPr lang="ko-KR">
                <a:ea typeface="맑은 고딕"/>
              </a:rPr>
              <a:t>)</a:t>
            </a:r>
          </a:p>
          <a:p>
            <a:r>
              <a:rPr lang="ko-KR">
                <a:ea typeface="맑은 고딕"/>
                <a:hlinkClick r:id="rId10"/>
              </a:rPr>
              <a:t>https://www.</a:t>
            </a:r>
            <a:r>
              <a:rPr lang="en-US" altLang="ko-KR">
                <a:ea typeface="맑은 고딕"/>
                <a:hlinkClick r:id="rId10"/>
              </a:rPr>
              <a:t>fasoo</a:t>
            </a:r>
            <a:r>
              <a:rPr lang="ko-KR">
                <a:ea typeface="맑은 고딕"/>
                <a:hlinkClick r:id="rId10"/>
              </a:rPr>
              <a:t>.</a:t>
            </a:r>
            <a:r>
              <a:rPr lang="en-US" altLang="ko-KR">
                <a:ea typeface="맑은 고딕"/>
                <a:hlinkClick r:id="rId10"/>
              </a:rPr>
              <a:t>ai</a:t>
            </a:r>
            <a:r>
              <a:rPr lang="ko-KR">
                <a:ea typeface="맑은 고딕"/>
                <a:hlinkClick r:id="rId10"/>
              </a:rPr>
              <a:t>/</a:t>
            </a:r>
            <a:r>
              <a:rPr lang="en-US" altLang="ko-KR">
                <a:ea typeface="맑은 고딕"/>
                <a:hlinkClick r:id="rId10"/>
              </a:rPr>
              <a:t>products</a:t>
            </a:r>
            <a:r>
              <a:rPr lang="ko-KR">
                <a:ea typeface="맑은 고딕"/>
                <a:hlinkClick r:id="rId10"/>
              </a:rPr>
              <a:t>/</a:t>
            </a:r>
            <a:r>
              <a:rPr lang="en-US" altLang="ko-KR">
                <a:ea typeface="맑은 고딕"/>
                <a:hlinkClick r:id="rId10"/>
              </a:rPr>
              <a:t>fasoo-smart-print</a:t>
            </a:r>
            <a:endParaRPr lang="ko-KR">
              <a:ea typeface="맑은 고딕"/>
            </a:endParaRPr>
          </a:p>
          <a:p>
            <a:r>
              <a:rPr lang="ko-KR">
                <a:ea typeface="맑은 고딕"/>
              </a:rPr>
              <a:t>[</a:t>
            </a:r>
            <a:r>
              <a:rPr lang="en-US" altLang="ko-KR">
                <a:ea typeface="맑은 고딕"/>
              </a:rPr>
              <a:t>F10</a:t>
            </a:r>
            <a:r>
              <a:rPr lang="ko-KR">
                <a:ea typeface="맑은 고딕"/>
              </a:rPr>
              <a:t>] </a:t>
            </a:r>
            <a:r>
              <a:rPr lang="en-US" altLang="ko-KR">
                <a:ea typeface="맑은 고딕"/>
              </a:rPr>
              <a:t>Fasoo</a:t>
            </a:r>
            <a:r>
              <a:rPr lang="ko-KR">
                <a:ea typeface="맑은 고딕"/>
              </a:rPr>
              <a:t>, </a:t>
            </a:r>
            <a:r>
              <a:rPr lang="en-US" altLang="ko-KR">
                <a:ea typeface="맑은 고딕"/>
              </a:rPr>
              <a:t>Fasoo</a:t>
            </a:r>
            <a:r>
              <a:rPr lang="ko-KR" altLang="en-US">
                <a:ea typeface="맑은 고딕"/>
              </a:rPr>
              <a:t> </a:t>
            </a:r>
            <a:r>
              <a:rPr lang="en-US" altLang="ko-KR">
                <a:ea typeface="맑은 고딕"/>
              </a:rPr>
              <a:t>Secure</a:t>
            </a:r>
            <a:r>
              <a:rPr lang="ko-KR" altLang="en-US">
                <a:ea typeface="맑은 고딕"/>
              </a:rPr>
              <a:t> </a:t>
            </a:r>
            <a:r>
              <a:rPr lang="en-US" altLang="ko-KR">
                <a:ea typeface="맑은 고딕"/>
              </a:rPr>
              <a:t>Mail</a:t>
            </a:r>
            <a:r>
              <a:rPr lang="ko-KR" altLang="en-US">
                <a:ea typeface="맑은 고딕"/>
              </a:rPr>
              <a:t> </a:t>
            </a:r>
            <a:r>
              <a:rPr lang="en-US" altLang="ko-KR">
                <a:ea typeface="맑은 고딕"/>
              </a:rPr>
              <a:t>(FSM)</a:t>
            </a:r>
            <a:endParaRPr lang="ko-KR">
              <a:ea typeface="맑은 고딕"/>
            </a:endParaRPr>
          </a:p>
          <a:p>
            <a:r>
              <a:rPr lang="ko-KR">
                <a:ea typeface="맑은 고딕"/>
                <a:hlinkClick r:id="rId11"/>
              </a:rPr>
              <a:t>https://www.</a:t>
            </a:r>
            <a:r>
              <a:rPr lang="en-US" altLang="ko-KR">
                <a:ea typeface="맑은 고딕"/>
                <a:hlinkClick r:id="rId11"/>
              </a:rPr>
              <a:t>fasoo</a:t>
            </a:r>
            <a:r>
              <a:rPr lang="ko-KR">
                <a:ea typeface="맑은 고딕"/>
                <a:hlinkClick r:id="rId11"/>
              </a:rPr>
              <a:t>.</a:t>
            </a:r>
            <a:r>
              <a:rPr lang="en-US" altLang="ko-KR">
                <a:ea typeface="맑은 고딕"/>
                <a:hlinkClick r:id="rId11"/>
              </a:rPr>
              <a:t>ai</a:t>
            </a:r>
            <a:r>
              <a:rPr lang="ko-KR">
                <a:ea typeface="맑은 고딕"/>
                <a:hlinkClick r:id="rId11"/>
              </a:rPr>
              <a:t>/</a:t>
            </a:r>
            <a:r>
              <a:rPr lang="en-US" altLang="ko-KR">
                <a:ea typeface="맑은 고딕"/>
                <a:hlinkClick r:id="rId11"/>
              </a:rPr>
              <a:t>products</a:t>
            </a:r>
            <a:r>
              <a:rPr lang="ko-KR">
                <a:ea typeface="맑은 고딕"/>
                <a:hlinkClick r:id="rId11"/>
              </a:rPr>
              <a:t>/</a:t>
            </a:r>
            <a:r>
              <a:rPr lang="en-US" altLang="ko-KR">
                <a:ea typeface="맑은 고딕"/>
                <a:hlinkClick r:id="rId11"/>
              </a:rPr>
              <a:t>fasoo-secure-mail</a:t>
            </a:r>
            <a:endParaRPr lang="ko-KR">
              <a:ea typeface="맑은 고딕"/>
            </a:endParaRPr>
          </a:p>
          <a:p>
            <a:endParaRPr lang="ko-KR">
              <a:ea typeface="맑은 고딕"/>
            </a:endParaRPr>
          </a:p>
          <a:p>
            <a:endParaRPr lang="en-US" altLang="ko-KR">
              <a:latin typeface="Calibri"/>
              <a:ea typeface="Calibri"/>
              <a:cs typeface="Calibri"/>
            </a:endParaRPr>
          </a:p>
        </p:txBody>
      </p:sp>
      <p:sp>
        <p:nvSpPr>
          <p:cNvPr id="4" name="슬라이드 번호 개체 틀 3">
            <a:extLst>
              <a:ext uri="{FF2B5EF4-FFF2-40B4-BE49-F238E27FC236}">
                <a16:creationId xmlns:a16="http://schemas.microsoft.com/office/drawing/2014/main" id="{2E6DE71F-BD8C-A013-9805-ABE2B02B51BB}"/>
              </a:ext>
            </a:extLst>
          </p:cNvPr>
          <p:cNvSpPr>
            <a:spLocks noGrp="1"/>
          </p:cNvSpPr>
          <p:nvPr>
            <p:ph type="sldNum" sz="quarter" idx="5"/>
          </p:nvPr>
        </p:nvSpPr>
        <p:spPr/>
        <p:txBody>
          <a:bodyPr/>
          <a:lstStyle/>
          <a:p>
            <a:fld id="{2B4D4D96-940C-4183-92F1-CDDC2839BE9F}" type="slidenum">
              <a:rPr lang="ko-KR" altLang="en-US" smtClean="0"/>
              <a:t>31</a:t>
            </a:fld>
            <a:endParaRPr lang="ko-KR" altLang="en-US"/>
          </a:p>
        </p:txBody>
      </p:sp>
    </p:spTree>
    <p:extLst>
      <p:ext uri="{BB962C8B-B14F-4D97-AF65-F5344CB8AC3E}">
        <p14:creationId xmlns:p14="http://schemas.microsoft.com/office/powerpoint/2010/main" val="92812786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Calibri"/>
                <a:ea typeface="Calibri"/>
                <a:cs typeface="Calibri"/>
              </a:rPr>
              <a:t>[1]: </a:t>
            </a:r>
            <a:r>
              <a:rPr lang="en-US">
                <a:hlinkClick r:id="rId3"/>
              </a:rPr>
              <a:t>https://www.comtrue.com/comtrue/pc_privacy_sh/</a:t>
            </a:r>
            <a:r>
              <a:rPr lang="en-US"/>
              <a:t> (c2)</a:t>
            </a:r>
            <a:endParaRPr lang="en-US">
              <a:latin typeface="Calibri"/>
              <a:ea typeface="Calibri"/>
              <a:cs typeface="Calibri"/>
            </a:endParaRPr>
          </a:p>
          <a:p>
            <a:r>
              <a:rPr lang="en-US">
                <a:latin typeface="Calibri"/>
                <a:ea typeface="Calibri"/>
                <a:cs typeface="Calibri"/>
              </a:rPr>
              <a:t>[2]: </a:t>
            </a:r>
            <a:r>
              <a:rPr lang="en-US">
                <a:hlinkClick r:id="rId4"/>
              </a:rPr>
              <a:t>https://m.boannews.com/html/detail.html?idx=82724</a:t>
            </a:r>
            <a:r>
              <a:rPr lang="en-US"/>
              <a:t> (c12)</a:t>
            </a:r>
            <a:endParaRPr lang="en-US">
              <a:latin typeface="Calibri"/>
              <a:ea typeface="Calibri"/>
              <a:cs typeface="Calibri"/>
            </a:endParaRPr>
          </a:p>
          <a:p>
            <a:r>
              <a:rPr lang="en-US">
                <a:latin typeface="맑은 고딕"/>
                <a:ea typeface="맑은 고딕"/>
                <a:cs typeface="Calibri"/>
              </a:rPr>
              <a:t>[3]: </a:t>
            </a:r>
            <a:r>
              <a:rPr lang="en-US">
                <a:hlinkClick r:id="rId5"/>
              </a:rPr>
              <a:t>https://www.comtrue.com/comtrue/netcenter/</a:t>
            </a:r>
            <a:r>
              <a:rPr lang="en-US"/>
              <a:t> (c4)</a:t>
            </a:r>
            <a:endParaRPr lang="en-US">
              <a:ea typeface="맑은 고딕"/>
              <a:cs typeface="Calibri"/>
            </a:endParaRPr>
          </a:p>
          <a:p>
            <a:r>
              <a:rPr lang="en-US">
                <a:latin typeface="맑은 고딕"/>
                <a:ea typeface="맑은 고딕"/>
                <a:cs typeface="Calibri"/>
              </a:rPr>
              <a:t>[4]: </a:t>
            </a:r>
            <a:r>
              <a:rPr lang="en-US">
                <a:hlinkClick r:id="rId6"/>
              </a:rPr>
              <a:t>https://www.comtrue.com/comtrue/pcscan_sh/</a:t>
            </a:r>
            <a:r>
              <a:rPr lang="en-US"/>
              <a:t> (c3)</a:t>
            </a:r>
            <a:endParaRPr lang="en-US">
              <a:ea typeface="맑은 고딕"/>
            </a:endParaRPr>
          </a:p>
          <a:p>
            <a:r>
              <a:rPr lang="en-US">
                <a:latin typeface="맑은 고딕"/>
                <a:ea typeface="맑은 고딕"/>
                <a:cs typeface="Calibri"/>
              </a:rPr>
              <a:t>[5]: </a:t>
            </a:r>
            <a:r>
              <a:rPr lang="en-US">
                <a:hlinkClick r:id="rId7"/>
              </a:rPr>
              <a:t>https://www.comtrue.com/comtrue/pv_series_sh/</a:t>
            </a:r>
            <a:r>
              <a:rPr lang="en-US"/>
              <a:t> (c6)</a:t>
            </a:r>
          </a:p>
          <a:p>
            <a:r>
              <a:rPr lang="en-US">
                <a:latin typeface="맑은 고딕"/>
                <a:ea typeface="맑은 고딕"/>
                <a:cs typeface="Calibri"/>
              </a:rPr>
              <a:t>[6]: </a:t>
            </a:r>
            <a:r>
              <a:rPr lang="en-US">
                <a:hlinkClick r:id="rId8"/>
              </a:rPr>
              <a:t>https://cometrue.ai/index.php/sphinxai/</a:t>
            </a:r>
            <a:r>
              <a:rPr lang="en-US"/>
              <a:t> (c5)</a:t>
            </a:r>
            <a:endParaRPr lang="en-US">
              <a:ea typeface="맑은 고딕"/>
              <a:cs typeface="Calibri"/>
            </a:endParaRPr>
          </a:p>
          <a:p>
            <a:r>
              <a:rPr lang="en-US">
                <a:latin typeface="맑은 고딕"/>
                <a:ea typeface="맑은 고딕"/>
                <a:cs typeface="Calibri"/>
              </a:rPr>
              <a:t>[7]: </a:t>
            </a:r>
            <a:r>
              <a:rPr lang="en-US">
                <a:hlinkClick r:id="rId9"/>
              </a:rPr>
              <a:t>https://www.itdaily.kr/news/articleView.html?idxno=230478</a:t>
            </a:r>
            <a:r>
              <a:rPr lang="en-US"/>
              <a:t> (c13)</a:t>
            </a:r>
            <a:endParaRPr lang="en-US">
              <a:ea typeface="맑은 고딕"/>
              <a:cs typeface="Calibri"/>
            </a:endParaRPr>
          </a:p>
          <a:p>
            <a:r>
              <a:rPr lang="en-US">
                <a:latin typeface="맑은 고딕"/>
                <a:ea typeface="맑은 고딕"/>
                <a:cs typeface="Calibri"/>
              </a:rPr>
              <a:t>[8]: </a:t>
            </a:r>
            <a:r>
              <a:rPr lang="en-US">
                <a:hlinkClick r:id="rId10"/>
              </a:rPr>
              <a:t>https://cometrue.ai/index.php/con_261104/</a:t>
            </a:r>
            <a:r>
              <a:rPr lang="en-US"/>
              <a:t> (c7)</a:t>
            </a:r>
            <a:endParaRPr lang="en-US">
              <a:latin typeface="맑은 고딕"/>
              <a:ea typeface="맑은 고딕"/>
              <a:cs typeface="Calibri"/>
            </a:endParaRPr>
          </a:p>
        </p:txBody>
      </p:sp>
      <p:sp>
        <p:nvSpPr>
          <p:cNvPr id="4" name="Slide Number Placeholder 3"/>
          <p:cNvSpPr>
            <a:spLocks noGrp="1"/>
          </p:cNvSpPr>
          <p:nvPr>
            <p:ph type="sldNum" sz="quarter" idx="5"/>
          </p:nvPr>
        </p:nvSpPr>
        <p:spPr/>
        <p:txBody>
          <a:bodyPr/>
          <a:lstStyle/>
          <a:p>
            <a:fld id="{2B4D4D96-940C-4183-92F1-CDDC2839BE9F}" type="slidenum">
              <a:rPr lang="ko-KR" altLang="en-US" smtClean="0"/>
              <a:t>45</a:t>
            </a:fld>
            <a:endParaRPr lang="ko-KR" altLang="en-US"/>
          </a:p>
        </p:txBody>
      </p:sp>
    </p:spTree>
    <p:extLst>
      <p:ext uri="{BB962C8B-B14F-4D97-AF65-F5344CB8AC3E}">
        <p14:creationId xmlns:p14="http://schemas.microsoft.com/office/powerpoint/2010/main" val="372966585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[1]: </a:t>
            </a:r>
            <a:r>
              <a:rPr lang="en-US">
                <a:hlinkClick r:id="rId3"/>
              </a:rPr>
              <a:t>https://www.comtrue.com/comtrue/pc_privacy_sh/</a:t>
            </a:r>
            <a:r>
              <a:rPr lang="en-US"/>
              <a:t> (c2)</a:t>
            </a:r>
          </a:p>
          <a:p>
            <a:r>
              <a:rPr lang="en-US"/>
              <a:t>[2]: </a:t>
            </a:r>
            <a:r>
              <a:rPr lang="en-US">
                <a:hlinkClick r:id="rId4"/>
              </a:rPr>
              <a:t>https://cometrue.ai/index.php/sphinxai/</a:t>
            </a:r>
            <a:r>
              <a:rPr lang="en-US"/>
              <a:t> (c5) </a:t>
            </a:r>
          </a:p>
          <a:p>
            <a:r>
              <a:rPr lang="en-US"/>
              <a:t>[3]: </a:t>
            </a:r>
            <a:r>
              <a:rPr lang="en-US">
                <a:hlinkClick r:id="rId5"/>
              </a:rPr>
              <a:t>https://www.comtrue.com/comtrue/netcenter/</a:t>
            </a:r>
            <a:r>
              <a:rPr lang="en-US"/>
              <a:t> (c4) </a:t>
            </a:r>
          </a:p>
          <a:p>
            <a:r>
              <a:rPr lang="en-US"/>
              <a:t>[4]: </a:t>
            </a:r>
            <a:r>
              <a:rPr lang="en-US">
                <a:hlinkClick r:id="rId6"/>
              </a:rPr>
              <a:t>https://www.comtrue.com/comtrue/pcscan_sh/</a:t>
            </a:r>
            <a:r>
              <a:rPr lang="en-US"/>
              <a:t> (c3) </a:t>
            </a:r>
          </a:p>
          <a:p>
            <a:r>
              <a:rPr lang="en-US">
                <a:ea typeface="맑은 고딕"/>
              </a:rPr>
              <a:t>[5]: </a:t>
            </a:r>
            <a:r>
              <a:rPr lang="en-US">
                <a:hlinkClick r:id="rId7"/>
              </a:rPr>
              <a:t>https://seenthis.kr/newspage/2796</a:t>
            </a:r>
            <a:r>
              <a:rPr lang="en-US"/>
              <a:t> (c10)</a:t>
            </a:r>
            <a:endParaRPr lang="en-US">
              <a:ea typeface="맑은 고딕" panose="02110004020202020204"/>
            </a:endParaRPr>
          </a:p>
          <a:p>
            <a:r>
              <a:rPr lang="en-US"/>
              <a:t>[6]: </a:t>
            </a:r>
            <a:r>
              <a:rPr lang="en-US">
                <a:hlinkClick r:id="rId8"/>
              </a:rPr>
              <a:t>https://cometrue.ai/index.php/con_261104/</a:t>
            </a:r>
            <a:r>
              <a:rPr lang="en-US"/>
              <a:t> (c7)</a:t>
            </a:r>
            <a:endParaRPr lang="en-US">
              <a:ea typeface="맑은 고딕"/>
            </a:endParaRPr>
          </a:p>
        </p:txBody>
      </p:sp>
      <p:sp>
        <p:nvSpPr>
          <p:cNvPr id="4" name="Slide Number Placeholder 3"/>
          <p:cNvSpPr>
            <a:spLocks noGrp="1"/>
          </p:cNvSpPr>
          <p:nvPr>
            <p:ph type="sldNum" sz="quarter" idx="5"/>
          </p:nvPr>
        </p:nvSpPr>
        <p:spPr/>
        <p:txBody>
          <a:bodyPr/>
          <a:lstStyle/>
          <a:p>
            <a:fld id="{2B4D4D96-940C-4183-92F1-CDDC2839BE9F}" type="slidenum">
              <a:rPr lang="ko-KR" altLang="en-US" smtClean="0"/>
              <a:t>46</a:t>
            </a:fld>
            <a:endParaRPr lang="ko-KR" altLang="en-US"/>
          </a:p>
        </p:txBody>
      </p:sp>
    </p:spTree>
    <p:extLst>
      <p:ext uri="{BB962C8B-B14F-4D97-AF65-F5344CB8AC3E}">
        <p14:creationId xmlns:p14="http://schemas.microsoft.com/office/powerpoint/2010/main" val="37272443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[1]: </a:t>
            </a:r>
            <a:r>
              <a:rPr lang="en-US">
                <a:hlinkClick r:id="rId3"/>
              </a:rPr>
              <a:t>https://www.comtrue.com/comtrue/netcenter/</a:t>
            </a:r>
            <a:r>
              <a:rPr lang="en-US"/>
              <a:t> (c4) </a:t>
            </a:r>
          </a:p>
          <a:p>
            <a:r>
              <a:rPr lang="en-US"/>
              <a:t>[2]: </a:t>
            </a:r>
            <a:r>
              <a:rPr lang="en-US">
                <a:hlinkClick r:id="rId4"/>
              </a:rPr>
              <a:t>https://cometrue.ai/index.php/sphinxai/</a:t>
            </a:r>
            <a:r>
              <a:rPr lang="en-US"/>
              <a:t> (c5) </a:t>
            </a:r>
          </a:p>
          <a:p>
            <a:r>
              <a:rPr lang="en-US">
                <a:ea typeface="맑은 고딕"/>
              </a:rPr>
              <a:t>[3]: </a:t>
            </a:r>
            <a:r>
              <a:rPr lang="en-US">
                <a:hlinkClick r:id="rId5"/>
              </a:rPr>
              <a:t>https://www.comtrue.com/comtrue/pc_privacy_sh/</a:t>
            </a:r>
            <a:r>
              <a:rPr lang="en-US"/>
              <a:t> (c2) </a:t>
            </a:r>
            <a:endParaRPr lang="en-US">
              <a:ea typeface="맑은 고딕"/>
            </a:endParaRPr>
          </a:p>
          <a:p>
            <a:r>
              <a:rPr lang="en-US"/>
              <a:t>[4]: </a:t>
            </a:r>
            <a:r>
              <a:rPr lang="en-US">
                <a:hlinkClick r:id="rId6"/>
              </a:rPr>
              <a:t>https://www.comtrue.com/comtrue/pcscan_sh/</a:t>
            </a:r>
            <a:r>
              <a:rPr lang="en-US"/>
              <a:t> (c3) </a:t>
            </a:r>
          </a:p>
          <a:p>
            <a:r>
              <a:rPr lang="en-US"/>
              <a:t>[5]: </a:t>
            </a:r>
            <a:r>
              <a:rPr lang="en-US">
                <a:hlinkClick r:id="rId7"/>
              </a:rPr>
              <a:t>https://m.boannews.com/html/detail.html?idx=82724</a:t>
            </a:r>
            <a:r>
              <a:rPr lang="en-US"/>
              <a:t> (c12) </a:t>
            </a:r>
          </a:p>
        </p:txBody>
      </p:sp>
      <p:sp>
        <p:nvSpPr>
          <p:cNvPr id="4" name="Slide Number Placeholder 3"/>
          <p:cNvSpPr>
            <a:spLocks noGrp="1"/>
          </p:cNvSpPr>
          <p:nvPr>
            <p:ph type="sldNum" sz="quarter" idx="5"/>
          </p:nvPr>
        </p:nvSpPr>
        <p:spPr/>
        <p:txBody>
          <a:bodyPr/>
          <a:lstStyle/>
          <a:p>
            <a:fld id="{2B4D4D96-940C-4183-92F1-CDDC2839BE9F}" type="slidenum">
              <a:rPr lang="ko-KR" altLang="en-US" smtClean="0"/>
              <a:t>47</a:t>
            </a:fld>
            <a:endParaRPr lang="ko-KR" altLang="en-US"/>
          </a:p>
        </p:txBody>
      </p:sp>
    </p:spTree>
    <p:extLst>
      <p:ext uri="{BB962C8B-B14F-4D97-AF65-F5344CB8AC3E}">
        <p14:creationId xmlns:p14="http://schemas.microsoft.com/office/powerpoint/2010/main" val="398476391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[1]: </a:t>
            </a:r>
            <a:r>
              <a:rPr lang="en-US">
                <a:hlinkClick r:id="rId3"/>
              </a:rPr>
              <a:t>https://cometrue.ai/index.php/sphinxai/</a:t>
            </a:r>
            <a:r>
              <a:rPr lang="en-US"/>
              <a:t> (c5) </a:t>
            </a:r>
          </a:p>
          <a:p>
            <a:r>
              <a:rPr lang="en-US"/>
              <a:t>[2]: </a:t>
            </a:r>
            <a:r>
              <a:rPr lang="en-US">
                <a:hlinkClick r:id="rId4"/>
              </a:rPr>
              <a:t>https://cometrue.ai/index.php/con_261104/</a:t>
            </a:r>
            <a:r>
              <a:rPr lang="en-US"/>
              <a:t> (c7)</a:t>
            </a:r>
            <a:endParaRPr lang="en-US">
              <a:ea typeface="맑은 고딕"/>
            </a:endParaRPr>
          </a:p>
        </p:txBody>
      </p:sp>
      <p:sp>
        <p:nvSpPr>
          <p:cNvPr id="4" name="Slide Number Placeholder 3"/>
          <p:cNvSpPr>
            <a:spLocks noGrp="1"/>
          </p:cNvSpPr>
          <p:nvPr>
            <p:ph type="sldNum" sz="quarter" idx="5"/>
          </p:nvPr>
        </p:nvSpPr>
        <p:spPr/>
        <p:txBody>
          <a:bodyPr/>
          <a:lstStyle/>
          <a:p>
            <a:fld id="{2B4D4D96-940C-4183-92F1-CDDC2839BE9F}" type="slidenum">
              <a:rPr lang="ko-KR" altLang="en-US" smtClean="0"/>
              <a:t>48</a:t>
            </a:fld>
            <a:endParaRPr lang="ko-KR" altLang="en-US"/>
          </a:p>
        </p:txBody>
      </p:sp>
    </p:spTree>
    <p:extLst>
      <p:ext uri="{BB962C8B-B14F-4D97-AF65-F5344CB8AC3E}">
        <p14:creationId xmlns:p14="http://schemas.microsoft.com/office/powerpoint/2010/main" val="208584522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[1]: </a:t>
            </a:r>
            <a:r>
              <a:rPr lang="en-US">
                <a:hlinkClick r:id="rId3"/>
              </a:rPr>
              <a:t>https://www.comtrue.com/comtrue/pv_series_sh/</a:t>
            </a:r>
            <a:r>
              <a:rPr lang="en-US"/>
              <a:t> (c6) </a:t>
            </a:r>
          </a:p>
          <a:p>
            <a:r>
              <a:rPr lang="en-US"/>
              <a:t>[2]: </a:t>
            </a:r>
            <a:r>
              <a:rPr lang="en-US">
                <a:hlinkClick r:id="rId4"/>
              </a:rPr>
              <a:t>https://cometrue.ai/index.php/sphinxai/</a:t>
            </a:r>
            <a:r>
              <a:rPr lang="en-US"/>
              <a:t> (c5) </a:t>
            </a:r>
          </a:p>
          <a:p>
            <a:r>
              <a:rPr lang="en-US"/>
              <a:t>[3]: </a:t>
            </a:r>
            <a:r>
              <a:rPr lang="en-US">
                <a:hlinkClick r:id="rId5"/>
              </a:rPr>
              <a:t>https://m.boannews.com/html/detail.html?idx=82724</a:t>
            </a:r>
            <a:r>
              <a:rPr lang="en-US"/>
              <a:t> (c12) </a:t>
            </a:r>
          </a:p>
          <a:p>
            <a:r>
              <a:rPr lang="en-US"/>
              <a:t>[4]: </a:t>
            </a:r>
            <a:r>
              <a:rPr lang="en-US">
                <a:hlinkClick r:id="rId6"/>
              </a:rPr>
              <a:t>https://www.comtrue.com/comtrue/pc_privacy_sh/</a:t>
            </a:r>
            <a:r>
              <a:rPr lang="en-US"/>
              <a:t> (c2) </a:t>
            </a:r>
          </a:p>
          <a:p>
            <a:r>
              <a:rPr lang="en-US"/>
              <a:t>[5]: </a:t>
            </a:r>
            <a:r>
              <a:rPr lang="en-US">
                <a:hlinkClick r:id="rId7"/>
              </a:rPr>
              <a:t>https://www.comtrue.com/comtrue/pcscan_sh/</a:t>
            </a:r>
            <a:r>
              <a:rPr lang="en-US"/>
              <a:t> (c3) </a:t>
            </a:r>
          </a:p>
          <a:p>
            <a:r>
              <a:rPr lang="en-US"/>
              <a:t>[6]: </a:t>
            </a:r>
            <a:r>
              <a:rPr lang="en-US">
                <a:hlinkClick r:id="rId8"/>
              </a:rPr>
              <a:t>https://www.comtrue.com/comtrue/netcenter/</a:t>
            </a:r>
            <a:r>
              <a:rPr lang="en-US"/>
              <a:t> (c4) </a:t>
            </a:r>
          </a:p>
          <a:p>
            <a:r>
              <a:rPr lang="en-US"/>
              <a:t>[7]: </a:t>
            </a:r>
            <a:r>
              <a:rPr lang="en-US">
                <a:hlinkClick r:id="rId9"/>
              </a:rPr>
              <a:t>https://www.itdaily.kr/news/articleView.html?idxno=230478</a:t>
            </a:r>
            <a:r>
              <a:rPr lang="en-US"/>
              <a:t> (c13) </a:t>
            </a:r>
            <a:endParaRPr lang="en-US">
              <a:ea typeface="맑은 고딕"/>
            </a:endParaRPr>
          </a:p>
        </p:txBody>
      </p:sp>
      <p:sp>
        <p:nvSpPr>
          <p:cNvPr id="4" name="Slide Number Placeholder 3"/>
          <p:cNvSpPr>
            <a:spLocks noGrp="1"/>
          </p:cNvSpPr>
          <p:nvPr>
            <p:ph type="sldNum" sz="quarter" idx="5"/>
          </p:nvPr>
        </p:nvSpPr>
        <p:spPr/>
        <p:txBody>
          <a:bodyPr/>
          <a:lstStyle/>
          <a:p>
            <a:fld id="{2B4D4D96-940C-4183-92F1-CDDC2839BE9F}" type="slidenum">
              <a:rPr lang="ko-KR" altLang="en-US" smtClean="0"/>
              <a:t>49</a:t>
            </a:fld>
            <a:endParaRPr lang="ko-KR" altLang="en-US"/>
          </a:p>
        </p:txBody>
      </p:sp>
    </p:spTree>
    <p:extLst>
      <p:ext uri="{BB962C8B-B14F-4D97-AF65-F5344CB8AC3E}">
        <p14:creationId xmlns:p14="http://schemas.microsoft.com/office/powerpoint/2010/main" val="265814129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Calibri"/>
                <a:ea typeface="Calibri"/>
                <a:cs typeface="Calibri"/>
              </a:rPr>
              <a:t>[1]: </a:t>
            </a:r>
            <a:r>
              <a:rPr lang="en-US">
                <a:hlinkClick r:id="rId3"/>
              </a:rPr>
              <a:t>https://www.ddaily.co.kr/page/view/2016011417460439146</a:t>
            </a:r>
            <a:r>
              <a:rPr lang="en-US"/>
              <a:t> (c8)</a:t>
            </a:r>
          </a:p>
          <a:p>
            <a:r>
              <a:rPr lang="en-US">
                <a:latin typeface="맑은 고딕"/>
                <a:ea typeface="맑은 고딕"/>
                <a:cs typeface="Calibri"/>
              </a:rPr>
              <a:t>[2]: </a:t>
            </a:r>
            <a:r>
              <a:rPr lang="en-US">
                <a:hlinkClick r:id="rId4"/>
              </a:rPr>
              <a:t>https://www.dailysecu.com/news/articleView.html?idxno=106967</a:t>
            </a:r>
            <a:r>
              <a:rPr lang="en-US"/>
              <a:t> (c14)</a:t>
            </a:r>
          </a:p>
          <a:p>
            <a:r>
              <a:rPr lang="en-US">
                <a:latin typeface="맑은 고딕"/>
                <a:ea typeface="맑은 고딕"/>
                <a:cs typeface="Calibri"/>
              </a:rPr>
              <a:t>[3] </a:t>
            </a:r>
            <a:r>
              <a:rPr lang="en-US">
                <a:hlinkClick r:id="rId5"/>
              </a:rPr>
              <a:t>https://m.boannews.com/html/detail.html?idx=112391</a:t>
            </a:r>
            <a:r>
              <a:rPr lang="en-US"/>
              <a:t> (c9)</a:t>
            </a:r>
          </a:p>
          <a:p>
            <a:r>
              <a:rPr lang="en-US"/>
              <a:t>[4]: </a:t>
            </a:r>
            <a:r>
              <a:rPr lang="en-US">
                <a:hlinkClick r:id="rId6"/>
              </a:rPr>
              <a:t>https://www.comtrue.com/comtrue/netcenter/</a:t>
            </a:r>
            <a:r>
              <a:rPr lang="en-US"/>
              <a:t> (c4) </a:t>
            </a:r>
          </a:p>
          <a:p>
            <a:r>
              <a:rPr lang="en-US"/>
              <a:t>[5]: </a:t>
            </a:r>
            <a:r>
              <a:rPr lang="en-US">
                <a:hlinkClick r:id="rId7"/>
              </a:rPr>
              <a:t>https://cometrue.ai/index.php/sphinxai/</a:t>
            </a:r>
            <a:r>
              <a:rPr lang="en-US"/>
              <a:t> (c5) </a:t>
            </a:r>
          </a:p>
          <a:p>
            <a:r>
              <a:rPr lang="en-US"/>
              <a:t>[6]: </a:t>
            </a:r>
            <a:r>
              <a:rPr lang="en-US">
                <a:hlinkClick r:id="rId8"/>
              </a:rPr>
              <a:t>https://seenthis.kr/newspage/2796</a:t>
            </a:r>
            <a:r>
              <a:rPr lang="en-US"/>
              <a:t> (c10)</a:t>
            </a:r>
          </a:p>
          <a:p>
            <a:r>
              <a:rPr lang="en-US"/>
              <a:t>[7]: </a:t>
            </a:r>
            <a:r>
              <a:rPr lang="en-US">
                <a:hlinkClick r:id="rId9"/>
              </a:rPr>
              <a:t>https://www.comtrue.com/comtrue/pcscan_sh/</a:t>
            </a:r>
            <a:r>
              <a:rPr lang="en-US"/>
              <a:t> (c3) </a:t>
            </a:r>
          </a:p>
          <a:p>
            <a:r>
              <a:rPr lang="en-US"/>
              <a:t>[8]: </a:t>
            </a:r>
            <a:r>
              <a:rPr lang="en-US">
                <a:hlinkClick r:id="rId10"/>
              </a:rPr>
              <a:t>https://www.comtrue.com/comtrue/pc_privacy_sh/</a:t>
            </a:r>
            <a:r>
              <a:rPr lang="en-US"/>
              <a:t> (c2) </a:t>
            </a:r>
          </a:p>
        </p:txBody>
      </p:sp>
      <p:sp>
        <p:nvSpPr>
          <p:cNvPr id="4" name="Slide Number Placeholder 3"/>
          <p:cNvSpPr>
            <a:spLocks noGrp="1"/>
          </p:cNvSpPr>
          <p:nvPr>
            <p:ph type="sldNum" sz="quarter" idx="5"/>
          </p:nvPr>
        </p:nvSpPr>
        <p:spPr/>
        <p:txBody>
          <a:bodyPr/>
          <a:lstStyle/>
          <a:p>
            <a:fld id="{2B4D4D96-940C-4183-92F1-CDDC2839BE9F}" type="slidenum">
              <a:rPr lang="ko-KR" altLang="en-US" smtClean="0"/>
              <a:t>50</a:t>
            </a:fld>
            <a:endParaRPr lang="ko-KR" altLang="en-US"/>
          </a:p>
        </p:txBody>
      </p:sp>
    </p:spTree>
    <p:extLst>
      <p:ext uri="{BB962C8B-B14F-4D97-AF65-F5344CB8AC3E}">
        <p14:creationId xmlns:p14="http://schemas.microsoft.com/office/powerpoint/2010/main" val="323110170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8F67DF-B691-C35F-F31E-B146D828747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2D16B4C-9C9D-EA69-83DA-18C3D6DDB1A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DE76A2F-B5E8-4208-4E2D-6EE87E5CA087}"/>
              </a:ext>
            </a:extLst>
          </p:cNvPr>
          <p:cNvSpPr>
            <a:spLocks noGrp="1"/>
          </p:cNvSpPr>
          <p:nvPr>
            <p:ph type="body" idx="1"/>
          </p:nvPr>
        </p:nvSpPr>
        <p:spPr/>
        <p:txBody>
          <a:bodyPr/>
          <a:lstStyle/>
          <a:p>
            <a:r>
              <a:rPr lang="en-US"/>
              <a:t>[1]: </a:t>
            </a:r>
            <a:r>
              <a:rPr lang="en-US">
                <a:hlinkClick r:id="rId3"/>
              </a:rPr>
              <a:t>https://www.comtrue.com/comtrue/pc_privacy_sh/</a:t>
            </a:r>
            <a:r>
              <a:rPr lang="en-US"/>
              <a:t> (c2) </a:t>
            </a:r>
          </a:p>
          <a:p>
            <a:r>
              <a:rPr lang="en-US"/>
              <a:t>[2]: </a:t>
            </a:r>
            <a:r>
              <a:rPr lang="en-US">
                <a:hlinkClick r:id="rId4"/>
              </a:rPr>
              <a:t>https://www.comtrue.com/comtrue/netcenter/</a:t>
            </a:r>
            <a:r>
              <a:rPr lang="en-US"/>
              <a:t> (c4) </a:t>
            </a:r>
          </a:p>
          <a:p>
            <a:r>
              <a:rPr lang="en-US"/>
              <a:t>[3]: </a:t>
            </a:r>
            <a:r>
              <a:rPr lang="en-US">
                <a:hlinkClick r:id="rId5"/>
              </a:rPr>
              <a:t>https://cometrue.ai/index.php/sphinxai/</a:t>
            </a:r>
            <a:r>
              <a:rPr lang="en-US"/>
              <a:t> (c5) </a:t>
            </a:r>
          </a:p>
          <a:p>
            <a:r>
              <a:rPr lang="en-US"/>
              <a:t>[4]: </a:t>
            </a:r>
            <a:r>
              <a:rPr lang="en-US">
                <a:hlinkClick r:id="rId6"/>
              </a:rPr>
              <a:t>https://www.comtrue.com/comtrue/pv_series_sh/</a:t>
            </a:r>
            <a:r>
              <a:rPr lang="en-US"/>
              <a:t> (c6) </a:t>
            </a:r>
          </a:p>
        </p:txBody>
      </p:sp>
      <p:sp>
        <p:nvSpPr>
          <p:cNvPr id="4" name="Slide Number Placeholder 3">
            <a:extLst>
              <a:ext uri="{FF2B5EF4-FFF2-40B4-BE49-F238E27FC236}">
                <a16:creationId xmlns:a16="http://schemas.microsoft.com/office/drawing/2014/main" id="{642470A3-9D18-CD42-1BC7-6E2B43DFA62A}"/>
              </a:ext>
            </a:extLst>
          </p:cNvPr>
          <p:cNvSpPr>
            <a:spLocks noGrp="1"/>
          </p:cNvSpPr>
          <p:nvPr>
            <p:ph type="sldNum" sz="quarter" idx="5"/>
          </p:nvPr>
        </p:nvSpPr>
        <p:spPr/>
        <p:txBody>
          <a:bodyPr/>
          <a:lstStyle/>
          <a:p>
            <a:fld id="{2B4D4D96-940C-4183-92F1-CDDC2839BE9F}" type="slidenum">
              <a:rPr lang="ko-KR" altLang="en-US" smtClean="0"/>
              <a:t>51</a:t>
            </a:fld>
            <a:endParaRPr lang="ko-KR" altLang="en-US"/>
          </a:p>
        </p:txBody>
      </p:sp>
    </p:spTree>
    <p:extLst>
      <p:ext uri="{BB962C8B-B14F-4D97-AF65-F5344CB8AC3E}">
        <p14:creationId xmlns:p14="http://schemas.microsoft.com/office/powerpoint/2010/main" val="221502942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580F83-12B4-EDD0-8767-58886EB8C30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EA2AA86-C0FD-1B38-662D-8C09ACC3AA7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551A7CE-4050-CB32-EF07-5C60B617913D}"/>
              </a:ext>
            </a:extLst>
          </p:cNvPr>
          <p:cNvSpPr>
            <a:spLocks noGrp="1"/>
          </p:cNvSpPr>
          <p:nvPr>
            <p:ph type="body" idx="1"/>
          </p:nvPr>
        </p:nvSpPr>
        <p:spPr/>
        <p:txBody>
          <a:bodyPr/>
          <a:lstStyle/>
          <a:p>
            <a:endParaRPr lang="en-US">
              <a:ea typeface="맑은 고딕"/>
            </a:endParaRPr>
          </a:p>
        </p:txBody>
      </p:sp>
      <p:sp>
        <p:nvSpPr>
          <p:cNvPr id="4" name="Slide Number Placeholder 3">
            <a:extLst>
              <a:ext uri="{FF2B5EF4-FFF2-40B4-BE49-F238E27FC236}">
                <a16:creationId xmlns:a16="http://schemas.microsoft.com/office/drawing/2014/main" id="{3608435B-E913-544E-FEDB-DB36818EC908}"/>
              </a:ext>
            </a:extLst>
          </p:cNvPr>
          <p:cNvSpPr>
            <a:spLocks noGrp="1"/>
          </p:cNvSpPr>
          <p:nvPr>
            <p:ph type="sldNum" sz="quarter" idx="5"/>
          </p:nvPr>
        </p:nvSpPr>
        <p:spPr/>
        <p:txBody>
          <a:bodyPr/>
          <a:lstStyle/>
          <a:p>
            <a:fld id="{2B4D4D96-940C-4183-92F1-CDDC2839BE9F}" type="slidenum">
              <a:rPr lang="ko-KR" altLang="en-US" smtClean="0"/>
              <a:t>52</a:t>
            </a:fld>
            <a:endParaRPr lang="ko-KR" altLang="en-US"/>
          </a:p>
        </p:txBody>
      </p:sp>
    </p:spTree>
    <p:extLst>
      <p:ext uri="{BB962C8B-B14F-4D97-AF65-F5344CB8AC3E}">
        <p14:creationId xmlns:p14="http://schemas.microsoft.com/office/powerpoint/2010/main" val="258166911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Calibri"/>
                <a:ea typeface="Calibri"/>
                <a:cs typeface="Calibri"/>
              </a:rPr>
              <a:t>[1]: </a:t>
            </a:r>
            <a:r>
              <a:rPr lang="en-US">
                <a:hlinkClick r:id="rId3"/>
              </a:rPr>
              <a:t>https://prensys.co.kr/solution/markany-dlp.php</a:t>
            </a:r>
            <a:r>
              <a:rPr lang="en-US"/>
              <a:t> (m5)</a:t>
            </a:r>
          </a:p>
          <a:p>
            <a:r>
              <a:rPr lang="en-US">
                <a:latin typeface="Calibri"/>
                <a:ea typeface="Calibri"/>
                <a:cs typeface="Calibri"/>
              </a:rPr>
              <a:t>[2]: </a:t>
            </a:r>
            <a:r>
              <a:rPr lang="en-US">
                <a:hlinkClick r:id="rId4"/>
              </a:rPr>
              <a:t>https://www.markany.com/markanynews/?bmode=view&amp;idx=170980352</a:t>
            </a:r>
            <a:r>
              <a:rPr lang="en-US"/>
              <a:t> (m1)</a:t>
            </a:r>
          </a:p>
          <a:p>
            <a:r>
              <a:rPr lang="en-US">
                <a:latin typeface="맑은 고딕"/>
                <a:ea typeface="맑은 고딕"/>
                <a:cs typeface="Calibri"/>
              </a:rPr>
              <a:t>[3]: </a:t>
            </a:r>
            <a:r>
              <a:rPr lang="en-US">
                <a:hlinkClick r:id="rId5"/>
              </a:rPr>
              <a:t>https://zdnet.co.kr/view/?no=20260422080758</a:t>
            </a:r>
            <a:r>
              <a:rPr lang="en-US"/>
              <a:t> (m8)</a:t>
            </a:r>
          </a:p>
          <a:p>
            <a:r>
              <a:rPr lang="en-US">
                <a:ea typeface="맑은 고딕" panose="02110004020202020204"/>
              </a:rPr>
              <a:t>[4]: </a:t>
            </a:r>
            <a:r>
              <a:rPr lang="en-US">
                <a:hlinkClick r:id="rId6"/>
              </a:rPr>
              <a:t>https://www.prensys.co.kr/solution/markany-drm.php</a:t>
            </a:r>
            <a:r>
              <a:rPr lang="en-US"/>
              <a:t> (m6)</a:t>
            </a:r>
            <a:endParaRPr lang="en-US">
              <a:ea typeface="맑은 고딕" panose="02110004020202020204"/>
            </a:endParaRPr>
          </a:p>
          <a:p>
            <a:r>
              <a:rPr lang="en-US">
                <a:ea typeface="맑은 고딕" panose="02110004020202020204"/>
              </a:rPr>
              <a:t>[5]: </a:t>
            </a:r>
            <a:r>
              <a:rPr lang="en-US">
                <a:hlinkClick r:id="rId7"/>
              </a:rPr>
              <a:t>https://m.boannews.com/html/detail.html?idx=108428</a:t>
            </a:r>
            <a:r>
              <a:rPr lang="en-US"/>
              <a:t> (m10)</a:t>
            </a:r>
            <a:endParaRPr lang="en-US">
              <a:ea typeface="맑은 고딕" panose="02110004020202020204"/>
            </a:endParaRPr>
          </a:p>
          <a:p>
            <a:r>
              <a:rPr lang="en-US">
                <a:ea typeface="맑은 고딕" panose="02110004020202020204"/>
              </a:rPr>
              <a:t>[6]: </a:t>
            </a:r>
            <a:r>
              <a:rPr lang="en-US">
                <a:hlinkClick r:id="rId8"/>
              </a:rPr>
              <a:t>http://www.markany.com/markanynews/?bmode=view&amp;idx=51406577</a:t>
            </a:r>
            <a:r>
              <a:rPr lang="en-US"/>
              <a:t> (m3)</a:t>
            </a:r>
            <a:endParaRPr lang="en-US">
              <a:ea typeface="맑은 고딕"/>
            </a:endParaRPr>
          </a:p>
          <a:p>
            <a:r>
              <a:rPr lang="en-US">
                <a:ea typeface="맑은 고딕"/>
              </a:rPr>
              <a:t>[7]: </a:t>
            </a:r>
            <a:r>
              <a:rPr lang="en-US">
                <a:hlinkClick r:id="rId9"/>
              </a:rPr>
              <a:t>https://zdnet.co.kr/view/?no=20260620095022</a:t>
            </a:r>
            <a:r>
              <a:rPr lang="en-US"/>
              <a:t> (m2)</a:t>
            </a:r>
          </a:p>
          <a:p>
            <a:r>
              <a:rPr lang="en-US">
                <a:ea typeface="맑은 고딕" panose="02110004020202020204"/>
              </a:rPr>
              <a:t>[8]: </a:t>
            </a:r>
            <a:r>
              <a:rPr lang="en-US">
                <a:hlinkClick r:id="rId10"/>
              </a:rPr>
              <a:t>https://prensys.co.kr/solution/markany-privacy.php</a:t>
            </a:r>
            <a:r>
              <a:rPr lang="en-US"/>
              <a:t> (m7)</a:t>
            </a:r>
            <a:endParaRPr lang="en-US">
              <a:ea typeface="맑은 고딕" panose="02110004020202020204"/>
            </a:endParaRPr>
          </a:p>
          <a:p>
            <a:endParaRPr lang="en-US">
              <a:ea typeface="맑은 고딕" panose="02110004020202020204"/>
            </a:endParaRPr>
          </a:p>
          <a:p>
            <a:endParaRPr lang="en-US">
              <a:ea typeface="맑은 고딕" panose="02110004020202020204"/>
            </a:endParaRPr>
          </a:p>
          <a:p>
            <a:endParaRPr lang="en-US">
              <a:ea typeface="맑은 고딕" panose="02110004020202020204"/>
            </a:endParaRPr>
          </a:p>
        </p:txBody>
      </p:sp>
      <p:sp>
        <p:nvSpPr>
          <p:cNvPr id="4" name="Slide Number Placeholder 3"/>
          <p:cNvSpPr>
            <a:spLocks noGrp="1"/>
          </p:cNvSpPr>
          <p:nvPr>
            <p:ph type="sldNum" sz="quarter" idx="5"/>
          </p:nvPr>
        </p:nvSpPr>
        <p:spPr/>
        <p:txBody>
          <a:bodyPr/>
          <a:lstStyle/>
          <a:p>
            <a:fld id="{2B4D4D96-940C-4183-92F1-CDDC2839BE9F}" type="slidenum">
              <a:rPr lang="ko-KR" altLang="en-US" smtClean="0"/>
              <a:t>53</a:t>
            </a:fld>
            <a:endParaRPr lang="ko-KR" altLang="en-US"/>
          </a:p>
        </p:txBody>
      </p:sp>
    </p:spTree>
    <p:extLst>
      <p:ext uri="{BB962C8B-B14F-4D97-AF65-F5344CB8AC3E}">
        <p14:creationId xmlns:p14="http://schemas.microsoft.com/office/powerpoint/2010/main" val="355717576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[1]: </a:t>
            </a:r>
            <a:r>
              <a:rPr lang="en-US">
                <a:hlinkClick r:id="rId3"/>
              </a:rPr>
              <a:t>https://www.markany.com/markanynews/?bmode=view&amp;idx=170980352</a:t>
            </a:r>
            <a:r>
              <a:rPr lang="en-US"/>
              <a:t> (m1) </a:t>
            </a:r>
          </a:p>
          <a:p>
            <a:r>
              <a:rPr lang="en-US"/>
              <a:t>[2]: </a:t>
            </a:r>
            <a:r>
              <a:rPr lang="en-US">
                <a:hlinkClick r:id="rId4"/>
              </a:rPr>
              <a:t>https://prensys.co.kr/solution/markany-dlp.php</a:t>
            </a:r>
            <a:r>
              <a:rPr lang="en-US"/>
              <a:t> (m5) </a:t>
            </a:r>
          </a:p>
          <a:p>
            <a:r>
              <a:rPr lang="en-US"/>
              <a:t>[3]: </a:t>
            </a:r>
            <a:r>
              <a:rPr lang="en-US">
                <a:hlinkClick r:id="rId5"/>
              </a:rPr>
              <a:t>https://prensys.co.kr/solution/markany-privacy.php</a:t>
            </a:r>
            <a:r>
              <a:rPr lang="en-US"/>
              <a:t> (m7)</a:t>
            </a:r>
          </a:p>
          <a:p>
            <a:r>
              <a:rPr lang="en-US"/>
              <a:t>[4]: </a:t>
            </a:r>
            <a:r>
              <a:rPr lang="en-US">
                <a:hlinkClick r:id="rId6"/>
              </a:rPr>
              <a:t>https://www.prensys.co.kr/solution/markany-drm.php</a:t>
            </a:r>
            <a:r>
              <a:rPr lang="en-US"/>
              <a:t> (m6) </a:t>
            </a:r>
          </a:p>
        </p:txBody>
      </p:sp>
      <p:sp>
        <p:nvSpPr>
          <p:cNvPr id="4" name="Slide Number Placeholder 3"/>
          <p:cNvSpPr>
            <a:spLocks noGrp="1"/>
          </p:cNvSpPr>
          <p:nvPr>
            <p:ph type="sldNum" sz="quarter" idx="5"/>
          </p:nvPr>
        </p:nvSpPr>
        <p:spPr/>
        <p:txBody>
          <a:bodyPr/>
          <a:lstStyle/>
          <a:p>
            <a:fld id="{2B4D4D96-940C-4183-92F1-CDDC2839BE9F}" type="slidenum">
              <a:rPr lang="ko-KR" altLang="en-US" smtClean="0"/>
              <a:t>54</a:t>
            </a:fld>
            <a:endParaRPr lang="ko-KR" altLang="en-US"/>
          </a:p>
        </p:txBody>
      </p:sp>
    </p:spTree>
    <p:extLst>
      <p:ext uri="{BB962C8B-B14F-4D97-AF65-F5344CB8AC3E}">
        <p14:creationId xmlns:p14="http://schemas.microsoft.com/office/powerpoint/2010/main" val="221796801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[1]: </a:t>
            </a:r>
            <a:r>
              <a:rPr lang="en-US">
                <a:hlinkClick r:id="rId3"/>
              </a:rPr>
              <a:t>https://prensys.co.kr/solution/markany-dlp.php</a:t>
            </a:r>
            <a:r>
              <a:rPr lang="en-US"/>
              <a:t> (m5) </a:t>
            </a:r>
          </a:p>
          <a:p>
            <a:r>
              <a:rPr lang="en-US"/>
              <a:t>[2]: </a:t>
            </a:r>
            <a:r>
              <a:rPr lang="en-US">
                <a:hlinkClick r:id="rId4"/>
              </a:rPr>
              <a:t>https://zdnet.co.kr/view/?no=20260620095022</a:t>
            </a:r>
            <a:r>
              <a:rPr lang="en-US"/>
              <a:t> (m2) </a:t>
            </a:r>
            <a:endParaRPr lang="en-US">
              <a:ea typeface="맑은 고딕"/>
            </a:endParaRPr>
          </a:p>
          <a:p>
            <a:r>
              <a:rPr lang="en-US"/>
              <a:t>[3]: </a:t>
            </a:r>
            <a:r>
              <a:rPr lang="en-US">
                <a:hlinkClick r:id="rId5"/>
              </a:rPr>
              <a:t>https://prensys.co.kr/solution/markany-privacy.php</a:t>
            </a:r>
            <a:r>
              <a:rPr lang="en-US"/>
              <a:t> (m7)</a:t>
            </a:r>
          </a:p>
          <a:p>
            <a:r>
              <a:rPr lang="en-US"/>
              <a:t>[4]: </a:t>
            </a:r>
            <a:r>
              <a:rPr lang="en-US">
                <a:hlinkClick r:id="rId6"/>
              </a:rPr>
              <a:t>https://www.markany.com/markanynews/?bmode=view&amp;idx=170980352</a:t>
            </a:r>
            <a:r>
              <a:rPr lang="en-US"/>
              <a:t> (m1) </a:t>
            </a:r>
          </a:p>
          <a:p>
            <a:r>
              <a:rPr lang="en-US"/>
              <a:t>[5]: </a:t>
            </a:r>
            <a:r>
              <a:rPr lang="en-US">
                <a:hlinkClick r:id="rId7"/>
              </a:rPr>
              <a:t>https://www.prensys.co.kr/solution/markany-drm.php</a:t>
            </a:r>
            <a:r>
              <a:rPr lang="en-US"/>
              <a:t> (m6) </a:t>
            </a:r>
          </a:p>
          <a:p>
            <a:r>
              <a:rPr lang="en-US"/>
              <a:t>[6]: </a:t>
            </a:r>
            <a:r>
              <a:rPr lang="en-US">
                <a:hlinkClick r:id="rId8"/>
              </a:rPr>
              <a:t>https://zdnet.co.kr/view/?no=20260422080758</a:t>
            </a:r>
            <a:r>
              <a:rPr lang="en-US"/>
              <a:t> (m8) </a:t>
            </a:r>
          </a:p>
          <a:p>
            <a:r>
              <a:rPr lang="en-US"/>
              <a:t>[7]: </a:t>
            </a:r>
            <a:r>
              <a:rPr lang="en-US">
                <a:hlinkClick r:id="rId9"/>
              </a:rPr>
              <a:t>https://m.boannews.com/html/detail.html?idx=108428</a:t>
            </a:r>
            <a:r>
              <a:rPr lang="en-US"/>
              <a:t> (m10) </a:t>
            </a:r>
          </a:p>
        </p:txBody>
      </p:sp>
      <p:sp>
        <p:nvSpPr>
          <p:cNvPr id="4" name="Slide Number Placeholder 3"/>
          <p:cNvSpPr>
            <a:spLocks noGrp="1"/>
          </p:cNvSpPr>
          <p:nvPr>
            <p:ph type="sldNum" sz="quarter" idx="5"/>
          </p:nvPr>
        </p:nvSpPr>
        <p:spPr/>
        <p:txBody>
          <a:bodyPr/>
          <a:lstStyle/>
          <a:p>
            <a:fld id="{2B4D4D96-940C-4183-92F1-CDDC2839BE9F}" type="slidenum">
              <a:rPr lang="ko-KR" altLang="en-US" smtClean="0"/>
              <a:t>55</a:t>
            </a:fld>
            <a:endParaRPr lang="ko-KR" altLang="en-US"/>
          </a:p>
        </p:txBody>
      </p:sp>
    </p:spTree>
    <p:extLst>
      <p:ext uri="{BB962C8B-B14F-4D97-AF65-F5344CB8AC3E}">
        <p14:creationId xmlns:p14="http://schemas.microsoft.com/office/powerpoint/2010/main" val="8359510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[1]: </a:t>
            </a:r>
            <a:r>
              <a:rPr lang="en-US">
                <a:hlinkClick r:id="rId3"/>
              </a:rPr>
              <a:t>https://www.markany.com/markanynews/?bmode=view&amp;idx=170980352</a:t>
            </a:r>
            <a:r>
              <a:rPr lang="en-US"/>
              <a:t> (m1) </a:t>
            </a:r>
          </a:p>
          <a:p>
            <a:r>
              <a:rPr lang="en-US"/>
              <a:t>[2]: </a:t>
            </a:r>
            <a:r>
              <a:rPr lang="en-US">
                <a:hlinkClick r:id="rId4"/>
              </a:rPr>
              <a:t>https://zdnet.co.kr/view/?no=20260620095022</a:t>
            </a:r>
            <a:r>
              <a:rPr lang="en-US"/>
              <a:t> (m2) </a:t>
            </a:r>
          </a:p>
          <a:p>
            <a:r>
              <a:rPr lang="en-US"/>
              <a:t>[3]: </a:t>
            </a:r>
            <a:r>
              <a:rPr lang="en-US">
                <a:hlinkClick r:id="rId5"/>
              </a:rPr>
              <a:t>https://prensys.co.kr/solution/markany-dlp.php</a:t>
            </a:r>
            <a:r>
              <a:rPr lang="en-US"/>
              <a:t> (m5) </a:t>
            </a:r>
          </a:p>
        </p:txBody>
      </p:sp>
      <p:sp>
        <p:nvSpPr>
          <p:cNvPr id="4" name="Slide Number Placeholder 3"/>
          <p:cNvSpPr>
            <a:spLocks noGrp="1"/>
          </p:cNvSpPr>
          <p:nvPr>
            <p:ph type="sldNum" sz="quarter" idx="5"/>
          </p:nvPr>
        </p:nvSpPr>
        <p:spPr/>
        <p:txBody>
          <a:bodyPr/>
          <a:lstStyle/>
          <a:p>
            <a:fld id="{2B4D4D96-940C-4183-92F1-CDDC2839BE9F}" type="slidenum">
              <a:rPr lang="ko-KR" altLang="en-US" smtClean="0"/>
              <a:t>56</a:t>
            </a:fld>
            <a:endParaRPr lang="ko-KR" altLang="en-US"/>
          </a:p>
        </p:txBody>
      </p:sp>
    </p:spTree>
    <p:extLst>
      <p:ext uri="{BB962C8B-B14F-4D97-AF65-F5344CB8AC3E}">
        <p14:creationId xmlns:p14="http://schemas.microsoft.com/office/powerpoint/2010/main" val="500988302"/>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[1]: </a:t>
            </a:r>
            <a:r>
              <a:rPr lang="en-US">
                <a:hlinkClick r:id="rId3"/>
              </a:rPr>
              <a:t>https://www.markany.com/markanynews/?bmode=view&amp;idx=170980352</a:t>
            </a:r>
            <a:r>
              <a:rPr lang="en-US"/>
              <a:t> (m1) </a:t>
            </a:r>
          </a:p>
          <a:p>
            <a:r>
              <a:rPr lang="en-US"/>
              <a:t>[2]: </a:t>
            </a:r>
            <a:r>
              <a:rPr lang="en-US">
                <a:hlinkClick r:id="rId4"/>
              </a:rPr>
              <a:t>https://www.prensys.co.kr/solution/markany-drm.php</a:t>
            </a:r>
            <a:r>
              <a:rPr lang="en-US"/>
              <a:t> (m6) </a:t>
            </a:r>
          </a:p>
          <a:p>
            <a:r>
              <a:rPr lang="en-US"/>
              <a:t>[3]: </a:t>
            </a:r>
            <a:r>
              <a:rPr lang="en-US">
                <a:hlinkClick r:id="rId5"/>
              </a:rPr>
              <a:t>https://m.boannews.com/html/detail.html?idx=108428</a:t>
            </a:r>
            <a:r>
              <a:rPr lang="en-US"/>
              <a:t> (m10) </a:t>
            </a:r>
          </a:p>
          <a:p>
            <a:r>
              <a:rPr lang="en-US">
                <a:ea typeface="맑은 고딕"/>
              </a:rPr>
              <a:t>[4]: </a:t>
            </a:r>
            <a:r>
              <a:rPr lang="en-US">
                <a:hlinkClick r:id="rId6"/>
              </a:rPr>
              <a:t>https://www.dailysecu.com/news/articleView.html?idxno=31209</a:t>
            </a:r>
            <a:r>
              <a:rPr lang="en-US"/>
              <a:t> (m11)</a:t>
            </a:r>
            <a:endParaRPr lang="en-US">
              <a:ea typeface="맑은 고딕"/>
            </a:endParaRPr>
          </a:p>
          <a:p>
            <a:r>
              <a:rPr lang="en-US">
                <a:ea typeface="맑은 고딕"/>
              </a:rPr>
              <a:t>[5]: </a:t>
            </a:r>
            <a:r>
              <a:rPr lang="en-US">
                <a:hlinkClick r:id="rId7"/>
              </a:rPr>
              <a:t>https://www.ncloud.com/marketplace/documentSafer</a:t>
            </a:r>
            <a:r>
              <a:rPr lang="en-US"/>
              <a:t> (m15)</a:t>
            </a:r>
            <a:endParaRPr lang="en-US">
              <a:ea typeface="맑은 고딕"/>
            </a:endParaRPr>
          </a:p>
          <a:p>
            <a:r>
              <a:rPr lang="en-US"/>
              <a:t>[6]: </a:t>
            </a:r>
            <a:r>
              <a:rPr lang="en-US">
                <a:hlinkClick r:id="rId8"/>
              </a:rPr>
              <a:t>https://zdnet.co.kr/view/?no=20260620095022</a:t>
            </a:r>
            <a:r>
              <a:rPr lang="en-US"/>
              <a:t> (m2) </a:t>
            </a:r>
          </a:p>
          <a:p>
            <a:r>
              <a:rPr lang="en-US"/>
              <a:t>[7]: </a:t>
            </a:r>
            <a:r>
              <a:rPr lang="en-US">
                <a:hlinkClick r:id="rId9"/>
              </a:rPr>
              <a:t>https://prensys.co.kr/solution/markany-dlp.php</a:t>
            </a:r>
            <a:r>
              <a:rPr lang="en-US"/>
              <a:t> (m5) </a:t>
            </a:r>
          </a:p>
          <a:p>
            <a:r>
              <a:rPr lang="en-US">
                <a:ea typeface="맑은 고딕"/>
              </a:rPr>
              <a:t>[8]: </a:t>
            </a:r>
            <a:r>
              <a:rPr lang="en-US">
                <a:hlinkClick r:id="rId10"/>
              </a:rPr>
              <a:t>https://docs.genians.com/release/ko/authentication/enabling-authentication/sso/sso-bionicsgene-safepc.html</a:t>
            </a:r>
            <a:r>
              <a:rPr lang="en-US"/>
              <a:t> (m12)</a:t>
            </a:r>
          </a:p>
        </p:txBody>
      </p:sp>
      <p:sp>
        <p:nvSpPr>
          <p:cNvPr id="4" name="Slide Number Placeholder 3"/>
          <p:cNvSpPr>
            <a:spLocks noGrp="1"/>
          </p:cNvSpPr>
          <p:nvPr>
            <p:ph type="sldNum" sz="quarter" idx="5"/>
          </p:nvPr>
        </p:nvSpPr>
        <p:spPr/>
        <p:txBody>
          <a:bodyPr/>
          <a:lstStyle/>
          <a:p>
            <a:fld id="{2B4D4D96-940C-4183-92F1-CDDC2839BE9F}" type="slidenum">
              <a:rPr lang="ko-KR" altLang="en-US" smtClean="0"/>
              <a:t>57</a:t>
            </a:fld>
            <a:endParaRPr lang="ko-KR" altLang="en-US"/>
          </a:p>
        </p:txBody>
      </p:sp>
    </p:spTree>
    <p:extLst>
      <p:ext uri="{BB962C8B-B14F-4D97-AF65-F5344CB8AC3E}">
        <p14:creationId xmlns:p14="http://schemas.microsoft.com/office/powerpoint/2010/main" val="3248110247"/>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[1]: </a:t>
            </a:r>
            <a:r>
              <a:rPr lang="en-US">
                <a:hlinkClick r:id="rId3"/>
              </a:rPr>
              <a:t>https://zdnet.co.kr/view/?no=20260422080758</a:t>
            </a:r>
            <a:r>
              <a:rPr lang="en-US"/>
              <a:t> (m8) </a:t>
            </a:r>
          </a:p>
          <a:p>
            <a:r>
              <a:rPr lang="en-US">
                <a:ea typeface="맑은 고딕"/>
              </a:rPr>
              <a:t>[2]: </a:t>
            </a:r>
            <a:r>
              <a:rPr lang="en-US">
                <a:hlinkClick r:id="rId4"/>
              </a:rPr>
              <a:t>https://www.itscc.kr/file/download.do?file=KPR100000000838</a:t>
            </a:r>
            <a:r>
              <a:rPr lang="en-US"/>
              <a:t> (m13)</a:t>
            </a:r>
          </a:p>
          <a:p>
            <a:r>
              <a:rPr lang="en-US">
                <a:ea typeface="맑은 고딕" panose="02110004020202020204"/>
              </a:rPr>
              <a:t>[3]: </a:t>
            </a:r>
            <a:r>
              <a:rPr lang="en-US">
                <a:hlinkClick r:id="rId5"/>
              </a:rPr>
              <a:t>https://m.boannews.com/html/detail.html?idx=121914</a:t>
            </a:r>
            <a:r>
              <a:rPr lang="en-US"/>
              <a:t> (m14)</a:t>
            </a:r>
          </a:p>
          <a:p>
            <a:r>
              <a:rPr lang="en-US"/>
              <a:t>[4]: </a:t>
            </a:r>
            <a:r>
              <a:rPr lang="en-US">
                <a:hlinkClick r:id="rId6"/>
              </a:rPr>
              <a:t>http://www.markany.com/markanynews/?bmode=view&amp;idx=51406577</a:t>
            </a:r>
            <a:r>
              <a:rPr lang="en-US"/>
              <a:t> (m3) </a:t>
            </a:r>
          </a:p>
          <a:p>
            <a:r>
              <a:rPr lang="en-US"/>
              <a:t>[5]: </a:t>
            </a:r>
            <a:r>
              <a:rPr lang="en-US">
                <a:hlinkClick r:id="rId7"/>
              </a:rPr>
              <a:t>https://m.boannews.com/html/detail.html?idx=108428</a:t>
            </a:r>
            <a:r>
              <a:rPr lang="en-US"/>
              <a:t> (m10) </a:t>
            </a:r>
            <a:endParaRPr lang="en-US">
              <a:ea typeface="맑은 고딕"/>
            </a:endParaRPr>
          </a:p>
          <a:p>
            <a:r>
              <a:rPr lang="en-US">
                <a:ea typeface="맑은 고딕"/>
              </a:rPr>
              <a:t>[6]: </a:t>
            </a:r>
            <a:r>
              <a:rPr lang="en-US">
                <a:hlinkClick r:id="rId8"/>
              </a:rPr>
              <a:t>https://www.markany.com/procurement/?bmode=view&amp;idx=51639689</a:t>
            </a:r>
            <a:r>
              <a:rPr lang="en-US"/>
              <a:t> (m4)</a:t>
            </a:r>
            <a:endParaRPr lang="en-US">
              <a:ea typeface="맑은 고딕"/>
            </a:endParaRPr>
          </a:p>
          <a:p>
            <a:r>
              <a:rPr lang="en-US"/>
              <a:t>[7]: </a:t>
            </a:r>
            <a:r>
              <a:rPr lang="en-US">
                <a:hlinkClick r:id="rId9"/>
              </a:rPr>
              <a:t>https://zdnet.co.kr/view/?no=20260620095022</a:t>
            </a:r>
            <a:r>
              <a:rPr lang="en-US"/>
              <a:t> (m2) </a:t>
            </a:r>
          </a:p>
          <a:p>
            <a:r>
              <a:rPr lang="en-US"/>
              <a:t>[8]: </a:t>
            </a:r>
            <a:r>
              <a:rPr lang="en-US">
                <a:hlinkClick r:id="rId10"/>
              </a:rPr>
              <a:t>https://prensys.co.kr/solution/markany-privacy.php</a:t>
            </a:r>
            <a:r>
              <a:rPr lang="en-US"/>
              <a:t> (m7)</a:t>
            </a:r>
          </a:p>
          <a:p>
            <a:r>
              <a:rPr lang="en-US">
                <a:ea typeface="맑은 고딕"/>
              </a:rPr>
              <a:t>[9]: </a:t>
            </a:r>
            <a:r>
              <a:rPr lang="en-US">
                <a:hlinkClick r:id="rId11"/>
              </a:rPr>
              <a:t>http://www.markany.com/markanynews/?bmode=view&amp;idx=20379245</a:t>
            </a:r>
            <a:r>
              <a:rPr lang="en-US"/>
              <a:t> (m9)</a:t>
            </a:r>
            <a:endParaRPr lang="en-US">
              <a:ea typeface="맑은 고딕"/>
            </a:endParaRPr>
          </a:p>
        </p:txBody>
      </p:sp>
      <p:sp>
        <p:nvSpPr>
          <p:cNvPr id="4" name="Slide Number Placeholder 3"/>
          <p:cNvSpPr>
            <a:spLocks noGrp="1"/>
          </p:cNvSpPr>
          <p:nvPr>
            <p:ph type="sldNum" sz="quarter" idx="5"/>
          </p:nvPr>
        </p:nvSpPr>
        <p:spPr/>
        <p:txBody>
          <a:bodyPr/>
          <a:lstStyle/>
          <a:p>
            <a:fld id="{2B4D4D96-940C-4183-92F1-CDDC2839BE9F}" type="slidenum">
              <a:rPr lang="ko-KR" altLang="en-US" smtClean="0"/>
              <a:t>58</a:t>
            </a:fld>
            <a:endParaRPr lang="ko-KR" altLang="en-US"/>
          </a:p>
        </p:txBody>
      </p:sp>
    </p:spTree>
    <p:extLst>
      <p:ext uri="{BB962C8B-B14F-4D97-AF65-F5344CB8AC3E}">
        <p14:creationId xmlns:p14="http://schemas.microsoft.com/office/powerpoint/2010/main" val="216225344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E2C1AF-BF94-F091-EDC7-E73BB5A197D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DA77958-91BC-4ED5-C88F-5965089D541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C280FF3-0BF1-3FE3-0FAA-5486B9E11E9F}"/>
              </a:ext>
            </a:extLst>
          </p:cNvPr>
          <p:cNvSpPr>
            <a:spLocks noGrp="1"/>
          </p:cNvSpPr>
          <p:nvPr>
            <p:ph type="body" idx="1"/>
          </p:nvPr>
        </p:nvSpPr>
        <p:spPr/>
        <p:txBody>
          <a:bodyPr/>
          <a:lstStyle/>
          <a:p>
            <a:r>
              <a:rPr lang="en-US"/>
              <a:t>[1]: </a:t>
            </a:r>
            <a:r>
              <a:rPr lang="en-US">
                <a:hlinkClick r:id="rId3"/>
              </a:rPr>
              <a:t>https://www.markany.com/markanynews/?bmode=view&amp;idx=170980352</a:t>
            </a:r>
            <a:r>
              <a:rPr lang="en-US"/>
              <a:t> (m1) </a:t>
            </a:r>
          </a:p>
          <a:p>
            <a:r>
              <a:rPr lang="en-US"/>
              <a:t>[2]: </a:t>
            </a:r>
            <a:r>
              <a:rPr lang="en-US">
                <a:hlinkClick r:id="rId4"/>
              </a:rPr>
              <a:t>https://prensys.co.kr/solution/markany-dlp.php</a:t>
            </a:r>
            <a:r>
              <a:rPr lang="en-US"/>
              <a:t> (m5) </a:t>
            </a:r>
          </a:p>
          <a:p>
            <a:r>
              <a:rPr lang="en-US"/>
              <a:t>[3]: </a:t>
            </a:r>
            <a:r>
              <a:rPr lang="en-US">
                <a:hlinkClick r:id="rId5"/>
              </a:rPr>
              <a:t>https://www.prensys.co.kr/solution/markany-drm.php</a:t>
            </a:r>
            <a:r>
              <a:rPr lang="en-US"/>
              <a:t> (m6) </a:t>
            </a:r>
          </a:p>
          <a:p>
            <a:r>
              <a:rPr lang="en-US"/>
              <a:t>[4]: </a:t>
            </a:r>
            <a:r>
              <a:rPr lang="en-US">
                <a:hlinkClick r:id="rId6"/>
              </a:rPr>
              <a:t>https://zdnet.co.kr/view/?no=20260422080758</a:t>
            </a:r>
            <a:r>
              <a:rPr lang="en-US"/>
              <a:t> (m8) </a:t>
            </a:r>
          </a:p>
          <a:p>
            <a:r>
              <a:rPr lang="en-US"/>
              <a:t>[5]: </a:t>
            </a:r>
            <a:r>
              <a:rPr lang="en-US">
                <a:hlinkClick r:id="rId7"/>
              </a:rPr>
              <a:t>https://m.boannews.com/html/detail.html?idx=108428</a:t>
            </a:r>
            <a:r>
              <a:rPr lang="en-US"/>
              <a:t> (m10) </a:t>
            </a:r>
          </a:p>
          <a:p>
            <a:r>
              <a:rPr lang="en-US"/>
              <a:t>[6]: </a:t>
            </a:r>
            <a:r>
              <a:rPr lang="en-US">
                <a:hlinkClick r:id="rId8"/>
              </a:rPr>
              <a:t>https://prensys.co.kr/solution/markany-privacy.php</a:t>
            </a:r>
            <a:r>
              <a:rPr lang="en-US"/>
              <a:t> (m7)</a:t>
            </a:r>
          </a:p>
        </p:txBody>
      </p:sp>
      <p:sp>
        <p:nvSpPr>
          <p:cNvPr id="4" name="Slide Number Placeholder 3">
            <a:extLst>
              <a:ext uri="{FF2B5EF4-FFF2-40B4-BE49-F238E27FC236}">
                <a16:creationId xmlns:a16="http://schemas.microsoft.com/office/drawing/2014/main" id="{05BE8197-7B72-1E81-CE34-58AFD9D5073B}"/>
              </a:ext>
            </a:extLst>
          </p:cNvPr>
          <p:cNvSpPr>
            <a:spLocks noGrp="1"/>
          </p:cNvSpPr>
          <p:nvPr>
            <p:ph type="sldNum" sz="quarter" idx="5"/>
          </p:nvPr>
        </p:nvSpPr>
        <p:spPr/>
        <p:txBody>
          <a:bodyPr/>
          <a:lstStyle/>
          <a:p>
            <a:fld id="{2B4D4D96-940C-4183-92F1-CDDC2839BE9F}" type="slidenum">
              <a:rPr lang="ko-KR" altLang="en-US" smtClean="0"/>
              <a:t>59</a:t>
            </a:fld>
            <a:endParaRPr lang="ko-KR" altLang="en-US"/>
          </a:p>
        </p:txBody>
      </p:sp>
    </p:spTree>
    <p:extLst>
      <p:ext uri="{BB962C8B-B14F-4D97-AF65-F5344CB8AC3E}">
        <p14:creationId xmlns:p14="http://schemas.microsoft.com/office/powerpoint/2010/main" val="1836223082"/>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ADFD2C-6A7F-C8DE-2275-23E6CD22822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D7FBD7F-4E1F-A758-6EF5-8DE0EF45DB4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08EACCE-CDEB-E70F-9C20-FA5CA1E6C0BE}"/>
              </a:ext>
            </a:extLst>
          </p:cNvPr>
          <p:cNvSpPr>
            <a:spLocks noGrp="1"/>
          </p:cNvSpPr>
          <p:nvPr>
            <p:ph type="body" idx="1"/>
          </p:nvPr>
        </p:nvSpPr>
        <p:spPr/>
        <p:txBody>
          <a:bodyPr/>
          <a:lstStyle/>
          <a:p>
            <a:endParaRPr lang="en-US">
              <a:ea typeface="맑은 고딕"/>
            </a:endParaRPr>
          </a:p>
        </p:txBody>
      </p:sp>
      <p:sp>
        <p:nvSpPr>
          <p:cNvPr id="4" name="Slide Number Placeholder 3">
            <a:extLst>
              <a:ext uri="{FF2B5EF4-FFF2-40B4-BE49-F238E27FC236}">
                <a16:creationId xmlns:a16="http://schemas.microsoft.com/office/drawing/2014/main" id="{CF62774A-5344-83F4-6060-ACAD710CC593}"/>
              </a:ext>
            </a:extLst>
          </p:cNvPr>
          <p:cNvSpPr>
            <a:spLocks noGrp="1"/>
          </p:cNvSpPr>
          <p:nvPr>
            <p:ph type="sldNum" sz="quarter" idx="5"/>
          </p:nvPr>
        </p:nvSpPr>
        <p:spPr/>
        <p:txBody>
          <a:bodyPr/>
          <a:lstStyle/>
          <a:p>
            <a:fld id="{2B4D4D96-940C-4183-92F1-CDDC2839BE9F}" type="slidenum">
              <a:rPr lang="ko-KR" altLang="en-US" smtClean="0"/>
              <a:t>60</a:t>
            </a:fld>
            <a:endParaRPr lang="ko-KR" altLang="en-US"/>
          </a:p>
        </p:txBody>
      </p:sp>
    </p:spTree>
    <p:extLst>
      <p:ext uri="{BB962C8B-B14F-4D97-AF65-F5344CB8AC3E}">
        <p14:creationId xmlns:p14="http://schemas.microsoft.com/office/powerpoint/2010/main" val="126946114"/>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ADFD2C-6A7F-C8DE-2275-23E6CD22822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D7FBD7F-4E1F-A758-6EF5-8DE0EF45DB4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08EACCE-CDEB-E70F-9C20-FA5CA1E6C0BE}"/>
              </a:ext>
            </a:extLst>
          </p:cNvPr>
          <p:cNvSpPr>
            <a:spLocks noGrp="1"/>
          </p:cNvSpPr>
          <p:nvPr>
            <p:ph type="body" idx="1"/>
          </p:nvPr>
        </p:nvSpPr>
        <p:spPr/>
        <p:txBody>
          <a:bodyPr/>
          <a:lstStyle/>
          <a:p>
            <a:endParaRPr lang="en-US">
              <a:ea typeface="맑은 고딕"/>
            </a:endParaRPr>
          </a:p>
        </p:txBody>
      </p:sp>
      <p:sp>
        <p:nvSpPr>
          <p:cNvPr id="4" name="Slide Number Placeholder 3">
            <a:extLst>
              <a:ext uri="{FF2B5EF4-FFF2-40B4-BE49-F238E27FC236}">
                <a16:creationId xmlns:a16="http://schemas.microsoft.com/office/drawing/2014/main" id="{CF62774A-5344-83F4-6060-ACAD710CC593}"/>
              </a:ext>
            </a:extLst>
          </p:cNvPr>
          <p:cNvSpPr>
            <a:spLocks noGrp="1"/>
          </p:cNvSpPr>
          <p:nvPr>
            <p:ph type="sldNum" sz="quarter" idx="5"/>
          </p:nvPr>
        </p:nvSpPr>
        <p:spPr/>
        <p:txBody>
          <a:bodyPr/>
          <a:lstStyle/>
          <a:p>
            <a:fld id="{2B4D4D96-940C-4183-92F1-CDDC2839BE9F}" type="slidenum">
              <a:rPr lang="ko-KR" altLang="en-US" smtClean="0"/>
              <a:t>61</a:t>
            </a:fld>
            <a:endParaRPr lang="ko-KR" altLang="en-US"/>
          </a:p>
        </p:txBody>
      </p:sp>
    </p:spTree>
    <p:extLst>
      <p:ext uri="{BB962C8B-B14F-4D97-AF65-F5344CB8AC3E}">
        <p14:creationId xmlns:p14="http://schemas.microsoft.com/office/powerpoint/2010/main" val="126946114"/>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ADFD2C-6A7F-C8DE-2275-23E6CD22822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D7FBD7F-4E1F-A758-6EF5-8DE0EF45DB4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08EACCE-CDEB-E70F-9C20-FA5CA1E6C0BE}"/>
              </a:ext>
            </a:extLst>
          </p:cNvPr>
          <p:cNvSpPr>
            <a:spLocks noGrp="1"/>
          </p:cNvSpPr>
          <p:nvPr>
            <p:ph type="body" idx="1"/>
          </p:nvPr>
        </p:nvSpPr>
        <p:spPr/>
        <p:txBody>
          <a:bodyPr/>
          <a:lstStyle/>
          <a:p>
            <a:endParaRPr lang="en-US">
              <a:ea typeface="맑은 고딕"/>
            </a:endParaRPr>
          </a:p>
        </p:txBody>
      </p:sp>
      <p:sp>
        <p:nvSpPr>
          <p:cNvPr id="4" name="Slide Number Placeholder 3">
            <a:extLst>
              <a:ext uri="{FF2B5EF4-FFF2-40B4-BE49-F238E27FC236}">
                <a16:creationId xmlns:a16="http://schemas.microsoft.com/office/drawing/2014/main" id="{CF62774A-5344-83F4-6060-ACAD710CC593}"/>
              </a:ext>
            </a:extLst>
          </p:cNvPr>
          <p:cNvSpPr>
            <a:spLocks noGrp="1"/>
          </p:cNvSpPr>
          <p:nvPr>
            <p:ph type="sldNum" sz="quarter" idx="5"/>
          </p:nvPr>
        </p:nvSpPr>
        <p:spPr/>
        <p:txBody>
          <a:bodyPr/>
          <a:lstStyle/>
          <a:p>
            <a:fld id="{2B4D4D96-940C-4183-92F1-CDDC2839BE9F}" type="slidenum">
              <a:rPr lang="ko-KR" altLang="en-US" smtClean="0"/>
              <a:t>62</a:t>
            </a:fld>
            <a:endParaRPr lang="ko-KR" altLang="en-US"/>
          </a:p>
        </p:txBody>
      </p:sp>
    </p:spTree>
    <p:extLst>
      <p:ext uri="{BB962C8B-B14F-4D97-AF65-F5344CB8AC3E}">
        <p14:creationId xmlns:p14="http://schemas.microsoft.com/office/powerpoint/2010/main" val="126946114"/>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ADFD2C-6A7F-C8DE-2275-23E6CD22822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D7FBD7F-4E1F-A758-6EF5-8DE0EF45DB4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08EACCE-CDEB-E70F-9C20-FA5CA1E6C0BE}"/>
              </a:ext>
            </a:extLst>
          </p:cNvPr>
          <p:cNvSpPr>
            <a:spLocks noGrp="1"/>
          </p:cNvSpPr>
          <p:nvPr>
            <p:ph type="body" idx="1"/>
          </p:nvPr>
        </p:nvSpPr>
        <p:spPr/>
        <p:txBody>
          <a:bodyPr/>
          <a:lstStyle/>
          <a:p>
            <a:endParaRPr lang="en-US">
              <a:ea typeface="맑은 고딕"/>
            </a:endParaRPr>
          </a:p>
        </p:txBody>
      </p:sp>
      <p:sp>
        <p:nvSpPr>
          <p:cNvPr id="4" name="Slide Number Placeholder 3">
            <a:extLst>
              <a:ext uri="{FF2B5EF4-FFF2-40B4-BE49-F238E27FC236}">
                <a16:creationId xmlns:a16="http://schemas.microsoft.com/office/drawing/2014/main" id="{CF62774A-5344-83F4-6060-ACAD710CC593}"/>
              </a:ext>
            </a:extLst>
          </p:cNvPr>
          <p:cNvSpPr>
            <a:spLocks noGrp="1"/>
          </p:cNvSpPr>
          <p:nvPr>
            <p:ph type="sldNum" sz="quarter" idx="5"/>
          </p:nvPr>
        </p:nvSpPr>
        <p:spPr/>
        <p:txBody>
          <a:bodyPr/>
          <a:lstStyle/>
          <a:p>
            <a:fld id="{2B4D4D96-940C-4183-92F1-CDDC2839BE9F}" type="slidenum">
              <a:rPr lang="ko-KR" altLang="en-US" smtClean="0"/>
              <a:t>63</a:t>
            </a:fld>
            <a:endParaRPr lang="ko-KR" altLang="en-US"/>
          </a:p>
        </p:txBody>
      </p:sp>
    </p:spTree>
    <p:extLst>
      <p:ext uri="{BB962C8B-B14F-4D97-AF65-F5344CB8AC3E}">
        <p14:creationId xmlns:p14="http://schemas.microsoft.com/office/powerpoint/2010/main" val="126946114"/>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ADFD2C-6A7F-C8DE-2275-23E6CD22822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D7FBD7F-4E1F-A758-6EF5-8DE0EF45DB4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08EACCE-CDEB-E70F-9C20-FA5CA1E6C0BE}"/>
              </a:ext>
            </a:extLst>
          </p:cNvPr>
          <p:cNvSpPr>
            <a:spLocks noGrp="1"/>
          </p:cNvSpPr>
          <p:nvPr>
            <p:ph type="body" idx="1"/>
          </p:nvPr>
        </p:nvSpPr>
        <p:spPr/>
        <p:txBody>
          <a:bodyPr/>
          <a:lstStyle/>
          <a:p>
            <a:endParaRPr lang="en-US">
              <a:ea typeface="맑은 고딕"/>
            </a:endParaRPr>
          </a:p>
        </p:txBody>
      </p:sp>
      <p:sp>
        <p:nvSpPr>
          <p:cNvPr id="4" name="Slide Number Placeholder 3">
            <a:extLst>
              <a:ext uri="{FF2B5EF4-FFF2-40B4-BE49-F238E27FC236}">
                <a16:creationId xmlns:a16="http://schemas.microsoft.com/office/drawing/2014/main" id="{CF62774A-5344-83F4-6060-ACAD710CC593}"/>
              </a:ext>
            </a:extLst>
          </p:cNvPr>
          <p:cNvSpPr>
            <a:spLocks noGrp="1"/>
          </p:cNvSpPr>
          <p:nvPr>
            <p:ph type="sldNum" sz="quarter" idx="5"/>
          </p:nvPr>
        </p:nvSpPr>
        <p:spPr/>
        <p:txBody>
          <a:bodyPr/>
          <a:lstStyle/>
          <a:p>
            <a:fld id="{2B4D4D96-940C-4183-92F1-CDDC2839BE9F}" type="slidenum">
              <a:rPr lang="ko-KR" altLang="en-US" smtClean="0"/>
              <a:t>64</a:t>
            </a:fld>
            <a:endParaRPr lang="ko-KR" altLang="en-US"/>
          </a:p>
        </p:txBody>
      </p:sp>
    </p:spTree>
    <p:extLst>
      <p:ext uri="{BB962C8B-B14F-4D97-AF65-F5344CB8AC3E}">
        <p14:creationId xmlns:p14="http://schemas.microsoft.com/office/powerpoint/2010/main" val="126946114"/>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ADFD2C-6A7F-C8DE-2275-23E6CD22822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D7FBD7F-4E1F-A758-6EF5-8DE0EF45DB4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08EACCE-CDEB-E70F-9C20-FA5CA1E6C0BE}"/>
              </a:ext>
            </a:extLst>
          </p:cNvPr>
          <p:cNvSpPr>
            <a:spLocks noGrp="1"/>
          </p:cNvSpPr>
          <p:nvPr>
            <p:ph type="body" idx="1"/>
          </p:nvPr>
        </p:nvSpPr>
        <p:spPr/>
        <p:txBody>
          <a:bodyPr/>
          <a:lstStyle/>
          <a:p>
            <a:endParaRPr lang="en-US">
              <a:ea typeface="맑은 고딕"/>
            </a:endParaRPr>
          </a:p>
        </p:txBody>
      </p:sp>
      <p:sp>
        <p:nvSpPr>
          <p:cNvPr id="4" name="Slide Number Placeholder 3">
            <a:extLst>
              <a:ext uri="{FF2B5EF4-FFF2-40B4-BE49-F238E27FC236}">
                <a16:creationId xmlns:a16="http://schemas.microsoft.com/office/drawing/2014/main" id="{CF62774A-5344-83F4-6060-ACAD710CC593}"/>
              </a:ext>
            </a:extLst>
          </p:cNvPr>
          <p:cNvSpPr>
            <a:spLocks noGrp="1"/>
          </p:cNvSpPr>
          <p:nvPr>
            <p:ph type="sldNum" sz="quarter" idx="5"/>
          </p:nvPr>
        </p:nvSpPr>
        <p:spPr/>
        <p:txBody>
          <a:bodyPr/>
          <a:lstStyle/>
          <a:p>
            <a:fld id="{2B4D4D96-940C-4183-92F1-CDDC2839BE9F}" type="slidenum">
              <a:rPr lang="ko-KR" altLang="en-US" smtClean="0"/>
              <a:t>65</a:t>
            </a:fld>
            <a:endParaRPr lang="ko-KR" altLang="en-US"/>
          </a:p>
        </p:txBody>
      </p:sp>
    </p:spTree>
    <p:extLst>
      <p:ext uri="{BB962C8B-B14F-4D97-AF65-F5344CB8AC3E}">
        <p14:creationId xmlns:p14="http://schemas.microsoft.com/office/powerpoint/2010/main" val="126946114"/>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ADFD2C-6A7F-C8DE-2275-23E6CD22822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D7FBD7F-4E1F-A758-6EF5-8DE0EF45DB4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08EACCE-CDEB-E70F-9C20-FA5CA1E6C0BE}"/>
              </a:ext>
            </a:extLst>
          </p:cNvPr>
          <p:cNvSpPr>
            <a:spLocks noGrp="1"/>
          </p:cNvSpPr>
          <p:nvPr>
            <p:ph type="body" idx="1"/>
          </p:nvPr>
        </p:nvSpPr>
        <p:spPr/>
        <p:txBody>
          <a:bodyPr/>
          <a:lstStyle/>
          <a:p>
            <a:endParaRPr lang="en-US">
              <a:ea typeface="맑은 고딕"/>
            </a:endParaRPr>
          </a:p>
        </p:txBody>
      </p:sp>
      <p:sp>
        <p:nvSpPr>
          <p:cNvPr id="4" name="Slide Number Placeholder 3">
            <a:extLst>
              <a:ext uri="{FF2B5EF4-FFF2-40B4-BE49-F238E27FC236}">
                <a16:creationId xmlns:a16="http://schemas.microsoft.com/office/drawing/2014/main" id="{CF62774A-5344-83F4-6060-ACAD710CC593}"/>
              </a:ext>
            </a:extLst>
          </p:cNvPr>
          <p:cNvSpPr>
            <a:spLocks noGrp="1"/>
          </p:cNvSpPr>
          <p:nvPr>
            <p:ph type="sldNum" sz="quarter" idx="5"/>
          </p:nvPr>
        </p:nvSpPr>
        <p:spPr/>
        <p:txBody>
          <a:bodyPr/>
          <a:lstStyle/>
          <a:p>
            <a:fld id="{2B4D4D96-940C-4183-92F1-CDDC2839BE9F}" type="slidenum">
              <a:rPr lang="ko-KR" altLang="en-US" smtClean="0"/>
              <a:t>66</a:t>
            </a:fld>
            <a:endParaRPr lang="ko-KR" altLang="en-US"/>
          </a:p>
        </p:txBody>
      </p:sp>
    </p:spTree>
    <p:extLst>
      <p:ext uri="{BB962C8B-B14F-4D97-AF65-F5344CB8AC3E}">
        <p14:creationId xmlns:p14="http://schemas.microsoft.com/office/powerpoint/2010/main" val="12694611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tags" Target="../tags/tag2.xml"/><Relationship Id="rId2" Type="http://schemas.openxmlformats.org/officeDocument/2006/relationships/tags" Target="../tags/tag3.xml"/><Relationship Id="rId3" Type="http://schemas.openxmlformats.org/officeDocument/2006/relationships/slideMaster" Target="../slideMasters/slideMaster1.xml"/><Relationship Id="rId4" Type="http://schemas.openxmlformats.org/officeDocument/2006/relationships/image" Target="../media/image2.png"/><Relationship Id="rId5" Type="http://schemas.openxmlformats.org/officeDocument/2006/relationships/image" Target="../media/image3.png"/><Relationship Id="rId6" Type="http://schemas.openxmlformats.org/officeDocument/2006/relationships/image" Target="../media/image4.svg"/><Relationship Id="rId7" Type="http://schemas.openxmlformats.org/officeDocument/2006/relationships/image" Target="../media/image5.gif"/><Relationship Id="rId8" Type="http://schemas.openxmlformats.org/officeDocument/2006/relationships/image" Target="../media/image6.png"/><Relationship Id="rId9" Type="http://schemas.openxmlformats.org/officeDocument/2006/relationships/image" Target="../media/image7.png"/><Relationship Id="rId10" Type="http://schemas.openxmlformats.org/officeDocument/2006/relationships/image" Target="../media/image8.png"/></Relationships>
</file>

<file path=ppt/slideLayouts/_rels/slideLayout2.xml.rels><?xml version='1.0' encoding='UTF-8' standalone='yes'?>
<Relationships xmlns="http://schemas.openxmlformats.org/package/2006/relationships"><Relationship Id="rId1" Type="http://schemas.openxmlformats.org/officeDocument/2006/relationships/tags" Target="../tags/tag4.xml"/><Relationship Id="rId2" Type="http://schemas.openxmlformats.org/officeDocument/2006/relationships/slideMaster" Target="../slideMasters/slideMaster1.xml"/><Relationship Id="rId3" Type="http://schemas.openxmlformats.org/officeDocument/2006/relationships/image" Target="../media/image9.jpeg"/><Relationship Id="rId4" Type="http://schemas.openxmlformats.org/officeDocument/2006/relationships/image" Target="../media/image6.png"/></Relationships>
</file>

<file path=ppt/slideLayouts/_rels/slideLayout3.xml.rels><?xml version='1.0' encoding='UTF-8' standalone='yes'?>
<Relationships xmlns="http://schemas.openxmlformats.org/package/2006/relationships"><Relationship Id="rId1" Type="http://schemas.openxmlformats.org/officeDocument/2006/relationships/tags" Target="../tags/tag5.xml"/><Relationship Id="rId2" Type="http://schemas.openxmlformats.org/officeDocument/2006/relationships/tags" Target="../tags/tag6.xml"/><Relationship Id="rId3"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s>
</file>

<file path=ppt/slideLayouts/_rels/slideLayout6.xml.rels><?xml version='1.0' encoding='UTF-8' standalone='yes'?>
<Relationships xmlns="http://schemas.openxmlformats.org/package/2006/relationships"><Relationship Id="rId1" Type="http://schemas.openxmlformats.org/officeDocument/2006/relationships/tags" Target="../tags/tag7.xml"/><Relationship Id="rId2" Type="http://schemas.openxmlformats.org/officeDocument/2006/relationships/tags" Target="../tags/tag8.xml"/><Relationship Id="rId3" Type="http://schemas.openxmlformats.org/officeDocument/2006/relationships/tags" Target="../tags/tag9.xml"/><Relationship Id="rId4"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tags" Target="../tags/tag10.xml"/><Relationship Id="rId2"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tags" Target="../tags/tag11.xml"/><Relationship Id="rId2"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svg"/><Relationship Id="rId5" Type="http://schemas.openxmlformats.org/officeDocument/2006/relationships/image" Target="../media/image5.gif"/><Relationship Id="rId6" Type="http://schemas.openxmlformats.org/officeDocument/2006/relationships/image" Target="../media/image6.png"/><Relationship Id="rId7" Type="http://schemas.openxmlformats.org/officeDocument/2006/relationships/image" Target="../media/image7.png"/><Relationship Id="rId8" Type="http://schemas.openxmlformats.org/officeDocument/2006/relationships/image" Target="../media/image8.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9.jpeg"/><Relationship Id="rId3" Type="http://schemas.openxmlformats.org/officeDocument/2006/relationships/image" Target="../media/image6.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제목 슬라이드">
    <p:bg>
      <p:bgPr>
        <a:solidFill>
          <a:schemeClr val="bg1"/>
        </a:solidFill>
        <a:effectLst/>
      </p:bgPr>
    </p:bg>
    <p:spTree>
      <p:nvGrpSpPr>
        <p:cNvPr id="1" name=""/>
        <p:cNvGrpSpPr/>
        <p:nvPr/>
      </p:nvGrpSpPr>
      <p:grpSpPr>
        <a:xfrm>
          <a:off x="0" y="0"/>
          <a:ext cx="0" cy="0"/>
          <a:chOff x="0" y="0"/>
          <a:chExt cx="0" cy="0"/>
        </a:xfrm>
      </p:grpSpPr>
      <p:pic>
        <p:nvPicPr>
          <p:cNvPr id="19" name="그림 18">
            <a:extLst>
              <a:ext uri="{FF2B5EF4-FFF2-40B4-BE49-F238E27FC236}">
                <a16:creationId xmlns:a16="http://schemas.microsoft.com/office/drawing/2014/main" id="{FDBF7652-875C-E815-9BA0-ED3DE1A3587F}"/>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 y="0"/>
            <a:ext cx="12191999" cy="6858000"/>
          </a:xfrm>
          <a:prstGeom prst="rect">
            <a:avLst/>
          </a:prstGeom>
        </p:spPr>
      </p:pic>
      <p:sp>
        <p:nvSpPr>
          <p:cNvPr id="20" name="제목 1">
            <a:extLst>
              <a:ext uri="{FF2B5EF4-FFF2-40B4-BE49-F238E27FC236}">
                <a16:creationId xmlns:a16="http://schemas.microsoft.com/office/drawing/2014/main" id="{1B11C04A-CF9F-0D06-2E1C-DDE75FD27BCA}"/>
              </a:ext>
            </a:extLst>
          </p:cNvPr>
          <p:cNvSpPr>
            <a:spLocks noGrp="1"/>
          </p:cNvSpPr>
          <p:nvPr>
            <p:ph type="ctrTitle"/>
            <p:custDataLst>
              <p:tags r:id="rId1"/>
            </p:custDataLst>
          </p:nvPr>
        </p:nvSpPr>
        <p:spPr>
          <a:xfrm>
            <a:off x="3721100" y="1138858"/>
            <a:ext cx="7861300" cy="1470025"/>
          </a:xfrm>
          <a:prstGeom prst="rect">
            <a:avLst/>
          </a:prstGeom>
          <a:ln w="3175">
            <a:noFill/>
          </a:ln>
          <a:effectLst>
            <a:outerShdw blurRad="50800" dist="38100" dir="2700000" algn="tl" rotWithShape="0">
              <a:prstClr val="black">
                <a:alpha val="40000"/>
              </a:prstClr>
            </a:outerShdw>
          </a:effectLst>
        </p:spPr>
        <p:txBody>
          <a:bodyPr anchor="ctr" anchorCtr="0">
            <a:normAutofit/>
          </a:bodyPr>
          <a:lstStyle>
            <a:lvl1pPr algn="ctr">
              <a:defRPr kumimoji="1" lang="ko-KR" altLang="en-US" sz="4000" b="1" dirty="0">
                <a:ln w="19050">
                  <a:solidFill>
                    <a:schemeClr val="bg1"/>
                  </a:solidFill>
                </a:ln>
                <a:solidFill>
                  <a:srgbClr val="002060"/>
                </a:solidFill>
                <a:latin typeface="HY헤드라인M" pitchFamily="18" charset="-127"/>
                <a:ea typeface="HY헤드라인M" panose="02030600000101010101" pitchFamily="18" charset="-127"/>
                <a:cs typeface="+mj-cs"/>
              </a:defRPr>
            </a:lvl1pPr>
          </a:lstStyle>
          <a:p>
            <a:r>
              <a:rPr lang="ko-KR" altLang="en-US"/>
              <a:t>마스터 제목 스타일 편집</a:t>
            </a:r>
          </a:p>
        </p:txBody>
      </p:sp>
      <p:sp>
        <p:nvSpPr>
          <p:cNvPr id="21" name="부제목 2">
            <a:extLst>
              <a:ext uri="{FF2B5EF4-FFF2-40B4-BE49-F238E27FC236}">
                <a16:creationId xmlns:a16="http://schemas.microsoft.com/office/drawing/2014/main" id="{ADF4855B-91A4-2CE4-377D-F903BFE02B5C}"/>
              </a:ext>
            </a:extLst>
          </p:cNvPr>
          <p:cNvSpPr>
            <a:spLocks noGrp="1"/>
          </p:cNvSpPr>
          <p:nvPr>
            <p:ph type="subTitle" idx="1"/>
            <p:custDataLst>
              <p:tags r:id="rId2"/>
            </p:custDataLst>
          </p:nvPr>
        </p:nvSpPr>
        <p:spPr>
          <a:xfrm>
            <a:off x="6402160" y="4634576"/>
            <a:ext cx="5180240" cy="1084566"/>
          </a:xfrm>
          <a:prstGeom prst="rect">
            <a:avLst/>
          </a:prstGeom>
        </p:spPr>
        <p:txBody>
          <a:bodyPr anchor="ctr"/>
          <a:lstStyle>
            <a:lvl1pPr marL="0" indent="0" algn="r">
              <a:lnSpc>
                <a:spcPct val="100000"/>
              </a:lnSpc>
              <a:buNone/>
              <a:defRPr kumimoji="1" lang="ko-KR" altLang="en-US" sz="2000" b="1" dirty="0">
                <a:solidFill>
                  <a:srgbClr val="000000"/>
                </a:solidFill>
                <a:latin typeface="+mj-lt"/>
                <a:ea typeface="+mn-ea"/>
                <a:cs typeface="Times New Roman" pitchFamily="18" charset="0"/>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ko-KR" altLang="en-US"/>
              <a:t>클릭하여 마스터 부제목 스타일 편집</a:t>
            </a:r>
          </a:p>
        </p:txBody>
      </p:sp>
      <p:pic>
        <p:nvPicPr>
          <p:cNvPr id="22" name="그래픽 21">
            <a:extLst>
              <a:ext uri="{FF2B5EF4-FFF2-40B4-BE49-F238E27FC236}">
                <a16:creationId xmlns:a16="http://schemas.microsoft.com/office/drawing/2014/main" id="{BCCD7A1C-DC26-7760-70F3-CEE54B8BE839}"/>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10050616" y="212052"/>
            <a:ext cx="1836584" cy="451620"/>
          </a:xfrm>
          <a:prstGeom prst="rect">
            <a:avLst/>
          </a:prstGeom>
        </p:spPr>
      </p:pic>
      <p:pic>
        <p:nvPicPr>
          <p:cNvPr id="9" name="Picture 4" descr="정장형 심볼01">
            <a:extLst>
              <a:ext uri="{FF2B5EF4-FFF2-40B4-BE49-F238E27FC236}">
                <a16:creationId xmlns:a16="http://schemas.microsoft.com/office/drawing/2014/main" id="{37884A31-0B5C-8341-697F-E82BC18863A7}"/>
              </a:ext>
            </a:extLst>
          </p:cNvPr>
          <p:cNvPicPr>
            <a:picLocks noChangeAspect="1" noChangeArrowheads="1"/>
          </p:cNvPicPr>
          <p:nvPr userDrawn="1"/>
        </p:nvPicPr>
        <p:blipFill>
          <a:blip r:embed="rId7" cstate="print">
            <a:extLst>
              <a:ext uri="{28A0092B-C50C-407E-A947-70E740481C1C}">
                <a14:useLocalDpi xmlns:a14="http://schemas.microsoft.com/office/drawing/2010/main" val="0"/>
              </a:ext>
            </a:extLst>
          </a:blip>
          <a:srcRect/>
          <a:stretch>
            <a:fillRect/>
          </a:stretch>
        </p:blipFill>
        <p:spPr bwMode="auto">
          <a:xfrm>
            <a:off x="204929" y="6309556"/>
            <a:ext cx="402099" cy="402099"/>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3">
            <a:extLst>
              <a:ext uri="{FF2B5EF4-FFF2-40B4-BE49-F238E27FC236}">
                <a16:creationId xmlns:a16="http://schemas.microsoft.com/office/drawing/2014/main" id="{5200CFC1-6CCC-030A-0EDD-38D9E35E8840}"/>
              </a:ext>
            </a:extLst>
          </p:cNvPr>
          <p:cNvPicPr>
            <a:picLocks noChangeAspect="1" noChangeArrowheads="1"/>
          </p:cNvPicPr>
          <p:nvPr userDrawn="1"/>
        </p:nvPicPr>
        <p:blipFill>
          <a:blip r:embed="rId8" cstate="print"/>
          <a:srcRect/>
          <a:stretch>
            <a:fillRect/>
          </a:stretch>
        </p:blipFill>
        <p:spPr bwMode="auto">
          <a:xfrm>
            <a:off x="5934696" y="6309969"/>
            <a:ext cx="1313830" cy="357611"/>
          </a:xfrm>
          <a:prstGeom prst="rect">
            <a:avLst/>
          </a:prstGeom>
          <a:noFill/>
          <a:ln w="9525">
            <a:noFill/>
            <a:miter lim="800000"/>
            <a:headEnd/>
            <a:tailEnd/>
          </a:ln>
        </p:spPr>
      </p:pic>
      <p:pic>
        <p:nvPicPr>
          <p:cNvPr id="11" name="그림 10">
            <a:extLst>
              <a:ext uri="{FF2B5EF4-FFF2-40B4-BE49-F238E27FC236}">
                <a16:creationId xmlns:a16="http://schemas.microsoft.com/office/drawing/2014/main" id="{5CDC56DC-8E16-04E9-01D5-A0FCA26BA55C}"/>
              </a:ext>
            </a:extLst>
          </p:cNvPr>
          <p:cNvPicPr>
            <a:picLocks noChangeAspect="1"/>
          </p:cNvPicPr>
          <p:nvPr userDrawn="1"/>
        </p:nvPicPr>
        <p:blipFill rotWithShape="1">
          <a:blip r:embed="rId9" cstate="print">
            <a:extLst>
              <a:ext uri="{28A0092B-C50C-407E-A947-70E740481C1C}">
                <a14:useLocalDpi xmlns:a14="http://schemas.microsoft.com/office/drawing/2010/main" val="0"/>
              </a:ext>
            </a:extLst>
          </a:blip>
          <a:srcRect l="12957"/>
          <a:stretch/>
        </p:blipFill>
        <p:spPr>
          <a:xfrm>
            <a:off x="607027" y="6315968"/>
            <a:ext cx="2884853" cy="400000"/>
          </a:xfrm>
          <a:prstGeom prst="rect">
            <a:avLst/>
          </a:prstGeom>
        </p:spPr>
      </p:pic>
      <p:pic>
        <p:nvPicPr>
          <p:cNvPr id="13" name="그림 12" descr="텍스트, 폰트, 그래픽, 그래픽 디자인이(가) 표시된 사진&#10;&#10;AI가 생성한 콘텐츠는 부정확할 수 있습니다.">
            <a:extLst>
              <a:ext uri="{FF2B5EF4-FFF2-40B4-BE49-F238E27FC236}">
                <a16:creationId xmlns:a16="http://schemas.microsoft.com/office/drawing/2014/main" id="{8C490BB4-DFC3-9960-6D11-D80325D0E420}"/>
              </a:ext>
            </a:extLst>
          </p:cNvPr>
          <p:cNvPicPr>
            <a:picLocks noChangeAspect="1"/>
          </p:cNvPicPr>
          <p:nvPr userDrawn="1"/>
        </p:nvPicPr>
        <p:blipFill>
          <a:blip r:embed="rId10">
            <a:extLst>
              <a:ext uri="{28A0092B-C50C-407E-A947-70E740481C1C}">
                <a14:useLocalDpi xmlns:a14="http://schemas.microsoft.com/office/drawing/2010/main" val="0"/>
              </a:ext>
            </a:extLst>
          </a:blip>
          <a:stretch>
            <a:fillRect/>
          </a:stretch>
        </p:blipFill>
        <p:spPr>
          <a:xfrm>
            <a:off x="3721100" y="6308116"/>
            <a:ext cx="1984375" cy="391387"/>
          </a:xfrm>
          <a:prstGeom prst="rect">
            <a:avLst/>
          </a:prstGeom>
        </p:spPr>
      </p:pic>
    </p:spTree>
    <p:extLst>
      <p:ext uri="{BB962C8B-B14F-4D97-AF65-F5344CB8AC3E}">
        <p14:creationId xmlns:p14="http://schemas.microsoft.com/office/powerpoint/2010/main" val="1004183797"/>
      </p:ext>
    </p:extLst>
  </p:cSld>
  <p:clrMapOvr>
    <a:masterClrMapping/>
  </p:clrMapOvr>
  <p:extLst>
    <p:ext uri="{DCECCB84-F9BA-43D5-87BE-67443E8EF086}">
      <p15:sldGuideLst xmlns:p15="http://schemas.microsoft.com/office/powerpoint/2012/main">
        <p15:guide id="4" pos="5120">
          <p15:clr>
            <a:srgbClr val="FBAE40"/>
          </p15:clr>
        </p15:guide>
        <p15:guide id="5" orient="horz" pos="2160">
          <p15:clr>
            <a:srgbClr val="FBAE40"/>
          </p15:clr>
        </p15:guide>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제목 및 내용">
    <p:spTree>
      <p:nvGrpSpPr>
        <p:cNvPr id="1" name=""/>
        <p:cNvGrpSpPr/>
        <p:nvPr/>
      </p:nvGrpSpPr>
      <p:grpSpPr>
        <a:xfrm>
          <a:off x="0" y="0"/>
          <a:ext cx="0" cy="0"/>
          <a:chOff x="0" y="0"/>
          <a:chExt cx="0" cy="0"/>
        </a:xfrm>
      </p:grpSpPr>
      <p:pic>
        <p:nvPicPr>
          <p:cNvPr id="17" name="Picture 6" descr="Security White Background Images - Free Download on Freepik">
            <a:extLst>
              <a:ext uri="{FF2B5EF4-FFF2-40B4-BE49-F238E27FC236}">
                <a16:creationId xmlns:a16="http://schemas.microsoft.com/office/drawing/2014/main" id="{13188CB9-CE2D-EAE6-6F16-E112FB4DE22F}"/>
              </a:ext>
            </a:extLst>
          </p:cNvPr>
          <p:cNvPicPr>
            <a:picLocks noChangeAspect="1" noChangeArrowheads="1"/>
          </p:cNvPicPr>
          <p:nvPr userDrawn="1"/>
        </p:nvPicPr>
        <p:blipFill>
          <a:blip r:embed="rId3">
            <a:alphaModFix amt="20000"/>
            <a:extLst>
              <a:ext uri="{28A0092B-C50C-407E-A947-70E740481C1C}">
                <a14:useLocalDpi xmlns:a14="http://schemas.microsoft.com/office/drawing/2010/main" val="0"/>
              </a:ext>
            </a:extLst>
          </a:blip>
          <a:srcRect/>
          <a:stretch>
            <a:fillRect/>
          </a:stretch>
        </p:blipFill>
        <p:spPr bwMode="auto">
          <a:xfrm>
            <a:off x="3675036" y="1666322"/>
            <a:ext cx="4935564" cy="3484855"/>
          </a:xfrm>
          <a:prstGeom prst="rect">
            <a:avLst/>
          </a:prstGeom>
          <a:noFill/>
          <a:extLst>
            <a:ext uri="{909E8E84-426E-40DD-AFC4-6F175D3DCCD1}">
              <a14:hiddenFill xmlns:a14="http://schemas.microsoft.com/office/drawing/2010/main">
                <a:solidFill>
                  <a:srgbClr val="FFFFFF"/>
                </a:solidFill>
              </a14:hiddenFill>
            </a:ext>
          </a:extLst>
        </p:spPr>
      </p:pic>
      <p:sp>
        <p:nvSpPr>
          <p:cNvPr id="19" name="슬라이드 번호 개체 틀 5"/>
          <p:cNvSpPr>
            <a:spLocks noGrp="1"/>
          </p:cNvSpPr>
          <p:nvPr>
            <p:ph type="sldNum" sz="quarter" idx="4"/>
            <p:custDataLst>
              <p:tags r:id="rId1"/>
            </p:custDataLst>
          </p:nvPr>
        </p:nvSpPr>
        <p:spPr>
          <a:xfrm>
            <a:off x="11760629" y="6606877"/>
            <a:ext cx="431371" cy="194616"/>
          </a:xfrm>
          <a:prstGeom prst="rect">
            <a:avLst/>
          </a:prstGeom>
          <a:solidFill>
            <a:srgbClr val="20A15E"/>
          </a:solidFill>
          <a:ln>
            <a:noFill/>
          </a:ln>
        </p:spPr>
        <p:style>
          <a:lnRef idx="2">
            <a:schemeClr val="dk1">
              <a:shade val="50000"/>
            </a:schemeClr>
          </a:lnRef>
          <a:fillRef idx="1">
            <a:schemeClr val="dk1"/>
          </a:fillRef>
          <a:effectRef idx="0">
            <a:schemeClr val="dk1"/>
          </a:effectRef>
          <a:fontRef idx="none"/>
        </p:style>
        <p:txBody>
          <a:bodyPr lIns="0" tIns="0" rIns="0" bIns="0" anchor="ctr" anchorCtr="1"/>
          <a:lstStyle>
            <a:lvl1pPr algn="ctr" fontAlgn="auto">
              <a:spcBef>
                <a:spcPts val="0"/>
              </a:spcBef>
              <a:spcAft>
                <a:spcPts val="0"/>
              </a:spcAft>
              <a:defRPr kumimoji="0" sz="1100" b="0" baseline="0" smtClean="0">
                <a:solidFill>
                  <a:schemeClr val="bg1"/>
                </a:solidFill>
                <a:latin typeface="Candara" panose="020E0502030303020204" pitchFamily="34" charset="0"/>
                <a:ea typeface="+mn-ea"/>
                <a:cs typeface="Arial" panose="020B0604020202020204" pitchFamily="34" charset="0"/>
              </a:defRPr>
            </a:lvl1pPr>
          </a:lstStyle>
          <a:p>
            <a:fld id="{4EA1E582-E1CC-4474-812F-1657BC5920B7}" type="slidenum">
              <a:rPr lang="ko-KR" altLang="en-US" smtClean="0"/>
              <a:t>‹#›</a:t>
            </a:fld>
            <a:endParaRPr lang="ko-KR" altLang="en-US"/>
          </a:p>
        </p:txBody>
      </p:sp>
      <p:sp>
        <p:nvSpPr>
          <p:cNvPr id="20" name="내용 개체 틀 5">
            <a:extLst>
              <a:ext uri="{FF2B5EF4-FFF2-40B4-BE49-F238E27FC236}">
                <a16:creationId xmlns:a16="http://schemas.microsoft.com/office/drawing/2014/main" id="{EB05DB11-9E8D-4861-8DF2-ADEACCA464FF}"/>
              </a:ext>
            </a:extLst>
          </p:cNvPr>
          <p:cNvSpPr>
            <a:spLocks noGrp="1"/>
          </p:cNvSpPr>
          <p:nvPr>
            <p:ph sz="quarter" idx="10" hasCustomPrompt="1"/>
          </p:nvPr>
        </p:nvSpPr>
        <p:spPr>
          <a:xfrm>
            <a:off x="504921" y="1437247"/>
            <a:ext cx="11255708" cy="5152466"/>
          </a:xfrm>
          <a:prstGeom prst="rect">
            <a:avLst/>
          </a:prstGeom>
        </p:spPr>
        <p:txBody>
          <a:bodyPr/>
          <a:lstStyle>
            <a:lvl1pPr>
              <a:lnSpc>
                <a:spcPct val="100000"/>
              </a:lnSpc>
              <a:defRPr sz="2400" b="1" baseline="0">
                <a:ln w="9525">
                  <a:noFill/>
                </a:ln>
                <a:solidFill>
                  <a:srgbClr val="CC6600"/>
                </a:solidFill>
                <a:effectLst/>
                <a:latin typeface="HY헤드라인M" panose="02030600000101010101" pitchFamily="18" charset="-127"/>
                <a:ea typeface="HY헤드라인M" panose="02030600000101010101" pitchFamily="18" charset="-127"/>
              </a:defRPr>
            </a:lvl1pPr>
            <a:lvl2pPr>
              <a:lnSpc>
                <a:spcPct val="150000"/>
              </a:lnSpc>
              <a:spcBef>
                <a:spcPts val="0"/>
              </a:spcBef>
              <a:defRPr b="1" baseline="0">
                <a:solidFill>
                  <a:srgbClr val="7030A0"/>
                </a:solidFill>
                <a:latin typeface="HY견고딕" panose="02030600000101010101" pitchFamily="18" charset="-127"/>
                <a:ea typeface="HY견고딕" panose="02030600000101010101" pitchFamily="18" charset="-127"/>
              </a:defRPr>
            </a:lvl2pPr>
            <a:lvl3pPr>
              <a:defRPr b="1" baseline="0">
                <a:solidFill>
                  <a:schemeClr val="accent2">
                    <a:lumMod val="50000"/>
                  </a:schemeClr>
                </a:solidFill>
                <a:latin typeface="HY견고딕" panose="02030600000101010101" pitchFamily="18" charset="-127"/>
                <a:ea typeface="HY견고딕" panose="02030600000101010101" pitchFamily="18" charset="-127"/>
              </a:defRPr>
            </a:lvl3pPr>
            <a:lvl4pPr>
              <a:defRPr baseline="0">
                <a:solidFill>
                  <a:schemeClr val="tx1"/>
                </a:solidFill>
                <a:latin typeface="HY견고딕" panose="02030600000101010101" pitchFamily="18" charset="-127"/>
                <a:ea typeface="HY견고딕" panose="02030600000101010101" pitchFamily="18" charset="-127"/>
              </a:defRPr>
            </a:lvl4pPr>
            <a:lvl5pPr>
              <a:defRPr baseline="0">
                <a:solidFill>
                  <a:schemeClr val="tx1">
                    <a:lumMod val="50000"/>
                    <a:lumOff val="50000"/>
                  </a:schemeClr>
                </a:solidFill>
                <a:latin typeface="HY견고딕" panose="02030600000101010101" pitchFamily="18" charset="-127"/>
                <a:ea typeface="HY견고딕" panose="02030600000101010101" pitchFamily="18" charset="-127"/>
              </a:defRPr>
            </a:lvl5p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21" name="직사각형 20">
            <a:extLst>
              <a:ext uri="{FF2B5EF4-FFF2-40B4-BE49-F238E27FC236}">
                <a16:creationId xmlns:a16="http://schemas.microsoft.com/office/drawing/2014/main" id="{FD0364B6-9BD8-3149-74BA-DEDAA660E38A}"/>
              </a:ext>
            </a:extLst>
          </p:cNvPr>
          <p:cNvSpPr/>
          <p:nvPr userDrawn="1"/>
        </p:nvSpPr>
        <p:spPr>
          <a:xfrm>
            <a:off x="0" y="6799588"/>
            <a:ext cx="12192000" cy="66032"/>
          </a:xfrm>
          <a:prstGeom prst="rect">
            <a:avLst/>
          </a:prstGeom>
          <a:solidFill>
            <a:srgbClr val="20A15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800"/>
          </a:p>
        </p:txBody>
      </p:sp>
      <p:grpSp>
        <p:nvGrpSpPr>
          <p:cNvPr id="22" name="그룹 21">
            <a:extLst>
              <a:ext uri="{FF2B5EF4-FFF2-40B4-BE49-F238E27FC236}">
                <a16:creationId xmlns:a16="http://schemas.microsoft.com/office/drawing/2014/main" id="{322B8667-A54A-896D-5615-C32A0D54A708}"/>
              </a:ext>
            </a:extLst>
          </p:cNvPr>
          <p:cNvGrpSpPr/>
          <p:nvPr userDrawn="1"/>
        </p:nvGrpSpPr>
        <p:grpSpPr>
          <a:xfrm>
            <a:off x="360386" y="789432"/>
            <a:ext cx="11471228" cy="66127"/>
            <a:chOff x="360386" y="789432"/>
            <a:chExt cx="11471228" cy="66127"/>
          </a:xfrm>
        </p:grpSpPr>
        <p:sp>
          <p:nvSpPr>
            <p:cNvPr id="24" name="사각형: 둥근 모서리 23">
              <a:extLst>
                <a:ext uri="{FF2B5EF4-FFF2-40B4-BE49-F238E27FC236}">
                  <a16:creationId xmlns:a16="http://schemas.microsoft.com/office/drawing/2014/main" id="{5FA09E07-52A1-56B8-0A9D-502491170A26}"/>
                </a:ext>
              </a:extLst>
            </p:cNvPr>
            <p:cNvSpPr/>
            <p:nvPr userDrawn="1"/>
          </p:nvSpPr>
          <p:spPr>
            <a:xfrm>
              <a:off x="360387" y="813924"/>
              <a:ext cx="11471227" cy="17142"/>
            </a:xfrm>
            <a:prstGeom prst="roundRect">
              <a:avLst>
                <a:gd name="adj" fmla="val 50000"/>
              </a:avLst>
            </a:prstGeom>
            <a:solidFill>
              <a:srgbClr val="B1C3C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7" name="사각형: 둥근 모서리 26">
              <a:extLst>
                <a:ext uri="{FF2B5EF4-FFF2-40B4-BE49-F238E27FC236}">
                  <a16:creationId xmlns:a16="http://schemas.microsoft.com/office/drawing/2014/main" id="{6F0A07FC-A9AC-D3A1-163D-A66C6EBF7103}"/>
                </a:ext>
              </a:extLst>
            </p:cNvPr>
            <p:cNvSpPr/>
            <p:nvPr userDrawn="1"/>
          </p:nvSpPr>
          <p:spPr>
            <a:xfrm>
              <a:off x="360386" y="789432"/>
              <a:ext cx="795454" cy="66127"/>
            </a:xfrm>
            <a:prstGeom prst="roundRect">
              <a:avLst>
                <a:gd name="adj" fmla="val 50000"/>
              </a:avLst>
            </a:prstGeom>
            <a:gradFill>
              <a:gsLst>
                <a:gs pos="0">
                  <a:srgbClr val="124168"/>
                </a:gs>
                <a:gs pos="100000">
                  <a:srgbClr val="1B629D"/>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ko-KR" altLang="en-US">
                <a:solidFill>
                  <a:srgbClr val="144772"/>
                </a:solidFill>
              </a:endParaRPr>
            </a:p>
          </p:txBody>
        </p:sp>
        <p:sp>
          <p:nvSpPr>
            <p:cNvPr id="28" name="사각형: 둥근 모서리 27">
              <a:extLst>
                <a:ext uri="{FF2B5EF4-FFF2-40B4-BE49-F238E27FC236}">
                  <a16:creationId xmlns:a16="http://schemas.microsoft.com/office/drawing/2014/main" id="{C3346F45-1AE4-5379-EF3A-580D22A60CD1}"/>
                </a:ext>
              </a:extLst>
            </p:cNvPr>
            <p:cNvSpPr/>
            <p:nvPr userDrawn="1"/>
          </p:nvSpPr>
          <p:spPr>
            <a:xfrm>
              <a:off x="360386" y="789432"/>
              <a:ext cx="190425" cy="66127"/>
            </a:xfrm>
            <a:prstGeom prst="roundRect">
              <a:avLst>
                <a:gd name="adj" fmla="val 50000"/>
              </a:avLst>
            </a:prstGeom>
            <a:solidFill>
              <a:srgbClr val="0ABE86"/>
            </a:solidFill>
            <a:ln>
              <a:noFill/>
            </a:ln>
            <a:effectLst>
              <a:outerShdw blurRad="50800" dist="38100" dir="2700000" algn="tl" rotWithShape="0">
                <a:srgbClr val="00A858">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ko-KR" altLang="en-US"/>
            </a:p>
          </p:txBody>
        </p:sp>
      </p:grpSp>
      <p:grpSp>
        <p:nvGrpSpPr>
          <p:cNvPr id="29" name="그룹 28">
            <a:extLst>
              <a:ext uri="{FF2B5EF4-FFF2-40B4-BE49-F238E27FC236}">
                <a16:creationId xmlns:a16="http://schemas.microsoft.com/office/drawing/2014/main" id="{8C04EEF5-C918-8A07-E998-DCA2AE451E01}"/>
              </a:ext>
            </a:extLst>
          </p:cNvPr>
          <p:cNvGrpSpPr/>
          <p:nvPr userDrawn="1"/>
        </p:nvGrpSpPr>
        <p:grpSpPr>
          <a:xfrm>
            <a:off x="11094567" y="276603"/>
            <a:ext cx="744142" cy="61517"/>
            <a:chOff x="353294" y="129644"/>
            <a:chExt cx="744142" cy="61517"/>
          </a:xfrm>
        </p:grpSpPr>
        <p:sp>
          <p:nvSpPr>
            <p:cNvPr id="30" name="타원 29">
              <a:extLst>
                <a:ext uri="{FF2B5EF4-FFF2-40B4-BE49-F238E27FC236}">
                  <a16:creationId xmlns:a16="http://schemas.microsoft.com/office/drawing/2014/main" id="{D0405CDD-EA5A-B24C-F35D-A8D22D7B616B}"/>
                </a:ext>
              </a:extLst>
            </p:cNvPr>
            <p:cNvSpPr/>
            <p:nvPr userDrawn="1"/>
          </p:nvSpPr>
          <p:spPr>
            <a:xfrm>
              <a:off x="353294" y="129644"/>
              <a:ext cx="61517" cy="61517"/>
            </a:xfrm>
            <a:prstGeom prst="ellipse">
              <a:avLst/>
            </a:prstGeom>
            <a:solidFill>
              <a:srgbClr val="B1C3C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ko-KR" altLang="en-US"/>
            </a:p>
          </p:txBody>
        </p:sp>
        <p:sp>
          <p:nvSpPr>
            <p:cNvPr id="31" name="타원 30">
              <a:extLst>
                <a:ext uri="{FF2B5EF4-FFF2-40B4-BE49-F238E27FC236}">
                  <a16:creationId xmlns:a16="http://schemas.microsoft.com/office/drawing/2014/main" id="{D0F00F18-E1C1-05F5-E140-F841D46D4EA6}"/>
                </a:ext>
              </a:extLst>
            </p:cNvPr>
            <p:cNvSpPr/>
            <p:nvPr userDrawn="1"/>
          </p:nvSpPr>
          <p:spPr>
            <a:xfrm>
              <a:off x="489819" y="129644"/>
              <a:ext cx="61517" cy="61517"/>
            </a:xfrm>
            <a:prstGeom prst="ellipse">
              <a:avLst/>
            </a:prstGeom>
            <a:solidFill>
              <a:srgbClr val="B1C3C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ko-KR" altLang="en-US"/>
            </a:p>
          </p:txBody>
        </p:sp>
        <p:sp>
          <p:nvSpPr>
            <p:cNvPr id="32" name="타원 31">
              <a:extLst>
                <a:ext uri="{FF2B5EF4-FFF2-40B4-BE49-F238E27FC236}">
                  <a16:creationId xmlns:a16="http://schemas.microsoft.com/office/drawing/2014/main" id="{8FEF551A-057B-8358-AF67-D5ADAD0655D8}"/>
                </a:ext>
              </a:extLst>
            </p:cNvPr>
            <p:cNvSpPr/>
            <p:nvPr userDrawn="1"/>
          </p:nvSpPr>
          <p:spPr>
            <a:xfrm>
              <a:off x="626344" y="129644"/>
              <a:ext cx="61517" cy="61517"/>
            </a:xfrm>
            <a:prstGeom prst="ellipse">
              <a:avLst/>
            </a:prstGeom>
            <a:solidFill>
              <a:srgbClr val="B1C3C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ko-KR" altLang="en-US"/>
            </a:p>
          </p:txBody>
        </p:sp>
        <p:sp>
          <p:nvSpPr>
            <p:cNvPr id="33" name="타원 32">
              <a:extLst>
                <a:ext uri="{FF2B5EF4-FFF2-40B4-BE49-F238E27FC236}">
                  <a16:creationId xmlns:a16="http://schemas.microsoft.com/office/drawing/2014/main" id="{F7F9B9D4-10FA-D0E6-E924-655B4A10FB44}"/>
                </a:ext>
              </a:extLst>
            </p:cNvPr>
            <p:cNvSpPr/>
            <p:nvPr userDrawn="1"/>
          </p:nvSpPr>
          <p:spPr>
            <a:xfrm>
              <a:off x="762869" y="129644"/>
              <a:ext cx="61517" cy="61517"/>
            </a:xfrm>
            <a:prstGeom prst="ellipse">
              <a:avLst/>
            </a:prstGeom>
            <a:solidFill>
              <a:srgbClr val="233B5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ko-KR" altLang="en-US"/>
            </a:p>
          </p:txBody>
        </p:sp>
        <p:sp>
          <p:nvSpPr>
            <p:cNvPr id="35" name="타원 34">
              <a:extLst>
                <a:ext uri="{FF2B5EF4-FFF2-40B4-BE49-F238E27FC236}">
                  <a16:creationId xmlns:a16="http://schemas.microsoft.com/office/drawing/2014/main" id="{B1AF8923-400A-0675-0853-083D542A09B9}"/>
                </a:ext>
              </a:extLst>
            </p:cNvPr>
            <p:cNvSpPr/>
            <p:nvPr userDrawn="1"/>
          </p:nvSpPr>
          <p:spPr>
            <a:xfrm>
              <a:off x="899394" y="129644"/>
              <a:ext cx="61517" cy="61517"/>
            </a:xfrm>
            <a:prstGeom prst="ellipse">
              <a:avLst/>
            </a:prstGeom>
            <a:solidFill>
              <a:srgbClr val="0B4B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ko-KR" altLang="en-US"/>
            </a:p>
          </p:txBody>
        </p:sp>
        <p:sp>
          <p:nvSpPr>
            <p:cNvPr id="36" name="타원 35">
              <a:extLst>
                <a:ext uri="{FF2B5EF4-FFF2-40B4-BE49-F238E27FC236}">
                  <a16:creationId xmlns:a16="http://schemas.microsoft.com/office/drawing/2014/main" id="{D206B8C8-5291-CA72-2583-2980F3C9831F}"/>
                </a:ext>
              </a:extLst>
            </p:cNvPr>
            <p:cNvSpPr/>
            <p:nvPr userDrawn="1"/>
          </p:nvSpPr>
          <p:spPr>
            <a:xfrm>
              <a:off x="1035919" y="129644"/>
              <a:ext cx="61517" cy="61517"/>
            </a:xfrm>
            <a:prstGeom prst="ellipse">
              <a:avLst/>
            </a:prstGeom>
            <a:solidFill>
              <a:srgbClr val="00A8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ko-KR" altLang="en-US"/>
            </a:p>
          </p:txBody>
        </p:sp>
      </p:grpSp>
      <p:sp>
        <p:nvSpPr>
          <p:cNvPr id="37" name="제목 17">
            <a:extLst>
              <a:ext uri="{FF2B5EF4-FFF2-40B4-BE49-F238E27FC236}">
                <a16:creationId xmlns:a16="http://schemas.microsoft.com/office/drawing/2014/main" id="{813BD60C-F534-081B-38B8-9C3C51F1DEF4}"/>
              </a:ext>
            </a:extLst>
          </p:cNvPr>
          <p:cNvSpPr>
            <a:spLocks noGrp="1"/>
          </p:cNvSpPr>
          <p:nvPr>
            <p:ph type="title"/>
          </p:nvPr>
        </p:nvSpPr>
        <p:spPr>
          <a:xfrm>
            <a:off x="295235" y="268287"/>
            <a:ext cx="10666268" cy="464670"/>
          </a:xfrm>
          <a:prstGeom prst="rect">
            <a:avLst/>
          </a:prstGeom>
        </p:spPr>
        <p:txBody>
          <a:bodyPr anchor="ctr" anchorCtr="0"/>
          <a:lstStyle>
            <a:lvl1pPr algn="l">
              <a:defRPr lang="ko-KR" altLang="en-US" sz="2400" b="1" kern="1200" baseline="0" dirty="0">
                <a:ln>
                  <a:solidFill>
                    <a:schemeClr val="accent1">
                      <a:alpha val="0"/>
                    </a:schemeClr>
                  </a:solidFill>
                </a:ln>
                <a:solidFill>
                  <a:srgbClr val="144772"/>
                </a:solidFill>
                <a:effectLst>
                  <a:glow rad="127000">
                    <a:schemeClr val="bg1"/>
                  </a:glow>
                  <a:outerShdw blurRad="38100" dist="38100" dir="2700000" algn="tl" rotWithShape="0">
                    <a:prstClr val="black">
                      <a:alpha val="40000"/>
                    </a:prstClr>
                  </a:outerShdw>
                </a:effectLst>
                <a:latin typeface="Pretendard Black" panose="02000A03000000020004" pitchFamily="50" charset="-127"/>
                <a:ea typeface="Pretendard Black" panose="02000A03000000020004" pitchFamily="50" charset="-127"/>
                <a:cs typeface="Pretendard Black" panose="02000A03000000020004" pitchFamily="50" charset="-127"/>
              </a:defRPr>
            </a:lvl1pPr>
          </a:lstStyle>
          <a:p>
            <a:r>
              <a:rPr lang="ko-KR" altLang="en-US"/>
              <a:t>마스터 제목 스타일 편집</a:t>
            </a:r>
          </a:p>
        </p:txBody>
      </p:sp>
      <p:sp>
        <p:nvSpPr>
          <p:cNvPr id="38" name="직사각형 37">
            <a:extLst>
              <a:ext uri="{FF2B5EF4-FFF2-40B4-BE49-F238E27FC236}">
                <a16:creationId xmlns:a16="http://schemas.microsoft.com/office/drawing/2014/main" id="{B8508415-547B-D16C-E86A-6A263BDA14C2}"/>
              </a:ext>
            </a:extLst>
          </p:cNvPr>
          <p:cNvSpPr/>
          <p:nvPr userDrawn="1"/>
        </p:nvSpPr>
        <p:spPr>
          <a:xfrm>
            <a:off x="34" y="116632"/>
            <a:ext cx="119302" cy="585772"/>
          </a:xfrm>
          <a:prstGeom prst="rect">
            <a:avLst/>
          </a:prstGeom>
          <a:solidFill>
            <a:srgbClr val="10307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39" name="직선 연결선 38">
            <a:extLst>
              <a:ext uri="{FF2B5EF4-FFF2-40B4-BE49-F238E27FC236}">
                <a16:creationId xmlns:a16="http://schemas.microsoft.com/office/drawing/2014/main" id="{E56ADE73-F9F8-D26B-0AF4-F56E9CB6E213}"/>
              </a:ext>
            </a:extLst>
          </p:cNvPr>
          <p:cNvCxnSpPr>
            <a:cxnSpLocks/>
          </p:cNvCxnSpPr>
          <p:nvPr userDrawn="1"/>
        </p:nvCxnSpPr>
        <p:spPr>
          <a:xfrm>
            <a:off x="286732" y="989714"/>
            <a:ext cx="0" cy="216000"/>
          </a:xfrm>
          <a:prstGeom prst="line">
            <a:avLst/>
          </a:prstGeom>
          <a:ln w="34925">
            <a:solidFill>
              <a:srgbClr val="005B8E"/>
            </a:solidFill>
          </a:ln>
        </p:spPr>
        <p:style>
          <a:lnRef idx="1">
            <a:schemeClr val="accent1"/>
          </a:lnRef>
          <a:fillRef idx="0">
            <a:schemeClr val="accent1"/>
          </a:fillRef>
          <a:effectRef idx="0">
            <a:schemeClr val="accent1"/>
          </a:effectRef>
          <a:fontRef idx="minor">
            <a:schemeClr val="tx1"/>
          </a:fontRef>
        </p:style>
      </p:cxnSp>
      <p:cxnSp>
        <p:nvCxnSpPr>
          <p:cNvPr id="40" name="직선 연결선 39">
            <a:extLst>
              <a:ext uri="{FF2B5EF4-FFF2-40B4-BE49-F238E27FC236}">
                <a16:creationId xmlns:a16="http://schemas.microsoft.com/office/drawing/2014/main" id="{1421A7D6-A0D3-FC71-4A29-DC8D3CD23084}"/>
              </a:ext>
            </a:extLst>
          </p:cNvPr>
          <p:cNvCxnSpPr>
            <a:cxnSpLocks/>
          </p:cNvCxnSpPr>
          <p:nvPr userDrawn="1"/>
        </p:nvCxnSpPr>
        <p:spPr>
          <a:xfrm>
            <a:off x="286732" y="1008714"/>
            <a:ext cx="0" cy="216000"/>
          </a:xfrm>
          <a:prstGeom prst="line">
            <a:avLst/>
          </a:prstGeom>
          <a:ln w="34925">
            <a:solidFill>
              <a:srgbClr val="005B8E"/>
            </a:solidFill>
          </a:ln>
        </p:spPr>
        <p:style>
          <a:lnRef idx="1">
            <a:schemeClr val="accent1"/>
          </a:lnRef>
          <a:fillRef idx="0">
            <a:schemeClr val="accent1"/>
          </a:fillRef>
          <a:effectRef idx="0">
            <a:schemeClr val="accent1"/>
          </a:effectRef>
          <a:fontRef idx="minor">
            <a:schemeClr val="tx1"/>
          </a:fontRef>
        </p:style>
      </p:cxnSp>
      <p:sp>
        <p:nvSpPr>
          <p:cNvPr id="41" name="텍스트 개체 틀 33">
            <a:extLst>
              <a:ext uri="{FF2B5EF4-FFF2-40B4-BE49-F238E27FC236}">
                <a16:creationId xmlns:a16="http://schemas.microsoft.com/office/drawing/2014/main" id="{8F789C4A-1A6A-9380-56C2-C1C4204F7ABC}"/>
              </a:ext>
            </a:extLst>
          </p:cNvPr>
          <p:cNvSpPr>
            <a:spLocks noGrp="1"/>
          </p:cNvSpPr>
          <p:nvPr>
            <p:ph type="body" sz="quarter" idx="11"/>
          </p:nvPr>
        </p:nvSpPr>
        <p:spPr>
          <a:xfrm>
            <a:off x="295235" y="869838"/>
            <a:ext cx="11465393" cy="401637"/>
          </a:xfrm>
          <a:prstGeom prst="rect">
            <a:avLst/>
          </a:prstGeom>
        </p:spPr>
        <p:txBody>
          <a:bodyPr anchor="ctr" anchorCtr="0"/>
          <a:lstStyle>
            <a:lvl1pPr marL="0" indent="0">
              <a:buNone/>
              <a:defRPr sz="2000">
                <a:latin typeface="KoPub돋움체 Bold" panose="02020603020101020101" pitchFamily="18" charset="-127"/>
                <a:ea typeface="KoPub돋움체 Bold" panose="02020603020101020101" pitchFamily="18" charset="-127"/>
              </a:defRPr>
            </a:lvl1pPr>
          </a:lstStyle>
          <a:p>
            <a:pPr lvl="0"/>
            <a:r>
              <a:rPr lang="ko-KR" altLang="en-US"/>
              <a:t>마스터 텍스트 스타일을 편집하려면 클릭</a:t>
            </a:r>
          </a:p>
        </p:txBody>
      </p:sp>
      <p:pic>
        <p:nvPicPr>
          <p:cNvPr id="42" name="Picture 3">
            <a:extLst>
              <a:ext uri="{FF2B5EF4-FFF2-40B4-BE49-F238E27FC236}">
                <a16:creationId xmlns:a16="http://schemas.microsoft.com/office/drawing/2014/main" id="{F08A4BE0-3E57-8D31-DD67-81EE261A2157}"/>
              </a:ext>
            </a:extLst>
          </p:cNvPr>
          <p:cNvPicPr>
            <a:picLocks noChangeAspect="1" noChangeArrowheads="1"/>
          </p:cNvPicPr>
          <p:nvPr userDrawn="1"/>
        </p:nvPicPr>
        <p:blipFill>
          <a:blip r:embed="rId4" cstate="print"/>
          <a:srcRect/>
          <a:stretch>
            <a:fillRect/>
          </a:stretch>
        </p:blipFill>
        <p:spPr bwMode="auto">
          <a:xfrm>
            <a:off x="11056132" y="486351"/>
            <a:ext cx="843033" cy="229464"/>
          </a:xfrm>
          <a:prstGeom prst="rect">
            <a:avLst/>
          </a:prstGeom>
          <a:noFill/>
          <a:ln w="9525">
            <a:noFill/>
            <a:miter lim="800000"/>
            <a:headEnd/>
            <a:tailEnd/>
          </a:ln>
        </p:spPr>
      </p:pic>
    </p:spTree>
    <p:extLst>
      <p:ext uri="{BB962C8B-B14F-4D97-AF65-F5344CB8AC3E}">
        <p14:creationId xmlns:p14="http://schemas.microsoft.com/office/powerpoint/2010/main" val="23513348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구역 머리글">
    <p:spTree>
      <p:nvGrpSpPr>
        <p:cNvPr id="1" name=""/>
        <p:cNvGrpSpPr/>
        <p:nvPr/>
      </p:nvGrpSpPr>
      <p:grpSpPr>
        <a:xfrm>
          <a:off x="0" y="0"/>
          <a:ext cx="0" cy="0"/>
          <a:chOff x="0" y="0"/>
          <a:chExt cx="0" cy="0"/>
        </a:xfrm>
      </p:grpSpPr>
      <p:sp>
        <p:nvSpPr>
          <p:cNvPr id="2" name="제목 1"/>
          <p:cNvSpPr>
            <a:spLocks noGrp="1"/>
          </p:cNvSpPr>
          <p:nvPr>
            <p:ph type="title"/>
            <p:custDataLst>
              <p:tags r:id="rId1"/>
            </p:custDataLst>
          </p:nvPr>
        </p:nvSpPr>
        <p:spPr>
          <a:xfrm>
            <a:off x="963084" y="3929066"/>
            <a:ext cx="10363200" cy="714380"/>
          </a:xfrm>
          <a:prstGeom prst="rect">
            <a:avLst/>
          </a:prstGeom>
        </p:spPr>
        <p:txBody>
          <a:bodyPr anchor="t"/>
          <a:lstStyle>
            <a:lvl1pPr algn="l">
              <a:defRPr sz="4000" b="1" cap="all">
                <a:latin typeface="+mj-ea"/>
                <a:ea typeface="+mj-ea"/>
              </a:defRPr>
            </a:lvl1pPr>
          </a:lstStyle>
          <a:p>
            <a:r>
              <a:rPr lang="ko-KR" altLang="en-US"/>
              <a:t>마스터 제목 스타일 편집</a:t>
            </a:r>
          </a:p>
        </p:txBody>
      </p:sp>
      <p:sp>
        <p:nvSpPr>
          <p:cNvPr id="3" name="텍스트 개체 틀 2"/>
          <p:cNvSpPr>
            <a:spLocks noGrp="1"/>
          </p:cNvSpPr>
          <p:nvPr>
            <p:ph type="body" idx="1"/>
            <p:custDataLst>
              <p:tags r:id="rId2"/>
            </p:custDataLst>
          </p:nvPr>
        </p:nvSpPr>
        <p:spPr>
          <a:xfrm>
            <a:off x="963084" y="4643446"/>
            <a:ext cx="10363200" cy="1500187"/>
          </a:xfrm>
          <a:prstGeom prst="rect">
            <a:avLst/>
          </a:prstGeom>
        </p:spPr>
        <p:txBody>
          <a:bodyPr/>
          <a:lstStyle>
            <a:lvl1pPr marL="0" indent="0">
              <a:buNone/>
              <a:defRPr sz="2000">
                <a:solidFill>
                  <a:schemeClr val="tx1">
                    <a:tint val="75000"/>
                  </a:schemeClr>
                </a:solidFill>
                <a:latin typeface="+mn-ea"/>
                <a:ea typeface="+mn-ea"/>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ko-KR" altLang="en-US"/>
              <a:t>마스터 텍스트 스타일 편집</a:t>
            </a:r>
          </a:p>
        </p:txBody>
      </p:sp>
    </p:spTree>
    <p:extLst>
      <p:ext uri="{BB962C8B-B14F-4D97-AF65-F5344CB8AC3E}">
        <p14:creationId xmlns:p14="http://schemas.microsoft.com/office/powerpoint/2010/main" val="29904279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사용자 지정 레이아웃">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D1079D53-77CF-2F1B-491F-CA00A527A9F1}"/>
              </a:ext>
            </a:extLst>
          </p:cNvPr>
          <p:cNvSpPr>
            <a:spLocks noGrp="1"/>
          </p:cNvSpPr>
          <p:nvPr>
            <p:ph type="title"/>
          </p:nvPr>
        </p:nvSpPr>
        <p:spPr>
          <a:xfrm>
            <a:off x="838200" y="365125"/>
            <a:ext cx="10515600" cy="1325563"/>
          </a:xfrm>
          <a:prstGeom prst="rect">
            <a:avLst/>
          </a:prstGeom>
        </p:spPr>
        <p:txBody>
          <a:bodyPr/>
          <a:lstStyle/>
          <a:p>
            <a:r>
              <a:rPr lang="ko-KR" altLang="en-US"/>
              <a:t>마스터 제목 스타일 편집</a:t>
            </a:r>
          </a:p>
        </p:txBody>
      </p:sp>
      <p:sp>
        <p:nvSpPr>
          <p:cNvPr id="3" name="슬라이드 번호 개체 틀 2">
            <a:extLst>
              <a:ext uri="{FF2B5EF4-FFF2-40B4-BE49-F238E27FC236}">
                <a16:creationId xmlns:a16="http://schemas.microsoft.com/office/drawing/2014/main" id="{BC4817EE-D957-DFD8-62F4-19094E2BFEE5}"/>
              </a:ext>
            </a:extLst>
          </p:cNvPr>
          <p:cNvSpPr>
            <a:spLocks noGrp="1"/>
          </p:cNvSpPr>
          <p:nvPr>
            <p:ph type="sldNum" sz="quarter" idx="10"/>
          </p:nvPr>
        </p:nvSpPr>
        <p:spPr/>
        <p:txBody>
          <a:bodyPr/>
          <a:lstStyle/>
          <a:p>
            <a:fld id="{4EA1E582-E1CC-4474-812F-1657BC5920B7}" type="slidenum">
              <a:rPr lang="ko-KR" altLang="en-US" smtClean="0"/>
              <a:t>‹#›</a:t>
            </a:fld>
            <a:endParaRPr lang="ko-KR" altLang="en-US"/>
          </a:p>
        </p:txBody>
      </p:sp>
      <p:pic>
        <p:nvPicPr>
          <p:cNvPr id="4" name="그림 3"/>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 y="0"/>
            <a:ext cx="12191999" cy="6858000"/>
          </a:xfrm>
          <a:prstGeom prst="rect">
            <a:avLst/>
          </a:prstGeom>
        </p:spPr>
      </p:pic>
    </p:spTree>
    <p:extLst>
      <p:ext uri="{BB962C8B-B14F-4D97-AF65-F5344CB8AC3E}">
        <p14:creationId xmlns:p14="http://schemas.microsoft.com/office/powerpoint/2010/main" val="19160007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_메인 슬라이드">
    <p:bg>
      <p:bgPr>
        <a:solidFill>
          <a:srgbClr val="103076"/>
        </a:solidFill>
        <a:effectLst/>
      </p:bgPr>
    </p:bg>
    <p:spTree>
      <p:nvGrpSpPr>
        <p:cNvPr id="1" name=""/>
        <p:cNvGrpSpPr/>
        <p:nvPr/>
      </p:nvGrpSpPr>
      <p:grpSpPr>
        <a:xfrm>
          <a:off x="0" y="0"/>
          <a:ext cx="0" cy="0"/>
          <a:chOff x="0" y="0"/>
          <a:chExt cx="0" cy="0"/>
        </a:xfrm>
      </p:grpSpPr>
      <p:grpSp>
        <p:nvGrpSpPr>
          <p:cNvPr id="3" name="그룹 2">
            <a:extLst>
              <a:ext uri="{FF2B5EF4-FFF2-40B4-BE49-F238E27FC236}">
                <a16:creationId xmlns:a16="http://schemas.microsoft.com/office/drawing/2014/main" id="{2E9DC85A-60C4-78E9-606B-D0AAA1CCDB0D}"/>
              </a:ext>
            </a:extLst>
          </p:cNvPr>
          <p:cNvGrpSpPr/>
          <p:nvPr userDrawn="1"/>
        </p:nvGrpSpPr>
        <p:grpSpPr>
          <a:xfrm>
            <a:off x="0" y="0"/>
            <a:ext cx="12192000" cy="6858000"/>
            <a:chOff x="0" y="0"/>
            <a:chExt cx="12192000" cy="6858000"/>
          </a:xfrm>
        </p:grpSpPr>
        <p:pic>
          <p:nvPicPr>
            <p:cNvPr id="7" name="그림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직사각형 1">
              <a:extLst>
                <a:ext uri="{FF2B5EF4-FFF2-40B4-BE49-F238E27FC236}">
                  <a16:creationId xmlns:a16="http://schemas.microsoft.com/office/drawing/2014/main" id="{F0D41965-F680-96CC-32FD-93C575D93181}"/>
                </a:ext>
              </a:extLst>
            </p:cNvPr>
            <p:cNvSpPr/>
            <p:nvPr userDrawn="1"/>
          </p:nvSpPr>
          <p:spPr>
            <a:xfrm>
              <a:off x="25400" y="12700"/>
              <a:ext cx="3937000" cy="1270000"/>
            </a:xfrm>
            <a:prstGeom prst="rect">
              <a:avLst/>
            </a:prstGeom>
            <a:solidFill>
              <a:srgbClr val="103076"/>
            </a:solidFill>
            <a:ln>
              <a:solidFill>
                <a:srgbClr val="10307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5716487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콘텐츠 2개">
    <p:spTree>
      <p:nvGrpSpPr>
        <p:cNvPr id="1" name=""/>
        <p:cNvGrpSpPr/>
        <p:nvPr/>
      </p:nvGrpSpPr>
      <p:grpSpPr>
        <a:xfrm>
          <a:off x="0" y="0"/>
          <a:ext cx="0" cy="0"/>
          <a:chOff x="0" y="0"/>
          <a:chExt cx="0" cy="0"/>
        </a:xfrm>
      </p:grpSpPr>
      <p:sp>
        <p:nvSpPr>
          <p:cNvPr id="3" name="내용 개체 틀 2"/>
          <p:cNvSpPr>
            <a:spLocks noGrp="1"/>
          </p:cNvSpPr>
          <p:nvPr>
            <p:ph sz="half" idx="1"/>
            <p:custDataLst>
              <p:tags r:id="rId1"/>
            </p:custDataLst>
          </p:nvPr>
        </p:nvSpPr>
        <p:spPr>
          <a:xfrm>
            <a:off x="609600" y="912032"/>
            <a:ext cx="5384800" cy="5801277"/>
          </a:xfrm>
          <a:prstGeom prst="rect">
            <a:avLst/>
          </a:prstGeom>
        </p:spPr>
        <p:txBody>
          <a:bodyPr>
            <a:normAutofit/>
          </a:bodyPr>
          <a:lstStyle>
            <a:lvl1pPr>
              <a:defRPr sz="2000"/>
            </a:lvl1pPr>
            <a:lvl2pPr marL="442913" indent="-174625">
              <a:defRPr sz="1600"/>
            </a:lvl2pPr>
            <a:lvl3pPr marL="803275" indent="-174625">
              <a:defRPr sz="1400"/>
            </a:lvl3pPr>
            <a:lvl4pPr marL="1081088" indent="-277813">
              <a:defRPr sz="1200"/>
            </a:lvl4pPr>
            <a:lvl5pPr marL="1163638" indent="-268288">
              <a:defRPr sz="1200"/>
            </a:lvl5pPr>
            <a:lvl6pPr>
              <a:defRPr sz="1800"/>
            </a:lvl6pPr>
            <a:lvl7pPr>
              <a:defRPr sz="1800"/>
            </a:lvl7pPr>
            <a:lvl8pPr>
              <a:defRPr sz="1800"/>
            </a:lvl8pPr>
            <a:lvl9pPr>
              <a:defRPr sz="1800"/>
            </a:lvl9p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8" name="슬라이드 번호 개체 틀 5"/>
          <p:cNvSpPr>
            <a:spLocks noGrp="1"/>
          </p:cNvSpPr>
          <p:nvPr>
            <p:ph type="sldNum" sz="quarter" idx="4"/>
            <p:custDataLst>
              <p:tags r:id="rId2"/>
            </p:custDataLst>
          </p:nvPr>
        </p:nvSpPr>
        <p:spPr>
          <a:xfrm>
            <a:off x="11760629" y="6597352"/>
            <a:ext cx="431371" cy="194616"/>
          </a:xfrm>
          <a:prstGeom prst="rect">
            <a:avLst/>
          </a:prstGeom>
          <a:solidFill>
            <a:srgbClr val="20A15E"/>
          </a:solidFill>
          <a:ln>
            <a:noFill/>
          </a:ln>
        </p:spPr>
        <p:style>
          <a:lnRef idx="2">
            <a:schemeClr val="dk1">
              <a:shade val="50000"/>
            </a:schemeClr>
          </a:lnRef>
          <a:fillRef idx="1">
            <a:schemeClr val="dk1"/>
          </a:fillRef>
          <a:effectRef idx="0">
            <a:schemeClr val="dk1"/>
          </a:effectRef>
          <a:fontRef idx="none"/>
        </p:style>
        <p:txBody>
          <a:bodyPr lIns="0" tIns="0" rIns="0" bIns="0" anchor="ctr" anchorCtr="1"/>
          <a:lstStyle>
            <a:lvl1pPr algn="ctr" fontAlgn="auto">
              <a:spcBef>
                <a:spcPts val="0"/>
              </a:spcBef>
              <a:spcAft>
                <a:spcPts val="0"/>
              </a:spcAft>
              <a:defRPr kumimoji="0" sz="1100" b="0" baseline="0" smtClean="0">
                <a:solidFill>
                  <a:schemeClr val="bg1"/>
                </a:solidFill>
                <a:latin typeface="Candara" panose="020E0502030303020204" pitchFamily="34" charset="0"/>
                <a:ea typeface="+mn-ea"/>
                <a:cs typeface="Arial" panose="020B0604020202020204" pitchFamily="34" charset="0"/>
              </a:defRPr>
            </a:lvl1pPr>
          </a:lstStyle>
          <a:p>
            <a:fld id="{4EA1E582-E1CC-4474-812F-1657BC5920B7}" type="slidenum">
              <a:rPr lang="ko-KR" altLang="en-US" smtClean="0"/>
              <a:t>‹#›</a:t>
            </a:fld>
            <a:endParaRPr lang="ko-KR" altLang="en-US"/>
          </a:p>
        </p:txBody>
      </p:sp>
      <p:sp>
        <p:nvSpPr>
          <p:cNvPr id="9" name="내용 개체 틀 2">
            <a:extLst>
              <a:ext uri="{FF2B5EF4-FFF2-40B4-BE49-F238E27FC236}">
                <a16:creationId xmlns:a16="http://schemas.microsoft.com/office/drawing/2014/main" id="{256323F4-0B9B-4F2F-9D74-97D8AAC62AB9}"/>
              </a:ext>
            </a:extLst>
          </p:cNvPr>
          <p:cNvSpPr>
            <a:spLocks noGrp="1"/>
          </p:cNvSpPr>
          <p:nvPr>
            <p:ph sz="half" idx="11"/>
            <p:custDataLst>
              <p:tags r:id="rId3"/>
            </p:custDataLst>
          </p:nvPr>
        </p:nvSpPr>
        <p:spPr>
          <a:xfrm>
            <a:off x="6570133" y="912032"/>
            <a:ext cx="5384800" cy="5801277"/>
          </a:xfrm>
          <a:prstGeom prst="rect">
            <a:avLst/>
          </a:prstGeom>
        </p:spPr>
        <p:txBody>
          <a:bodyPr>
            <a:normAutofit/>
          </a:bodyPr>
          <a:lstStyle>
            <a:lvl1pPr>
              <a:defRPr sz="2000"/>
            </a:lvl1pPr>
            <a:lvl2pPr marL="442913" indent="-174625">
              <a:defRPr sz="1600"/>
            </a:lvl2pPr>
            <a:lvl3pPr marL="803275" indent="-174625">
              <a:defRPr sz="1400"/>
            </a:lvl3pPr>
            <a:lvl4pPr marL="1081088" indent="-277813">
              <a:defRPr sz="1200"/>
            </a:lvl4pPr>
            <a:lvl5pPr marL="1163638" indent="-268288">
              <a:defRPr sz="1200"/>
            </a:lvl5pPr>
            <a:lvl6pPr>
              <a:defRPr sz="1800"/>
            </a:lvl6pPr>
            <a:lvl7pPr>
              <a:defRPr sz="1800"/>
            </a:lvl7pPr>
            <a:lvl8pPr>
              <a:defRPr sz="1800"/>
            </a:lvl8pPr>
            <a:lvl9pPr>
              <a:defRPr sz="1800"/>
            </a:lvl9p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grpSp>
        <p:nvGrpSpPr>
          <p:cNvPr id="7" name="그룹 6">
            <a:extLst>
              <a:ext uri="{FF2B5EF4-FFF2-40B4-BE49-F238E27FC236}">
                <a16:creationId xmlns:a16="http://schemas.microsoft.com/office/drawing/2014/main" id="{43F88A05-F350-0365-DFD5-20221B1979D9}"/>
              </a:ext>
            </a:extLst>
          </p:cNvPr>
          <p:cNvGrpSpPr/>
          <p:nvPr userDrawn="1"/>
        </p:nvGrpSpPr>
        <p:grpSpPr>
          <a:xfrm>
            <a:off x="360386" y="789432"/>
            <a:ext cx="11471228" cy="66127"/>
            <a:chOff x="360386" y="789432"/>
            <a:chExt cx="11471228" cy="66127"/>
          </a:xfrm>
        </p:grpSpPr>
        <p:sp>
          <p:nvSpPr>
            <p:cNvPr id="10" name="사각형: 둥근 모서리 9">
              <a:extLst>
                <a:ext uri="{FF2B5EF4-FFF2-40B4-BE49-F238E27FC236}">
                  <a16:creationId xmlns:a16="http://schemas.microsoft.com/office/drawing/2014/main" id="{6C72ECDE-84B7-DE52-904B-6D3257CC0A1B}"/>
                </a:ext>
              </a:extLst>
            </p:cNvPr>
            <p:cNvSpPr/>
            <p:nvPr userDrawn="1"/>
          </p:nvSpPr>
          <p:spPr>
            <a:xfrm>
              <a:off x="360387" y="813924"/>
              <a:ext cx="11471227" cy="17142"/>
            </a:xfrm>
            <a:prstGeom prst="roundRect">
              <a:avLst>
                <a:gd name="adj" fmla="val 50000"/>
              </a:avLst>
            </a:prstGeom>
            <a:solidFill>
              <a:srgbClr val="B1C3C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 name="사각형: 둥근 모서리 10">
              <a:extLst>
                <a:ext uri="{FF2B5EF4-FFF2-40B4-BE49-F238E27FC236}">
                  <a16:creationId xmlns:a16="http://schemas.microsoft.com/office/drawing/2014/main" id="{0DF00FA9-98C9-6077-D0F4-2D49267325BB}"/>
                </a:ext>
              </a:extLst>
            </p:cNvPr>
            <p:cNvSpPr/>
            <p:nvPr userDrawn="1"/>
          </p:nvSpPr>
          <p:spPr>
            <a:xfrm>
              <a:off x="360386" y="789432"/>
              <a:ext cx="795454" cy="66127"/>
            </a:xfrm>
            <a:prstGeom prst="roundRect">
              <a:avLst>
                <a:gd name="adj" fmla="val 50000"/>
              </a:avLst>
            </a:prstGeom>
            <a:gradFill>
              <a:gsLst>
                <a:gs pos="0">
                  <a:srgbClr val="124168"/>
                </a:gs>
                <a:gs pos="100000">
                  <a:srgbClr val="1B629D"/>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ko-KR" altLang="en-US">
                <a:solidFill>
                  <a:srgbClr val="144772"/>
                </a:solidFill>
              </a:endParaRPr>
            </a:p>
          </p:txBody>
        </p:sp>
        <p:sp>
          <p:nvSpPr>
            <p:cNvPr id="12" name="사각형: 둥근 모서리 11">
              <a:extLst>
                <a:ext uri="{FF2B5EF4-FFF2-40B4-BE49-F238E27FC236}">
                  <a16:creationId xmlns:a16="http://schemas.microsoft.com/office/drawing/2014/main" id="{D6AA2714-89D7-0D52-44BF-94267D6C960E}"/>
                </a:ext>
              </a:extLst>
            </p:cNvPr>
            <p:cNvSpPr/>
            <p:nvPr userDrawn="1"/>
          </p:nvSpPr>
          <p:spPr>
            <a:xfrm>
              <a:off x="360386" y="789432"/>
              <a:ext cx="190425" cy="66127"/>
            </a:xfrm>
            <a:prstGeom prst="roundRect">
              <a:avLst>
                <a:gd name="adj" fmla="val 50000"/>
              </a:avLst>
            </a:prstGeom>
            <a:solidFill>
              <a:srgbClr val="0ABE86"/>
            </a:solidFill>
            <a:ln>
              <a:noFill/>
            </a:ln>
            <a:effectLst>
              <a:outerShdw blurRad="50800" dist="38100" dir="2700000" algn="tl" rotWithShape="0">
                <a:srgbClr val="00A858">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ko-KR" altLang="en-US"/>
            </a:p>
          </p:txBody>
        </p:sp>
      </p:grpSp>
      <p:grpSp>
        <p:nvGrpSpPr>
          <p:cNvPr id="13" name="그룹 12">
            <a:extLst>
              <a:ext uri="{FF2B5EF4-FFF2-40B4-BE49-F238E27FC236}">
                <a16:creationId xmlns:a16="http://schemas.microsoft.com/office/drawing/2014/main" id="{42790E8B-0A11-76AA-4493-7B49AA0FA520}"/>
              </a:ext>
            </a:extLst>
          </p:cNvPr>
          <p:cNvGrpSpPr/>
          <p:nvPr userDrawn="1"/>
        </p:nvGrpSpPr>
        <p:grpSpPr>
          <a:xfrm>
            <a:off x="11094567" y="276603"/>
            <a:ext cx="744142" cy="61517"/>
            <a:chOff x="353294" y="129644"/>
            <a:chExt cx="744142" cy="61517"/>
          </a:xfrm>
        </p:grpSpPr>
        <p:sp>
          <p:nvSpPr>
            <p:cNvPr id="14" name="타원 13">
              <a:extLst>
                <a:ext uri="{FF2B5EF4-FFF2-40B4-BE49-F238E27FC236}">
                  <a16:creationId xmlns:a16="http://schemas.microsoft.com/office/drawing/2014/main" id="{4FEEED61-E795-9343-9356-00855903C2DA}"/>
                </a:ext>
              </a:extLst>
            </p:cNvPr>
            <p:cNvSpPr/>
            <p:nvPr userDrawn="1"/>
          </p:nvSpPr>
          <p:spPr>
            <a:xfrm>
              <a:off x="353294" y="129644"/>
              <a:ext cx="61517" cy="61517"/>
            </a:xfrm>
            <a:prstGeom prst="ellipse">
              <a:avLst/>
            </a:prstGeom>
            <a:solidFill>
              <a:srgbClr val="B1C3C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ko-KR" altLang="en-US"/>
            </a:p>
          </p:txBody>
        </p:sp>
        <p:sp>
          <p:nvSpPr>
            <p:cNvPr id="15" name="타원 14">
              <a:extLst>
                <a:ext uri="{FF2B5EF4-FFF2-40B4-BE49-F238E27FC236}">
                  <a16:creationId xmlns:a16="http://schemas.microsoft.com/office/drawing/2014/main" id="{FEEB9719-6A2E-774A-A59A-F16ACD8403EF}"/>
                </a:ext>
              </a:extLst>
            </p:cNvPr>
            <p:cNvSpPr/>
            <p:nvPr userDrawn="1"/>
          </p:nvSpPr>
          <p:spPr>
            <a:xfrm>
              <a:off x="489819" y="129644"/>
              <a:ext cx="61517" cy="61517"/>
            </a:xfrm>
            <a:prstGeom prst="ellipse">
              <a:avLst/>
            </a:prstGeom>
            <a:solidFill>
              <a:srgbClr val="B1C3C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ko-KR" altLang="en-US"/>
            </a:p>
          </p:txBody>
        </p:sp>
        <p:sp>
          <p:nvSpPr>
            <p:cNvPr id="16" name="타원 15">
              <a:extLst>
                <a:ext uri="{FF2B5EF4-FFF2-40B4-BE49-F238E27FC236}">
                  <a16:creationId xmlns:a16="http://schemas.microsoft.com/office/drawing/2014/main" id="{F9763290-B3E5-F5FB-B764-E9DB88ACBF44}"/>
                </a:ext>
              </a:extLst>
            </p:cNvPr>
            <p:cNvSpPr/>
            <p:nvPr userDrawn="1"/>
          </p:nvSpPr>
          <p:spPr>
            <a:xfrm>
              <a:off x="626344" y="129644"/>
              <a:ext cx="61517" cy="61517"/>
            </a:xfrm>
            <a:prstGeom prst="ellipse">
              <a:avLst/>
            </a:prstGeom>
            <a:solidFill>
              <a:srgbClr val="B1C3C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ko-KR" altLang="en-US"/>
            </a:p>
          </p:txBody>
        </p:sp>
        <p:sp>
          <p:nvSpPr>
            <p:cNvPr id="17" name="타원 16">
              <a:extLst>
                <a:ext uri="{FF2B5EF4-FFF2-40B4-BE49-F238E27FC236}">
                  <a16:creationId xmlns:a16="http://schemas.microsoft.com/office/drawing/2014/main" id="{05DCF599-195E-A814-5564-E76D17DE177A}"/>
                </a:ext>
              </a:extLst>
            </p:cNvPr>
            <p:cNvSpPr/>
            <p:nvPr userDrawn="1"/>
          </p:nvSpPr>
          <p:spPr>
            <a:xfrm>
              <a:off x="762869" y="129644"/>
              <a:ext cx="61517" cy="61517"/>
            </a:xfrm>
            <a:prstGeom prst="ellipse">
              <a:avLst/>
            </a:prstGeom>
            <a:solidFill>
              <a:srgbClr val="233B5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ko-KR" altLang="en-US"/>
            </a:p>
          </p:txBody>
        </p:sp>
        <p:sp>
          <p:nvSpPr>
            <p:cNvPr id="18" name="타원 17">
              <a:extLst>
                <a:ext uri="{FF2B5EF4-FFF2-40B4-BE49-F238E27FC236}">
                  <a16:creationId xmlns:a16="http://schemas.microsoft.com/office/drawing/2014/main" id="{493CE68B-28DD-430C-ACA4-6D36B5262C74}"/>
                </a:ext>
              </a:extLst>
            </p:cNvPr>
            <p:cNvSpPr/>
            <p:nvPr userDrawn="1"/>
          </p:nvSpPr>
          <p:spPr>
            <a:xfrm>
              <a:off x="899394" y="129644"/>
              <a:ext cx="61517" cy="61517"/>
            </a:xfrm>
            <a:prstGeom prst="ellipse">
              <a:avLst/>
            </a:prstGeom>
            <a:solidFill>
              <a:srgbClr val="0B4B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ko-KR" altLang="en-US"/>
            </a:p>
          </p:txBody>
        </p:sp>
        <p:sp>
          <p:nvSpPr>
            <p:cNvPr id="19" name="타원 18">
              <a:extLst>
                <a:ext uri="{FF2B5EF4-FFF2-40B4-BE49-F238E27FC236}">
                  <a16:creationId xmlns:a16="http://schemas.microsoft.com/office/drawing/2014/main" id="{42CCA589-0BB5-3ED9-1EF1-765475EF1DBF}"/>
                </a:ext>
              </a:extLst>
            </p:cNvPr>
            <p:cNvSpPr/>
            <p:nvPr userDrawn="1"/>
          </p:nvSpPr>
          <p:spPr>
            <a:xfrm>
              <a:off x="1035919" y="129644"/>
              <a:ext cx="61517" cy="61517"/>
            </a:xfrm>
            <a:prstGeom prst="ellipse">
              <a:avLst/>
            </a:prstGeom>
            <a:solidFill>
              <a:srgbClr val="00A8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ko-KR" altLang="en-US"/>
            </a:p>
          </p:txBody>
        </p:sp>
      </p:grpSp>
      <p:sp>
        <p:nvSpPr>
          <p:cNvPr id="2" name="직사각형 1">
            <a:extLst>
              <a:ext uri="{FF2B5EF4-FFF2-40B4-BE49-F238E27FC236}">
                <a16:creationId xmlns:a16="http://schemas.microsoft.com/office/drawing/2014/main" id="{58CB955C-242E-7891-C77E-3EF4899DBB34}"/>
              </a:ext>
            </a:extLst>
          </p:cNvPr>
          <p:cNvSpPr/>
          <p:nvPr userDrawn="1"/>
        </p:nvSpPr>
        <p:spPr>
          <a:xfrm>
            <a:off x="34" y="116632"/>
            <a:ext cx="119302" cy="585772"/>
          </a:xfrm>
          <a:prstGeom prst="rect">
            <a:avLst/>
          </a:prstGeom>
          <a:solidFill>
            <a:srgbClr val="10307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 name="제목 17">
            <a:extLst>
              <a:ext uri="{FF2B5EF4-FFF2-40B4-BE49-F238E27FC236}">
                <a16:creationId xmlns:a16="http://schemas.microsoft.com/office/drawing/2014/main" id="{9CE414A3-687E-B152-A826-3F5953789733}"/>
              </a:ext>
            </a:extLst>
          </p:cNvPr>
          <p:cNvSpPr>
            <a:spLocks noGrp="1"/>
          </p:cNvSpPr>
          <p:nvPr>
            <p:ph type="title"/>
          </p:nvPr>
        </p:nvSpPr>
        <p:spPr>
          <a:xfrm>
            <a:off x="295235" y="268287"/>
            <a:ext cx="10666268" cy="464670"/>
          </a:xfrm>
          <a:prstGeom prst="rect">
            <a:avLst/>
          </a:prstGeom>
        </p:spPr>
        <p:txBody>
          <a:bodyPr anchor="ctr" anchorCtr="0"/>
          <a:lstStyle>
            <a:lvl1pPr algn="l">
              <a:defRPr lang="ko-KR" altLang="en-US" sz="2400" b="1" kern="1200" baseline="0" dirty="0">
                <a:ln>
                  <a:solidFill>
                    <a:schemeClr val="accent1">
                      <a:alpha val="0"/>
                    </a:schemeClr>
                  </a:solidFill>
                </a:ln>
                <a:solidFill>
                  <a:srgbClr val="144772"/>
                </a:solidFill>
                <a:effectLst>
                  <a:glow rad="127000">
                    <a:schemeClr val="bg1"/>
                  </a:glow>
                  <a:outerShdw blurRad="38100" dist="38100" dir="2700000" algn="tl" rotWithShape="0">
                    <a:prstClr val="black">
                      <a:alpha val="40000"/>
                    </a:prstClr>
                  </a:outerShdw>
                </a:effectLst>
                <a:latin typeface="Pretendard Black" panose="02000A03000000020004" pitchFamily="50" charset="-127"/>
                <a:ea typeface="Pretendard Black" panose="02000A03000000020004" pitchFamily="50" charset="-127"/>
                <a:cs typeface="Pretendard Black" panose="02000A03000000020004" pitchFamily="50" charset="-127"/>
              </a:defRPr>
            </a:lvl1pPr>
          </a:lstStyle>
          <a:p>
            <a:r>
              <a:rPr lang="ko-KR" altLang="en-US"/>
              <a:t>마스터 제목 스타일 편집</a:t>
            </a:r>
          </a:p>
        </p:txBody>
      </p:sp>
    </p:spTree>
    <p:extLst>
      <p:ext uri="{BB962C8B-B14F-4D97-AF65-F5344CB8AC3E}">
        <p14:creationId xmlns:p14="http://schemas.microsoft.com/office/powerpoint/2010/main" val="494215811"/>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요약">
    <p:spTree>
      <p:nvGrpSpPr>
        <p:cNvPr id="1" name=""/>
        <p:cNvGrpSpPr/>
        <p:nvPr/>
      </p:nvGrpSpPr>
      <p:grpSpPr>
        <a:xfrm>
          <a:off x="0" y="0"/>
          <a:ext cx="0" cy="0"/>
          <a:chOff x="0" y="0"/>
          <a:chExt cx="0" cy="0"/>
        </a:xfrm>
      </p:grpSpPr>
      <p:sp>
        <p:nvSpPr>
          <p:cNvPr id="10" name="슬라이드 번호 개체 틀 5">
            <a:extLst>
              <a:ext uri="{FF2B5EF4-FFF2-40B4-BE49-F238E27FC236}">
                <a16:creationId xmlns:a16="http://schemas.microsoft.com/office/drawing/2014/main" id="{46ABC9F2-2E2C-40D4-8554-4B3D53E1AE04}"/>
              </a:ext>
            </a:extLst>
          </p:cNvPr>
          <p:cNvSpPr>
            <a:spLocks noGrp="1"/>
          </p:cNvSpPr>
          <p:nvPr>
            <p:ph type="sldNum" sz="quarter" idx="4"/>
            <p:custDataLst>
              <p:tags r:id="rId1"/>
            </p:custDataLst>
          </p:nvPr>
        </p:nvSpPr>
        <p:spPr>
          <a:xfrm>
            <a:off x="11760629" y="6597352"/>
            <a:ext cx="431371" cy="194616"/>
          </a:xfrm>
          <a:prstGeom prst="rect">
            <a:avLst/>
          </a:prstGeom>
          <a:solidFill>
            <a:srgbClr val="20A15E"/>
          </a:solidFill>
          <a:ln>
            <a:noFill/>
          </a:ln>
        </p:spPr>
        <p:style>
          <a:lnRef idx="2">
            <a:schemeClr val="dk1">
              <a:shade val="50000"/>
            </a:schemeClr>
          </a:lnRef>
          <a:fillRef idx="1">
            <a:schemeClr val="dk1"/>
          </a:fillRef>
          <a:effectRef idx="0">
            <a:schemeClr val="dk1"/>
          </a:effectRef>
          <a:fontRef idx="none"/>
        </p:style>
        <p:txBody>
          <a:bodyPr lIns="0" tIns="0" rIns="0" bIns="0" anchor="ctr" anchorCtr="1"/>
          <a:lstStyle>
            <a:lvl1pPr algn="ctr" fontAlgn="auto">
              <a:spcBef>
                <a:spcPts val="0"/>
              </a:spcBef>
              <a:spcAft>
                <a:spcPts val="0"/>
              </a:spcAft>
              <a:defRPr kumimoji="0" sz="1100" b="0" baseline="0" smtClean="0">
                <a:solidFill>
                  <a:schemeClr val="bg1"/>
                </a:solidFill>
                <a:latin typeface="Candara" panose="020E0502030303020204" pitchFamily="34" charset="0"/>
                <a:ea typeface="+mn-ea"/>
                <a:cs typeface="Arial" panose="020B0604020202020204" pitchFamily="34" charset="0"/>
              </a:defRPr>
            </a:lvl1pPr>
          </a:lstStyle>
          <a:p>
            <a:fld id="{4EA1E582-E1CC-4474-812F-1657BC5920B7}" type="slidenum">
              <a:rPr lang="ko-KR" altLang="en-US" smtClean="0"/>
              <a:t>‹#›</a:t>
            </a:fld>
            <a:endParaRPr lang="ko-KR" altLang="en-US"/>
          </a:p>
        </p:txBody>
      </p:sp>
      <p:grpSp>
        <p:nvGrpSpPr>
          <p:cNvPr id="4" name="그룹 3">
            <a:extLst>
              <a:ext uri="{FF2B5EF4-FFF2-40B4-BE49-F238E27FC236}">
                <a16:creationId xmlns:a16="http://schemas.microsoft.com/office/drawing/2014/main" id="{7658A23C-70E8-C2EF-6AF4-5A225A3DFE5F}"/>
              </a:ext>
            </a:extLst>
          </p:cNvPr>
          <p:cNvGrpSpPr/>
          <p:nvPr userDrawn="1"/>
        </p:nvGrpSpPr>
        <p:grpSpPr>
          <a:xfrm>
            <a:off x="360386" y="789432"/>
            <a:ext cx="11471228" cy="66127"/>
            <a:chOff x="360386" y="789432"/>
            <a:chExt cx="11471228" cy="66127"/>
          </a:xfrm>
        </p:grpSpPr>
        <p:sp>
          <p:nvSpPr>
            <p:cNvPr id="5" name="사각형: 둥근 모서리 4">
              <a:extLst>
                <a:ext uri="{FF2B5EF4-FFF2-40B4-BE49-F238E27FC236}">
                  <a16:creationId xmlns:a16="http://schemas.microsoft.com/office/drawing/2014/main" id="{2F431553-6497-D8B5-ADE0-6C742483DF9B}"/>
                </a:ext>
              </a:extLst>
            </p:cNvPr>
            <p:cNvSpPr/>
            <p:nvPr userDrawn="1"/>
          </p:nvSpPr>
          <p:spPr>
            <a:xfrm>
              <a:off x="360387" y="813924"/>
              <a:ext cx="11471227" cy="17142"/>
            </a:xfrm>
            <a:prstGeom prst="roundRect">
              <a:avLst>
                <a:gd name="adj" fmla="val 50000"/>
              </a:avLst>
            </a:prstGeom>
            <a:solidFill>
              <a:srgbClr val="B1C3C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 name="사각형: 둥근 모서리 7">
              <a:extLst>
                <a:ext uri="{FF2B5EF4-FFF2-40B4-BE49-F238E27FC236}">
                  <a16:creationId xmlns:a16="http://schemas.microsoft.com/office/drawing/2014/main" id="{376A5416-6ADF-EA84-404B-1B1EA27D5DDE}"/>
                </a:ext>
              </a:extLst>
            </p:cNvPr>
            <p:cNvSpPr/>
            <p:nvPr userDrawn="1"/>
          </p:nvSpPr>
          <p:spPr>
            <a:xfrm>
              <a:off x="360386" y="789432"/>
              <a:ext cx="795454" cy="66127"/>
            </a:xfrm>
            <a:prstGeom prst="roundRect">
              <a:avLst>
                <a:gd name="adj" fmla="val 50000"/>
              </a:avLst>
            </a:prstGeom>
            <a:gradFill>
              <a:gsLst>
                <a:gs pos="0">
                  <a:srgbClr val="124168"/>
                </a:gs>
                <a:gs pos="100000">
                  <a:srgbClr val="1B629D"/>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ko-KR" altLang="en-US">
                <a:solidFill>
                  <a:srgbClr val="144772"/>
                </a:solidFill>
              </a:endParaRPr>
            </a:p>
          </p:txBody>
        </p:sp>
        <p:sp>
          <p:nvSpPr>
            <p:cNvPr id="9" name="사각형: 둥근 모서리 8">
              <a:extLst>
                <a:ext uri="{FF2B5EF4-FFF2-40B4-BE49-F238E27FC236}">
                  <a16:creationId xmlns:a16="http://schemas.microsoft.com/office/drawing/2014/main" id="{D2ADAB67-B264-05CD-1E74-3AD6396BCAAC}"/>
                </a:ext>
              </a:extLst>
            </p:cNvPr>
            <p:cNvSpPr/>
            <p:nvPr userDrawn="1"/>
          </p:nvSpPr>
          <p:spPr>
            <a:xfrm>
              <a:off x="360386" y="789432"/>
              <a:ext cx="190425" cy="66127"/>
            </a:xfrm>
            <a:prstGeom prst="roundRect">
              <a:avLst>
                <a:gd name="adj" fmla="val 50000"/>
              </a:avLst>
            </a:prstGeom>
            <a:solidFill>
              <a:srgbClr val="0ABE86"/>
            </a:solidFill>
            <a:ln>
              <a:noFill/>
            </a:ln>
            <a:effectLst>
              <a:outerShdw blurRad="50800" dist="38100" dir="2700000" algn="tl" rotWithShape="0">
                <a:srgbClr val="00A858">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ko-KR" altLang="en-US"/>
            </a:p>
          </p:txBody>
        </p:sp>
      </p:grpSp>
      <p:grpSp>
        <p:nvGrpSpPr>
          <p:cNvPr id="11" name="그룹 10">
            <a:extLst>
              <a:ext uri="{FF2B5EF4-FFF2-40B4-BE49-F238E27FC236}">
                <a16:creationId xmlns:a16="http://schemas.microsoft.com/office/drawing/2014/main" id="{0357C2B2-901A-C5E0-9474-CBA6903E7A99}"/>
              </a:ext>
            </a:extLst>
          </p:cNvPr>
          <p:cNvGrpSpPr/>
          <p:nvPr userDrawn="1"/>
        </p:nvGrpSpPr>
        <p:grpSpPr>
          <a:xfrm>
            <a:off x="11094567" y="276603"/>
            <a:ext cx="744142" cy="61517"/>
            <a:chOff x="353294" y="129644"/>
            <a:chExt cx="744142" cy="61517"/>
          </a:xfrm>
        </p:grpSpPr>
        <p:sp>
          <p:nvSpPr>
            <p:cNvPr id="12" name="타원 11">
              <a:extLst>
                <a:ext uri="{FF2B5EF4-FFF2-40B4-BE49-F238E27FC236}">
                  <a16:creationId xmlns:a16="http://schemas.microsoft.com/office/drawing/2014/main" id="{9CD52AC3-A35B-72EB-42E9-DB1F4001089A}"/>
                </a:ext>
              </a:extLst>
            </p:cNvPr>
            <p:cNvSpPr/>
            <p:nvPr userDrawn="1"/>
          </p:nvSpPr>
          <p:spPr>
            <a:xfrm>
              <a:off x="353294" y="129644"/>
              <a:ext cx="61517" cy="61517"/>
            </a:xfrm>
            <a:prstGeom prst="ellipse">
              <a:avLst/>
            </a:prstGeom>
            <a:solidFill>
              <a:srgbClr val="B1C3C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ko-KR" altLang="en-US"/>
            </a:p>
          </p:txBody>
        </p:sp>
        <p:sp>
          <p:nvSpPr>
            <p:cNvPr id="13" name="타원 12">
              <a:extLst>
                <a:ext uri="{FF2B5EF4-FFF2-40B4-BE49-F238E27FC236}">
                  <a16:creationId xmlns:a16="http://schemas.microsoft.com/office/drawing/2014/main" id="{90E767C8-4F44-440D-3095-96D2C7142C1B}"/>
                </a:ext>
              </a:extLst>
            </p:cNvPr>
            <p:cNvSpPr/>
            <p:nvPr userDrawn="1"/>
          </p:nvSpPr>
          <p:spPr>
            <a:xfrm>
              <a:off x="489819" y="129644"/>
              <a:ext cx="61517" cy="61517"/>
            </a:xfrm>
            <a:prstGeom prst="ellipse">
              <a:avLst/>
            </a:prstGeom>
            <a:solidFill>
              <a:srgbClr val="B1C3C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ko-KR" altLang="en-US"/>
            </a:p>
          </p:txBody>
        </p:sp>
        <p:sp>
          <p:nvSpPr>
            <p:cNvPr id="14" name="타원 13">
              <a:extLst>
                <a:ext uri="{FF2B5EF4-FFF2-40B4-BE49-F238E27FC236}">
                  <a16:creationId xmlns:a16="http://schemas.microsoft.com/office/drawing/2014/main" id="{BB12E6E1-9E7C-D351-0DD0-FF48519C8565}"/>
                </a:ext>
              </a:extLst>
            </p:cNvPr>
            <p:cNvSpPr/>
            <p:nvPr userDrawn="1"/>
          </p:nvSpPr>
          <p:spPr>
            <a:xfrm>
              <a:off x="626344" y="129644"/>
              <a:ext cx="61517" cy="61517"/>
            </a:xfrm>
            <a:prstGeom prst="ellipse">
              <a:avLst/>
            </a:prstGeom>
            <a:solidFill>
              <a:srgbClr val="B1C3C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ko-KR" altLang="en-US"/>
            </a:p>
          </p:txBody>
        </p:sp>
        <p:sp>
          <p:nvSpPr>
            <p:cNvPr id="15" name="타원 14">
              <a:extLst>
                <a:ext uri="{FF2B5EF4-FFF2-40B4-BE49-F238E27FC236}">
                  <a16:creationId xmlns:a16="http://schemas.microsoft.com/office/drawing/2014/main" id="{4E3ACB03-973F-BA9D-92B3-42482A008026}"/>
                </a:ext>
              </a:extLst>
            </p:cNvPr>
            <p:cNvSpPr/>
            <p:nvPr userDrawn="1"/>
          </p:nvSpPr>
          <p:spPr>
            <a:xfrm>
              <a:off x="762869" y="129644"/>
              <a:ext cx="61517" cy="61517"/>
            </a:xfrm>
            <a:prstGeom prst="ellipse">
              <a:avLst/>
            </a:prstGeom>
            <a:solidFill>
              <a:srgbClr val="233B5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ko-KR" altLang="en-US"/>
            </a:p>
          </p:txBody>
        </p:sp>
        <p:sp>
          <p:nvSpPr>
            <p:cNvPr id="16" name="타원 15">
              <a:extLst>
                <a:ext uri="{FF2B5EF4-FFF2-40B4-BE49-F238E27FC236}">
                  <a16:creationId xmlns:a16="http://schemas.microsoft.com/office/drawing/2014/main" id="{E2D3E713-B53F-E19C-A43B-5591685E9C79}"/>
                </a:ext>
              </a:extLst>
            </p:cNvPr>
            <p:cNvSpPr/>
            <p:nvPr userDrawn="1"/>
          </p:nvSpPr>
          <p:spPr>
            <a:xfrm>
              <a:off x="899394" y="129644"/>
              <a:ext cx="61517" cy="61517"/>
            </a:xfrm>
            <a:prstGeom prst="ellipse">
              <a:avLst/>
            </a:prstGeom>
            <a:solidFill>
              <a:srgbClr val="0B4B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ko-KR" altLang="en-US"/>
            </a:p>
          </p:txBody>
        </p:sp>
        <p:sp>
          <p:nvSpPr>
            <p:cNvPr id="17" name="타원 16">
              <a:extLst>
                <a:ext uri="{FF2B5EF4-FFF2-40B4-BE49-F238E27FC236}">
                  <a16:creationId xmlns:a16="http://schemas.microsoft.com/office/drawing/2014/main" id="{F28CBCFC-A31D-DF4B-6836-E3FC73DDFE19}"/>
                </a:ext>
              </a:extLst>
            </p:cNvPr>
            <p:cNvSpPr/>
            <p:nvPr userDrawn="1"/>
          </p:nvSpPr>
          <p:spPr>
            <a:xfrm>
              <a:off x="1035919" y="129644"/>
              <a:ext cx="61517" cy="61517"/>
            </a:xfrm>
            <a:prstGeom prst="ellipse">
              <a:avLst/>
            </a:prstGeom>
            <a:solidFill>
              <a:srgbClr val="00A8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ko-KR" altLang="en-US"/>
            </a:p>
          </p:txBody>
        </p:sp>
      </p:grpSp>
      <p:sp>
        <p:nvSpPr>
          <p:cNvPr id="2" name="직사각형 1">
            <a:extLst>
              <a:ext uri="{FF2B5EF4-FFF2-40B4-BE49-F238E27FC236}">
                <a16:creationId xmlns:a16="http://schemas.microsoft.com/office/drawing/2014/main" id="{5930FDCE-2318-D38B-D636-BC23028DC671}"/>
              </a:ext>
            </a:extLst>
          </p:cNvPr>
          <p:cNvSpPr/>
          <p:nvPr userDrawn="1"/>
        </p:nvSpPr>
        <p:spPr>
          <a:xfrm>
            <a:off x="34" y="116632"/>
            <a:ext cx="119302" cy="585772"/>
          </a:xfrm>
          <a:prstGeom prst="rect">
            <a:avLst/>
          </a:prstGeom>
          <a:solidFill>
            <a:srgbClr val="10307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4" name="제목 17">
            <a:extLst>
              <a:ext uri="{FF2B5EF4-FFF2-40B4-BE49-F238E27FC236}">
                <a16:creationId xmlns:a16="http://schemas.microsoft.com/office/drawing/2014/main" id="{52D95F96-D2F4-3F12-5988-5B425C2255A5}"/>
              </a:ext>
            </a:extLst>
          </p:cNvPr>
          <p:cNvSpPr>
            <a:spLocks noGrp="1"/>
          </p:cNvSpPr>
          <p:nvPr>
            <p:ph type="title"/>
          </p:nvPr>
        </p:nvSpPr>
        <p:spPr>
          <a:xfrm>
            <a:off x="295235" y="268287"/>
            <a:ext cx="10666268" cy="464670"/>
          </a:xfrm>
          <a:prstGeom prst="rect">
            <a:avLst/>
          </a:prstGeom>
        </p:spPr>
        <p:txBody>
          <a:bodyPr anchor="ctr" anchorCtr="0"/>
          <a:lstStyle>
            <a:lvl1pPr algn="l">
              <a:defRPr lang="ko-KR" altLang="en-US" sz="2400" b="1" kern="1200" baseline="0" dirty="0">
                <a:ln>
                  <a:solidFill>
                    <a:schemeClr val="accent1">
                      <a:alpha val="0"/>
                    </a:schemeClr>
                  </a:solidFill>
                </a:ln>
                <a:solidFill>
                  <a:srgbClr val="144772"/>
                </a:solidFill>
                <a:effectLst>
                  <a:glow rad="127000">
                    <a:schemeClr val="bg1"/>
                  </a:glow>
                  <a:outerShdw blurRad="38100" dist="38100" dir="2700000" algn="tl" rotWithShape="0">
                    <a:prstClr val="black">
                      <a:alpha val="40000"/>
                    </a:prstClr>
                  </a:outerShdw>
                </a:effectLst>
                <a:latin typeface="Pretendard Black" panose="02000A03000000020004" pitchFamily="50" charset="-127"/>
                <a:ea typeface="Pretendard Black" panose="02000A03000000020004" pitchFamily="50" charset="-127"/>
                <a:cs typeface="Pretendard Black" panose="02000A03000000020004" pitchFamily="50" charset="-127"/>
              </a:defRPr>
            </a:lvl1pPr>
          </a:lstStyle>
          <a:p>
            <a:r>
              <a:rPr lang="ko-KR" altLang="en-US"/>
              <a:t>마스터 제목 스타일 편집</a:t>
            </a:r>
          </a:p>
        </p:txBody>
      </p:sp>
    </p:spTree>
    <p:extLst>
      <p:ext uri="{BB962C8B-B14F-4D97-AF65-F5344CB8AC3E}">
        <p14:creationId xmlns:p14="http://schemas.microsoft.com/office/powerpoint/2010/main" val="42335931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1_제목 및 내용">
    <p:spTree>
      <p:nvGrpSpPr>
        <p:cNvPr id="1" name=""/>
        <p:cNvGrpSpPr/>
        <p:nvPr/>
      </p:nvGrpSpPr>
      <p:grpSpPr>
        <a:xfrm>
          <a:off x="0" y="0"/>
          <a:ext cx="0" cy="0"/>
          <a:chOff x="0" y="0"/>
          <a:chExt cx="0" cy="0"/>
        </a:xfrm>
      </p:grpSpPr>
      <p:sp>
        <p:nvSpPr>
          <p:cNvPr id="11" name="슬라이드 번호 개체 틀 5"/>
          <p:cNvSpPr>
            <a:spLocks noGrp="1"/>
          </p:cNvSpPr>
          <p:nvPr>
            <p:ph type="sldNum" sz="quarter" idx="4"/>
            <p:custDataLst>
              <p:tags r:id="rId1"/>
            </p:custDataLst>
          </p:nvPr>
        </p:nvSpPr>
        <p:spPr>
          <a:xfrm>
            <a:off x="11760629" y="6606877"/>
            <a:ext cx="431371" cy="194616"/>
          </a:xfrm>
          <a:prstGeom prst="rect">
            <a:avLst/>
          </a:prstGeom>
          <a:solidFill>
            <a:srgbClr val="20A15E"/>
          </a:solidFill>
          <a:ln>
            <a:noFill/>
          </a:ln>
        </p:spPr>
        <p:style>
          <a:lnRef idx="2">
            <a:schemeClr val="dk1">
              <a:shade val="50000"/>
            </a:schemeClr>
          </a:lnRef>
          <a:fillRef idx="1">
            <a:schemeClr val="dk1"/>
          </a:fillRef>
          <a:effectRef idx="0">
            <a:schemeClr val="dk1"/>
          </a:effectRef>
          <a:fontRef idx="none"/>
        </p:style>
        <p:txBody>
          <a:bodyPr lIns="0" tIns="0" rIns="0" bIns="0" anchor="ctr" anchorCtr="1"/>
          <a:lstStyle>
            <a:lvl1pPr algn="ctr" fontAlgn="auto">
              <a:spcBef>
                <a:spcPts val="0"/>
              </a:spcBef>
              <a:spcAft>
                <a:spcPts val="0"/>
              </a:spcAft>
              <a:defRPr kumimoji="0" sz="1100" b="0" baseline="0" smtClean="0">
                <a:solidFill>
                  <a:schemeClr val="bg1"/>
                </a:solidFill>
                <a:latin typeface="Candara" panose="020E0502030303020204" pitchFamily="34" charset="0"/>
                <a:ea typeface="+mn-ea"/>
                <a:cs typeface="Arial" panose="020B0604020202020204" pitchFamily="34" charset="0"/>
              </a:defRPr>
            </a:lvl1pPr>
          </a:lstStyle>
          <a:p>
            <a:fld id="{4EA1E582-E1CC-4474-812F-1657BC5920B7}" type="slidenum">
              <a:rPr lang="ko-KR" altLang="en-US" smtClean="0"/>
              <a:t>‹#›</a:t>
            </a:fld>
            <a:endParaRPr lang="ko-KR" altLang="en-US"/>
          </a:p>
        </p:txBody>
      </p:sp>
      <p:sp>
        <p:nvSpPr>
          <p:cNvPr id="6" name="내용 개체 틀 5">
            <a:extLst>
              <a:ext uri="{FF2B5EF4-FFF2-40B4-BE49-F238E27FC236}">
                <a16:creationId xmlns:a16="http://schemas.microsoft.com/office/drawing/2014/main" id="{EB05DB11-9E8D-4861-8DF2-ADEACCA464FF}"/>
              </a:ext>
            </a:extLst>
          </p:cNvPr>
          <p:cNvSpPr>
            <a:spLocks noGrp="1"/>
          </p:cNvSpPr>
          <p:nvPr>
            <p:ph sz="quarter" idx="10"/>
          </p:nvPr>
        </p:nvSpPr>
        <p:spPr>
          <a:xfrm>
            <a:off x="504921" y="899333"/>
            <a:ext cx="11255708" cy="5690380"/>
          </a:xfrm>
          <a:prstGeom prst="rect">
            <a:avLst/>
          </a:prstGeom>
        </p:spPr>
        <p:txBody>
          <a:bodyPr/>
          <a:lstStyle>
            <a:lvl1pPr>
              <a:lnSpc>
                <a:spcPct val="100000"/>
              </a:lnSpc>
              <a:defRPr sz="2400" b="1" baseline="0">
                <a:ln w="9525">
                  <a:noFill/>
                </a:ln>
                <a:solidFill>
                  <a:srgbClr val="CC6600"/>
                </a:solidFill>
                <a:effectLst/>
                <a:latin typeface="HY헤드라인M" panose="02030600000101010101" pitchFamily="18" charset="-127"/>
                <a:ea typeface="HY헤드라인M" panose="02030600000101010101" pitchFamily="18" charset="-127"/>
              </a:defRPr>
            </a:lvl1pPr>
            <a:lvl2pPr>
              <a:lnSpc>
                <a:spcPct val="100000"/>
              </a:lnSpc>
              <a:spcBef>
                <a:spcPts val="0"/>
              </a:spcBef>
              <a:defRPr b="1" baseline="0">
                <a:solidFill>
                  <a:srgbClr val="7030A0"/>
                </a:solidFill>
                <a:latin typeface="HY견고딕" panose="02030600000101010101" pitchFamily="18" charset="-127"/>
                <a:ea typeface="HY견고딕" panose="02030600000101010101" pitchFamily="18" charset="-127"/>
              </a:defRPr>
            </a:lvl2pPr>
            <a:lvl3pPr>
              <a:lnSpc>
                <a:spcPct val="100000"/>
              </a:lnSpc>
              <a:defRPr b="1" baseline="0">
                <a:solidFill>
                  <a:schemeClr val="accent2">
                    <a:lumMod val="50000"/>
                  </a:schemeClr>
                </a:solidFill>
                <a:latin typeface="HY견고딕" panose="02030600000101010101" pitchFamily="18" charset="-127"/>
                <a:ea typeface="HY견고딕" panose="02030600000101010101" pitchFamily="18" charset="-127"/>
              </a:defRPr>
            </a:lvl3pPr>
            <a:lvl4pPr>
              <a:lnSpc>
                <a:spcPct val="100000"/>
              </a:lnSpc>
              <a:defRPr baseline="0">
                <a:solidFill>
                  <a:schemeClr val="tx1"/>
                </a:solidFill>
                <a:latin typeface="HY견고딕" panose="02030600000101010101" pitchFamily="18" charset="-127"/>
                <a:ea typeface="HY견고딕" panose="02030600000101010101" pitchFamily="18" charset="-127"/>
              </a:defRPr>
            </a:lvl4pPr>
            <a:lvl5pPr>
              <a:lnSpc>
                <a:spcPct val="100000"/>
              </a:lnSpc>
              <a:defRPr baseline="0">
                <a:solidFill>
                  <a:schemeClr val="tx1">
                    <a:lumMod val="50000"/>
                    <a:lumOff val="50000"/>
                  </a:schemeClr>
                </a:solidFill>
                <a:latin typeface="HY견고딕" panose="02030600000101010101" pitchFamily="18" charset="-127"/>
                <a:ea typeface="HY견고딕" panose="02030600000101010101" pitchFamily="18" charset="-127"/>
              </a:defRPr>
            </a:lvl5p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23" name="직사각형 22">
            <a:extLst>
              <a:ext uri="{FF2B5EF4-FFF2-40B4-BE49-F238E27FC236}">
                <a16:creationId xmlns:a16="http://schemas.microsoft.com/office/drawing/2014/main" id="{FD0364B6-9BD8-3149-74BA-DEDAA660E38A}"/>
              </a:ext>
            </a:extLst>
          </p:cNvPr>
          <p:cNvSpPr/>
          <p:nvPr userDrawn="1"/>
        </p:nvSpPr>
        <p:spPr>
          <a:xfrm>
            <a:off x="0" y="6799588"/>
            <a:ext cx="12192000" cy="66032"/>
          </a:xfrm>
          <a:prstGeom prst="rect">
            <a:avLst/>
          </a:prstGeom>
          <a:solidFill>
            <a:srgbClr val="20A15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800"/>
          </a:p>
        </p:txBody>
      </p:sp>
      <p:grpSp>
        <p:nvGrpSpPr>
          <p:cNvPr id="3" name="그룹 2">
            <a:extLst>
              <a:ext uri="{FF2B5EF4-FFF2-40B4-BE49-F238E27FC236}">
                <a16:creationId xmlns:a16="http://schemas.microsoft.com/office/drawing/2014/main" id="{322B8667-A54A-896D-5615-C32A0D54A708}"/>
              </a:ext>
            </a:extLst>
          </p:cNvPr>
          <p:cNvGrpSpPr/>
          <p:nvPr userDrawn="1"/>
        </p:nvGrpSpPr>
        <p:grpSpPr>
          <a:xfrm>
            <a:off x="360386" y="789432"/>
            <a:ext cx="11471228" cy="66127"/>
            <a:chOff x="360386" y="789432"/>
            <a:chExt cx="11471228" cy="66127"/>
          </a:xfrm>
        </p:grpSpPr>
        <p:sp>
          <p:nvSpPr>
            <p:cNvPr id="4" name="사각형: 둥근 모서리 3">
              <a:extLst>
                <a:ext uri="{FF2B5EF4-FFF2-40B4-BE49-F238E27FC236}">
                  <a16:creationId xmlns:a16="http://schemas.microsoft.com/office/drawing/2014/main" id="{5FA09E07-52A1-56B8-0A9D-502491170A26}"/>
                </a:ext>
              </a:extLst>
            </p:cNvPr>
            <p:cNvSpPr/>
            <p:nvPr userDrawn="1"/>
          </p:nvSpPr>
          <p:spPr>
            <a:xfrm>
              <a:off x="360387" y="813924"/>
              <a:ext cx="11471227" cy="17142"/>
            </a:xfrm>
            <a:prstGeom prst="roundRect">
              <a:avLst>
                <a:gd name="adj" fmla="val 50000"/>
              </a:avLst>
            </a:prstGeom>
            <a:solidFill>
              <a:srgbClr val="B1C3C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 name="사각형: 둥근 모서리 4">
              <a:extLst>
                <a:ext uri="{FF2B5EF4-FFF2-40B4-BE49-F238E27FC236}">
                  <a16:creationId xmlns:a16="http://schemas.microsoft.com/office/drawing/2014/main" id="{6F0A07FC-A9AC-D3A1-163D-A66C6EBF7103}"/>
                </a:ext>
              </a:extLst>
            </p:cNvPr>
            <p:cNvSpPr/>
            <p:nvPr userDrawn="1"/>
          </p:nvSpPr>
          <p:spPr>
            <a:xfrm>
              <a:off x="360386" y="789432"/>
              <a:ext cx="795454" cy="66127"/>
            </a:xfrm>
            <a:prstGeom prst="roundRect">
              <a:avLst>
                <a:gd name="adj" fmla="val 50000"/>
              </a:avLst>
            </a:prstGeom>
            <a:gradFill>
              <a:gsLst>
                <a:gs pos="0">
                  <a:srgbClr val="124168"/>
                </a:gs>
                <a:gs pos="100000">
                  <a:srgbClr val="1B629D"/>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ko-KR" altLang="en-US">
                <a:solidFill>
                  <a:srgbClr val="144772"/>
                </a:solidFill>
              </a:endParaRPr>
            </a:p>
          </p:txBody>
        </p:sp>
        <p:sp>
          <p:nvSpPr>
            <p:cNvPr id="7" name="사각형: 둥근 모서리 6">
              <a:extLst>
                <a:ext uri="{FF2B5EF4-FFF2-40B4-BE49-F238E27FC236}">
                  <a16:creationId xmlns:a16="http://schemas.microsoft.com/office/drawing/2014/main" id="{C3346F45-1AE4-5379-EF3A-580D22A60CD1}"/>
                </a:ext>
              </a:extLst>
            </p:cNvPr>
            <p:cNvSpPr/>
            <p:nvPr userDrawn="1"/>
          </p:nvSpPr>
          <p:spPr>
            <a:xfrm>
              <a:off x="360386" y="789432"/>
              <a:ext cx="190425" cy="66127"/>
            </a:xfrm>
            <a:prstGeom prst="roundRect">
              <a:avLst>
                <a:gd name="adj" fmla="val 50000"/>
              </a:avLst>
            </a:prstGeom>
            <a:solidFill>
              <a:srgbClr val="0ABE86"/>
            </a:solidFill>
            <a:ln>
              <a:noFill/>
            </a:ln>
            <a:effectLst>
              <a:outerShdw blurRad="50800" dist="38100" dir="2700000" algn="tl" rotWithShape="0">
                <a:srgbClr val="00A858">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ko-KR" altLang="en-US"/>
            </a:p>
          </p:txBody>
        </p:sp>
      </p:grpSp>
      <p:grpSp>
        <p:nvGrpSpPr>
          <p:cNvPr id="8" name="그룹 7">
            <a:extLst>
              <a:ext uri="{FF2B5EF4-FFF2-40B4-BE49-F238E27FC236}">
                <a16:creationId xmlns:a16="http://schemas.microsoft.com/office/drawing/2014/main" id="{8C04EEF5-C918-8A07-E998-DCA2AE451E01}"/>
              </a:ext>
            </a:extLst>
          </p:cNvPr>
          <p:cNvGrpSpPr/>
          <p:nvPr userDrawn="1"/>
        </p:nvGrpSpPr>
        <p:grpSpPr>
          <a:xfrm>
            <a:off x="11094567" y="276603"/>
            <a:ext cx="744142" cy="61517"/>
            <a:chOff x="353294" y="129644"/>
            <a:chExt cx="744142" cy="61517"/>
          </a:xfrm>
        </p:grpSpPr>
        <p:sp>
          <p:nvSpPr>
            <p:cNvPr id="10" name="타원 9">
              <a:extLst>
                <a:ext uri="{FF2B5EF4-FFF2-40B4-BE49-F238E27FC236}">
                  <a16:creationId xmlns:a16="http://schemas.microsoft.com/office/drawing/2014/main" id="{D0405CDD-EA5A-B24C-F35D-A8D22D7B616B}"/>
                </a:ext>
              </a:extLst>
            </p:cNvPr>
            <p:cNvSpPr/>
            <p:nvPr userDrawn="1"/>
          </p:nvSpPr>
          <p:spPr>
            <a:xfrm>
              <a:off x="353294" y="129644"/>
              <a:ext cx="61517" cy="61517"/>
            </a:xfrm>
            <a:prstGeom prst="ellipse">
              <a:avLst/>
            </a:prstGeom>
            <a:solidFill>
              <a:srgbClr val="B1C3C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ko-KR" altLang="en-US"/>
            </a:p>
          </p:txBody>
        </p:sp>
        <p:sp>
          <p:nvSpPr>
            <p:cNvPr id="12" name="타원 11">
              <a:extLst>
                <a:ext uri="{FF2B5EF4-FFF2-40B4-BE49-F238E27FC236}">
                  <a16:creationId xmlns:a16="http://schemas.microsoft.com/office/drawing/2014/main" id="{D0F00F18-E1C1-05F5-E140-F841D46D4EA6}"/>
                </a:ext>
              </a:extLst>
            </p:cNvPr>
            <p:cNvSpPr/>
            <p:nvPr userDrawn="1"/>
          </p:nvSpPr>
          <p:spPr>
            <a:xfrm>
              <a:off x="489819" y="129644"/>
              <a:ext cx="61517" cy="61517"/>
            </a:xfrm>
            <a:prstGeom prst="ellipse">
              <a:avLst/>
            </a:prstGeom>
            <a:solidFill>
              <a:srgbClr val="B1C3C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ko-KR" altLang="en-US"/>
            </a:p>
          </p:txBody>
        </p:sp>
        <p:sp>
          <p:nvSpPr>
            <p:cNvPr id="13" name="타원 12">
              <a:extLst>
                <a:ext uri="{FF2B5EF4-FFF2-40B4-BE49-F238E27FC236}">
                  <a16:creationId xmlns:a16="http://schemas.microsoft.com/office/drawing/2014/main" id="{8FEF551A-057B-8358-AF67-D5ADAD0655D8}"/>
                </a:ext>
              </a:extLst>
            </p:cNvPr>
            <p:cNvSpPr/>
            <p:nvPr userDrawn="1"/>
          </p:nvSpPr>
          <p:spPr>
            <a:xfrm>
              <a:off x="626344" y="129644"/>
              <a:ext cx="61517" cy="61517"/>
            </a:xfrm>
            <a:prstGeom prst="ellipse">
              <a:avLst/>
            </a:prstGeom>
            <a:solidFill>
              <a:srgbClr val="B1C3C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ko-KR" altLang="en-US"/>
            </a:p>
          </p:txBody>
        </p:sp>
        <p:sp>
          <p:nvSpPr>
            <p:cNvPr id="14" name="타원 13">
              <a:extLst>
                <a:ext uri="{FF2B5EF4-FFF2-40B4-BE49-F238E27FC236}">
                  <a16:creationId xmlns:a16="http://schemas.microsoft.com/office/drawing/2014/main" id="{F7F9B9D4-10FA-D0E6-E924-655B4A10FB44}"/>
                </a:ext>
              </a:extLst>
            </p:cNvPr>
            <p:cNvSpPr/>
            <p:nvPr userDrawn="1"/>
          </p:nvSpPr>
          <p:spPr>
            <a:xfrm>
              <a:off x="762869" y="129644"/>
              <a:ext cx="61517" cy="61517"/>
            </a:xfrm>
            <a:prstGeom prst="ellipse">
              <a:avLst/>
            </a:prstGeom>
            <a:solidFill>
              <a:srgbClr val="233B5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ko-KR" altLang="en-US"/>
            </a:p>
          </p:txBody>
        </p:sp>
        <p:sp>
          <p:nvSpPr>
            <p:cNvPr id="15" name="타원 14">
              <a:extLst>
                <a:ext uri="{FF2B5EF4-FFF2-40B4-BE49-F238E27FC236}">
                  <a16:creationId xmlns:a16="http://schemas.microsoft.com/office/drawing/2014/main" id="{B1AF8923-400A-0675-0853-083D542A09B9}"/>
                </a:ext>
              </a:extLst>
            </p:cNvPr>
            <p:cNvSpPr/>
            <p:nvPr userDrawn="1"/>
          </p:nvSpPr>
          <p:spPr>
            <a:xfrm>
              <a:off x="899394" y="129644"/>
              <a:ext cx="61517" cy="61517"/>
            </a:xfrm>
            <a:prstGeom prst="ellipse">
              <a:avLst/>
            </a:prstGeom>
            <a:solidFill>
              <a:srgbClr val="0B4B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ko-KR" altLang="en-US"/>
            </a:p>
          </p:txBody>
        </p:sp>
        <p:sp>
          <p:nvSpPr>
            <p:cNvPr id="16" name="타원 15">
              <a:extLst>
                <a:ext uri="{FF2B5EF4-FFF2-40B4-BE49-F238E27FC236}">
                  <a16:creationId xmlns:a16="http://schemas.microsoft.com/office/drawing/2014/main" id="{D206B8C8-5291-CA72-2583-2980F3C9831F}"/>
                </a:ext>
              </a:extLst>
            </p:cNvPr>
            <p:cNvSpPr/>
            <p:nvPr userDrawn="1"/>
          </p:nvSpPr>
          <p:spPr>
            <a:xfrm>
              <a:off x="1035919" y="129644"/>
              <a:ext cx="61517" cy="61517"/>
            </a:xfrm>
            <a:prstGeom prst="ellipse">
              <a:avLst/>
            </a:prstGeom>
            <a:solidFill>
              <a:srgbClr val="00A8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ko-KR" altLang="en-US"/>
            </a:p>
          </p:txBody>
        </p:sp>
      </p:grpSp>
      <p:sp>
        <p:nvSpPr>
          <p:cNvPr id="18" name="제목 17">
            <a:extLst>
              <a:ext uri="{FF2B5EF4-FFF2-40B4-BE49-F238E27FC236}">
                <a16:creationId xmlns:a16="http://schemas.microsoft.com/office/drawing/2014/main" id="{813BD60C-F534-081B-38B8-9C3C51F1DEF4}"/>
              </a:ext>
            </a:extLst>
          </p:cNvPr>
          <p:cNvSpPr>
            <a:spLocks noGrp="1"/>
          </p:cNvSpPr>
          <p:nvPr>
            <p:ph type="title"/>
          </p:nvPr>
        </p:nvSpPr>
        <p:spPr>
          <a:xfrm>
            <a:off x="295235" y="268287"/>
            <a:ext cx="10666268" cy="464670"/>
          </a:xfrm>
          <a:prstGeom prst="rect">
            <a:avLst/>
          </a:prstGeom>
        </p:spPr>
        <p:txBody>
          <a:bodyPr anchor="ctr" anchorCtr="0"/>
          <a:lstStyle>
            <a:lvl1pPr algn="l">
              <a:defRPr lang="ko-KR" altLang="en-US" sz="2400" b="1" kern="1200" baseline="0" dirty="0">
                <a:ln>
                  <a:solidFill>
                    <a:schemeClr val="accent1">
                      <a:alpha val="0"/>
                    </a:schemeClr>
                  </a:solidFill>
                </a:ln>
                <a:solidFill>
                  <a:srgbClr val="144772"/>
                </a:solidFill>
                <a:effectLst>
                  <a:glow rad="127000">
                    <a:schemeClr val="bg1"/>
                  </a:glow>
                  <a:outerShdw blurRad="38100" dist="38100" dir="2700000" algn="tl" rotWithShape="0">
                    <a:prstClr val="black">
                      <a:alpha val="40000"/>
                    </a:prstClr>
                  </a:outerShdw>
                </a:effectLst>
                <a:latin typeface="Pretendard Black" panose="02000A03000000020004" pitchFamily="50" charset="-127"/>
                <a:ea typeface="Pretendard Black" panose="02000A03000000020004" pitchFamily="50" charset="-127"/>
                <a:cs typeface="Pretendard Black" panose="02000A03000000020004" pitchFamily="50" charset="-127"/>
              </a:defRPr>
            </a:lvl1pPr>
          </a:lstStyle>
          <a:p>
            <a:r>
              <a:rPr lang="ko-KR" altLang="en-US"/>
              <a:t>마스터 제목 스타일 편집</a:t>
            </a:r>
          </a:p>
        </p:txBody>
      </p:sp>
      <p:sp>
        <p:nvSpPr>
          <p:cNvPr id="9" name="직사각형 8">
            <a:extLst>
              <a:ext uri="{FF2B5EF4-FFF2-40B4-BE49-F238E27FC236}">
                <a16:creationId xmlns:a16="http://schemas.microsoft.com/office/drawing/2014/main" id="{B8508415-547B-D16C-E86A-6A263BDA14C2}"/>
              </a:ext>
            </a:extLst>
          </p:cNvPr>
          <p:cNvSpPr/>
          <p:nvPr userDrawn="1"/>
        </p:nvSpPr>
        <p:spPr>
          <a:xfrm>
            <a:off x="34" y="116632"/>
            <a:ext cx="119302" cy="585772"/>
          </a:xfrm>
          <a:prstGeom prst="rect">
            <a:avLst/>
          </a:prstGeom>
          <a:solidFill>
            <a:srgbClr val="10307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109519091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제목 슬라이드">
    <p:bg>
      <p:bgPr>
        <a:solidFill>
          <a:schemeClr val="bg1"/>
        </a:solidFill>
        <a:effectLst/>
      </p:bgPr>
    </p:bg>
    <p:spTree>
      <p:nvGrpSpPr>
        <p:cNvPr id="1" name=""/>
        <p:cNvGrpSpPr/>
        <p:nvPr/>
      </p:nvGrpSpPr>
      <p:grpSpPr>
        <a:xfrm>
          <a:off x="0" y="0"/>
          <a:ext cx="0" cy="0"/>
          <a:chOff x="0" y="0"/>
          <a:chExt cx="0" cy="0"/>
        </a:xfrm>
      </p:grpSpPr>
      <p:pic>
        <p:nvPicPr>
          <p:cNvPr id="19" name="그림 18">
            <a:extLst>
              <a:ext uri="{FF2B5EF4-FFF2-40B4-BE49-F238E27FC236}">
                <a16:creationId xmlns:a16="http://schemas.microsoft.com/office/drawing/2014/main" id="{FDBF7652-875C-E815-9BA0-ED3DE1A3587F}"/>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 y="0"/>
            <a:ext cx="12191999" cy="6858000"/>
          </a:xfrm>
          <a:prstGeom prst="rect">
            <a:avLst/>
          </a:prstGeom>
        </p:spPr>
      </p:pic>
      <p:sp>
        <p:nvSpPr>
          <p:cNvPr id="20" name="제목 1">
            <a:extLst>
              <a:ext uri="{FF2B5EF4-FFF2-40B4-BE49-F238E27FC236}">
                <a16:creationId xmlns:a16="http://schemas.microsoft.com/office/drawing/2014/main" id="{1B11C04A-CF9F-0D06-2E1C-DDE75FD27BCA}"/>
              </a:ext>
            </a:extLst>
          </p:cNvPr>
          <p:cNvSpPr>
            <a:spLocks noGrp="1"/>
          </p:cNvSpPr>
          <p:nvPr>
            <p:ph type="ctrTitle"/>
          </p:nvPr>
        </p:nvSpPr>
        <p:spPr>
          <a:xfrm>
            <a:off x="3721100" y="1138858"/>
            <a:ext cx="7861300" cy="1470025"/>
          </a:xfrm>
          <a:prstGeom prst="rect">
            <a:avLst/>
          </a:prstGeom>
          <a:ln w="3175">
            <a:noFill/>
          </a:ln>
          <a:effectLst>
            <a:outerShdw blurRad="50800" dist="38100" dir="2700000" algn="tl" rotWithShape="0">
              <a:prstClr val="black">
                <a:alpha val="40000"/>
              </a:prstClr>
            </a:outerShdw>
          </a:effectLst>
        </p:spPr>
        <p:txBody>
          <a:bodyPr anchor="ctr" anchorCtr="0">
            <a:normAutofit/>
          </a:bodyPr>
          <a:lstStyle>
            <a:lvl1pPr algn="ctr">
              <a:defRPr kumimoji="1" lang="ko-KR" altLang="en-US" sz="4000" b="1" dirty="0">
                <a:ln w="19050">
                  <a:solidFill>
                    <a:schemeClr val="bg1"/>
                  </a:solidFill>
                </a:ln>
                <a:solidFill>
                  <a:srgbClr val="002060"/>
                </a:solidFill>
                <a:latin typeface="HY헤드라인M" pitchFamily="18" charset="-127"/>
                <a:ea typeface="HY헤드라인M" panose="02030600000101010101" pitchFamily="18" charset="-127"/>
                <a:cs typeface="+mj-cs"/>
              </a:defRPr>
            </a:lvl1pPr>
          </a:lstStyle>
          <a:p>
            <a:r>
              <a:rPr lang="ko-KR" altLang="en-US"/>
              <a:t>마스터 제목 스타일 편집</a:t>
            </a:r>
          </a:p>
        </p:txBody>
      </p:sp>
      <p:sp>
        <p:nvSpPr>
          <p:cNvPr id="21" name="부제목 2">
            <a:extLst>
              <a:ext uri="{FF2B5EF4-FFF2-40B4-BE49-F238E27FC236}">
                <a16:creationId xmlns:a16="http://schemas.microsoft.com/office/drawing/2014/main" id="{ADF4855B-91A4-2CE4-377D-F903BFE02B5C}"/>
              </a:ext>
            </a:extLst>
          </p:cNvPr>
          <p:cNvSpPr>
            <a:spLocks noGrp="1"/>
          </p:cNvSpPr>
          <p:nvPr>
            <p:ph type="subTitle" idx="1"/>
          </p:nvPr>
        </p:nvSpPr>
        <p:spPr>
          <a:xfrm>
            <a:off x="6402160" y="4634576"/>
            <a:ext cx="5180240" cy="1084566"/>
          </a:xfrm>
          <a:prstGeom prst="rect">
            <a:avLst/>
          </a:prstGeom>
        </p:spPr>
        <p:txBody>
          <a:bodyPr anchor="ctr"/>
          <a:lstStyle>
            <a:lvl1pPr marL="0" indent="0" algn="r">
              <a:lnSpc>
                <a:spcPct val="100000"/>
              </a:lnSpc>
              <a:buNone/>
              <a:defRPr kumimoji="1" lang="ko-KR" altLang="en-US" sz="2000" b="1" dirty="0">
                <a:solidFill>
                  <a:srgbClr val="000000"/>
                </a:solidFill>
                <a:latin typeface="+mj-lt"/>
                <a:ea typeface="+mn-ea"/>
                <a:cs typeface="Times New Roman" pitchFamily="18" charset="0"/>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ko-KR" altLang="en-US"/>
              <a:t>클릭하여 마스터 부제목 스타일 편집</a:t>
            </a:r>
          </a:p>
        </p:txBody>
      </p:sp>
      <p:pic>
        <p:nvPicPr>
          <p:cNvPr id="22" name="그래픽 21">
            <a:extLst>
              <a:ext uri="{FF2B5EF4-FFF2-40B4-BE49-F238E27FC236}">
                <a16:creationId xmlns:a16="http://schemas.microsoft.com/office/drawing/2014/main" id="{BCCD7A1C-DC26-7760-70F3-CEE54B8BE839}"/>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10050616" y="212052"/>
            <a:ext cx="1836584" cy="451620"/>
          </a:xfrm>
          <a:prstGeom prst="rect">
            <a:avLst/>
          </a:prstGeom>
        </p:spPr>
      </p:pic>
      <p:pic>
        <p:nvPicPr>
          <p:cNvPr id="9" name="Picture 4" descr="정장형 심볼01">
            <a:extLst>
              <a:ext uri="{FF2B5EF4-FFF2-40B4-BE49-F238E27FC236}">
                <a16:creationId xmlns:a16="http://schemas.microsoft.com/office/drawing/2014/main" id="{37884A31-0B5C-8341-697F-E82BC18863A7}"/>
              </a:ext>
            </a:extLst>
          </p:cNvPr>
          <p:cNvPicPr>
            <a:picLocks noChangeAspect="1" noChangeArrowheads="1"/>
          </p:cNvPicPr>
          <p:nvPr userDrawn="1"/>
        </p:nvPicPr>
        <p:blipFill>
          <a:blip r:embed="rId5" cstate="print">
            <a:extLst>
              <a:ext uri="{28A0092B-C50C-407E-A947-70E740481C1C}">
                <a14:useLocalDpi xmlns:a14="http://schemas.microsoft.com/office/drawing/2010/main" val="0"/>
              </a:ext>
            </a:extLst>
          </a:blip>
          <a:srcRect/>
          <a:stretch>
            <a:fillRect/>
          </a:stretch>
        </p:blipFill>
        <p:spPr bwMode="auto">
          <a:xfrm>
            <a:off x="204929" y="6309556"/>
            <a:ext cx="402099" cy="402099"/>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3">
            <a:extLst>
              <a:ext uri="{FF2B5EF4-FFF2-40B4-BE49-F238E27FC236}">
                <a16:creationId xmlns:a16="http://schemas.microsoft.com/office/drawing/2014/main" id="{5200CFC1-6CCC-030A-0EDD-38D9E35E8840}"/>
              </a:ext>
            </a:extLst>
          </p:cNvPr>
          <p:cNvPicPr>
            <a:picLocks noChangeAspect="1" noChangeArrowheads="1"/>
          </p:cNvPicPr>
          <p:nvPr userDrawn="1"/>
        </p:nvPicPr>
        <p:blipFill>
          <a:blip r:embed="rId6" cstate="print"/>
          <a:srcRect/>
          <a:stretch>
            <a:fillRect/>
          </a:stretch>
        </p:blipFill>
        <p:spPr bwMode="auto">
          <a:xfrm>
            <a:off x="5934696" y="6309969"/>
            <a:ext cx="1313830" cy="357611"/>
          </a:xfrm>
          <a:prstGeom prst="rect">
            <a:avLst/>
          </a:prstGeom>
          <a:noFill/>
          <a:ln w="9525">
            <a:noFill/>
            <a:miter lim="800000"/>
            <a:headEnd/>
            <a:tailEnd/>
          </a:ln>
        </p:spPr>
      </p:pic>
      <p:pic>
        <p:nvPicPr>
          <p:cNvPr id="11" name="그림 10">
            <a:extLst>
              <a:ext uri="{FF2B5EF4-FFF2-40B4-BE49-F238E27FC236}">
                <a16:creationId xmlns:a16="http://schemas.microsoft.com/office/drawing/2014/main" id="{5CDC56DC-8E16-04E9-01D5-A0FCA26BA55C}"/>
              </a:ext>
            </a:extLst>
          </p:cNvPr>
          <p:cNvPicPr>
            <a:picLocks noChangeAspect="1"/>
          </p:cNvPicPr>
          <p:nvPr userDrawn="1"/>
        </p:nvPicPr>
        <p:blipFill rotWithShape="1">
          <a:blip r:embed="rId7" cstate="print">
            <a:extLst>
              <a:ext uri="{28A0092B-C50C-407E-A947-70E740481C1C}">
                <a14:useLocalDpi xmlns:a14="http://schemas.microsoft.com/office/drawing/2010/main" val="0"/>
              </a:ext>
            </a:extLst>
          </a:blip>
          <a:srcRect l="12957"/>
          <a:stretch/>
        </p:blipFill>
        <p:spPr>
          <a:xfrm>
            <a:off x="607027" y="6315968"/>
            <a:ext cx="2884853" cy="400000"/>
          </a:xfrm>
          <a:prstGeom prst="rect">
            <a:avLst/>
          </a:prstGeom>
        </p:spPr>
      </p:pic>
      <p:pic>
        <p:nvPicPr>
          <p:cNvPr id="13" name="그림 12" descr="텍스트, 폰트, 그래픽, 그래픽 디자인이(가) 표시된 사진&#10;&#10;AI가 생성한 콘텐츠는 부정확할 수 있습니다.">
            <a:extLst>
              <a:ext uri="{FF2B5EF4-FFF2-40B4-BE49-F238E27FC236}">
                <a16:creationId xmlns:a16="http://schemas.microsoft.com/office/drawing/2014/main" id="{8C490BB4-DFC3-9960-6D11-D80325D0E420}"/>
              </a:ext>
            </a:extLst>
          </p:cNvPr>
          <p:cNvPicPr>
            <a:picLocks noChangeAspect="1"/>
          </p:cNvPicPr>
          <p:nvPr userDrawn="1"/>
        </p:nvPicPr>
        <p:blipFill>
          <a:blip r:embed="rId8">
            <a:extLst>
              <a:ext uri="{28A0092B-C50C-407E-A947-70E740481C1C}">
                <a14:useLocalDpi xmlns:a14="http://schemas.microsoft.com/office/drawing/2010/main" val="0"/>
              </a:ext>
            </a:extLst>
          </a:blip>
          <a:stretch>
            <a:fillRect/>
          </a:stretch>
        </p:blipFill>
        <p:spPr>
          <a:xfrm>
            <a:off x="3721100" y="6308116"/>
            <a:ext cx="1984375" cy="391387"/>
          </a:xfrm>
          <a:prstGeom prst="rect">
            <a:avLst/>
          </a:prstGeom>
        </p:spPr>
      </p:pic>
    </p:spTree>
    <p:extLst>
      <p:ext uri="{BB962C8B-B14F-4D97-AF65-F5344CB8AC3E}">
        <p14:creationId xmlns:p14="http://schemas.microsoft.com/office/powerpoint/2010/main" val="10041837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제목 및 내용">
    <p:spTree>
      <p:nvGrpSpPr>
        <p:cNvPr id="1" name=""/>
        <p:cNvGrpSpPr/>
        <p:nvPr/>
      </p:nvGrpSpPr>
      <p:grpSpPr>
        <a:xfrm>
          <a:off x="0" y="0"/>
          <a:ext cx="0" cy="0"/>
          <a:chOff x="0" y="0"/>
          <a:chExt cx="0" cy="0"/>
        </a:xfrm>
      </p:grpSpPr>
      <p:pic>
        <p:nvPicPr>
          <p:cNvPr id="17" name="Picture 6" descr="Security White Background Images - Free Download on Freepik">
            <a:extLst>
              <a:ext uri="{FF2B5EF4-FFF2-40B4-BE49-F238E27FC236}">
                <a16:creationId xmlns:a16="http://schemas.microsoft.com/office/drawing/2014/main" id="{13188CB9-CE2D-EAE6-6F16-E112FB4DE22F}"/>
              </a:ext>
            </a:extLst>
          </p:cNvPr>
          <p:cNvPicPr>
            <a:picLocks noChangeAspect="1" noChangeArrowheads="1"/>
          </p:cNvPicPr>
          <p:nvPr userDrawn="1"/>
        </p:nvPicPr>
        <p:blipFill>
          <a:blip r:embed="rId2">
            <a:alphaModFix amt="20000"/>
            <a:extLst>
              <a:ext uri="{28A0092B-C50C-407E-A947-70E740481C1C}">
                <a14:useLocalDpi xmlns:a14="http://schemas.microsoft.com/office/drawing/2010/main" val="0"/>
              </a:ext>
            </a:extLst>
          </a:blip>
          <a:srcRect/>
          <a:stretch>
            <a:fillRect/>
          </a:stretch>
        </p:blipFill>
        <p:spPr bwMode="auto">
          <a:xfrm>
            <a:off x="3675036" y="1666322"/>
            <a:ext cx="4935564" cy="3484855"/>
          </a:xfrm>
          <a:prstGeom prst="rect">
            <a:avLst/>
          </a:prstGeom>
          <a:noFill/>
          <a:extLst>
            <a:ext uri="{909E8E84-426E-40DD-AFC4-6F175D3DCCD1}">
              <a14:hiddenFill xmlns:a14="http://schemas.microsoft.com/office/drawing/2010/main">
                <a:solidFill>
                  <a:srgbClr val="FFFFFF"/>
                </a:solidFill>
              </a14:hiddenFill>
            </a:ext>
          </a:extLst>
        </p:spPr>
      </p:pic>
      <p:sp>
        <p:nvSpPr>
          <p:cNvPr id="19" name="슬라이드 번호 개체 틀 5"/>
          <p:cNvSpPr>
            <a:spLocks noGrp="1"/>
          </p:cNvSpPr>
          <p:nvPr>
            <p:ph type="sldNum" sz="quarter" idx="4"/>
          </p:nvPr>
        </p:nvSpPr>
        <p:spPr>
          <a:xfrm>
            <a:off x="11760629" y="6606877"/>
            <a:ext cx="431371" cy="194616"/>
          </a:xfrm>
          <a:prstGeom prst="rect">
            <a:avLst/>
          </a:prstGeom>
          <a:solidFill>
            <a:srgbClr val="20A15E"/>
          </a:solidFill>
          <a:ln>
            <a:noFill/>
          </a:ln>
        </p:spPr>
        <p:style>
          <a:lnRef idx="2">
            <a:schemeClr val="dk1">
              <a:shade val="50000"/>
            </a:schemeClr>
          </a:lnRef>
          <a:fillRef idx="1">
            <a:schemeClr val="dk1"/>
          </a:fillRef>
          <a:effectRef idx="0">
            <a:schemeClr val="dk1"/>
          </a:effectRef>
          <a:fontRef idx="none"/>
        </p:style>
        <p:txBody>
          <a:bodyPr lIns="0" tIns="0" rIns="0" bIns="0" anchor="ctr" anchorCtr="1"/>
          <a:lstStyle>
            <a:lvl1pPr algn="ctr" fontAlgn="auto">
              <a:spcBef>
                <a:spcPts val="0"/>
              </a:spcBef>
              <a:spcAft>
                <a:spcPts val="0"/>
              </a:spcAft>
              <a:defRPr kumimoji="0" sz="1100" b="0" baseline="0" smtClean="0">
                <a:solidFill>
                  <a:schemeClr val="bg1"/>
                </a:solidFill>
                <a:latin typeface="Candara" panose="020E0502030303020204" pitchFamily="34" charset="0"/>
                <a:ea typeface="+mn-ea"/>
                <a:cs typeface="Arial" panose="020B0604020202020204" pitchFamily="34" charset="0"/>
              </a:defRPr>
            </a:lvl1pPr>
          </a:lstStyle>
          <a:p>
            <a:fld id="{4EA1E582-E1CC-4474-812F-1657BC5920B7}" type="slidenum">
              <a:rPr lang="ko-KR" altLang="en-US" smtClean="0"/>
              <a:t>‹#›</a:t>
            </a:fld>
            <a:endParaRPr lang="ko-KR" altLang="en-US"/>
          </a:p>
        </p:txBody>
      </p:sp>
      <p:sp>
        <p:nvSpPr>
          <p:cNvPr id="20" name="내용 개체 틀 5">
            <a:extLst>
              <a:ext uri="{FF2B5EF4-FFF2-40B4-BE49-F238E27FC236}">
                <a16:creationId xmlns:a16="http://schemas.microsoft.com/office/drawing/2014/main" id="{EB05DB11-9E8D-4861-8DF2-ADEACCA464FF}"/>
              </a:ext>
            </a:extLst>
          </p:cNvPr>
          <p:cNvSpPr>
            <a:spLocks noGrp="1"/>
          </p:cNvSpPr>
          <p:nvPr>
            <p:ph sz="quarter" idx="10" hasCustomPrompt="1"/>
          </p:nvPr>
        </p:nvSpPr>
        <p:spPr>
          <a:xfrm>
            <a:off x="504921" y="1437247"/>
            <a:ext cx="11255708" cy="5152466"/>
          </a:xfrm>
          <a:prstGeom prst="rect">
            <a:avLst/>
          </a:prstGeom>
        </p:spPr>
        <p:txBody>
          <a:bodyPr/>
          <a:lstStyle>
            <a:lvl1pPr>
              <a:lnSpc>
                <a:spcPct val="100000"/>
              </a:lnSpc>
              <a:defRPr sz="2400" b="1" baseline="0">
                <a:ln w="9525">
                  <a:noFill/>
                </a:ln>
                <a:solidFill>
                  <a:srgbClr val="CC6600"/>
                </a:solidFill>
                <a:effectLst/>
                <a:latin typeface="HY헤드라인M" panose="02030600000101010101" pitchFamily="18" charset="-127"/>
                <a:ea typeface="HY헤드라인M" panose="02030600000101010101" pitchFamily="18" charset="-127"/>
              </a:defRPr>
            </a:lvl1pPr>
            <a:lvl2pPr>
              <a:lnSpc>
                <a:spcPct val="150000"/>
              </a:lnSpc>
              <a:spcBef>
                <a:spcPts val="0"/>
              </a:spcBef>
              <a:defRPr b="1" baseline="0">
                <a:solidFill>
                  <a:srgbClr val="7030A0"/>
                </a:solidFill>
                <a:latin typeface="HY견고딕" panose="02030600000101010101" pitchFamily="18" charset="-127"/>
                <a:ea typeface="HY견고딕" panose="02030600000101010101" pitchFamily="18" charset="-127"/>
              </a:defRPr>
            </a:lvl2pPr>
            <a:lvl3pPr>
              <a:defRPr b="1" baseline="0">
                <a:solidFill>
                  <a:schemeClr val="accent2">
                    <a:lumMod val="50000"/>
                  </a:schemeClr>
                </a:solidFill>
                <a:latin typeface="HY견고딕" panose="02030600000101010101" pitchFamily="18" charset="-127"/>
                <a:ea typeface="HY견고딕" panose="02030600000101010101" pitchFamily="18" charset="-127"/>
              </a:defRPr>
            </a:lvl3pPr>
            <a:lvl4pPr>
              <a:defRPr baseline="0">
                <a:solidFill>
                  <a:schemeClr val="tx1"/>
                </a:solidFill>
                <a:latin typeface="HY견고딕" panose="02030600000101010101" pitchFamily="18" charset="-127"/>
                <a:ea typeface="HY견고딕" panose="02030600000101010101" pitchFamily="18" charset="-127"/>
              </a:defRPr>
            </a:lvl4pPr>
            <a:lvl5pPr>
              <a:defRPr baseline="0">
                <a:solidFill>
                  <a:schemeClr val="tx1">
                    <a:lumMod val="50000"/>
                    <a:lumOff val="50000"/>
                  </a:schemeClr>
                </a:solidFill>
                <a:latin typeface="HY견고딕" panose="02030600000101010101" pitchFamily="18" charset="-127"/>
                <a:ea typeface="HY견고딕" panose="02030600000101010101" pitchFamily="18" charset="-127"/>
              </a:defRPr>
            </a:lvl5p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21" name="직사각형 20">
            <a:extLst>
              <a:ext uri="{FF2B5EF4-FFF2-40B4-BE49-F238E27FC236}">
                <a16:creationId xmlns:a16="http://schemas.microsoft.com/office/drawing/2014/main" id="{FD0364B6-9BD8-3149-74BA-DEDAA660E38A}"/>
              </a:ext>
            </a:extLst>
          </p:cNvPr>
          <p:cNvSpPr/>
          <p:nvPr userDrawn="1"/>
        </p:nvSpPr>
        <p:spPr>
          <a:xfrm>
            <a:off x="0" y="6799588"/>
            <a:ext cx="12192000" cy="66032"/>
          </a:xfrm>
          <a:prstGeom prst="rect">
            <a:avLst/>
          </a:prstGeom>
          <a:solidFill>
            <a:srgbClr val="20A15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800"/>
          </a:p>
        </p:txBody>
      </p:sp>
      <p:grpSp>
        <p:nvGrpSpPr>
          <p:cNvPr id="22" name="그룹 21">
            <a:extLst>
              <a:ext uri="{FF2B5EF4-FFF2-40B4-BE49-F238E27FC236}">
                <a16:creationId xmlns:a16="http://schemas.microsoft.com/office/drawing/2014/main" id="{322B8667-A54A-896D-5615-C32A0D54A708}"/>
              </a:ext>
            </a:extLst>
          </p:cNvPr>
          <p:cNvGrpSpPr/>
          <p:nvPr userDrawn="1"/>
        </p:nvGrpSpPr>
        <p:grpSpPr>
          <a:xfrm>
            <a:off x="360386" y="789432"/>
            <a:ext cx="11471228" cy="66127"/>
            <a:chOff x="360386" y="789432"/>
            <a:chExt cx="11471228" cy="66127"/>
          </a:xfrm>
        </p:grpSpPr>
        <p:sp>
          <p:nvSpPr>
            <p:cNvPr id="24" name="사각형: 둥근 모서리 23">
              <a:extLst>
                <a:ext uri="{FF2B5EF4-FFF2-40B4-BE49-F238E27FC236}">
                  <a16:creationId xmlns:a16="http://schemas.microsoft.com/office/drawing/2014/main" id="{5FA09E07-52A1-56B8-0A9D-502491170A26}"/>
                </a:ext>
              </a:extLst>
            </p:cNvPr>
            <p:cNvSpPr/>
            <p:nvPr userDrawn="1"/>
          </p:nvSpPr>
          <p:spPr>
            <a:xfrm>
              <a:off x="360387" y="813924"/>
              <a:ext cx="11471227" cy="17142"/>
            </a:xfrm>
            <a:prstGeom prst="roundRect">
              <a:avLst>
                <a:gd name="adj" fmla="val 50000"/>
              </a:avLst>
            </a:prstGeom>
            <a:solidFill>
              <a:srgbClr val="B1C3C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7" name="사각형: 둥근 모서리 26">
              <a:extLst>
                <a:ext uri="{FF2B5EF4-FFF2-40B4-BE49-F238E27FC236}">
                  <a16:creationId xmlns:a16="http://schemas.microsoft.com/office/drawing/2014/main" id="{6F0A07FC-A9AC-D3A1-163D-A66C6EBF7103}"/>
                </a:ext>
              </a:extLst>
            </p:cNvPr>
            <p:cNvSpPr/>
            <p:nvPr userDrawn="1"/>
          </p:nvSpPr>
          <p:spPr>
            <a:xfrm>
              <a:off x="360386" y="789432"/>
              <a:ext cx="795454" cy="66127"/>
            </a:xfrm>
            <a:prstGeom prst="roundRect">
              <a:avLst>
                <a:gd name="adj" fmla="val 50000"/>
              </a:avLst>
            </a:prstGeom>
            <a:gradFill>
              <a:gsLst>
                <a:gs pos="0">
                  <a:srgbClr val="124168"/>
                </a:gs>
                <a:gs pos="100000">
                  <a:srgbClr val="1B629D"/>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ko-KR" altLang="en-US">
                <a:solidFill>
                  <a:srgbClr val="144772"/>
                </a:solidFill>
              </a:endParaRPr>
            </a:p>
          </p:txBody>
        </p:sp>
        <p:sp>
          <p:nvSpPr>
            <p:cNvPr id="28" name="사각형: 둥근 모서리 27">
              <a:extLst>
                <a:ext uri="{FF2B5EF4-FFF2-40B4-BE49-F238E27FC236}">
                  <a16:creationId xmlns:a16="http://schemas.microsoft.com/office/drawing/2014/main" id="{C3346F45-1AE4-5379-EF3A-580D22A60CD1}"/>
                </a:ext>
              </a:extLst>
            </p:cNvPr>
            <p:cNvSpPr/>
            <p:nvPr userDrawn="1"/>
          </p:nvSpPr>
          <p:spPr>
            <a:xfrm>
              <a:off x="360386" y="789432"/>
              <a:ext cx="190425" cy="66127"/>
            </a:xfrm>
            <a:prstGeom prst="roundRect">
              <a:avLst>
                <a:gd name="adj" fmla="val 50000"/>
              </a:avLst>
            </a:prstGeom>
            <a:solidFill>
              <a:srgbClr val="0ABE86"/>
            </a:solidFill>
            <a:ln>
              <a:noFill/>
            </a:ln>
            <a:effectLst>
              <a:outerShdw blurRad="50800" dist="38100" dir="2700000" algn="tl" rotWithShape="0">
                <a:srgbClr val="00A858">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ko-KR" altLang="en-US"/>
            </a:p>
          </p:txBody>
        </p:sp>
      </p:grpSp>
      <p:grpSp>
        <p:nvGrpSpPr>
          <p:cNvPr id="29" name="그룹 28">
            <a:extLst>
              <a:ext uri="{FF2B5EF4-FFF2-40B4-BE49-F238E27FC236}">
                <a16:creationId xmlns:a16="http://schemas.microsoft.com/office/drawing/2014/main" id="{8C04EEF5-C918-8A07-E998-DCA2AE451E01}"/>
              </a:ext>
            </a:extLst>
          </p:cNvPr>
          <p:cNvGrpSpPr/>
          <p:nvPr userDrawn="1"/>
        </p:nvGrpSpPr>
        <p:grpSpPr>
          <a:xfrm>
            <a:off x="11094567" y="276603"/>
            <a:ext cx="744142" cy="61517"/>
            <a:chOff x="353294" y="129644"/>
            <a:chExt cx="744142" cy="61517"/>
          </a:xfrm>
        </p:grpSpPr>
        <p:sp>
          <p:nvSpPr>
            <p:cNvPr id="30" name="타원 29">
              <a:extLst>
                <a:ext uri="{FF2B5EF4-FFF2-40B4-BE49-F238E27FC236}">
                  <a16:creationId xmlns:a16="http://schemas.microsoft.com/office/drawing/2014/main" id="{D0405CDD-EA5A-B24C-F35D-A8D22D7B616B}"/>
                </a:ext>
              </a:extLst>
            </p:cNvPr>
            <p:cNvSpPr/>
            <p:nvPr userDrawn="1"/>
          </p:nvSpPr>
          <p:spPr>
            <a:xfrm>
              <a:off x="353294" y="129644"/>
              <a:ext cx="61517" cy="61517"/>
            </a:xfrm>
            <a:prstGeom prst="ellipse">
              <a:avLst/>
            </a:prstGeom>
            <a:solidFill>
              <a:srgbClr val="B1C3C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ko-KR" altLang="en-US"/>
            </a:p>
          </p:txBody>
        </p:sp>
        <p:sp>
          <p:nvSpPr>
            <p:cNvPr id="31" name="타원 30">
              <a:extLst>
                <a:ext uri="{FF2B5EF4-FFF2-40B4-BE49-F238E27FC236}">
                  <a16:creationId xmlns:a16="http://schemas.microsoft.com/office/drawing/2014/main" id="{D0F00F18-E1C1-05F5-E140-F841D46D4EA6}"/>
                </a:ext>
              </a:extLst>
            </p:cNvPr>
            <p:cNvSpPr/>
            <p:nvPr userDrawn="1"/>
          </p:nvSpPr>
          <p:spPr>
            <a:xfrm>
              <a:off x="489819" y="129644"/>
              <a:ext cx="61517" cy="61517"/>
            </a:xfrm>
            <a:prstGeom prst="ellipse">
              <a:avLst/>
            </a:prstGeom>
            <a:solidFill>
              <a:srgbClr val="B1C3C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ko-KR" altLang="en-US"/>
            </a:p>
          </p:txBody>
        </p:sp>
        <p:sp>
          <p:nvSpPr>
            <p:cNvPr id="32" name="타원 31">
              <a:extLst>
                <a:ext uri="{FF2B5EF4-FFF2-40B4-BE49-F238E27FC236}">
                  <a16:creationId xmlns:a16="http://schemas.microsoft.com/office/drawing/2014/main" id="{8FEF551A-057B-8358-AF67-D5ADAD0655D8}"/>
                </a:ext>
              </a:extLst>
            </p:cNvPr>
            <p:cNvSpPr/>
            <p:nvPr userDrawn="1"/>
          </p:nvSpPr>
          <p:spPr>
            <a:xfrm>
              <a:off x="626344" y="129644"/>
              <a:ext cx="61517" cy="61517"/>
            </a:xfrm>
            <a:prstGeom prst="ellipse">
              <a:avLst/>
            </a:prstGeom>
            <a:solidFill>
              <a:srgbClr val="B1C3C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ko-KR" altLang="en-US"/>
            </a:p>
          </p:txBody>
        </p:sp>
        <p:sp>
          <p:nvSpPr>
            <p:cNvPr id="33" name="타원 32">
              <a:extLst>
                <a:ext uri="{FF2B5EF4-FFF2-40B4-BE49-F238E27FC236}">
                  <a16:creationId xmlns:a16="http://schemas.microsoft.com/office/drawing/2014/main" id="{F7F9B9D4-10FA-D0E6-E924-655B4A10FB44}"/>
                </a:ext>
              </a:extLst>
            </p:cNvPr>
            <p:cNvSpPr/>
            <p:nvPr userDrawn="1"/>
          </p:nvSpPr>
          <p:spPr>
            <a:xfrm>
              <a:off x="762869" y="129644"/>
              <a:ext cx="61517" cy="61517"/>
            </a:xfrm>
            <a:prstGeom prst="ellipse">
              <a:avLst/>
            </a:prstGeom>
            <a:solidFill>
              <a:srgbClr val="233B5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ko-KR" altLang="en-US"/>
            </a:p>
          </p:txBody>
        </p:sp>
        <p:sp>
          <p:nvSpPr>
            <p:cNvPr id="35" name="타원 34">
              <a:extLst>
                <a:ext uri="{FF2B5EF4-FFF2-40B4-BE49-F238E27FC236}">
                  <a16:creationId xmlns:a16="http://schemas.microsoft.com/office/drawing/2014/main" id="{B1AF8923-400A-0675-0853-083D542A09B9}"/>
                </a:ext>
              </a:extLst>
            </p:cNvPr>
            <p:cNvSpPr/>
            <p:nvPr userDrawn="1"/>
          </p:nvSpPr>
          <p:spPr>
            <a:xfrm>
              <a:off x="899394" y="129644"/>
              <a:ext cx="61517" cy="61517"/>
            </a:xfrm>
            <a:prstGeom prst="ellipse">
              <a:avLst/>
            </a:prstGeom>
            <a:solidFill>
              <a:srgbClr val="0B4B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ko-KR" altLang="en-US"/>
            </a:p>
          </p:txBody>
        </p:sp>
        <p:sp>
          <p:nvSpPr>
            <p:cNvPr id="36" name="타원 35">
              <a:extLst>
                <a:ext uri="{FF2B5EF4-FFF2-40B4-BE49-F238E27FC236}">
                  <a16:creationId xmlns:a16="http://schemas.microsoft.com/office/drawing/2014/main" id="{D206B8C8-5291-CA72-2583-2980F3C9831F}"/>
                </a:ext>
              </a:extLst>
            </p:cNvPr>
            <p:cNvSpPr/>
            <p:nvPr userDrawn="1"/>
          </p:nvSpPr>
          <p:spPr>
            <a:xfrm>
              <a:off x="1035919" y="129644"/>
              <a:ext cx="61517" cy="61517"/>
            </a:xfrm>
            <a:prstGeom prst="ellipse">
              <a:avLst/>
            </a:prstGeom>
            <a:solidFill>
              <a:srgbClr val="00A8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ko-KR" altLang="en-US"/>
            </a:p>
          </p:txBody>
        </p:sp>
      </p:grpSp>
      <p:sp>
        <p:nvSpPr>
          <p:cNvPr id="37" name="제목 17">
            <a:extLst>
              <a:ext uri="{FF2B5EF4-FFF2-40B4-BE49-F238E27FC236}">
                <a16:creationId xmlns:a16="http://schemas.microsoft.com/office/drawing/2014/main" id="{813BD60C-F534-081B-38B8-9C3C51F1DEF4}"/>
              </a:ext>
            </a:extLst>
          </p:cNvPr>
          <p:cNvSpPr>
            <a:spLocks noGrp="1"/>
          </p:cNvSpPr>
          <p:nvPr>
            <p:ph type="title"/>
          </p:nvPr>
        </p:nvSpPr>
        <p:spPr>
          <a:xfrm>
            <a:off x="295235" y="268287"/>
            <a:ext cx="10666268" cy="464670"/>
          </a:xfrm>
          <a:prstGeom prst="rect">
            <a:avLst/>
          </a:prstGeom>
        </p:spPr>
        <p:txBody>
          <a:bodyPr anchor="ctr" anchorCtr="0"/>
          <a:lstStyle>
            <a:lvl1pPr algn="l">
              <a:defRPr lang="ko-KR" altLang="en-US" sz="2400" b="1" kern="1200" baseline="0" dirty="0">
                <a:ln>
                  <a:solidFill>
                    <a:schemeClr val="accent1">
                      <a:alpha val="0"/>
                    </a:schemeClr>
                  </a:solidFill>
                </a:ln>
                <a:solidFill>
                  <a:srgbClr val="144772"/>
                </a:solidFill>
                <a:effectLst>
                  <a:glow rad="127000">
                    <a:schemeClr val="bg1"/>
                  </a:glow>
                  <a:outerShdw blurRad="38100" dist="38100" dir="2700000" algn="tl" rotWithShape="0">
                    <a:prstClr val="black">
                      <a:alpha val="40000"/>
                    </a:prstClr>
                  </a:outerShdw>
                </a:effectLst>
                <a:latin typeface="Pretendard Black" panose="02000A03000000020004" pitchFamily="50" charset="-127"/>
                <a:ea typeface="Pretendard Black" panose="02000A03000000020004" pitchFamily="50" charset="-127"/>
                <a:cs typeface="Pretendard Black" panose="02000A03000000020004" pitchFamily="50" charset="-127"/>
              </a:defRPr>
            </a:lvl1pPr>
          </a:lstStyle>
          <a:p>
            <a:r>
              <a:rPr lang="ko-KR" altLang="en-US"/>
              <a:t>마스터 제목 스타일 편집</a:t>
            </a:r>
          </a:p>
        </p:txBody>
      </p:sp>
      <p:sp>
        <p:nvSpPr>
          <p:cNvPr id="38" name="직사각형 37">
            <a:extLst>
              <a:ext uri="{FF2B5EF4-FFF2-40B4-BE49-F238E27FC236}">
                <a16:creationId xmlns:a16="http://schemas.microsoft.com/office/drawing/2014/main" id="{B8508415-547B-D16C-E86A-6A263BDA14C2}"/>
              </a:ext>
            </a:extLst>
          </p:cNvPr>
          <p:cNvSpPr/>
          <p:nvPr userDrawn="1"/>
        </p:nvSpPr>
        <p:spPr>
          <a:xfrm>
            <a:off x="34" y="116632"/>
            <a:ext cx="119302" cy="585772"/>
          </a:xfrm>
          <a:prstGeom prst="rect">
            <a:avLst/>
          </a:prstGeom>
          <a:solidFill>
            <a:srgbClr val="10307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39" name="직선 연결선 38">
            <a:extLst>
              <a:ext uri="{FF2B5EF4-FFF2-40B4-BE49-F238E27FC236}">
                <a16:creationId xmlns:a16="http://schemas.microsoft.com/office/drawing/2014/main" id="{E56ADE73-F9F8-D26B-0AF4-F56E9CB6E213}"/>
              </a:ext>
            </a:extLst>
          </p:cNvPr>
          <p:cNvCxnSpPr>
            <a:cxnSpLocks/>
          </p:cNvCxnSpPr>
          <p:nvPr userDrawn="1"/>
        </p:nvCxnSpPr>
        <p:spPr>
          <a:xfrm>
            <a:off x="286732" y="989714"/>
            <a:ext cx="0" cy="216000"/>
          </a:xfrm>
          <a:prstGeom prst="line">
            <a:avLst/>
          </a:prstGeom>
          <a:ln w="34925">
            <a:solidFill>
              <a:srgbClr val="005B8E"/>
            </a:solidFill>
          </a:ln>
        </p:spPr>
        <p:style>
          <a:lnRef idx="1">
            <a:schemeClr val="accent1"/>
          </a:lnRef>
          <a:fillRef idx="0">
            <a:schemeClr val="accent1"/>
          </a:fillRef>
          <a:effectRef idx="0">
            <a:schemeClr val="accent1"/>
          </a:effectRef>
          <a:fontRef idx="minor">
            <a:schemeClr val="tx1"/>
          </a:fontRef>
        </p:style>
      </p:cxnSp>
      <p:cxnSp>
        <p:nvCxnSpPr>
          <p:cNvPr id="40" name="직선 연결선 39">
            <a:extLst>
              <a:ext uri="{FF2B5EF4-FFF2-40B4-BE49-F238E27FC236}">
                <a16:creationId xmlns:a16="http://schemas.microsoft.com/office/drawing/2014/main" id="{1421A7D6-A0D3-FC71-4A29-DC8D3CD23084}"/>
              </a:ext>
            </a:extLst>
          </p:cNvPr>
          <p:cNvCxnSpPr>
            <a:cxnSpLocks/>
          </p:cNvCxnSpPr>
          <p:nvPr userDrawn="1"/>
        </p:nvCxnSpPr>
        <p:spPr>
          <a:xfrm>
            <a:off x="286732" y="1008714"/>
            <a:ext cx="0" cy="216000"/>
          </a:xfrm>
          <a:prstGeom prst="line">
            <a:avLst/>
          </a:prstGeom>
          <a:ln w="34925">
            <a:solidFill>
              <a:srgbClr val="005B8E"/>
            </a:solidFill>
          </a:ln>
        </p:spPr>
        <p:style>
          <a:lnRef idx="1">
            <a:schemeClr val="accent1"/>
          </a:lnRef>
          <a:fillRef idx="0">
            <a:schemeClr val="accent1"/>
          </a:fillRef>
          <a:effectRef idx="0">
            <a:schemeClr val="accent1"/>
          </a:effectRef>
          <a:fontRef idx="minor">
            <a:schemeClr val="tx1"/>
          </a:fontRef>
        </p:style>
      </p:cxnSp>
      <p:sp>
        <p:nvSpPr>
          <p:cNvPr id="41" name="텍스트 개체 틀 33">
            <a:extLst>
              <a:ext uri="{FF2B5EF4-FFF2-40B4-BE49-F238E27FC236}">
                <a16:creationId xmlns:a16="http://schemas.microsoft.com/office/drawing/2014/main" id="{8F789C4A-1A6A-9380-56C2-C1C4204F7ABC}"/>
              </a:ext>
            </a:extLst>
          </p:cNvPr>
          <p:cNvSpPr>
            <a:spLocks noGrp="1"/>
          </p:cNvSpPr>
          <p:nvPr>
            <p:ph type="body" sz="quarter" idx="11"/>
          </p:nvPr>
        </p:nvSpPr>
        <p:spPr>
          <a:xfrm>
            <a:off x="295235" y="869838"/>
            <a:ext cx="11465393" cy="401637"/>
          </a:xfrm>
          <a:prstGeom prst="rect">
            <a:avLst/>
          </a:prstGeom>
        </p:spPr>
        <p:txBody>
          <a:bodyPr anchor="ctr" anchorCtr="0"/>
          <a:lstStyle>
            <a:lvl1pPr marL="0" indent="0">
              <a:buNone/>
              <a:defRPr sz="2000">
                <a:latin typeface="KoPub돋움체 Bold" panose="02020603020101020101" pitchFamily="18" charset="-127"/>
                <a:ea typeface="KoPub돋움체 Bold" panose="02020603020101020101" pitchFamily="18" charset="-127"/>
              </a:defRPr>
            </a:lvl1pPr>
          </a:lstStyle>
          <a:p>
            <a:pPr lvl="0"/>
            <a:r>
              <a:rPr lang="ko-KR" altLang="en-US"/>
              <a:t>마스터 텍스트 스타일을 편집하려면 클릭</a:t>
            </a:r>
          </a:p>
        </p:txBody>
      </p:sp>
      <p:pic>
        <p:nvPicPr>
          <p:cNvPr id="42" name="Picture 3">
            <a:extLst>
              <a:ext uri="{FF2B5EF4-FFF2-40B4-BE49-F238E27FC236}">
                <a16:creationId xmlns:a16="http://schemas.microsoft.com/office/drawing/2014/main" id="{F08A4BE0-3E57-8D31-DD67-81EE261A2157}"/>
              </a:ext>
            </a:extLst>
          </p:cNvPr>
          <p:cNvPicPr>
            <a:picLocks noChangeAspect="1" noChangeArrowheads="1"/>
          </p:cNvPicPr>
          <p:nvPr userDrawn="1"/>
        </p:nvPicPr>
        <p:blipFill>
          <a:blip r:embed="rId3" cstate="print"/>
          <a:srcRect/>
          <a:stretch>
            <a:fillRect/>
          </a:stretch>
        </p:blipFill>
        <p:spPr bwMode="auto">
          <a:xfrm>
            <a:off x="11056132" y="486351"/>
            <a:ext cx="843033" cy="229464"/>
          </a:xfrm>
          <a:prstGeom prst="rect">
            <a:avLst/>
          </a:prstGeom>
          <a:noFill/>
          <a:ln w="9525">
            <a:noFill/>
            <a:miter lim="800000"/>
            <a:headEnd/>
            <a:tailEnd/>
          </a:ln>
        </p:spPr>
      </p:pic>
    </p:spTree>
    <p:extLst>
      <p:ext uri="{BB962C8B-B14F-4D97-AF65-F5344CB8AC3E}">
        <p14:creationId xmlns:p14="http://schemas.microsoft.com/office/powerpoint/2010/main" val="235133489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구역 머리글">
    <p:spTree>
      <p:nvGrpSpPr>
        <p:cNvPr id="1" name=""/>
        <p:cNvGrpSpPr/>
        <p:nvPr/>
      </p:nvGrpSpPr>
      <p:grpSpPr>
        <a:xfrm>
          <a:off x="0" y="0"/>
          <a:ext cx="0" cy="0"/>
          <a:chOff x="0" y="0"/>
          <a:chExt cx="0" cy="0"/>
        </a:xfrm>
      </p:grpSpPr>
      <p:sp>
        <p:nvSpPr>
          <p:cNvPr id="2" name="제목 1"/>
          <p:cNvSpPr>
            <a:spLocks noGrp="1"/>
          </p:cNvSpPr>
          <p:nvPr>
            <p:ph type="title"/>
          </p:nvPr>
        </p:nvSpPr>
        <p:spPr>
          <a:xfrm>
            <a:off x="963084" y="3929066"/>
            <a:ext cx="10363200" cy="714380"/>
          </a:xfrm>
          <a:prstGeom prst="rect">
            <a:avLst/>
          </a:prstGeom>
        </p:spPr>
        <p:txBody>
          <a:bodyPr anchor="t"/>
          <a:lstStyle>
            <a:lvl1pPr algn="l">
              <a:defRPr sz="4000" b="1" cap="all">
                <a:latin typeface="+mj-ea"/>
                <a:ea typeface="+mj-ea"/>
              </a:defRPr>
            </a:lvl1pPr>
          </a:lstStyle>
          <a:p>
            <a:r>
              <a:rPr lang="ko-KR" altLang="en-US"/>
              <a:t>마스터 제목 스타일 편집</a:t>
            </a:r>
          </a:p>
        </p:txBody>
      </p:sp>
      <p:sp>
        <p:nvSpPr>
          <p:cNvPr id="3" name="텍스트 개체 틀 2"/>
          <p:cNvSpPr>
            <a:spLocks noGrp="1"/>
          </p:cNvSpPr>
          <p:nvPr>
            <p:ph type="body" idx="1"/>
          </p:nvPr>
        </p:nvSpPr>
        <p:spPr>
          <a:xfrm>
            <a:off x="963084" y="4643446"/>
            <a:ext cx="10363200" cy="1500187"/>
          </a:xfrm>
          <a:prstGeom prst="rect">
            <a:avLst/>
          </a:prstGeom>
        </p:spPr>
        <p:txBody>
          <a:bodyPr/>
          <a:lstStyle>
            <a:lvl1pPr marL="0" indent="0">
              <a:buNone/>
              <a:defRPr sz="2000">
                <a:solidFill>
                  <a:schemeClr val="tx1">
                    <a:tint val="75000"/>
                  </a:schemeClr>
                </a:solidFill>
                <a:latin typeface="+mn-ea"/>
                <a:ea typeface="+mn-ea"/>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ko-KR" altLang="en-US"/>
              <a:t>마스터 텍스트 스타일 편집</a:t>
            </a:r>
          </a:p>
        </p:txBody>
      </p:sp>
    </p:spTree>
    <p:extLst>
      <p:ext uri="{BB962C8B-B14F-4D97-AF65-F5344CB8AC3E}">
        <p14:creationId xmlns:p14="http://schemas.microsoft.com/office/powerpoint/2010/main" val="299042796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사용자 지정 레이아웃">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D1079D53-77CF-2F1B-491F-CA00A527A9F1}"/>
              </a:ext>
            </a:extLst>
          </p:cNvPr>
          <p:cNvSpPr>
            <a:spLocks noGrp="1"/>
          </p:cNvSpPr>
          <p:nvPr>
            <p:ph type="title"/>
          </p:nvPr>
        </p:nvSpPr>
        <p:spPr>
          <a:xfrm>
            <a:off x="838200" y="365125"/>
            <a:ext cx="10515600" cy="1325563"/>
          </a:xfrm>
          <a:prstGeom prst="rect">
            <a:avLst/>
          </a:prstGeom>
        </p:spPr>
        <p:txBody>
          <a:bodyPr/>
          <a:lstStyle/>
          <a:p>
            <a:r>
              <a:rPr lang="ko-KR" altLang="en-US"/>
              <a:t>마스터 제목 스타일 편집</a:t>
            </a:r>
          </a:p>
        </p:txBody>
      </p:sp>
      <p:sp>
        <p:nvSpPr>
          <p:cNvPr id="3" name="슬라이드 번호 개체 틀 2">
            <a:extLst>
              <a:ext uri="{FF2B5EF4-FFF2-40B4-BE49-F238E27FC236}">
                <a16:creationId xmlns:a16="http://schemas.microsoft.com/office/drawing/2014/main" id="{BC4817EE-D957-DFD8-62F4-19094E2BFEE5}"/>
              </a:ext>
            </a:extLst>
          </p:cNvPr>
          <p:cNvSpPr>
            <a:spLocks noGrp="1"/>
          </p:cNvSpPr>
          <p:nvPr>
            <p:ph type="sldNum" sz="quarter" idx="10"/>
          </p:nvPr>
        </p:nvSpPr>
        <p:spPr/>
        <p:txBody>
          <a:bodyPr/>
          <a:lstStyle/>
          <a:p>
            <a:fld id="{4EA1E582-E1CC-4474-812F-1657BC5920B7}" type="slidenum">
              <a:rPr lang="ko-KR" altLang="en-US" smtClean="0"/>
              <a:t>‹#›</a:t>
            </a:fld>
            <a:endParaRPr lang="ko-KR" altLang="en-US"/>
          </a:p>
        </p:txBody>
      </p:sp>
      <p:pic>
        <p:nvPicPr>
          <p:cNvPr id="4" name="그림 3"/>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 y="0"/>
            <a:ext cx="12191999" cy="6858000"/>
          </a:xfrm>
          <a:prstGeom prst="rect">
            <a:avLst/>
          </a:prstGeom>
        </p:spPr>
      </p:pic>
    </p:spTree>
    <p:extLst>
      <p:ext uri="{BB962C8B-B14F-4D97-AF65-F5344CB8AC3E}">
        <p14:creationId xmlns:p14="http://schemas.microsoft.com/office/powerpoint/2010/main" val="191600071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2_메인 슬라이드">
    <p:bg>
      <p:bgPr>
        <a:solidFill>
          <a:srgbClr val="103076"/>
        </a:solidFill>
        <a:effectLst/>
      </p:bgPr>
    </p:bg>
    <p:spTree>
      <p:nvGrpSpPr>
        <p:cNvPr id="1" name=""/>
        <p:cNvGrpSpPr/>
        <p:nvPr/>
      </p:nvGrpSpPr>
      <p:grpSpPr>
        <a:xfrm>
          <a:off x="0" y="0"/>
          <a:ext cx="0" cy="0"/>
          <a:chOff x="0" y="0"/>
          <a:chExt cx="0" cy="0"/>
        </a:xfrm>
      </p:grpSpPr>
      <p:grpSp>
        <p:nvGrpSpPr>
          <p:cNvPr id="3" name="그룹 2">
            <a:extLst>
              <a:ext uri="{FF2B5EF4-FFF2-40B4-BE49-F238E27FC236}">
                <a16:creationId xmlns:a16="http://schemas.microsoft.com/office/drawing/2014/main" id="{2E9DC85A-60C4-78E9-606B-D0AAA1CCDB0D}"/>
              </a:ext>
            </a:extLst>
          </p:cNvPr>
          <p:cNvGrpSpPr/>
          <p:nvPr userDrawn="1"/>
        </p:nvGrpSpPr>
        <p:grpSpPr>
          <a:xfrm>
            <a:off x="0" y="0"/>
            <a:ext cx="12192000" cy="6858000"/>
            <a:chOff x="0" y="0"/>
            <a:chExt cx="12192000" cy="6858000"/>
          </a:xfrm>
        </p:grpSpPr>
        <p:pic>
          <p:nvPicPr>
            <p:cNvPr id="7" name="그림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직사각형 1">
              <a:extLst>
                <a:ext uri="{FF2B5EF4-FFF2-40B4-BE49-F238E27FC236}">
                  <a16:creationId xmlns:a16="http://schemas.microsoft.com/office/drawing/2014/main" id="{F0D41965-F680-96CC-32FD-93C575D93181}"/>
                </a:ext>
              </a:extLst>
            </p:cNvPr>
            <p:cNvSpPr/>
            <p:nvPr userDrawn="1"/>
          </p:nvSpPr>
          <p:spPr>
            <a:xfrm>
              <a:off x="25400" y="12700"/>
              <a:ext cx="3937000" cy="1270000"/>
            </a:xfrm>
            <a:prstGeom prst="rect">
              <a:avLst/>
            </a:prstGeom>
            <a:solidFill>
              <a:srgbClr val="103076"/>
            </a:solidFill>
            <a:ln>
              <a:solidFill>
                <a:srgbClr val="10307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5716487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콘텐츠 2개">
    <p:spTree>
      <p:nvGrpSpPr>
        <p:cNvPr id="1" name=""/>
        <p:cNvGrpSpPr/>
        <p:nvPr/>
      </p:nvGrpSpPr>
      <p:grpSpPr>
        <a:xfrm>
          <a:off x="0" y="0"/>
          <a:ext cx="0" cy="0"/>
          <a:chOff x="0" y="0"/>
          <a:chExt cx="0" cy="0"/>
        </a:xfrm>
      </p:grpSpPr>
      <p:sp>
        <p:nvSpPr>
          <p:cNvPr id="3" name="내용 개체 틀 2"/>
          <p:cNvSpPr>
            <a:spLocks noGrp="1"/>
          </p:cNvSpPr>
          <p:nvPr>
            <p:ph sz="half" idx="1"/>
          </p:nvPr>
        </p:nvSpPr>
        <p:spPr>
          <a:xfrm>
            <a:off x="609600" y="912032"/>
            <a:ext cx="5384800" cy="5801277"/>
          </a:xfrm>
          <a:prstGeom prst="rect">
            <a:avLst/>
          </a:prstGeom>
        </p:spPr>
        <p:txBody>
          <a:bodyPr>
            <a:normAutofit/>
          </a:bodyPr>
          <a:lstStyle>
            <a:lvl1pPr>
              <a:defRPr sz="2000"/>
            </a:lvl1pPr>
            <a:lvl2pPr marL="442913" indent="-174625">
              <a:defRPr sz="1600"/>
            </a:lvl2pPr>
            <a:lvl3pPr marL="803275" indent="-174625">
              <a:defRPr sz="1400"/>
            </a:lvl3pPr>
            <a:lvl4pPr marL="1081088" indent="-277813">
              <a:defRPr sz="1200"/>
            </a:lvl4pPr>
            <a:lvl5pPr marL="1163638" indent="-268288">
              <a:defRPr sz="1200"/>
            </a:lvl5pPr>
            <a:lvl6pPr>
              <a:defRPr sz="1800"/>
            </a:lvl6pPr>
            <a:lvl7pPr>
              <a:defRPr sz="1800"/>
            </a:lvl7pPr>
            <a:lvl8pPr>
              <a:defRPr sz="1800"/>
            </a:lvl8pPr>
            <a:lvl9pPr>
              <a:defRPr sz="1800"/>
            </a:lvl9p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8" name="슬라이드 번호 개체 틀 5"/>
          <p:cNvSpPr>
            <a:spLocks noGrp="1"/>
          </p:cNvSpPr>
          <p:nvPr>
            <p:ph type="sldNum" sz="quarter" idx="4"/>
          </p:nvPr>
        </p:nvSpPr>
        <p:spPr>
          <a:xfrm>
            <a:off x="11760629" y="6597352"/>
            <a:ext cx="431371" cy="194616"/>
          </a:xfrm>
          <a:prstGeom prst="rect">
            <a:avLst/>
          </a:prstGeom>
          <a:solidFill>
            <a:srgbClr val="20A15E"/>
          </a:solidFill>
          <a:ln>
            <a:noFill/>
          </a:ln>
        </p:spPr>
        <p:style>
          <a:lnRef idx="2">
            <a:schemeClr val="dk1">
              <a:shade val="50000"/>
            </a:schemeClr>
          </a:lnRef>
          <a:fillRef idx="1">
            <a:schemeClr val="dk1"/>
          </a:fillRef>
          <a:effectRef idx="0">
            <a:schemeClr val="dk1"/>
          </a:effectRef>
          <a:fontRef idx="none"/>
        </p:style>
        <p:txBody>
          <a:bodyPr lIns="0" tIns="0" rIns="0" bIns="0" anchor="ctr" anchorCtr="1"/>
          <a:lstStyle>
            <a:lvl1pPr algn="ctr" fontAlgn="auto">
              <a:spcBef>
                <a:spcPts val="0"/>
              </a:spcBef>
              <a:spcAft>
                <a:spcPts val="0"/>
              </a:spcAft>
              <a:defRPr kumimoji="0" sz="1100" b="0" baseline="0" smtClean="0">
                <a:solidFill>
                  <a:schemeClr val="bg1"/>
                </a:solidFill>
                <a:latin typeface="Candara" panose="020E0502030303020204" pitchFamily="34" charset="0"/>
                <a:ea typeface="+mn-ea"/>
                <a:cs typeface="Arial" panose="020B0604020202020204" pitchFamily="34" charset="0"/>
              </a:defRPr>
            </a:lvl1pPr>
          </a:lstStyle>
          <a:p>
            <a:fld id="{4EA1E582-E1CC-4474-812F-1657BC5920B7}" type="slidenum">
              <a:rPr lang="ko-KR" altLang="en-US" smtClean="0"/>
              <a:t>‹#›</a:t>
            </a:fld>
            <a:endParaRPr lang="ko-KR" altLang="en-US"/>
          </a:p>
        </p:txBody>
      </p:sp>
      <p:sp>
        <p:nvSpPr>
          <p:cNvPr id="9" name="내용 개체 틀 2">
            <a:extLst>
              <a:ext uri="{FF2B5EF4-FFF2-40B4-BE49-F238E27FC236}">
                <a16:creationId xmlns:a16="http://schemas.microsoft.com/office/drawing/2014/main" id="{256323F4-0B9B-4F2F-9D74-97D8AAC62AB9}"/>
              </a:ext>
            </a:extLst>
          </p:cNvPr>
          <p:cNvSpPr>
            <a:spLocks noGrp="1"/>
          </p:cNvSpPr>
          <p:nvPr>
            <p:ph sz="half" idx="11"/>
          </p:nvPr>
        </p:nvSpPr>
        <p:spPr>
          <a:xfrm>
            <a:off x="6570133" y="912032"/>
            <a:ext cx="5384800" cy="5801277"/>
          </a:xfrm>
          <a:prstGeom prst="rect">
            <a:avLst/>
          </a:prstGeom>
        </p:spPr>
        <p:txBody>
          <a:bodyPr>
            <a:normAutofit/>
          </a:bodyPr>
          <a:lstStyle>
            <a:lvl1pPr>
              <a:defRPr sz="2000"/>
            </a:lvl1pPr>
            <a:lvl2pPr marL="442913" indent="-174625">
              <a:defRPr sz="1600"/>
            </a:lvl2pPr>
            <a:lvl3pPr marL="803275" indent="-174625">
              <a:defRPr sz="1400"/>
            </a:lvl3pPr>
            <a:lvl4pPr marL="1081088" indent="-277813">
              <a:defRPr sz="1200"/>
            </a:lvl4pPr>
            <a:lvl5pPr marL="1163638" indent="-268288">
              <a:defRPr sz="1200"/>
            </a:lvl5pPr>
            <a:lvl6pPr>
              <a:defRPr sz="1800"/>
            </a:lvl6pPr>
            <a:lvl7pPr>
              <a:defRPr sz="1800"/>
            </a:lvl7pPr>
            <a:lvl8pPr>
              <a:defRPr sz="1800"/>
            </a:lvl8pPr>
            <a:lvl9pPr>
              <a:defRPr sz="1800"/>
            </a:lvl9p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grpSp>
        <p:nvGrpSpPr>
          <p:cNvPr id="7" name="그룹 6">
            <a:extLst>
              <a:ext uri="{FF2B5EF4-FFF2-40B4-BE49-F238E27FC236}">
                <a16:creationId xmlns:a16="http://schemas.microsoft.com/office/drawing/2014/main" id="{43F88A05-F350-0365-DFD5-20221B1979D9}"/>
              </a:ext>
            </a:extLst>
          </p:cNvPr>
          <p:cNvGrpSpPr/>
          <p:nvPr userDrawn="1"/>
        </p:nvGrpSpPr>
        <p:grpSpPr>
          <a:xfrm>
            <a:off x="360386" y="789432"/>
            <a:ext cx="11471228" cy="66127"/>
            <a:chOff x="360386" y="789432"/>
            <a:chExt cx="11471228" cy="66127"/>
          </a:xfrm>
        </p:grpSpPr>
        <p:sp>
          <p:nvSpPr>
            <p:cNvPr id="10" name="사각형: 둥근 모서리 9">
              <a:extLst>
                <a:ext uri="{FF2B5EF4-FFF2-40B4-BE49-F238E27FC236}">
                  <a16:creationId xmlns:a16="http://schemas.microsoft.com/office/drawing/2014/main" id="{6C72ECDE-84B7-DE52-904B-6D3257CC0A1B}"/>
                </a:ext>
              </a:extLst>
            </p:cNvPr>
            <p:cNvSpPr/>
            <p:nvPr userDrawn="1"/>
          </p:nvSpPr>
          <p:spPr>
            <a:xfrm>
              <a:off x="360387" y="813924"/>
              <a:ext cx="11471227" cy="17142"/>
            </a:xfrm>
            <a:prstGeom prst="roundRect">
              <a:avLst>
                <a:gd name="adj" fmla="val 50000"/>
              </a:avLst>
            </a:prstGeom>
            <a:solidFill>
              <a:srgbClr val="B1C3C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 name="사각형: 둥근 모서리 10">
              <a:extLst>
                <a:ext uri="{FF2B5EF4-FFF2-40B4-BE49-F238E27FC236}">
                  <a16:creationId xmlns:a16="http://schemas.microsoft.com/office/drawing/2014/main" id="{0DF00FA9-98C9-6077-D0F4-2D49267325BB}"/>
                </a:ext>
              </a:extLst>
            </p:cNvPr>
            <p:cNvSpPr/>
            <p:nvPr userDrawn="1"/>
          </p:nvSpPr>
          <p:spPr>
            <a:xfrm>
              <a:off x="360386" y="789432"/>
              <a:ext cx="795454" cy="66127"/>
            </a:xfrm>
            <a:prstGeom prst="roundRect">
              <a:avLst>
                <a:gd name="adj" fmla="val 50000"/>
              </a:avLst>
            </a:prstGeom>
            <a:gradFill>
              <a:gsLst>
                <a:gs pos="0">
                  <a:srgbClr val="124168"/>
                </a:gs>
                <a:gs pos="100000">
                  <a:srgbClr val="1B629D"/>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ko-KR" altLang="en-US">
                <a:solidFill>
                  <a:srgbClr val="144772"/>
                </a:solidFill>
              </a:endParaRPr>
            </a:p>
          </p:txBody>
        </p:sp>
        <p:sp>
          <p:nvSpPr>
            <p:cNvPr id="12" name="사각형: 둥근 모서리 11">
              <a:extLst>
                <a:ext uri="{FF2B5EF4-FFF2-40B4-BE49-F238E27FC236}">
                  <a16:creationId xmlns:a16="http://schemas.microsoft.com/office/drawing/2014/main" id="{D6AA2714-89D7-0D52-44BF-94267D6C960E}"/>
                </a:ext>
              </a:extLst>
            </p:cNvPr>
            <p:cNvSpPr/>
            <p:nvPr userDrawn="1"/>
          </p:nvSpPr>
          <p:spPr>
            <a:xfrm>
              <a:off x="360386" y="789432"/>
              <a:ext cx="190425" cy="66127"/>
            </a:xfrm>
            <a:prstGeom prst="roundRect">
              <a:avLst>
                <a:gd name="adj" fmla="val 50000"/>
              </a:avLst>
            </a:prstGeom>
            <a:solidFill>
              <a:srgbClr val="0ABE86"/>
            </a:solidFill>
            <a:ln>
              <a:noFill/>
            </a:ln>
            <a:effectLst>
              <a:outerShdw blurRad="50800" dist="38100" dir="2700000" algn="tl" rotWithShape="0">
                <a:srgbClr val="00A858">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ko-KR" altLang="en-US"/>
            </a:p>
          </p:txBody>
        </p:sp>
      </p:grpSp>
      <p:grpSp>
        <p:nvGrpSpPr>
          <p:cNvPr id="13" name="그룹 12">
            <a:extLst>
              <a:ext uri="{FF2B5EF4-FFF2-40B4-BE49-F238E27FC236}">
                <a16:creationId xmlns:a16="http://schemas.microsoft.com/office/drawing/2014/main" id="{42790E8B-0A11-76AA-4493-7B49AA0FA520}"/>
              </a:ext>
            </a:extLst>
          </p:cNvPr>
          <p:cNvGrpSpPr/>
          <p:nvPr userDrawn="1"/>
        </p:nvGrpSpPr>
        <p:grpSpPr>
          <a:xfrm>
            <a:off x="11094567" y="276603"/>
            <a:ext cx="744142" cy="61517"/>
            <a:chOff x="353294" y="129644"/>
            <a:chExt cx="744142" cy="61517"/>
          </a:xfrm>
        </p:grpSpPr>
        <p:sp>
          <p:nvSpPr>
            <p:cNvPr id="14" name="타원 13">
              <a:extLst>
                <a:ext uri="{FF2B5EF4-FFF2-40B4-BE49-F238E27FC236}">
                  <a16:creationId xmlns:a16="http://schemas.microsoft.com/office/drawing/2014/main" id="{4FEEED61-E795-9343-9356-00855903C2DA}"/>
                </a:ext>
              </a:extLst>
            </p:cNvPr>
            <p:cNvSpPr/>
            <p:nvPr userDrawn="1"/>
          </p:nvSpPr>
          <p:spPr>
            <a:xfrm>
              <a:off x="353294" y="129644"/>
              <a:ext cx="61517" cy="61517"/>
            </a:xfrm>
            <a:prstGeom prst="ellipse">
              <a:avLst/>
            </a:prstGeom>
            <a:solidFill>
              <a:srgbClr val="B1C3C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ko-KR" altLang="en-US"/>
            </a:p>
          </p:txBody>
        </p:sp>
        <p:sp>
          <p:nvSpPr>
            <p:cNvPr id="15" name="타원 14">
              <a:extLst>
                <a:ext uri="{FF2B5EF4-FFF2-40B4-BE49-F238E27FC236}">
                  <a16:creationId xmlns:a16="http://schemas.microsoft.com/office/drawing/2014/main" id="{FEEB9719-6A2E-774A-A59A-F16ACD8403EF}"/>
                </a:ext>
              </a:extLst>
            </p:cNvPr>
            <p:cNvSpPr/>
            <p:nvPr userDrawn="1"/>
          </p:nvSpPr>
          <p:spPr>
            <a:xfrm>
              <a:off x="489819" y="129644"/>
              <a:ext cx="61517" cy="61517"/>
            </a:xfrm>
            <a:prstGeom prst="ellipse">
              <a:avLst/>
            </a:prstGeom>
            <a:solidFill>
              <a:srgbClr val="B1C3C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ko-KR" altLang="en-US"/>
            </a:p>
          </p:txBody>
        </p:sp>
        <p:sp>
          <p:nvSpPr>
            <p:cNvPr id="16" name="타원 15">
              <a:extLst>
                <a:ext uri="{FF2B5EF4-FFF2-40B4-BE49-F238E27FC236}">
                  <a16:creationId xmlns:a16="http://schemas.microsoft.com/office/drawing/2014/main" id="{F9763290-B3E5-F5FB-B764-E9DB88ACBF44}"/>
                </a:ext>
              </a:extLst>
            </p:cNvPr>
            <p:cNvSpPr/>
            <p:nvPr userDrawn="1"/>
          </p:nvSpPr>
          <p:spPr>
            <a:xfrm>
              <a:off x="626344" y="129644"/>
              <a:ext cx="61517" cy="61517"/>
            </a:xfrm>
            <a:prstGeom prst="ellipse">
              <a:avLst/>
            </a:prstGeom>
            <a:solidFill>
              <a:srgbClr val="B1C3C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ko-KR" altLang="en-US"/>
            </a:p>
          </p:txBody>
        </p:sp>
        <p:sp>
          <p:nvSpPr>
            <p:cNvPr id="17" name="타원 16">
              <a:extLst>
                <a:ext uri="{FF2B5EF4-FFF2-40B4-BE49-F238E27FC236}">
                  <a16:creationId xmlns:a16="http://schemas.microsoft.com/office/drawing/2014/main" id="{05DCF599-195E-A814-5564-E76D17DE177A}"/>
                </a:ext>
              </a:extLst>
            </p:cNvPr>
            <p:cNvSpPr/>
            <p:nvPr userDrawn="1"/>
          </p:nvSpPr>
          <p:spPr>
            <a:xfrm>
              <a:off x="762869" y="129644"/>
              <a:ext cx="61517" cy="61517"/>
            </a:xfrm>
            <a:prstGeom prst="ellipse">
              <a:avLst/>
            </a:prstGeom>
            <a:solidFill>
              <a:srgbClr val="233B5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ko-KR" altLang="en-US"/>
            </a:p>
          </p:txBody>
        </p:sp>
        <p:sp>
          <p:nvSpPr>
            <p:cNvPr id="18" name="타원 17">
              <a:extLst>
                <a:ext uri="{FF2B5EF4-FFF2-40B4-BE49-F238E27FC236}">
                  <a16:creationId xmlns:a16="http://schemas.microsoft.com/office/drawing/2014/main" id="{493CE68B-28DD-430C-ACA4-6D36B5262C74}"/>
                </a:ext>
              </a:extLst>
            </p:cNvPr>
            <p:cNvSpPr/>
            <p:nvPr userDrawn="1"/>
          </p:nvSpPr>
          <p:spPr>
            <a:xfrm>
              <a:off x="899394" y="129644"/>
              <a:ext cx="61517" cy="61517"/>
            </a:xfrm>
            <a:prstGeom prst="ellipse">
              <a:avLst/>
            </a:prstGeom>
            <a:solidFill>
              <a:srgbClr val="0B4B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ko-KR" altLang="en-US"/>
            </a:p>
          </p:txBody>
        </p:sp>
        <p:sp>
          <p:nvSpPr>
            <p:cNvPr id="19" name="타원 18">
              <a:extLst>
                <a:ext uri="{FF2B5EF4-FFF2-40B4-BE49-F238E27FC236}">
                  <a16:creationId xmlns:a16="http://schemas.microsoft.com/office/drawing/2014/main" id="{42CCA589-0BB5-3ED9-1EF1-765475EF1DBF}"/>
                </a:ext>
              </a:extLst>
            </p:cNvPr>
            <p:cNvSpPr/>
            <p:nvPr userDrawn="1"/>
          </p:nvSpPr>
          <p:spPr>
            <a:xfrm>
              <a:off x="1035919" y="129644"/>
              <a:ext cx="61517" cy="61517"/>
            </a:xfrm>
            <a:prstGeom prst="ellipse">
              <a:avLst/>
            </a:prstGeom>
            <a:solidFill>
              <a:srgbClr val="00A8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ko-KR" altLang="en-US"/>
            </a:p>
          </p:txBody>
        </p:sp>
      </p:grpSp>
      <p:sp>
        <p:nvSpPr>
          <p:cNvPr id="2" name="직사각형 1">
            <a:extLst>
              <a:ext uri="{FF2B5EF4-FFF2-40B4-BE49-F238E27FC236}">
                <a16:creationId xmlns:a16="http://schemas.microsoft.com/office/drawing/2014/main" id="{58CB955C-242E-7891-C77E-3EF4899DBB34}"/>
              </a:ext>
            </a:extLst>
          </p:cNvPr>
          <p:cNvSpPr/>
          <p:nvPr userDrawn="1"/>
        </p:nvSpPr>
        <p:spPr>
          <a:xfrm>
            <a:off x="34" y="116632"/>
            <a:ext cx="119302" cy="585772"/>
          </a:xfrm>
          <a:prstGeom prst="rect">
            <a:avLst/>
          </a:prstGeom>
          <a:solidFill>
            <a:srgbClr val="10307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 name="제목 17">
            <a:extLst>
              <a:ext uri="{FF2B5EF4-FFF2-40B4-BE49-F238E27FC236}">
                <a16:creationId xmlns:a16="http://schemas.microsoft.com/office/drawing/2014/main" id="{9CE414A3-687E-B152-A826-3F5953789733}"/>
              </a:ext>
            </a:extLst>
          </p:cNvPr>
          <p:cNvSpPr>
            <a:spLocks noGrp="1"/>
          </p:cNvSpPr>
          <p:nvPr>
            <p:ph type="title"/>
          </p:nvPr>
        </p:nvSpPr>
        <p:spPr>
          <a:xfrm>
            <a:off x="295235" y="268287"/>
            <a:ext cx="10666268" cy="464670"/>
          </a:xfrm>
          <a:prstGeom prst="rect">
            <a:avLst/>
          </a:prstGeom>
        </p:spPr>
        <p:txBody>
          <a:bodyPr anchor="ctr" anchorCtr="0"/>
          <a:lstStyle>
            <a:lvl1pPr algn="l">
              <a:defRPr lang="ko-KR" altLang="en-US" sz="2400" b="1" kern="1200" baseline="0" dirty="0">
                <a:ln>
                  <a:solidFill>
                    <a:schemeClr val="accent1">
                      <a:alpha val="0"/>
                    </a:schemeClr>
                  </a:solidFill>
                </a:ln>
                <a:solidFill>
                  <a:srgbClr val="144772"/>
                </a:solidFill>
                <a:effectLst>
                  <a:glow rad="127000">
                    <a:schemeClr val="bg1"/>
                  </a:glow>
                  <a:outerShdw blurRad="38100" dist="38100" dir="2700000" algn="tl" rotWithShape="0">
                    <a:prstClr val="black">
                      <a:alpha val="40000"/>
                    </a:prstClr>
                  </a:outerShdw>
                </a:effectLst>
                <a:latin typeface="Pretendard Black" panose="02000A03000000020004" pitchFamily="50" charset="-127"/>
                <a:ea typeface="Pretendard Black" panose="02000A03000000020004" pitchFamily="50" charset="-127"/>
                <a:cs typeface="Pretendard Black" panose="02000A03000000020004" pitchFamily="50" charset="-127"/>
              </a:defRPr>
            </a:lvl1pPr>
          </a:lstStyle>
          <a:p>
            <a:r>
              <a:rPr lang="ko-KR" altLang="en-US"/>
              <a:t>마스터 제목 스타일 편집</a:t>
            </a:r>
          </a:p>
        </p:txBody>
      </p:sp>
    </p:spTree>
    <p:extLst>
      <p:ext uri="{BB962C8B-B14F-4D97-AF65-F5344CB8AC3E}">
        <p14:creationId xmlns:p14="http://schemas.microsoft.com/office/powerpoint/2010/main" val="494215811"/>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요약">
    <p:spTree>
      <p:nvGrpSpPr>
        <p:cNvPr id="1" name=""/>
        <p:cNvGrpSpPr/>
        <p:nvPr/>
      </p:nvGrpSpPr>
      <p:grpSpPr>
        <a:xfrm>
          <a:off x="0" y="0"/>
          <a:ext cx="0" cy="0"/>
          <a:chOff x="0" y="0"/>
          <a:chExt cx="0" cy="0"/>
        </a:xfrm>
      </p:grpSpPr>
      <p:sp>
        <p:nvSpPr>
          <p:cNvPr id="10" name="슬라이드 번호 개체 틀 5">
            <a:extLst>
              <a:ext uri="{FF2B5EF4-FFF2-40B4-BE49-F238E27FC236}">
                <a16:creationId xmlns:a16="http://schemas.microsoft.com/office/drawing/2014/main" id="{46ABC9F2-2E2C-40D4-8554-4B3D53E1AE04}"/>
              </a:ext>
            </a:extLst>
          </p:cNvPr>
          <p:cNvSpPr>
            <a:spLocks noGrp="1"/>
          </p:cNvSpPr>
          <p:nvPr>
            <p:ph type="sldNum" sz="quarter" idx="4"/>
          </p:nvPr>
        </p:nvSpPr>
        <p:spPr>
          <a:xfrm>
            <a:off x="11760629" y="6597352"/>
            <a:ext cx="431371" cy="194616"/>
          </a:xfrm>
          <a:prstGeom prst="rect">
            <a:avLst/>
          </a:prstGeom>
          <a:solidFill>
            <a:srgbClr val="20A15E"/>
          </a:solidFill>
          <a:ln>
            <a:noFill/>
          </a:ln>
        </p:spPr>
        <p:style>
          <a:lnRef idx="2">
            <a:schemeClr val="dk1">
              <a:shade val="50000"/>
            </a:schemeClr>
          </a:lnRef>
          <a:fillRef idx="1">
            <a:schemeClr val="dk1"/>
          </a:fillRef>
          <a:effectRef idx="0">
            <a:schemeClr val="dk1"/>
          </a:effectRef>
          <a:fontRef idx="none"/>
        </p:style>
        <p:txBody>
          <a:bodyPr lIns="0" tIns="0" rIns="0" bIns="0" anchor="ctr" anchorCtr="1"/>
          <a:lstStyle>
            <a:lvl1pPr algn="ctr" fontAlgn="auto">
              <a:spcBef>
                <a:spcPts val="0"/>
              </a:spcBef>
              <a:spcAft>
                <a:spcPts val="0"/>
              </a:spcAft>
              <a:defRPr kumimoji="0" sz="1100" b="0" baseline="0" smtClean="0">
                <a:solidFill>
                  <a:schemeClr val="bg1"/>
                </a:solidFill>
                <a:latin typeface="Candara" panose="020E0502030303020204" pitchFamily="34" charset="0"/>
                <a:ea typeface="+mn-ea"/>
                <a:cs typeface="Arial" panose="020B0604020202020204" pitchFamily="34" charset="0"/>
              </a:defRPr>
            </a:lvl1pPr>
          </a:lstStyle>
          <a:p>
            <a:fld id="{4EA1E582-E1CC-4474-812F-1657BC5920B7}" type="slidenum">
              <a:rPr lang="ko-KR" altLang="en-US" smtClean="0"/>
              <a:t>‹#›</a:t>
            </a:fld>
            <a:endParaRPr lang="ko-KR" altLang="en-US"/>
          </a:p>
        </p:txBody>
      </p:sp>
      <p:grpSp>
        <p:nvGrpSpPr>
          <p:cNvPr id="4" name="그룹 3">
            <a:extLst>
              <a:ext uri="{FF2B5EF4-FFF2-40B4-BE49-F238E27FC236}">
                <a16:creationId xmlns:a16="http://schemas.microsoft.com/office/drawing/2014/main" id="{7658A23C-70E8-C2EF-6AF4-5A225A3DFE5F}"/>
              </a:ext>
            </a:extLst>
          </p:cNvPr>
          <p:cNvGrpSpPr/>
          <p:nvPr userDrawn="1"/>
        </p:nvGrpSpPr>
        <p:grpSpPr>
          <a:xfrm>
            <a:off x="360386" y="789432"/>
            <a:ext cx="11471228" cy="66127"/>
            <a:chOff x="360386" y="789432"/>
            <a:chExt cx="11471228" cy="66127"/>
          </a:xfrm>
        </p:grpSpPr>
        <p:sp>
          <p:nvSpPr>
            <p:cNvPr id="5" name="사각형: 둥근 모서리 4">
              <a:extLst>
                <a:ext uri="{FF2B5EF4-FFF2-40B4-BE49-F238E27FC236}">
                  <a16:creationId xmlns:a16="http://schemas.microsoft.com/office/drawing/2014/main" id="{2F431553-6497-D8B5-ADE0-6C742483DF9B}"/>
                </a:ext>
              </a:extLst>
            </p:cNvPr>
            <p:cNvSpPr/>
            <p:nvPr userDrawn="1"/>
          </p:nvSpPr>
          <p:spPr>
            <a:xfrm>
              <a:off x="360387" y="813924"/>
              <a:ext cx="11471227" cy="17142"/>
            </a:xfrm>
            <a:prstGeom prst="roundRect">
              <a:avLst>
                <a:gd name="adj" fmla="val 50000"/>
              </a:avLst>
            </a:prstGeom>
            <a:solidFill>
              <a:srgbClr val="B1C3C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 name="사각형: 둥근 모서리 7">
              <a:extLst>
                <a:ext uri="{FF2B5EF4-FFF2-40B4-BE49-F238E27FC236}">
                  <a16:creationId xmlns:a16="http://schemas.microsoft.com/office/drawing/2014/main" id="{376A5416-6ADF-EA84-404B-1B1EA27D5DDE}"/>
                </a:ext>
              </a:extLst>
            </p:cNvPr>
            <p:cNvSpPr/>
            <p:nvPr userDrawn="1"/>
          </p:nvSpPr>
          <p:spPr>
            <a:xfrm>
              <a:off x="360386" y="789432"/>
              <a:ext cx="795454" cy="66127"/>
            </a:xfrm>
            <a:prstGeom prst="roundRect">
              <a:avLst>
                <a:gd name="adj" fmla="val 50000"/>
              </a:avLst>
            </a:prstGeom>
            <a:gradFill>
              <a:gsLst>
                <a:gs pos="0">
                  <a:srgbClr val="124168"/>
                </a:gs>
                <a:gs pos="100000">
                  <a:srgbClr val="1B629D"/>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ko-KR" altLang="en-US">
                <a:solidFill>
                  <a:srgbClr val="144772"/>
                </a:solidFill>
              </a:endParaRPr>
            </a:p>
          </p:txBody>
        </p:sp>
        <p:sp>
          <p:nvSpPr>
            <p:cNvPr id="9" name="사각형: 둥근 모서리 8">
              <a:extLst>
                <a:ext uri="{FF2B5EF4-FFF2-40B4-BE49-F238E27FC236}">
                  <a16:creationId xmlns:a16="http://schemas.microsoft.com/office/drawing/2014/main" id="{D2ADAB67-B264-05CD-1E74-3AD6396BCAAC}"/>
                </a:ext>
              </a:extLst>
            </p:cNvPr>
            <p:cNvSpPr/>
            <p:nvPr userDrawn="1"/>
          </p:nvSpPr>
          <p:spPr>
            <a:xfrm>
              <a:off x="360386" y="789432"/>
              <a:ext cx="190425" cy="66127"/>
            </a:xfrm>
            <a:prstGeom prst="roundRect">
              <a:avLst>
                <a:gd name="adj" fmla="val 50000"/>
              </a:avLst>
            </a:prstGeom>
            <a:solidFill>
              <a:srgbClr val="0ABE86"/>
            </a:solidFill>
            <a:ln>
              <a:noFill/>
            </a:ln>
            <a:effectLst>
              <a:outerShdw blurRad="50800" dist="38100" dir="2700000" algn="tl" rotWithShape="0">
                <a:srgbClr val="00A858">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ko-KR" altLang="en-US"/>
            </a:p>
          </p:txBody>
        </p:sp>
      </p:grpSp>
      <p:grpSp>
        <p:nvGrpSpPr>
          <p:cNvPr id="11" name="그룹 10">
            <a:extLst>
              <a:ext uri="{FF2B5EF4-FFF2-40B4-BE49-F238E27FC236}">
                <a16:creationId xmlns:a16="http://schemas.microsoft.com/office/drawing/2014/main" id="{0357C2B2-901A-C5E0-9474-CBA6903E7A99}"/>
              </a:ext>
            </a:extLst>
          </p:cNvPr>
          <p:cNvGrpSpPr/>
          <p:nvPr userDrawn="1"/>
        </p:nvGrpSpPr>
        <p:grpSpPr>
          <a:xfrm>
            <a:off x="11094567" y="276603"/>
            <a:ext cx="744142" cy="61517"/>
            <a:chOff x="353294" y="129644"/>
            <a:chExt cx="744142" cy="61517"/>
          </a:xfrm>
        </p:grpSpPr>
        <p:sp>
          <p:nvSpPr>
            <p:cNvPr id="12" name="타원 11">
              <a:extLst>
                <a:ext uri="{FF2B5EF4-FFF2-40B4-BE49-F238E27FC236}">
                  <a16:creationId xmlns:a16="http://schemas.microsoft.com/office/drawing/2014/main" id="{9CD52AC3-A35B-72EB-42E9-DB1F4001089A}"/>
                </a:ext>
              </a:extLst>
            </p:cNvPr>
            <p:cNvSpPr/>
            <p:nvPr userDrawn="1"/>
          </p:nvSpPr>
          <p:spPr>
            <a:xfrm>
              <a:off x="353294" y="129644"/>
              <a:ext cx="61517" cy="61517"/>
            </a:xfrm>
            <a:prstGeom prst="ellipse">
              <a:avLst/>
            </a:prstGeom>
            <a:solidFill>
              <a:srgbClr val="B1C3C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ko-KR" altLang="en-US"/>
            </a:p>
          </p:txBody>
        </p:sp>
        <p:sp>
          <p:nvSpPr>
            <p:cNvPr id="13" name="타원 12">
              <a:extLst>
                <a:ext uri="{FF2B5EF4-FFF2-40B4-BE49-F238E27FC236}">
                  <a16:creationId xmlns:a16="http://schemas.microsoft.com/office/drawing/2014/main" id="{90E767C8-4F44-440D-3095-96D2C7142C1B}"/>
                </a:ext>
              </a:extLst>
            </p:cNvPr>
            <p:cNvSpPr/>
            <p:nvPr userDrawn="1"/>
          </p:nvSpPr>
          <p:spPr>
            <a:xfrm>
              <a:off x="489819" y="129644"/>
              <a:ext cx="61517" cy="61517"/>
            </a:xfrm>
            <a:prstGeom prst="ellipse">
              <a:avLst/>
            </a:prstGeom>
            <a:solidFill>
              <a:srgbClr val="B1C3C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ko-KR" altLang="en-US"/>
            </a:p>
          </p:txBody>
        </p:sp>
        <p:sp>
          <p:nvSpPr>
            <p:cNvPr id="14" name="타원 13">
              <a:extLst>
                <a:ext uri="{FF2B5EF4-FFF2-40B4-BE49-F238E27FC236}">
                  <a16:creationId xmlns:a16="http://schemas.microsoft.com/office/drawing/2014/main" id="{BB12E6E1-9E7C-D351-0DD0-FF48519C8565}"/>
                </a:ext>
              </a:extLst>
            </p:cNvPr>
            <p:cNvSpPr/>
            <p:nvPr userDrawn="1"/>
          </p:nvSpPr>
          <p:spPr>
            <a:xfrm>
              <a:off x="626344" y="129644"/>
              <a:ext cx="61517" cy="61517"/>
            </a:xfrm>
            <a:prstGeom prst="ellipse">
              <a:avLst/>
            </a:prstGeom>
            <a:solidFill>
              <a:srgbClr val="B1C3C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ko-KR" altLang="en-US"/>
            </a:p>
          </p:txBody>
        </p:sp>
        <p:sp>
          <p:nvSpPr>
            <p:cNvPr id="15" name="타원 14">
              <a:extLst>
                <a:ext uri="{FF2B5EF4-FFF2-40B4-BE49-F238E27FC236}">
                  <a16:creationId xmlns:a16="http://schemas.microsoft.com/office/drawing/2014/main" id="{4E3ACB03-973F-BA9D-92B3-42482A008026}"/>
                </a:ext>
              </a:extLst>
            </p:cNvPr>
            <p:cNvSpPr/>
            <p:nvPr userDrawn="1"/>
          </p:nvSpPr>
          <p:spPr>
            <a:xfrm>
              <a:off x="762869" y="129644"/>
              <a:ext cx="61517" cy="61517"/>
            </a:xfrm>
            <a:prstGeom prst="ellipse">
              <a:avLst/>
            </a:prstGeom>
            <a:solidFill>
              <a:srgbClr val="233B5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ko-KR" altLang="en-US"/>
            </a:p>
          </p:txBody>
        </p:sp>
        <p:sp>
          <p:nvSpPr>
            <p:cNvPr id="16" name="타원 15">
              <a:extLst>
                <a:ext uri="{FF2B5EF4-FFF2-40B4-BE49-F238E27FC236}">
                  <a16:creationId xmlns:a16="http://schemas.microsoft.com/office/drawing/2014/main" id="{E2D3E713-B53F-E19C-A43B-5591685E9C79}"/>
                </a:ext>
              </a:extLst>
            </p:cNvPr>
            <p:cNvSpPr/>
            <p:nvPr userDrawn="1"/>
          </p:nvSpPr>
          <p:spPr>
            <a:xfrm>
              <a:off x="899394" y="129644"/>
              <a:ext cx="61517" cy="61517"/>
            </a:xfrm>
            <a:prstGeom prst="ellipse">
              <a:avLst/>
            </a:prstGeom>
            <a:solidFill>
              <a:srgbClr val="0B4B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ko-KR" altLang="en-US"/>
            </a:p>
          </p:txBody>
        </p:sp>
        <p:sp>
          <p:nvSpPr>
            <p:cNvPr id="17" name="타원 16">
              <a:extLst>
                <a:ext uri="{FF2B5EF4-FFF2-40B4-BE49-F238E27FC236}">
                  <a16:creationId xmlns:a16="http://schemas.microsoft.com/office/drawing/2014/main" id="{F28CBCFC-A31D-DF4B-6836-E3FC73DDFE19}"/>
                </a:ext>
              </a:extLst>
            </p:cNvPr>
            <p:cNvSpPr/>
            <p:nvPr userDrawn="1"/>
          </p:nvSpPr>
          <p:spPr>
            <a:xfrm>
              <a:off x="1035919" y="129644"/>
              <a:ext cx="61517" cy="61517"/>
            </a:xfrm>
            <a:prstGeom prst="ellipse">
              <a:avLst/>
            </a:prstGeom>
            <a:solidFill>
              <a:srgbClr val="00A8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ko-KR" altLang="en-US"/>
            </a:p>
          </p:txBody>
        </p:sp>
      </p:grpSp>
      <p:sp>
        <p:nvSpPr>
          <p:cNvPr id="2" name="직사각형 1">
            <a:extLst>
              <a:ext uri="{FF2B5EF4-FFF2-40B4-BE49-F238E27FC236}">
                <a16:creationId xmlns:a16="http://schemas.microsoft.com/office/drawing/2014/main" id="{5930FDCE-2318-D38B-D636-BC23028DC671}"/>
              </a:ext>
            </a:extLst>
          </p:cNvPr>
          <p:cNvSpPr/>
          <p:nvPr userDrawn="1"/>
        </p:nvSpPr>
        <p:spPr>
          <a:xfrm>
            <a:off x="34" y="116632"/>
            <a:ext cx="119302" cy="585772"/>
          </a:xfrm>
          <a:prstGeom prst="rect">
            <a:avLst/>
          </a:prstGeom>
          <a:solidFill>
            <a:srgbClr val="10307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4" name="제목 17">
            <a:extLst>
              <a:ext uri="{FF2B5EF4-FFF2-40B4-BE49-F238E27FC236}">
                <a16:creationId xmlns:a16="http://schemas.microsoft.com/office/drawing/2014/main" id="{52D95F96-D2F4-3F12-5988-5B425C2255A5}"/>
              </a:ext>
            </a:extLst>
          </p:cNvPr>
          <p:cNvSpPr>
            <a:spLocks noGrp="1"/>
          </p:cNvSpPr>
          <p:nvPr>
            <p:ph type="title"/>
          </p:nvPr>
        </p:nvSpPr>
        <p:spPr>
          <a:xfrm>
            <a:off x="295235" y="268287"/>
            <a:ext cx="10666268" cy="464670"/>
          </a:xfrm>
          <a:prstGeom prst="rect">
            <a:avLst/>
          </a:prstGeom>
        </p:spPr>
        <p:txBody>
          <a:bodyPr anchor="ctr" anchorCtr="0"/>
          <a:lstStyle>
            <a:lvl1pPr algn="l">
              <a:defRPr lang="ko-KR" altLang="en-US" sz="2400" b="1" kern="1200" baseline="0" dirty="0">
                <a:ln>
                  <a:solidFill>
                    <a:schemeClr val="accent1">
                      <a:alpha val="0"/>
                    </a:schemeClr>
                  </a:solidFill>
                </a:ln>
                <a:solidFill>
                  <a:srgbClr val="144772"/>
                </a:solidFill>
                <a:effectLst>
                  <a:glow rad="127000">
                    <a:schemeClr val="bg1"/>
                  </a:glow>
                  <a:outerShdw blurRad="38100" dist="38100" dir="2700000" algn="tl" rotWithShape="0">
                    <a:prstClr val="black">
                      <a:alpha val="40000"/>
                    </a:prstClr>
                  </a:outerShdw>
                </a:effectLst>
                <a:latin typeface="Pretendard Black" panose="02000A03000000020004" pitchFamily="50" charset="-127"/>
                <a:ea typeface="Pretendard Black" panose="02000A03000000020004" pitchFamily="50" charset="-127"/>
                <a:cs typeface="Pretendard Black" panose="02000A03000000020004" pitchFamily="50" charset="-127"/>
              </a:defRPr>
            </a:lvl1pPr>
          </a:lstStyle>
          <a:p>
            <a:r>
              <a:rPr lang="ko-KR" altLang="en-US"/>
              <a:t>마스터 제목 스타일 편집</a:t>
            </a:r>
          </a:p>
        </p:txBody>
      </p:sp>
    </p:spTree>
    <p:extLst>
      <p:ext uri="{BB962C8B-B14F-4D97-AF65-F5344CB8AC3E}">
        <p14:creationId xmlns:p14="http://schemas.microsoft.com/office/powerpoint/2010/main" val="423359315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1_제목 및 내용">
    <p:spTree>
      <p:nvGrpSpPr>
        <p:cNvPr id="1" name=""/>
        <p:cNvGrpSpPr/>
        <p:nvPr/>
      </p:nvGrpSpPr>
      <p:grpSpPr>
        <a:xfrm>
          <a:off x="0" y="0"/>
          <a:ext cx="0" cy="0"/>
          <a:chOff x="0" y="0"/>
          <a:chExt cx="0" cy="0"/>
        </a:xfrm>
      </p:grpSpPr>
      <p:sp>
        <p:nvSpPr>
          <p:cNvPr id="11" name="슬라이드 번호 개체 틀 5"/>
          <p:cNvSpPr>
            <a:spLocks noGrp="1"/>
          </p:cNvSpPr>
          <p:nvPr>
            <p:ph type="sldNum" sz="quarter" idx="4"/>
          </p:nvPr>
        </p:nvSpPr>
        <p:spPr>
          <a:xfrm>
            <a:off x="11760629" y="6606877"/>
            <a:ext cx="431371" cy="194616"/>
          </a:xfrm>
          <a:prstGeom prst="rect">
            <a:avLst/>
          </a:prstGeom>
          <a:solidFill>
            <a:srgbClr val="20A15E"/>
          </a:solidFill>
          <a:ln>
            <a:noFill/>
          </a:ln>
        </p:spPr>
        <p:style>
          <a:lnRef idx="2">
            <a:schemeClr val="dk1">
              <a:shade val="50000"/>
            </a:schemeClr>
          </a:lnRef>
          <a:fillRef idx="1">
            <a:schemeClr val="dk1"/>
          </a:fillRef>
          <a:effectRef idx="0">
            <a:schemeClr val="dk1"/>
          </a:effectRef>
          <a:fontRef idx="none"/>
        </p:style>
        <p:txBody>
          <a:bodyPr lIns="0" tIns="0" rIns="0" bIns="0" anchor="ctr" anchorCtr="1"/>
          <a:lstStyle>
            <a:lvl1pPr algn="ctr" fontAlgn="auto">
              <a:spcBef>
                <a:spcPts val="0"/>
              </a:spcBef>
              <a:spcAft>
                <a:spcPts val="0"/>
              </a:spcAft>
              <a:defRPr kumimoji="0" sz="1100" b="0" baseline="0" smtClean="0">
                <a:solidFill>
                  <a:schemeClr val="bg1"/>
                </a:solidFill>
                <a:latin typeface="Candara" panose="020E0502030303020204" pitchFamily="34" charset="0"/>
                <a:ea typeface="+mn-ea"/>
                <a:cs typeface="Arial" panose="020B0604020202020204" pitchFamily="34" charset="0"/>
              </a:defRPr>
            </a:lvl1pPr>
          </a:lstStyle>
          <a:p>
            <a:fld id="{4EA1E582-E1CC-4474-812F-1657BC5920B7}" type="slidenum">
              <a:rPr lang="ko-KR" altLang="en-US" smtClean="0"/>
              <a:t>‹#›</a:t>
            </a:fld>
            <a:endParaRPr lang="ko-KR" altLang="en-US"/>
          </a:p>
        </p:txBody>
      </p:sp>
      <p:sp>
        <p:nvSpPr>
          <p:cNvPr id="6" name="내용 개체 틀 5">
            <a:extLst>
              <a:ext uri="{FF2B5EF4-FFF2-40B4-BE49-F238E27FC236}">
                <a16:creationId xmlns:a16="http://schemas.microsoft.com/office/drawing/2014/main" id="{EB05DB11-9E8D-4861-8DF2-ADEACCA464FF}"/>
              </a:ext>
            </a:extLst>
          </p:cNvPr>
          <p:cNvSpPr>
            <a:spLocks noGrp="1"/>
          </p:cNvSpPr>
          <p:nvPr>
            <p:ph sz="quarter" idx="10"/>
          </p:nvPr>
        </p:nvSpPr>
        <p:spPr>
          <a:xfrm>
            <a:off x="504921" y="899333"/>
            <a:ext cx="11255708" cy="5690380"/>
          </a:xfrm>
          <a:prstGeom prst="rect">
            <a:avLst/>
          </a:prstGeom>
        </p:spPr>
        <p:txBody>
          <a:bodyPr/>
          <a:lstStyle>
            <a:lvl1pPr>
              <a:lnSpc>
                <a:spcPct val="100000"/>
              </a:lnSpc>
              <a:defRPr sz="2400" b="1" baseline="0">
                <a:ln w="9525">
                  <a:noFill/>
                </a:ln>
                <a:solidFill>
                  <a:srgbClr val="CC6600"/>
                </a:solidFill>
                <a:effectLst/>
                <a:latin typeface="HY헤드라인M" panose="02030600000101010101" pitchFamily="18" charset="-127"/>
                <a:ea typeface="HY헤드라인M" panose="02030600000101010101" pitchFamily="18" charset="-127"/>
              </a:defRPr>
            </a:lvl1pPr>
            <a:lvl2pPr>
              <a:lnSpc>
                <a:spcPct val="100000"/>
              </a:lnSpc>
              <a:spcBef>
                <a:spcPts val="0"/>
              </a:spcBef>
              <a:defRPr b="1" baseline="0">
                <a:solidFill>
                  <a:srgbClr val="7030A0"/>
                </a:solidFill>
                <a:latin typeface="HY견고딕" panose="02030600000101010101" pitchFamily="18" charset="-127"/>
                <a:ea typeface="HY견고딕" panose="02030600000101010101" pitchFamily="18" charset="-127"/>
              </a:defRPr>
            </a:lvl2pPr>
            <a:lvl3pPr>
              <a:lnSpc>
                <a:spcPct val="100000"/>
              </a:lnSpc>
              <a:defRPr b="1" baseline="0">
                <a:solidFill>
                  <a:schemeClr val="accent2">
                    <a:lumMod val="50000"/>
                  </a:schemeClr>
                </a:solidFill>
                <a:latin typeface="HY견고딕" panose="02030600000101010101" pitchFamily="18" charset="-127"/>
                <a:ea typeface="HY견고딕" panose="02030600000101010101" pitchFamily="18" charset="-127"/>
              </a:defRPr>
            </a:lvl3pPr>
            <a:lvl4pPr>
              <a:lnSpc>
                <a:spcPct val="100000"/>
              </a:lnSpc>
              <a:defRPr baseline="0">
                <a:solidFill>
                  <a:schemeClr val="tx1"/>
                </a:solidFill>
                <a:latin typeface="HY견고딕" panose="02030600000101010101" pitchFamily="18" charset="-127"/>
                <a:ea typeface="HY견고딕" panose="02030600000101010101" pitchFamily="18" charset="-127"/>
              </a:defRPr>
            </a:lvl4pPr>
            <a:lvl5pPr>
              <a:lnSpc>
                <a:spcPct val="100000"/>
              </a:lnSpc>
              <a:defRPr baseline="0">
                <a:solidFill>
                  <a:schemeClr val="tx1">
                    <a:lumMod val="50000"/>
                    <a:lumOff val="50000"/>
                  </a:schemeClr>
                </a:solidFill>
                <a:latin typeface="HY견고딕" panose="02030600000101010101" pitchFamily="18" charset="-127"/>
                <a:ea typeface="HY견고딕" panose="02030600000101010101" pitchFamily="18" charset="-127"/>
              </a:defRPr>
            </a:lvl5p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23" name="직사각형 22">
            <a:extLst>
              <a:ext uri="{FF2B5EF4-FFF2-40B4-BE49-F238E27FC236}">
                <a16:creationId xmlns:a16="http://schemas.microsoft.com/office/drawing/2014/main" id="{FD0364B6-9BD8-3149-74BA-DEDAA660E38A}"/>
              </a:ext>
            </a:extLst>
          </p:cNvPr>
          <p:cNvSpPr/>
          <p:nvPr userDrawn="1"/>
        </p:nvSpPr>
        <p:spPr>
          <a:xfrm>
            <a:off x="0" y="6799588"/>
            <a:ext cx="12192000" cy="66032"/>
          </a:xfrm>
          <a:prstGeom prst="rect">
            <a:avLst/>
          </a:prstGeom>
          <a:solidFill>
            <a:srgbClr val="20A15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800"/>
          </a:p>
        </p:txBody>
      </p:sp>
      <p:grpSp>
        <p:nvGrpSpPr>
          <p:cNvPr id="3" name="그룹 2">
            <a:extLst>
              <a:ext uri="{FF2B5EF4-FFF2-40B4-BE49-F238E27FC236}">
                <a16:creationId xmlns:a16="http://schemas.microsoft.com/office/drawing/2014/main" id="{322B8667-A54A-896D-5615-C32A0D54A708}"/>
              </a:ext>
            </a:extLst>
          </p:cNvPr>
          <p:cNvGrpSpPr/>
          <p:nvPr userDrawn="1"/>
        </p:nvGrpSpPr>
        <p:grpSpPr>
          <a:xfrm>
            <a:off x="360386" y="789432"/>
            <a:ext cx="11471228" cy="66127"/>
            <a:chOff x="360386" y="789432"/>
            <a:chExt cx="11471228" cy="66127"/>
          </a:xfrm>
        </p:grpSpPr>
        <p:sp>
          <p:nvSpPr>
            <p:cNvPr id="4" name="사각형: 둥근 모서리 3">
              <a:extLst>
                <a:ext uri="{FF2B5EF4-FFF2-40B4-BE49-F238E27FC236}">
                  <a16:creationId xmlns:a16="http://schemas.microsoft.com/office/drawing/2014/main" id="{5FA09E07-52A1-56B8-0A9D-502491170A26}"/>
                </a:ext>
              </a:extLst>
            </p:cNvPr>
            <p:cNvSpPr/>
            <p:nvPr userDrawn="1"/>
          </p:nvSpPr>
          <p:spPr>
            <a:xfrm>
              <a:off x="360387" y="813924"/>
              <a:ext cx="11471227" cy="17142"/>
            </a:xfrm>
            <a:prstGeom prst="roundRect">
              <a:avLst>
                <a:gd name="adj" fmla="val 50000"/>
              </a:avLst>
            </a:prstGeom>
            <a:solidFill>
              <a:srgbClr val="B1C3C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 name="사각형: 둥근 모서리 4">
              <a:extLst>
                <a:ext uri="{FF2B5EF4-FFF2-40B4-BE49-F238E27FC236}">
                  <a16:creationId xmlns:a16="http://schemas.microsoft.com/office/drawing/2014/main" id="{6F0A07FC-A9AC-D3A1-163D-A66C6EBF7103}"/>
                </a:ext>
              </a:extLst>
            </p:cNvPr>
            <p:cNvSpPr/>
            <p:nvPr userDrawn="1"/>
          </p:nvSpPr>
          <p:spPr>
            <a:xfrm>
              <a:off x="360386" y="789432"/>
              <a:ext cx="795454" cy="66127"/>
            </a:xfrm>
            <a:prstGeom prst="roundRect">
              <a:avLst>
                <a:gd name="adj" fmla="val 50000"/>
              </a:avLst>
            </a:prstGeom>
            <a:gradFill>
              <a:gsLst>
                <a:gs pos="0">
                  <a:srgbClr val="124168"/>
                </a:gs>
                <a:gs pos="100000">
                  <a:srgbClr val="1B629D"/>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ko-KR" altLang="en-US">
                <a:solidFill>
                  <a:srgbClr val="144772"/>
                </a:solidFill>
              </a:endParaRPr>
            </a:p>
          </p:txBody>
        </p:sp>
        <p:sp>
          <p:nvSpPr>
            <p:cNvPr id="7" name="사각형: 둥근 모서리 6">
              <a:extLst>
                <a:ext uri="{FF2B5EF4-FFF2-40B4-BE49-F238E27FC236}">
                  <a16:creationId xmlns:a16="http://schemas.microsoft.com/office/drawing/2014/main" id="{C3346F45-1AE4-5379-EF3A-580D22A60CD1}"/>
                </a:ext>
              </a:extLst>
            </p:cNvPr>
            <p:cNvSpPr/>
            <p:nvPr userDrawn="1"/>
          </p:nvSpPr>
          <p:spPr>
            <a:xfrm>
              <a:off x="360386" y="789432"/>
              <a:ext cx="190425" cy="66127"/>
            </a:xfrm>
            <a:prstGeom prst="roundRect">
              <a:avLst>
                <a:gd name="adj" fmla="val 50000"/>
              </a:avLst>
            </a:prstGeom>
            <a:solidFill>
              <a:srgbClr val="0ABE86"/>
            </a:solidFill>
            <a:ln>
              <a:noFill/>
            </a:ln>
            <a:effectLst>
              <a:outerShdw blurRad="50800" dist="38100" dir="2700000" algn="tl" rotWithShape="0">
                <a:srgbClr val="00A858">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ko-KR" altLang="en-US"/>
            </a:p>
          </p:txBody>
        </p:sp>
      </p:grpSp>
      <p:grpSp>
        <p:nvGrpSpPr>
          <p:cNvPr id="8" name="그룹 7">
            <a:extLst>
              <a:ext uri="{FF2B5EF4-FFF2-40B4-BE49-F238E27FC236}">
                <a16:creationId xmlns:a16="http://schemas.microsoft.com/office/drawing/2014/main" id="{8C04EEF5-C918-8A07-E998-DCA2AE451E01}"/>
              </a:ext>
            </a:extLst>
          </p:cNvPr>
          <p:cNvGrpSpPr/>
          <p:nvPr userDrawn="1"/>
        </p:nvGrpSpPr>
        <p:grpSpPr>
          <a:xfrm>
            <a:off x="11094567" y="276603"/>
            <a:ext cx="744142" cy="61517"/>
            <a:chOff x="353294" y="129644"/>
            <a:chExt cx="744142" cy="61517"/>
          </a:xfrm>
        </p:grpSpPr>
        <p:sp>
          <p:nvSpPr>
            <p:cNvPr id="10" name="타원 9">
              <a:extLst>
                <a:ext uri="{FF2B5EF4-FFF2-40B4-BE49-F238E27FC236}">
                  <a16:creationId xmlns:a16="http://schemas.microsoft.com/office/drawing/2014/main" id="{D0405CDD-EA5A-B24C-F35D-A8D22D7B616B}"/>
                </a:ext>
              </a:extLst>
            </p:cNvPr>
            <p:cNvSpPr/>
            <p:nvPr userDrawn="1"/>
          </p:nvSpPr>
          <p:spPr>
            <a:xfrm>
              <a:off x="353294" y="129644"/>
              <a:ext cx="61517" cy="61517"/>
            </a:xfrm>
            <a:prstGeom prst="ellipse">
              <a:avLst/>
            </a:prstGeom>
            <a:solidFill>
              <a:srgbClr val="B1C3C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ko-KR" altLang="en-US"/>
            </a:p>
          </p:txBody>
        </p:sp>
        <p:sp>
          <p:nvSpPr>
            <p:cNvPr id="12" name="타원 11">
              <a:extLst>
                <a:ext uri="{FF2B5EF4-FFF2-40B4-BE49-F238E27FC236}">
                  <a16:creationId xmlns:a16="http://schemas.microsoft.com/office/drawing/2014/main" id="{D0F00F18-E1C1-05F5-E140-F841D46D4EA6}"/>
                </a:ext>
              </a:extLst>
            </p:cNvPr>
            <p:cNvSpPr/>
            <p:nvPr userDrawn="1"/>
          </p:nvSpPr>
          <p:spPr>
            <a:xfrm>
              <a:off x="489819" y="129644"/>
              <a:ext cx="61517" cy="61517"/>
            </a:xfrm>
            <a:prstGeom prst="ellipse">
              <a:avLst/>
            </a:prstGeom>
            <a:solidFill>
              <a:srgbClr val="B1C3C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ko-KR" altLang="en-US"/>
            </a:p>
          </p:txBody>
        </p:sp>
        <p:sp>
          <p:nvSpPr>
            <p:cNvPr id="13" name="타원 12">
              <a:extLst>
                <a:ext uri="{FF2B5EF4-FFF2-40B4-BE49-F238E27FC236}">
                  <a16:creationId xmlns:a16="http://schemas.microsoft.com/office/drawing/2014/main" id="{8FEF551A-057B-8358-AF67-D5ADAD0655D8}"/>
                </a:ext>
              </a:extLst>
            </p:cNvPr>
            <p:cNvSpPr/>
            <p:nvPr userDrawn="1"/>
          </p:nvSpPr>
          <p:spPr>
            <a:xfrm>
              <a:off x="626344" y="129644"/>
              <a:ext cx="61517" cy="61517"/>
            </a:xfrm>
            <a:prstGeom prst="ellipse">
              <a:avLst/>
            </a:prstGeom>
            <a:solidFill>
              <a:srgbClr val="B1C3C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ko-KR" altLang="en-US"/>
            </a:p>
          </p:txBody>
        </p:sp>
        <p:sp>
          <p:nvSpPr>
            <p:cNvPr id="14" name="타원 13">
              <a:extLst>
                <a:ext uri="{FF2B5EF4-FFF2-40B4-BE49-F238E27FC236}">
                  <a16:creationId xmlns:a16="http://schemas.microsoft.com/office/drawing/2014/main" id="{F7F9B9D4-10FA-D0E6-E924-655B4A10FB44}"/>
                </a:ext>
              </a:extLst>
            </p:cNvPr>
            <p:cNvSpPr/>
            <p:nvPr userDrawn="1"/>
          </p:nvSpPr>
          <p:spPr>
            <a:xfrm>
              <a:off x="762869" y="129644"/>
              <a:ext cx="61517" cy="61517"/>
            </a:xfrm>
            <a:prstGeom prst="ellipse">
              <a:avLst/>
            </a:prstGeom>
            <a:solidFill>
              <a:srgbClr val="233B5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ko-KR" altLang="en-US"/>
            </a:p>
          </p:txBody>
        </p:sp>
        <p:sp>
          <p:nvSpPr>
            <p:cNvPr id="15" name="타원 14">
              <a:extLst>
                <a:ext uri="{FF2B5EF4-FFF2-40B4-BE49-F238E27FC236}">
                  <a16:creationId xmlns:a16="http://schemas.microsoft.com/office/drawing/2014/main" id="{B1AF8923-400A-0675-0853-083D542A09B9}"/>
                </a:ext>
              </a:extLst>
            </p:cNvPr>
            <p:cNvSpPr/>
            <p:nvPr userDrawn="1"/>
          </p:nvSpPr>
          <p:spPr>
            <a:xfrm>
              <a:off x="899394" y="129644"/>
              <a:ext cx="61517" cy="61517"/>
            </a:xfrm>
            <a:prstGeom prst="ellipse">
              <a:avLst/>
            </a:prstGeom>
            <a:solidFill>
              <a:srgbClr val="0B4B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ko-KR" altLang="en-US"/>
            </a:p>
          </p:txBody>
        </p:sp>
        <p:sp>
          <p:nvSpPr>
            <p:cNvPr id="16" name="타원 15">
              <a:extLst>
                <a:ext uri="{FF2B5EF4-FFF2-40B4-BE49-F238E27FC236}">
                  <a16:creationId xmlns:a16="http://schemas.microsoft.com/office/drawing/2014/main" id="{D206B8C8-5291-CA72-2583-2980F3C9831F}"/>
                </a:ext>
              </a:extLst>
            </p:cNvPr>
            <p:cNvSpPr/>
            <p:nvPr userDrawn="1"/>
          </p:nvSpPr>
          <p:spPr>
            <a:xfrm>
              <a:off x="1035919" y="129644"/>
              <a:ext cx="61517" cy="61517"/>
            </a:xfrm>
            <a:prstGeom prst="ellipse">
              <a:avLst/>
            </a:prstGeom>
            <a:solidFill>
              <a:srgbClr val="00A8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ko-KR" altLang="en-US"/>
            </a:p>
          </p:txBody>
        </p:sp>
      </p:grpSp>
      <p:sp>
        <p:nvSpPr>
          <p:cNvPr id="18" name="제목 17">
            <a:extLst>
              <a:ext uri="{FF2B5EF4-FFF2-40B4-BE49-F238E27FC236}">
                <a16:creationId xmlns:a16="http://schemas.microsoft.com/office/drawing/2014/main" id="{813BD60C-F534-081B-38B8-9C3C51F1DEF4}"/>
              </a:ext>
            </a:extLst>
          </p:cNvPr>
          <p:cNvSpPr>
            <a:spLocks noGrp="1"/>
          </p:cNvSpPr>
          <p:nvPr>
            <p:ph type="title"/>
          </p:nvPr>
        </p:nvSpPr>
        <p:spPr>
          <a:xfrm>
            <a:off x="295235" y="268287"/>
            <a:ext cx="10666268" cy="464670"/>
          </a:xfrm>
          <a:prstGeom prst="rect">
            <a:avLst/>
          </a:prstGeom>
        </p:spPr>
        <p:txBody>
          <a:bodyPr anchor="ctr" anchorCtr="0"/>
          <a:lstStyle>
            <a:lvl1pPr algn="l">
              <a:defRPr lang="ko-KR" altLang="en-US" sz="2400" b="1" kern="1200" baseline="0" dirty="0">
                <a:ln>
                  <a:solidFill>
                    <a:schemeClr val="accent1">
                      <a:alpha val="0"/>
                    </a:schemeClr>
                  </a:solidFill>
                </a:ln>
                <a:solidFill>
                  <a:srgbClr val="144772"/>
                </a:solidFill>
                <a:effectLst>
                  <a:glow rad="127000">
                    <a:schemeClr val="bg1"/>
                  </a:glow>
                  <a:outerShdw blurRad="38100" dist="38100" dir="2700000" algn="tl" rotWithShape="0">
                    <a:prstClr val="black">
                      <a:alpha val="40000"/>
                    </a:prstClr>
                  </a:outerShdw>
                </a:effectLst>
                <a:latin typeface="Pretendard Black" panose="02000A03000000020004" pitchFamily="50" charset="-127"/>
                <a:ea typeface="Pretendard Black" panose="02000A03000000020004" pitchFamily="50" charset="-127"/>
                <a:cs typeface="Pretendard Black" panose="02000A03000000020004" pitchFamily="50" charset="-127"/>
              </a:defRPr>
            </a:lvl1pPr>
          </a:lstStyle>
          <a:p>
            <a:r>
              <a:rPr lang="ko-KR" altLang="en-US"/>
              <a:t>마스터 제목 스타일 편집</a:t>
            </a:r>
          </a:p>
        </p:txBody>
      </p:sp>
      <p:sp>
        <p:nvSpPr>
          <p:cNvPr id="9" name="직사각형 8">
            <a:extLst>
              <a:ext uri="{FF2B5EF4-FFF2-40B4-BE49-F238E27FC236}">
                <a16:creationId xmlns:a16="http://schemas.microsoft.com/office/drawing/2014/main" id="{B8508415-547B-D16C-E86A-6A263BDA14C2}"/>
              </a:ext>
            </a:extLst>
          </p:cNvPr>
          <p:cNvSpPr/>
          <p:nvPr userDrawn="1"/>
        </p:nvSpPr>
        <p:spPr>
          <a:xfrm>
            <a:off x="34" y="116632"/>
            <a:ext cx="119302" cy="585772"/>
          </a:xfrm>
          <a:prstGeom prst="rect">
            <a:avLst/>
          </a:prstGeom>
          <a:solidFill>
            <a:srgbClr val="10307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1095190910"/>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theme" Target="../theme/theme1.xml"/><Relationship Id="rId10" Type="http://schemas.openxmlformats.org/officeDocument/2006/relationships/tags" Target="../tags/tag1.xml"/><Relationship Id="rId11"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slideLayout" Target="../slideLayouts/slideLayout10.xml"/><Relationship Id="rId3" Type="http://schemas.openxmlformats.org/officeDocument/2006/relationships/slideLayout" Target="../slideLayouts/slideLayout11.xml"/><Relationship Id="rId4" Type="http://schemas.openxmlformats.org/officeDocument/2006/relationships/slideLayout" Target="../slideLayouts/slideLayout12.xml"/><Relationship Id="rId5" Type="http://schemas.openxmlformats.org/officeDocument/2006/relationships/slideLayout" Target="../slideLayouts/slideLayout13.xml"/><Relationship Id="rId6" Type="http://schemas.openxmlformats.org/officeDocument/2006/relationships/slideLayout" Target="../slideLayouts/slideLayout14.xml"/><Relationship Id="rId7" Type="http://schemas.openxmlformats.org/officeDocument/2006/relationships/slideLayout" Target="../slideLayouts/slideLayout15.xml"/><Relationship Id="rId8" Type="http://schemas.openxmlformats.org/officeDocument/2006/relationships/slideLayout" Target="../slideLayouts/slideLayout16.xml"/><Relationship Id="rId9" Type="http://schemas.openxmlformats.org/officeDocument/2006/relationships/theme" Target="../theme/theme2.xml"/><Relationship Id="rId10"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3" name="그림 2">
            <a:extLst>
              <a:ext uri="{FF2B5EF4-FFF2-40B4-BE49-F238E27FC236}">
                <a16:creationId xmlns:a16="http://schemas.microsoft.com/office/drawing/2014/main" id="{60F70167-0F24-88D5-E142-05788E78D2D9}"/>
              </a:ext>
            </a:extLst>
          </p:cNvPr>
          <p:cNvPicPr>
            <a:picLocks noChangeAspect="1"/>
          </p:cNvPicPr>
          <p:nvPr userDrawn="1"/>
        </p:nvPicPr>
        <p:blipFill>
          <a:blip r:embed="rId11" cstate="print">
            <a:extLst>
              <a:ext uri="{28A0092B-C50C-407E-A947-70E740481C1C}">
                <a14:useLocalDpi xmlns:a14="http://schemas.microsoft.com/office/drawing/2010/main" val="0"/>
              </a:ext>
            </a:extLst>
          </a:blip>
          <a:stretch>
            <a:fillRect/>
          </a:stretch>
        </p:blipFill>
        <p:spPr>
          <a:xfrm>
            <a:off x="-1" y="0"/>
            <a:ext cx="12192001" cy="6858000"/>
          </a:xfrm>
          <a:prstGeom prst="rect">
            <a:avLst/>
          </a:prstGeom>
        </p:spPr>
      </p:pic>
      <p:sp>
        <p:nvSpPr>
          <p:cNvPr id="4" name="슬라이드 번호 개체 틀 5">
            <a:extLst>
              <a:ext uri="{FF2B5EF4-FFF2-40B4-BE49-F238E27FC236}">
                <a16:creationId xmlns:a16="http://schemas.microsoft.com/office/drawing/2014/main" id="{4C7ADD59-4053-611F-BD7F-931BD4E88DA1}"/>
              </a:ext>
            </a:extLst>
          </p:cNvPr>
          <p:cNvSpPr>
            <a:spLocks noGrp="1"/>
          </p:cNvSpPr>
          <p:nvPr>
            <p:ph type="sldNum" sz="quarter" idx="4"/>
            <p:custDataLst>
              <p:tags r:id="rId10"/>
            </p:custDataLst>
          </p:nvPr>
        </p:nvSpPr>
        <p:spPr>
          <a:xfrm>
            <a:off x="11760629" y="6606877"/>
            <a:ext cx="431371" cy="194616"/>
          </a:xfrm>
          <a:prstGeom prst="rect">
            <a:avLst/>
          </a:prstGeom>
          <a:solidFill>
            <a:srgbClr val="20A15E"/>
          </a:solidFill>
          <a:ln>
            <a:noFill/>
          </a:ln>
        </p:spPr>
        <p:style>
          <a:lnRef idx="2">
            <a:schemeClr val="dk1">
              <a:shade val="50000"/>
            </a:schemeClr>
          </a:lnRef>
          <a:fillRef idx="1">
            <a:schemeClr val="dk1"/>
          </a:fillRef>
          <a:effectRef idx="0">
            <a:schemeClr val="dk1"/>
          </a:effectRef>
          <a:fontRef idx="none"/>
        </p:style>
        <p:txBody>
          <a:bodyPr lIns="0" tIns="0" rIns="0" bIns="0" anchor="ctr" anchorCtr="1"/>
          <a:lstStyle>
            <a:lvl1pPr algn="ctr" fontAlgn="auto">
              <a:spcBef>
                <a:spcPts val="0"/>
              </a:spcBef>
              <a:spcAft>
                <a:spcPts val="0"/>
              </a:spcAft>
              <a:defRPr kumimoji="0" sz="1100" b="0" baseline="0" smtClean="0">
                <a:solidFill>
                  <a:schemeClr val="bg1"/>
                </a:solidFill>
                <a:latin typeface="Candara" panose="020E0502030303020204" pitchFamily="34" charset="0"/>
                <a:ea typeface="+mn-ea"/>
                <a:cs typeface="Arial" panose="020B0604020202020204" pitchFamily="34" charset="0"/>
              </a:defRPr>
            </a:lvl1pPr>
          </a:lstStyle>
          <a:p>
            <a:fld id="{4EA1E582-E1CC-4474-812F-1657BC5920B7}" type="slidenum">
              <a:rPr lang="ko-KR" altLang="en-US" smtClean="0"/>
              <a:t>‹#›</a:t>
            </a:fld>
            <a:endParaRPr lang="ko-KR" altLang="en-US"/>
          </a:p>
        </p:txBody>
      </p:sp>
      <p:sp>
        <p:nvSpPr>
          <p:cNvPr id="5" name="직사각형 4">
            <a:extLst>
              <a:ext uri="{FF2B5EF4-FFF2-40B4-BE49-F238E27FC236}">
                <a16:creationId xmlns:a16="http://schemas.microsoft.com/office/drawing/2014/main" id="{B6308AFA-27F4-0274-68E4-F46444594045}"/>
              </a:ext>
            </a:extLst>
          </p:cNvPr>
          <p:cNvSpPr/>
          <p:nvPr userDrawn="1"/>
        </p:nvSpPr>
        <p:spPr>
          <a:xfrm>
            <a:off x="0" y="6799588"/>
            <a:ext cx="12192000" cy="66032"/>
          </a:xfrm>
          <a:prstGeom prst="rect">
            <a:avLst/>
          </a:prstGeom>
          <a:solidFill>
            <a:srgbClr val="20A15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800"/>
          </a:p>
        </p:txBody>
      </p:sp>
    </p:spTree>
    <p:extLst>
      <p:ext uri="{BB962C8B-B14F-4D97-AF65-F5344CB8AC3E}">
        <p14:creationId xmlns:p14="http://schemas.microsoft.com/office/powerpoint/2010/main" val="3541481277"/>
      </p:ext>
    </p:extLst>
  </p:cSld>
  <p:clrMap bg1="lt1" tx1="dk1" bg2="lt2" tx2="dk2" accent1="accent1" accent2="accent2" accent3="accent3" accent4="accent4" accent5="accent5" accent6="accent6" hlink="hlink" folHlink="folHlink"/>
  <p:sldLayoutIdLst>
    <p:sldLayoutId id="2147483678" r:id="rId1"/>
    <p:sldLayoutId id="2147483679" r:id="rId2"/>
    <p:sldLayoutId id="2147483680" r:id="rId3"/>
    <p:sldLayoutId id="2147483686" r:id="rId4"/>
    <p:sldLayoutId id="2147483681" r:id="rId5"/>
    <p:sldLayoutId id="2147483682" r:id="rId6"/>
    <p:sldLayoutId id="2147483683" r:id="rId7"/>
    <p:sldLayoutId id="2147483685" r:id="rId8"/>
  </p:sldLayoutIdLst>
  <p:hf hdr="0" ftr="0" dt="0"/>
  <p:txStyles>
    <p:titleStyle>
      <a:lvl1pPr algn="ctr" rtl="0" eaLnBrk="1" fontAlgn="base" latinLnBrk="1" hangingPunct="1">
        <a:spcBef>
          <a:spcPct val="0"/>
        </a:spcBef>
        <a:spcAft>
          <a:spcPct val="0"/>
        </a:spcAft>
        <a:defRPr sz="2800" b="1" kern="1200" baseline="0">
          <a:solidFill>
            <a:schemeClr val="tx1">
              <a:lumMod val="75000"/>
              <a:lumOff val="25000"/>
            </a:schemeClr>
          </a:solidFill>
          <a:effectLst>
            <a:glow rad="127000">
              <a:schemeClr val="bg1"/>
            </a:glow>
            <a:outerShdw blurRad="38100" dist="38100" dir="2700000" algn="tl" rotWithShape="0">
              <a:prstClr val="black">
                <a:alpha val="40000"/>
              </a:prstClr>
            </a:outerShdw>
          </a:effectLst>
          <a:latin typeface="Calibri" panose="020F0502020204030204" pitchFamily="34" charset="0"/>
          <a:ea typeface="+mj-ea"/>
          <a:cs typeface="+mj-cs"/>
        </a:defRPr>
      </a:lvl1pPr>
      <a:lvl2pPr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2pPr>
      <a:lvl3pPr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3pPr>
      <a:lvl4pPr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4pPr>
      <a:lvl5pPr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5pPr>
      <a:lvl6pPr marL="457200"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6pPr>
      <a:lvl7pPr marL="914400"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7pPr>
      <a:lvl8pPr marL="1371600"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8pPr>
      <a:lvl9pPr marL="1828800"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9pPr>
    </p:titleStyle>
    <p:bodyStyle>
      <a:lvl1pPr marL="342900" indent="-342900" algn="l" rtl="0" eaLnBrk="1" fontAlgn="base" latinLnBrk="1" hangingPunct="1">
        <a:lnSpc>
          <a:spcPct val="150000"/>
        </a:lnSpc>
        <a:spcBef>
          <a:spcPts val="1200"/>
        </a:spcBef>
        <a:spcAft>
          <a:spcPts val="600"/>
        </a:spcAft>
        <a:buFont typeface="Wingdings" pitchFamily="2" charset="2"/>
        <a:buChar char="v"/>
        <a:defRPr sz="2800" b="1" kern="1200" baseline="0">
          <a:solidFill>
            <a:schemeClr val="tx1"/>
          </a:solidFill>
          <a:effectLst/>
          <a:latin typeface="Calibri" panose="020F0502020204030204" pitchFamily="34" charset="0"/>
          <a:ea typeface="+mn-ea"/>
          <a:cs typeface="+mn-cs"/>
        </a:defRPr>
      </a:lvl1pPr>
      <a:lvl2pPr marL="742950" indent="-285750" algn="l" rtl="0" eaLnBrk="1" fontAlgn="base" latinLnBrk="1" hangingPunct="1">
        <a:lnSpc>
          <a:spcPct val="100000"/>
        </a:lnSpc>
        <a:spcBef>
          <a:spcPts val="600"/>
        </a:spcBef>
        <a:spcAft>
          <a:spcPts val="600"/>
        </a:spcAft>
        <a:buFont typeface="Wingdings" pitchFamily="2" charset="2"/>
        <a:buChar char="§"/>
        <a:defRPr sz="2000" kern="1200" baseline="0">
          <a:solidFill>
            <a:schemeClr val="tx1"/>
          </a:solidFill>
          <a:latin typeface="Calibri" panose="020F0502020204030204" pitchFamily="34" charset="0"/>
          <a:ea typeface="+mn-ea"/>
          <a:cs typeface="+mn-cs"/>
        </a:defRPr>
      </a:lvl2pPr>
      <a:lvl3pPr marL="1143000" indent="-228600" algn="l" rtl="0" eaLnBrk="1" fontAlgn="base" latinLnBrk="1" hangingPunct="1">
        <a:lnSpc>
          <a:spcPct val="100000"/>
        </a:lnSpc>
        <a:spcBef>
          <a:spcPts val="300"/>
        </a:spcBef>
        <a:spcAft>
          <a:spcPts val="300"/>
        </a:spcAft>
        <a:buFont typeface="Arial" charset="0"/>
        <a:buChar char="•"/>
        <a:defRPr sz="1800" kern="1200" baseline="0">
          <a:solidFill>
            <a:schemeClr val="tx1"/>
          </a:solidFill>
          <a:latin typeface="Calibri" panose="020F0502020204030204" pitchFamily="34" charset="0"/>
          <a:ea typeface="+mn-ea"/>
          <a:cs typeface="+mn-cs"/>
        </a:defRPr>
      </a:lvl3pPr>
      <a:lvl4pPr marL="1600200" indent="-228600" algn="l" rtl="0" eaLnBrk="1" fontAlgn="base" latinLnBrk="1" hangingPunct="1">
        <a:lnSpc>
          <a:spcPct val="100000"/>
        </a:lnSpc>
        <a:spcBef>
          <a:spcPts val="300"/>
        </a:spcBef>
        <a:spcAft>
          <a:spcPts val="300"/>
        </a:spcAft>
        <a:buFont typeface="Arial" charset="0"/>
        <a:buChar char="–"/>
        <a:defRPr sz="1600" kern="1200" baseline="0">
          <a:solidFill>
            <a:schemeClr val="tx1"/>
          </a:solidFill>
          <a:latin typeface="Calibri" panose="020F0502020204030204" pitchFamily="34" charset="0"/>
          <a:ea typeface="+mn-ea"/>
          <a:cs typeface="+mn-cs"/>
        </a:defRPr>
      </a:lvl4pPr>
      <a:lvl5pPr marL="2057400" indent="-228600" algn="l" rtl="0" eaLnBrk="1" fontAlgn="base" latinLnBrk="1" hangingPunct="1">
        <a:lnSpc>
          <a:spcPct val="100000"/>
        </a:lnSpc>
        <a:spcBef>
          <a:spcPts val="300"/>
        </a:spcBef>
        <a:spcAft>
          <a:spcPts val="300"/>
        </a:spcAft>
        <a:buFont typeface="Arial" charset="0"/>
        <a:buChar char="»"/>
        <a:defRPr sz="1600" kern="1200" baseline="0">
          <a:solidFill>
            <a:schemeClr val="tx1"/>
          </a:solidFill>
          <a:latin typeface="Calibri" panose="020F0502020204030204" pitchFamily="34" charset="0"/>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4" pos="5120">
          <p15:clr>
            <a:srgbClr val="F26B43"/>
          </p15:clr>
        </p15:guide>
        <p15:guide id="5" orient="horz" pos="2160">
          <p15:clr>
            <a:srgbClr val="F26B43"/>
          </p15:clr>
        </p15:guide>
        <p15:guide id="6" pos="3840">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3" name="그림 2">
            <a:extLst>
              <a:ext uri="{FF2B5EF4-FFF2-40B4-BE49-F238E27FC236}">
                <a16:creationId xmlns:a16="http://schemas.microsoft.com/office/drawing/2014/main" id="{60F70167-0F24-88D5-E142-05788E78D2D9}"/>
              </a:ext>
            </a:extLst>
          </p:cNvPr>
          <p:cNvPicPr>
            <a:picLocks noChangeAspect="1"/>
          </p:cNvPicPr>
          <p:nvPr userDrawn="1"/>
        </p:nvPicPr>
        <p:blipFill>
          <a:blip r:embed="rId10" cstate="print">
            <a:extLst>
              <a:ext uri="{28A0092B-C50C-407E-A947-70E740481C1C}">
                <a14:useLocalDpi xmlns:a14="http://schemas.microsoft.com/office/drawing/2010/main" val="0"/>
              </a:ext>
            </a:extLst>
          </a:blip>
          <a:stretch>
            <a:fillRect/>
          </a:stretch>
        </p:blipFill>
        <p:spPr>
          <a:xfrm>
            <a:off x="-1" y="0"/>
            <a:ext cx="12192001" cy="6858000"/>
          </a:xfrm>
          <a:prstGeom prst="rect">
            <a:avLst/>
          </a:prstGeom>
        </p:spPr>
      </p:pic>
      <p:sp>
        <p:nvSpPr>
          <p:cNvPr id="4" name="슬라이드 번호 개체 틀 5">
            <a:extLst>
              <a:ext uri="{FF2B5EF4-FFF2-40B4-BE49-F238E27FC236}">
                <a16:creationId xmlns:a16="http://schemas.microsoft.com/office/drawing/2014/main" id="{4C7ADD59-4053-611F-BD7F-931BD4E88DA1}"/>
              </a:ext>
            </a:extLst>
          </p:cNvPr>
          <p:cNvSpPr>
            <a:spLocks noGrp="1"/>
          </p:cNvSpPr>
          <p:nvPr>
            <p:ph type="sldNum" sz="quarter" idx="4"/>
          </p:nvPr>
        </p:nvSpPr>
        <p:spPr>
          <a:xfrm>
            <a:off x="11760629" y="6606877"/>
            <a:ext cx="431371" cy="194616"/>
          </a:xfrm>
          <a:prstGeom prst="rect">
            <a:avLst/>
          </a:prstGeom>
          <a:solidFill>
            <a:srgbClr val="20A15E"/>
          </a:solidFill>
          <a:ln>
            <a:noFill/>
          </a:ln>
        </p:spPr>
        <p:style>
          <a:lnRef idx="2">
            <a:schemeClr val="dk1">
              <a:shade val="50000"/>
            </a:schemeClr>
          </a:lnRef>
          <a:fillRef idx="1">
            <a:schemeClr val="dk1"/>
          </a:fillRef>
          <a:effectRef idx="0">
            <a:schemeClr val="dk1"/>
          </a:effectRef>
          <a:fontRef idx="none"/>
        </p:style>
        <p:txBody>
          <a:bodyPr lIns="0" tIns="0" rIns="0" bIns="0" anchor="ctr" anchorCtr="1"/>
          <a:lstStyle>
            <a:lvl1pPr algn="ctr" fontAlgn="auto">
              <a:spcBef>
                <a:spcPts val="0"/>
              </a:spcBef>
              <a:spcAft>
                <a:spcPts val="0"/>
              </a:spcAft>
              <a:defRPr kumimoji="0" sz="1100" b="0" baseline="0" smtClean="0">
                <a:solidFill>
                  <a:schemeClr val="bg1"/>
                </a:solidFill>
                <a:latin typeface="Candara" panose="020E0502030303020204" pitchFamily="34" charset="0"/>
                <a:ea typeface="+mn-ea"/>
                <a:cs typeface="Arial" panose="020B0604020202020204" pitchFamily="34" charset="0"/>
              </a:defRPr>
            </a:lvl1pPr>
          </a:lstStyle>
          <a:p>
            <a:fld id="{4EA1E582-E1CC-4474-812F-1657BC5920B7}" type="slidenum">
              <a:rPr lang="ko-KR" altLang="en-US" smtClean="0"/>
              <a:t>‹#›</a:t>
            </a:fld>
            <a:endParaRPr lang="ko-KR" altLang="en-US"/>
          </a:p>
        </p:txBody>
      </p:sp>
      <p:sp>
        <p:nvSpPr>
          <p:cNvPr id="5" name="직사각형 4">
            <a:extLst>
              <a:ext uri="{FF2B5EF4-FFF2-40B4-BE49-F238E27FC236}">
                <a16:creationId xmlns:a16="http://schemas.microsoft.com/office/drawing/2014/main" id="{B6308AFA-27F4-0274-68E4-F46444594045}"/>
              </a:ext>
            </a:extLst>
          </p:cNvPr>
          <p:cNvSpPr/>
          <p:nvPr userDrawn="1"/>
        </p:nvSpPr>
        <p:spPr>
          <a:xfrm>
            <a:off x="0" y="6799588"/>
            <a:ext cx="12192000" cy="66032"/>
          </a:xfrm>
          <a:prstGeom prst="rect">
            <a:avLst/>
          </a:prstGeom>
          <a:solidFill>
            <a:srgbClr val="20A15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800"/>
          </a:p>
        </p:txBody>
      </p:sp>
    </p:spTree>
    <p:extLst>
      <p:ext uri="{BB962C8B-B14F-4D97-AF65-F5344CB8AC3E}">
        <p14:creationId xmlns:p14="http://schemas.microsoft.com/office/powerpoint/2010/main" val="3541481277"/>
      </p:ext>
    </p:extLst>
  </p:cSld>
  <p:clrMap bg1="lt1" tx1="dk1" bg2="lt2" tx2="dk2" accent1="accent1" accent2="accent2" accent3="accent3" accent4="accent4" accent5="accent5" accent6="accent6" hlink="hlink" folHlink="folHlink"/>
  <p:sldLayoutIdLst>
    <p:sldLayoutId id="2147483688" r:id="rId1"/>
    <p:sldLayoutId id="2147483689" r:id="rId2"/>
    <p:sldLayoutId id="2147483690" r:id="rId3"/>
    <p:sldLayoutId id="2147483691" r:id="rId4"/>
    <p:sldLayoutId id="2147483692" r:id="rId5"/>
    <p:sldLayoutId id="2147483693" r:id="rId6"/>
    <p:sldLayoutId id="2147483694" r:id="rId7"/>
    <p:sldLayoutId id="2147483695" r:id="rId8"/>
  </p:sldLayoutIdLst>
  <p:hf hdr="0" ftr="0" dt="0"/>
  <p:txStyles>
    <p:titleStyle>
      <a:lvl1pPr algn="ctr" rtl="0" eaLnBrk="1" fontAlgn="base" latinLnBrk="1" hangingPunct="1">
        <a:spcBef>
          <a:spcPct val="0"/>
        </a:spcBef>
        <a:spcAft>
          <a:spcPct val="0"/>
        </a:spcAft>
        <a:defRPr sz="2800" b="1" kern="1200" baseline="0">
          <a:solidFill>
            <a:schemeClr val="tx1">
              <a:lumMod val="75000"/>
              <a:lumOff val="25000"/>
            </a:schemeClr>
          </a:solidFill>
          <a:effectLst>
            <a:glow rad="127000">
              <a:schemeClr val="bg1"/>
            </a:glow>
            <a:outerShdw blurRad="38100" dist="38100" dir="2700000" algn="tl" rotWithShape="0">
              <a:prstClr val="black">
                <a:alpha val="40000"/>
              </a:prstClr>
            </a:outerShdw>
          </a:effectLst>
          <a:latin typeface="Calibri" panose="020F0502020204030204" pitchFamily="34" charset="0"/>
          <a:ea typeface="+mj-ea"/>
          <a:cs typeface="+mj-cs"/>
        </a:defRPr>
      </a:lvl1pPr>
      <a:lvl2pPr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2pPr>
      <a:lvl3pPr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3pPr>
      <a:lvl4pPr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4pPr>
      <a:lvl5pPr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5pPr>
      <a:lvl6pPr marL="457200"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6pPr>
      <a:lvl7pPr marL="914400"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7pPr>
      <a:lvl8pPr marL="1371600"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8pPr>
      <a:lvl9pPr marL="1828800"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9pPr>
    </p:titleStyle>
    <p:bodyStyle>
      <a:lvl1pPr marL="342900" indent="-342900" algn="l" rtl="0" eaLnBrk="1" fontAlgn="base" latinLnBrk="1" hangingPunct="1">
        <a:lnSpc>
          <a:spcPct val="150000"/>
        </a:lnSpc>
        <a:spcBef>
          <a:spcPts val="1200"/>
        </a:spcBef>
        <a:spcAft>
          <a:spcPts val="600"/>
        </a:spcAft>
        <a:buFont typeface="Wingdings" pitchFamily="2" charset="2"/>
        <a:buChar char="v"/>
        <a:defRPr sz="2800" b="1" kern="1200" baseline="0">
          <a:solidFill>
            <a:schemeClr val="tx1"/>
          </a:solidFill>
          <a:effectLst/>
          <a:latin typeface="Calibri" panose="020F0502020204030204" pitchFamily="34" charset="0"/>
          <a:ea typeface="+mn-ea"/>
          <a:cs typeface="+mn-cs"/>
        </a:defRPr>
      </a:lvl1pPr>
      <a:lvl2pPr marL="742950" indent="-285750" algn="l" rtl="0" eaLnBrk="1" fontAlgn="base" latinLnBrk="1" hangingPunct="1">
        <a:lnSpc>
          <a:spcPct val="100000"/>
        </a:lnSpc>
        <a:spcBef>
          <a:spcPts val="600"/>
        </a:spcBef>
        <a:spcAft>
          <a:spcPts val="600"/>
        </a:spcAft>
        <a:buFont typeface="Wingdings" pitchFamily="2" charset="2"/>
        <a:buChar char="§"/>
        <a:defRPr sz="2000" kern="1200" baseline="0">
          <a:solidFill>
            <a:schemeClr val="tx1"/>
          </a:solidFill>
          <a:latin typeface="Calibri" panose="020F0502020204030204" pitchFamily="34" charset="0"/>
          <a:ea typeface="+mn-ea"/>
          <a:cs typeface="+mn-cs"/>
        </a:defRPr>
      </a:lvl2pPr>
      <a:lvl3pPr marL="1143000" indent="-228600" algn="l" rtl="0" eaLnBrk="1" fontAlgn="base" latinLnBrk="1" hangingPunct="1">
        <a:lnSpc>
          <a:spcPct val="100000"/>
        </a:lnSpc>
        <a:spcBef>
          <a:spcPts val="300"/>
        </a:spcBef>
        <a:spcAft>
          <a:spcPts val="300"/>
        </a:spcAft>
        <a:buFont typeface="Arial" charset="0"/>
        <a:buChar char="•"/>
        <a:defRPr sz="1800" kern="1200" baseline="0">
          <a:solidFill>
            <a:schemeClr val="tx1"/>
          </a:solidFill>
          <a:latin typeface="Calibri" panose="020F0502020204030204" pitchFamily="34" charset="0"/>
          <a:ea typeface="+mn-ea"/>
          <a:cs typeface="+mn-cs"/>
        </a:defRPr>
      </a:lvl3pPr>
      <a:lvl4pPr marL="1600200" indent="-228600" algn="l" rtl="0" eaLnBrk="1" fontAlgn="base" latinLnBrk="1" hangingPunct="1">
        <a:lnSpc>
          <a:spcPct val="100000"/>
        </a:lnSpc>
        <a:spcBef>
          <a:spcPts val="300"/>
        </a:spcBef>
        <a:spcAft>
          <a:spcPts val="300"/>
        </a:spcAft>
        <a:buFont typeface="Arial" charset="0"/>
        <a:buChar char="–"/>
        <a:defRPr sz="1600" kern="1200" baseline="0">
          <a:solidFill>
            <a:schemeClr val="tx1"/>
          </a:solidFill>
          <a:latin typeface="Calibri" panose="020F0502020204030204" pitchFamily="34" charset="0"/>
          <a:ea typeface="+mn-ea"/>
          <a:cs typeface="+mn-cs"/>
        </a:defRPr>
      </a:lvl4pPr>
      <a:lvl5pPr marL="2057400" indent="-228600" algn="l" rtl="0" eaLnBrk="1" fontAlgn="base" latinLnBrk="1" hangingPunct="1">
        <a:lnSpc>
          <a:spcPct val="100000"/>
        </a:lnSpc>
        <a:spcBef>
          <a:spcPts val="300"/>
        </a:spcBef>
        <a:spcAft>
          <a:spcPts val="300"/>
        </a:spcAft>
        <a:buFont typeface="Arial" charset="0"/>
        <a:buChar char="»"/>
        <a:defRPr sz="1600" kern="1200" baseline="0">
          <a:solidFill>
            <a:schemeClr val="tx1"/>
          </a:solidFill>
          <a:latin typeface="Calibri" panose="020F0502020204030204" pitchFamily="34" charset="0"/>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image" Target="../media/image1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12.png"/><Relationship Id="rId4" Type="http://schemas.openxmlformats.org/officeDocument/2006/relationships/hyperlink" Target="https://eroun.ai/" TargetMode="External"/><Relationship Id="rId5" Type="http://schemas.openxmlformats.org/officeDocument/2006/relationships/image" Target="../media/image1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43.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44.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45.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46.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4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48.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image" Target="../media/image11.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CB3E7AAE-5DB9-4A88-3008-92C3F953D975}"/>
              </a:ext>
            </a:extLst>
          </p:cNvPr>
          <p:cNvSpPr>
            <a:spLocks noGrp="1"/>
          </p:cNvSpPr>
          <p:nvPr>
            <p:ph type="ctrTitle"/>
          </p:nvPr>
        </p:nvSpPr>
        <p:spPr/>
        <p:txBody>
          <a:bodyPr lIns="91440" tIns="45720" rIns="91440" bIns="45720" anchor="ctr" anchorCtr="0">
            <a:normAutofit/>
          </a:bodyPr>
          <a:lstStyle/>
          <a:p>
            <a:r>
              <a:rPr lang="ko-KR" altLang="en-US" err="1">
                <a:ln w="19050">
                  <a:solidFill>
                    <a:prstClr val="white"/>
                  </a:solidFill>
                </a:ln>
                <a:effectLst>
                  <a:glow rad="127000">
                    <a:prstClr val="white"/>
                  </a:glow>
                  <a:outerShdw blurRad="38100" dist="38100" dir="2700000" algn="tl" rotWithShape="0">
                    <a:prstClr val="black">
                      <a:alpha val="40000"/>
                    </a:prstClr>
                  </a:outerShdw>
                </a:effectLst>
                <a:latin typeface="HY헤드라인M"/>
                <a:ea typeface="HY헤드라인M"/>
              </a:rPr>
              <a:t>Competitor</a:t>
            </a:r>
            <a:r>
              <a:rPr lang="ko-KR" altLang="en-US">
                <a:ln w="19050">
                  <a:solidFill>
                    <a:prstClr val="white"/>
                  </a:solidFill>
                </a:ln>
                <a:effectLst>
                  <a:glow rad="127000">
                    <a:prstClr val="white"/>
                  </a:glow>
                  <a:outerShdw blurRad="38100" dist="38100" dir="2700000" algn="tl" rotWithShape="0">
                    <a:prstClr val="black">
                      <a:alpha val="40000"/>
                    </a:prstClr>
                  </a:outerShdw>
                </a:effectLst>
                <a:latin typeface="HY헤드라인M"/>
                <a:ea typeface="HY헤드라인M"/>
              </a:rPr>
              <a:t> </a:t>
            </a:r>
            <a:r>
              <a:rPr lang="ko-KR" altLang="en-US" err="1">
                <a:ln w="19050">
                  <a:solidFill>
                    <a:prstClr val="white"/>
                  </a:solidFill>
                </a:ln>
                <a:effectLst>
                  <a:glow rad="127000">
                    <a:prstClr val="white"/>
                  </a:glow>
                  <a:outerShdw blurRad="38100" dist="38100" dir="2700000" algn="tl" rotWithShape="0">
                    <a:prstClr val="black">
                      <a:alpha val="40000"/>
                    </a:prstClr>
                  </a:outerShdw>
                </a:effectLst>
                <a:latin typeface="HY헤드라인M"/>
                <a:ea typeface="HY헤드라인M"/>
              </a:rPr>
              <a:t>Analysis</a:t>
            </a:r>
            <a:r>
              <a:rPr lang="ko-KR" altLang="en-US">
                <a:ln w="19050">
                  <a:solidFill>
                    <a:prstClr val="white"/>
                  </a:solidFill>
                </a:ln>
                <a:effectLst>
                  <a:glow rad="127000">
                    <a:prstClr val="white"/>
                  </a:glow>
                  <a:outerShdw blurRad="38100" dist="38100" dir="2700000" algn="tl" rotWithShape="0">
                    <a:prstClr val="black">
                      <a:alpha val="40000"/>
                    </a:prstClr>
                  </a:outerShdw>
                </a:effectLst>
                <a:latin typeface="HY헤드라인M"/>
                <a:ea typeface="HY헤드라인M"/>
              </a:rPr>
              <a:t> </a:t>
            </a:r>
            <a:r>
              <a:rPr lang="ko-KR" altLang="en-US" err="1">
                <a:ln w="19050">
                  <a:solidFill>
                    <a:prstClr val="white"/>
                  </a:solidFill>
                </a:ln>
                <a:effectLst>
                  <a:glow rad="127000">
                    <a:prstClr val="white"/>
                  </a:glow>
                  <a:outerShdw blurRad="38100" dist="38100" dir="2700000" algn="tl" rotWithShape="0">
                    <a:prstClr val="black">
                      <a:alpha val="40000"/>
                    </a:prstClr>
                  </a:outerShdw>
                </a:effectLst>
                <a:latin typeface="HY헤드라인M"/>
                <a:ea typeface="HY헤드라인M"/>
              </a:rPr>
              <a:t>for</a:t>
            </a:r>
            <a:r>
              <a:rPr lang="ko-KR" altLang="en-US">
                <a:ln w="19050">
                  <a:solidFill>
                    <a:prstClr val="white"/>
                  </a:solidFill>
                </a:ln>
                <a:effectLst>
                  <a:glow rad="127000">
                    <a:prstClr val="white"/>
                  </a:glow>
                  <a:outerShdw blurRad="38100" dist="38100" dir="2700000" algn="tl" rotWithShape="0">
                    <a:prstClr val="black">
                      <a:alpha val="40000"/>
                    </a:prstClr>
                  </a:outerShdw>
                </a:effectLst>
                <a:latin typeface="HY헤드라인M"/>
                <a:ea typeface="HY헤드라인M"/>
              </a:rPr>
              <a:t> DLP</a:t>
            </a:r>
            <a:endParaRPr lang="ko-KR" altLang="en-US" err="1"/>
          </a:p>
        </p:txBody>
      </p:sp>
      <p:sp>
        <p:nvSpPr>
          <p:cNvPr id="3" name="부제목 2">
            <a:extLst>
              <a:ext uri="{FF2B5EF4-FFF2-40B4-BE49-F238E27FC236}">
                <a16:creationId xmlns:a16="http://schemas.microsoft.com/office/drawing/2014/main" id="{A5FADD5B-2A4F-CD7B-7F8B-0C6DB17D76A0}"/>
              </a:ext>
            </a:extLst>
          </p:cNvPr>
          <p:cNvSpPr>
            <a:spLocks noGrp="1"/>
          </p:cNvSpPr>
          <p:nvPr>
            <p:ph type="subTitle" idx="1"/>
          </p:nvPr>
        </p:nvSpPr>
        <p:spPr/>
        <p:txBody>
          <a:bodyPr/>
          <a:lstStyle/>
          <a:p>
            <a:endParaRPr lang="ko-KR" altLang="en-US"/>
          </a:p>
        </p:txBody>
      </p:sp>
    </p:spTree>
    <p:extLst>
      <p:ext uri="{BB962C8B-B14F-4D97-AF65-F5344CB8AC3E}">
        <p14:creationId xmlns:p14="http://schemas.microsoft.com/office/powerpoint/2010/main" val="29001756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번호 개체 틀 1">
            <a:extLst>
              <a:ext uri="{FF2B5EF4-FFF2-40B4-BE49-F238E27FC236}">
                <a16:creationId xmlns:a16="http://schemas.microsoft.com/office/drawing/2014/main" id="{66537892-1875-FF40-615D-EF382D2DA241}"/>
              </a:ext>
            </a:extLst>
          </p:cNvPr>
          <p:cNvSpPr>
            <a:spLocks noGrp="1"/>
          </p:cNvSpPr>
          <p:nvPr>
            <p:ph type="sldNum" sz="quarter" idx="4"/>
          </p:nvPr>
        </p:nvSpPr>
        <p:spPr>
          <a:xfrm>
            <a:off x="11760629" y="6606877"/>
            <a:ext cx="431371" cy="194616"/>
          </a:xfrm>
        </p:spPr>
        <p:txBody>
          <a:bodyPr/>
          <a:lstStyle/>
          <a:p>
            <a:fld id="{4EA1E582-E1CC-4474-812F-1657BC5920B7}" type="slidenum">
              <a:rPr lang="ko-KR" altLang="en-US" smtClean="0"/>
              <a:t>2</a:t>
            </a:fld>
            <a:endParaRPr lang="ko-KR" altLang="en-US"/>
          </a:p>
        </p:txBody>
      </p:sp>
      <p:sp>
        <p:nvSpPr>
          <p:cNvPr id="3" name="내용 개체 틀 2">
            <a:extLst>
              <a:ext uri="{FF2B5EF4-FFF2-40B4-BE49-F238E27FC236}">
                <a16:creationId xmlns:a16="http://schemas.microsoft.com/office/drawing/2014/main" id="{D97881FD-3CB2-7E20-12A9-AD521A0D0476}"/>
              </a:ext>
            </a:extLst>
          </p:cNvPr>
          <p:cNvSpPr>
            <a:spLocks noGrp="1"/>
          </p:cNvSpPr>
          <p:nvPr>
            <p:ph sz="quarter" idx="4294967295"/>
          </p:nvPr>
        </p:nvSpPr>
        <p:spPr>
          <a:xfrm>
            <a:off x="504921" y="1437247"/>
            <a:ext cx="11255708" cy="5152466"/>
          </a:xfrm>
          <a:prstGeom prst="rect">
            <a:avLst/>
          </a:prstGeom>
        </p:spPr>
        <p:txBody>
          <a:bodyPr lIns="91440" tIns="45720" rIns="91440" bIns="45720" anchor="t"/>
          <a:lstStyle/>
          <a:p>
            <a:r>
              <a:rPr lang="ko-KR" altLang="en-US" sz="2000" err="1">
                <a:latin typeface="Calibri"/>
                <a:ea typeface="맑은 고딕"/>
                <a:cs typeface="Calibri"/>
              </a:rPr>
              <a:t>Cite</a:t>
            </a:r>
            <a:r>
              <a:rPr lang="ko-KR" altLang="en-US" sz="2000">
                <a:latin typeface="Calibri"/>
                <a:ea typeface="맑은 고딕"/>
                <a:cs typeface="Calibri"/>
              </a:rPr>
              <a:t> </a:t>
            </a:r>
            <a:r>
              <a:rPr lang="ko-KR" altLang="en-US" sz="2000" err="1">
                <a:latin typeface="Calibri"/>
                <a:ea typeface="맑은 고딕"/>
                <a:cs typeface="Calibri"/>
              </a:rPr>
              <a:t>in</a:t>
            </a:r>
            <a:r>
              <a:rPr lang="ko-KR" altLang="en-US" sz="2000">
                <a:latin typeface="Calibri"/>
                <a:ea typeface="맑은 고딕"/>
                <a:cs typeface="Calibri"/>
              </a:rPr>
              <a:t> </a:t>
            </a:r>
            <a:r>
              <a:rPr lang="ko-KR" altLang="en-US" sz="2000" err="1">
                <a:latin typeface="Calibri"/>
                <a:ea typeface="맑은 고딕"/>
                <a:cs typeface="Calibri"/>
              </a:rPr>
              <a:t>the</a:t>
            </a:r>
            <a:r>
              <a:rPr lang="ko-KR" altLang="en-US" sz="2000">
                <a:latin typeface="Calibri"/>
                <a:ea typeface="맑은 고딕"/>
                <a:cs typeface="Calibri"/>
              </a:rPr>
              <a:t> </a:t>
            </a:r>
            <a:r>
              <a:rPr lang="ko-KR" altLang="en-US" sz="2000" err="1">
                <a:latin typeface="Calibri"/>
                <a:ea typeface="맑은 고딕"/>
                <a:cs typeface="Calibri"/>
              </a:rPr>
              <a:t>sentence</a:t>
            </a:r>
            <a:r>
              <a:rPr lang="ko-KR" altLang="en-US" sz="2000">
                <a:latin typeface="Calibri"/>
                <a:ea typeface="맑은 고딕"/>
                <a:cs typeface="Calibri"/>
              </a:rPr>
              <a:t> and </a:t>
            </a:r>
            <a:r>
              <a:rPr lang="ko-KR" altLang="en-US" sz="2000" err="1">
                <a:latin typeface="Calibri"/>
                <a:ea typeface="맑은 고딕"/>
                <a:cs typeface="Calibri"/>
              </a:rPr>
              <a:t>please</a:t>
            </a:r>
            <a:r>
              <a:rPr lang="ko-KR" altLang="en-US" sz="2000">
                <a:latin typeface="Calibri"/>
                <a:ea typeface="맑은 고딕"/>
                <a:cs typeface="Calibri"/>
              </a:rPr>
              <a:t> </a:t>
            </a:r>
            <a:r>
              <a:rPr lang="ko-KR" altLang="en-US" sz="2000" err="1">
                <a:latin typeface="Calibri"/>
                <a:ea typeface="맑은 고딕"/>
                <a:cs typeface="Calibri"/>
              </a:rPr>
              <a:t>put</a:t>
            </a:r>
            <a:r>
              <a:rPr lang="ko-KR" altLang="en-US" sz="2000">
                <a:latin typeface="Calibri"/>
                <a:ea typeface="맑은 고딕"/>
                <a:cs typeface="Calibri"/>
              </a:rPr>
              <a:t> </a:t>
            </a:r>
            <a:r>
              <a:rPr lang="ko-KR" altLang="en-US" sz="2000" err="1">
                <a:latin typeface="Calibri"/>
                <a:ea typeface="맑은 고딕"/>
                <a:cs typeface="Calibri"/>
              </a:rPr>
              <a:t>reference</a:t>
            </a:r>
            <a:r>
              <a:rPr lang="ko-KR" altLang="en-US" sz="2000">
                <a:latin typeface="Calibri"/>
                <a:ea typeface="맑은 고딕"/>
                <a:cs typeface="Calibri"/>
              </a:rPr>
              <a:t> </a:t>
            </a:r>
            <a:r>
              <a:rPr lang="ko-KR" altLang="en-US" sz="2000" err="1">
                <a:latin typeface="Calibri"/>
                <a:ea typeface="맑은 고딕"/>
                <a:cs typeface="Calibri"/>
              </a:rPr>
              <a:t>in</a:t>
            </a:r>
            <a:r>
              <a:rPr lang="ko-KR" altLang="en-US" sz="2000">
                <a:latin typeface="Calibri"/>
                <a:ea typeface="맑은 고딕"/>
                <a:cs typeface="Calibri"/>
              </a:rPr>
              <a:t> </a:t>
            </a:r>
            <a:r>
              <a:rPr lang="ko-KR" altLang="en-US" sz="2000" err="1">
                <a:latin typeface="Calibri"/>
                <a:ea typeface="맑은 고딕"/>
                <a:cs typeface="Calibri"/>
              </a:rPr>
              <a:t>the</a:t>
            </a:r>
            <a:r>
              <a:rPr lang="ko-KR" altLang="en-US" sz="2000">
                <a:latin typeface="Calibri"/>
                <a:ea typeface="맑은 고딕"/>
                <a:cs typeface="Calibri"/>
              </a:rPr>
              <a:t> </a:t>
            </a:r>
            <a:r>
              <a:rPr lang="ko-KR" altLang="en-US" sz="2000" err="1">
                <a:latin typeface="Calibri"/>
                <a:ea typeface="맑은 고딕"/>
                <a:cs typeface="Calibri"/>
              </a:rPr>
              <a:t>notes</a:t>
            </a:r>
            <a:r>
              <a:rPr lang="ko-KR" altLang="en-US" sz="2000">
                <a:latin typeface="Calibri"/>
                <a:ea typeface="맑은 고딕"/>
                <a:cs typeface="Calibri"/>
              </a:rPr>
              <a:t> </a:t>
            </a:r>
            <a:r>
              <a:rPr lang="ko-KR" altLang="en-US" sz="2000" err="1">
                <a:latin typeface="Calibri"/>
                <a:ea typeface="맑은 고딕"/>
                <a:cs typeface="Calibri"/>
              </a:rPr>
              <a:t>section</a:t>
            </a:r>
            <a:r>
              <a:rPr lang="ko-KR" altLang="en-US" sz="2000">
                <a:latin typeface="Calibri"/>
                <a:ea typeface="맑은 고딕"/>
                <a:cs typeface="Calibri"/>
              </a:rPr>
              <a:t>.</a:t>
            </a:r>
            <a:endParaRPr lang="ko-KR" altLang="en-US" sz="2000">
              <a:ea typeface="맑은 고딕"/>
              <a:cs typeface="Calibri"/>
            </a:endParaRPr>
          </a:p>
          <a:p>
            <a:r>
              <a:rPr lang="ko-KR" altLang="en-US" sz="2000">
                <a:latin typeface="Calibri"/>
                <a:ea typeface="맑은 고딕"/>
                <a:cs typeface="Calibri"/>
              </a:rPr>
              <a:t> </a:t>
            </a:r>
            <a:r>
              <a:rPr lang="ko-KR" altLang="en-US" sz="2000" err="1">
                <a:latin typeface="Calibri"/>
                <a:ea typeface="맑은 고딕"/>
                <a:cs typeface="Calibri"/>
              </a:rPr>
              <a:t>If</a:t>
            </a:r>
            <a:r>
              <a:rPr lang="ko-KR" altLang="en-US" sz="2000">
                <a:latin typeface="Calibri"/>
                <a:ea typeface="맑은 고딕"/>
                <a:cs typeface="Calibri"/>
              </a:rPr>
              <a:t> </a:t>
            </a:r>
            <a:r>
              <a:rPr lang="ko-KR" altLang="en-US" sz="2000" err="1">
                <a:latin typeface="Calibri"/>
                <a:ea typeface="맑은 고딕"/>
                <a:cs typeface="Calibri"/>
              </a:rPr>
              <a:t>using</a:t>
            </a:r>
            <a:r>
              <a:rPr lang="ko-KR" altLang="en-US" sz="2000">
                <a:latin typeface="Calibri"/>
                <a:ea typeface="맑은 고딕"/>
                <a:cs typeface="Calibri"/>
              </a:rPr>
              <a:t> AI </a:t>
            </a:r>
            <a:r>
              <a:rPr lang="ko-KR" altLang="en-US" sz="2000" err="1">
                <a:latin typeface="Calibri"/>
                <a:ea typeface="맑은 고딕"/>
                <a:cs typeface="Calibri"/>
              </a:rPr>
              <a:t>to</a:t>
            </a:r>
            <a:r>
              <a:rPr lang="ko-KR" altLang="en-US" sz="2000">
                <a:latin typeface="Calibri"/>
                <a:ea typeface="맑은 고딕"/>
                <a:cs typeface="Calibri"/>
              </a:rPr>
              <a:t> </a:t>
            </a:r>
            <a:r>
              <a:rPr lang="ko-KR" altLang="en-US" sz="2000" err="1">
                <a:latin typeface="Calibri"/>
                <a:ea typeface="맑은 고딕"/>
                <a:cs typeface="Calibri"/>
              </a:rPr>
              <a:t>make</a:t>
            </a:r>
            <a:r>
              <a:rPr lang="ko-KR" altLang="en-US" sz="2000">
                <a:latin typeface="Calibri"/>
                <a:ea typeface="맑은 고딕"/>
                <a:cs typeface="Calibri"/>
              </a:rPr>
              <a:t> </a:t>
            </a:r>
            <a:r>
              <a:rPr lang="ko-KR" altLang="en-US" sz="2000" err="1">
                <a:latin typeface="Calibri"/>
                <a:ea typeface="맑은 고딕"/>
                <a:cs typeface="Calibri"/>
              </a:rPr>
              <a:t>analysis</a:t>
            </a:r>
            <a:r>
              <a:rPr lang="ko-KR" altLang="en-US" sz="2000">
                <a:latin typeface="Calibri"/>
                <a:ea typeface="맑은 고딕"/>
                <a:cs typeface="Calibri"/>
              </a:rPr>
              <a:t>, </a:t>
            </a:r>
            <a:r>
              <a:rPr lang="ko-KR" altLang="en-US" sz="2000" err="1">
                <a:latin typeface="Calibri"/>
                <a:ea typeface="맑은 고딕"/>
                <a:cs typeface="Calibri"/>
              </a:rPr>
              <a:t>please</a:t>
            </a:r>
            <a:r>
              <a:rPr lang="ko-KR" altLang="en-US" sz="2000">
                <a:latin typeface="Calibri"/>
                <a:ea typeface="맑은 고딕"/>
                <a:cs typeface="Calibri"/>
              </a:rPr>
              <a:t> </a:t>
            </a:r>
            <a:r>
              <a:rPr lang="ko-KR" altLang="en-US" sz="2000" err="1">
                <a:latin typeface="Calibri"/>
                <a:ea typeface="맑은 고딕"/>
                <a:cs typeface="Calibri"/>
              </a:rPr>
              <a:t>validate</a:t>
            </a:r>
            <a:r>
              <a:rPr lang="ko-KR" altLang="en-US" sz="2000">
                <a:latin typeface="Calibri"/>
                <a:ea typeface="맑은 고딕"/>
                <a:cs typeface="Calibri"/>
              </a:rPr>
              <a:t> </a:t>
            </a:r>
            <a:r>
              <a:rPr lang="ko-KR" altLang="en-US" sz="2000" err="1">
                <a:latin typeface="Calibri"/>
                <a:ea typeface="맑은 고딕"/>
                <a:cs typeface="Calibri"/>
              </a:rPr>
              <a:t>the</a:t>
            </a:r>
            <a:r>
              <a:rPr lang="ko-KR" altLang="en-US" sz="2000">
                <a:latin typeface="Calibri"/>
                <a:ea typeface="맑은 고딕"/>
                <a:cs typeface="Calibri"/>
              </a:rPr>
              <a:t> </a:t>
            </a:r>
            <a:r>
              <a:rPr lang="ko-KR" altLang="en-US" sz="2000" err="1">
                <a:latin typeface="Calibri"/>
                <a:ea typeface="맑은 고딕"/>
                <a:cs typeface="Calibri"/>
              </a:rPr>
              <a:t>sources</a:t>
            </a:r>
            <a:r>
              <a:rPr lang="ko-KR" altLang="en-US" sz="2000">
                <a:latin typeface="Calibri"/>
                <a:ea typeface="맑은 고딕"/>
                <a:cs typeface="Calibri"/>
              </a:rPr>
              <a:t>  ^^</a:t>
            </a:r>
            <a:endParaRPr lang="ko-KR" altLang="en-US" sz="2000">
              <a:ea typeface="맑은 고딕"/>
              <a:cs typeface="Calibri"/>
            </a:endParaRPr>
          </a:p>
        </p:txBody>
      </p:sp>
      <p:sp>
        <p:nvSpPr>
          <p:cNvPr id="4" name="제목 3">
            <a:extLst>
              <a:ext uri="{FF2B5EF4-FFF2-40B4-BE49-F238E27FC236}">
                <a16:creationId xmlns:a16="http://schemas.microsoft.com/office/drawing/2014/main" id="{A10ED042-2626-A6D1-8E6A-44EF8BB9B654}"/>
              </a:ext>
            </a:extLst>
          </p:cNvPr>
          <p:cNvSpPr>
            <a:spLocks noGrp="1"/>
          </p:cNvSpPr>
          <p:nvPr>
            <p:ph type="title"/>
          </p:nvPr>
        </p:nvSpPr>
        <p:spPr>
          <a:xfrm>
            <a:off x="295235" y="268287"/>
            <a:ext cx="10666268" cy="464670"/>
          </a:xfrm>
          <a:prstGeom prst="rect">
            <a:avLst/>
          </a:prstGeom>
        </p:spPr>
        <p:txBody>
          <a:bodyPr/>
          <a:lstStyle/>
          <a:p>
            <a:endParaRPr lang="ko-KR" altLang="en-US"/>
          </a:p>
        </p:txBody>
      </p:sp>
      <p:sp>
        <p:nvSpPr>
          <p:cNvPr id="5" name="텍스트 개체 틀 4">
            <a:extLst>
              <a:ext uri="{FF2B5EF4-FFF2-40B4-BE49-F238E27FC236}">
                <a16:creationId xmlns:a16="http://schemas.microsoft.com/office/drawing/2014/main" id="{DD3B5E0C-C4AE-58A7-5760-F88814B98792}"/>
              </a:ext>
            </a:extLst>
          </p:cNvPr>
          <p:cNvSpPr>
            <a:spLocks noGrp="1"/>
          </p:cNvSpPr>
          <p:nvPr>
            <p:ph type="body" sz="quarter" idx="4294967295"/>
          </p:nvPr>
        </p:nvSpPr>
        <p:spPr>
          <a:xfrm>
            <a:off x="295235" y="869838"/>
            <a:ext cx="11465393" cy="401637"/>
          </a:xfrm>
          <a:prstGeom prst="rect">
            <a:avLst/>
          </a:prstGeom>
        </p:spPr>
        <p:txBody>
          <a:bodyPr lIns="91440" tIns="45720" rIns="91440" bIns="45720" anchor="t"/>
          <a:lstStyle/>
          <a:p>
            <a:pPr marL="0" indent="0">
              <a:buNone/>
            </a:pPr>
            <a:r>
              <a:rPr lang="ko-KR" altLang="en-US" sz="1800" err="1">
                <a:latin typeface="Calibri"/>
                <a:ea typeface="맑은 고딕"/>
                <a:cs typeface="Calibri"/>
              </a:rPr>
              <a:t>Guide</a:t>
            </a:r>
            <a:r>
              <a:rPr lang="ko-KR" altLang="en-US" sz="1800">
                <a:latin typeface="Calibri"/>
                <a:ea typeface="맑은 고딕"/>
                <a:cs typeface="Calibri"/>
              </a:rPr>
              <a:t> </a:t>
            </a:r>
            <a:r>
              <a:rPr lang="ko-KR" altLang="en-US" sz="1800" err="1">
                <a:latin typeface="Calibri"/>
                <a:ea typeface="맑은 고딕"/>
                <a:cs typeface="Calibri"/>
              </a:rPr>
              <a:t>for</a:t>
            </a:r>
            <a:r>
              <a:rPr lang="ko-KR" altLang="en-US" sz="1800">
                <a:latin typeface="Calibri"/>
                <a:ea typeface="맑은 고딕"/>
                <a:cs typeface="Calibri"/>
              </a:rPr>
              <a:t> </a:t>
            </a:r>
            <a:r>
              <a:rPr lang="ko-KR" altLang="en-US" sz="1800" err="1">
                <a:latin typeface="Calibri"/>
                <a:ea typeface="맑은 고딕"/>
                <a:cs typeface="Calibri"/>
              </a:rPr>
              <a:t>analysis</a:t>
            </a:r>
            <a:endParaRPr lang="ko-KR" altLang="en-US" sz="1800" err="1">
              <a:ea typeface="맑은 고딕"/>
              <a:cs typeface="Calibri"/>
            </a:endParaRPr>
          </a:p>
        </p:txBody>
      </p:sp>
    </p:spTree>
    <p:extLst>
      <p:ext uri="{BB962C8B-B14F-4D97-AF65-F5344CB8AC3E}">
        <p14:creationId xmlns:p14="http://schemas.microsoft.com/office/powerpoint/2010/main" val="25113522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E1B3C2-3795-044B-C879-1AE0A3A334F2}"/>
            </a:ext>
          </a:extLst>
        </p:cNvPr>
        <p:cNvGrpSpPr/>
        <p:nvPr/>
      </p:nvGrpSpPr>
      <p:grpSpPr>
        <a:xfrm>
          <a:off x="0" y="0"/>
          <a:ext cx="0" cy="0"/>
          <a:chOff x="0" y="0"/>
          <a:chExt cx="0" cy="0"/>
        </a:xfrm>
      </p:grpSpPr>
      <p:pic>
        <p:nvPicPr>
          <p:cNvPr id="5" name="그림 4">
            <a:extLst>
              <a:ext uri="{FF2B5EF4-FFF2-40B4-BE49-F238E27FC236}">
                <a16:creationId xmlns:a16="http://schemas.microsoft.com/office/drawing/2014/main" id="{5C7F9068-0CAA-2E07-0514-CCBBF5E392F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92012" cy="6858000"/>
          </a:xfrm>
          <a:prstGeom prst="rect">
            <a:avLst/>
          </a:prstGeom>
        </p:spPr>
      </p:pic>
      <p:sp>
        <p:nvSpPr>
          <p:cNvPr id="6" name="직사각형 5">
            <a:extLst>
              <a:ext uri="{FF2B5EF4-FFF2-40B4-BE49-F238E27FC236}">
                <a16:creationId xmlns:a16="http://schemas.microsoft.com/office/drawing/2014/main" id="{43488C38-A76E-A732-E61A-570396EC9B8C}"/>
              </a:ext>
            </a:extLst>
          </p:cNvPr>
          <p:cNvSpPr/>
          <p:nvPr/>
        </p:nvSpPr>
        <p:spPr>
          <a:xfrm>
            <a:off x="0" y="2924944"/>
            <a:ext cx="12192000" cy="3763872"/>
          </a:xfrm>
          <a:prstGeom prst="rect">
            <a:avLst/>
          </a:prstGeom>
          <a:solidFill>
            <a:srgbClr val="10307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 name="자유형 21">
            <a:extLst>
              <a:ext uri="{FF2B5EF4-FFF2-40B4-BE49-F238E27FC236}">
                <a16:creationId xmlns:a16="http://schemas.microsoft.com/office/drawing/2014/main" id="{E286D773-4CE8-1799-E5E3-654CA9424C02}"/>
              </a:ext>
            </a:extLst>
          </p:cNvPr>
          <p:cNvSpPr/>
          <p:nvPr/>
        </p:nvSpPr>
        <p:spPr>
          <a:xfrm>
            <a:off x="5359223" y="2924944"/>
            <a:ext cx="1473554" cy="736777"/>
          </a:xfrm>
          <a:custGeom>
            <a:avLst/>
            <a:gdLst>
              <a:gd name="connsiteX0" fmla="*/ 0 w 1473554"/>
              <a:gd name="connsiteY0" fmla="*/ 0 h 736777"/>
              <a:gd name="connsiteX1" fmla="*/ 1473554 w 1473554"/>
              <a:gd name="connsiteY1" fmla="*/ 0 h 736777"/>
              <a:gd name="connsiteX2" fmla="*/ 736777 w 1473554"/>
              <a:gd name="connsiteY2" fmla="*/ 736777 h 736777"/>
              <a:gd name="connsiteX3" fmla="*/ 0 w 1473554"/>
              <a:gd name="connsiteY3" fmla="*/ 0 h 736777"/>
            </a:gdLst>
            <a:ahLst/>
            <a:cxnLst>
              <a:cxn ang="0">
                <a:pos x="connsiteX0" y="connsiteY0"/>
              </a:cxn>
              <a:cxn ang="0">
                <a:pos x="connsiteX1" y="connsiteY1"/>
              </a:cxn>
              <a:cxn ang="0">
                <a:pos x="connsiteX2" y="connsiteY2"/>
              </a:cxn>
              <a:cxn ang="0">
                <a:pos x="connsiteX3" y="connsiteY3"/>
              </a:cxn>
            </a:cxnLst>
            <a:rect l="l" t="t" r="r" b="b"/>
            <a:pathLst>
              <a:path w="1473554" h="736777">
                <a:moveTo>
                  <a:pt x="0" y="0"/>
                </a:moveTo>
                <a:lnTo>
                  <a:pt x="1473554" y="0"/>
                </a:lnTo>
                <a:cubicBezTo>
                  <a:pt x="1473554" y="406911"/>
                  <a:pt x="1143688" y="736777"/>
                  <a:pt x="736777" y="736777"/>
                </a:cubicBezTo>
                <a:cubicBezTo>
                  <a:pt x="329866" y="736777"/>
                  <a:pt x="0" y="406911"/>
                  <a:pt x="0" y="0"/>
                </a:cubicBezTo>
                <a:close/>
              </a:path>
            </a:pathLst>
          </a:custGeom>
          <a:gradFill>
            <a:gsLst>
              <a:gs pos="0">
                <a:schemeClr val="bg1">
                  <a:alpha val="81000"/>
                </a:schemeClr>
              </a:gs>
              <a:gs pos="100000">
                <a:schemeClr val="bg1">
                  <a:alpha val="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8" name="그룹 7">
            <a:extLst>
              <a:ext uri="{FF2B5EF4-FFF2-40B4-BE49-F238E27FC236}">
                <a16:creationId xmlns:a16="http://schemas.microsoft.com/office/drawing/2014/main" id="{296FA826-24C0-249D-96F7-51A48490EAE0}"/>
              </a:ext>
            </a:extLst>
          </p:cNvPr>
          <p:cNvGrpSpPr/>
          <p:nvPr/>
        </p:nvGrpSpPr>
        <p:grpSpPr>
          <a:xfrm>
            <a:off x="5447928" y="2352408"/>
            <a:ext cx="1296144" cy="1155178"/>
            <a:chOff x="5457656" y="2352408"/>
            <a:chExt cx="1296144" cy="1155178"/>
          </a:xfrm>
        </p:grpSpPr>
        <p:sp>
          <p:nvSpPr>
            <p:cNvPr id="9" name="타원 8">
              <a:extLst>
                <a:ext uri="{FF2B5EF4-FFF2-40B4-BE49-F238E27FC236}">
                  <a16:creationId xmlns:a16="http://schemas.microsoft.com/office/drawing/2014/main" id="{DE09BB31-9812-FA93-6DEA-6D4EC1CBCA52}"/>
                </a:ext>
              </a:extLst>
            </p:cNvPr>
            <p:cNvSpPr/>
            <p:nvPr/>
          </p:nvSpPr>
          <p:spPr>
            <a:xfrm>
              <a:off x="5528139" y="2352408"/>
              <a:ext cx="1155178" cy="1155178"/>
            </a:xfrm>
            <a:prstGeom prst="ellipse">
              <a:avLst/>
            </a:prstGeom>
            <a:solidFill>
              <a:srgbClr val="0F2E7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 name="자유형 8">
              <a:extLst>
                <a:ext uri="{FF2B5EF4-FFF2-40B4-BE49-F238E27FC236}">
                  <a16:creationId xmlns:a16="http://schemas.microsoft.com/office/drawing/2014/main" id="{A1B7C09B-5569-8DAA-3D85-ABDDFB254015}"/>
                </a:ext>
              </a:extLst>
            </p:cNvPr>
            <p:cNvSpPr/>
            <p:nvPr/>
          </p:nvSpPr>
          <p:spPr>
            <a:xfrm flipH="1" flipV="1">
              <a:off x="5525862" y="2705872"/>
              <a:ext cx="820757" cy="801714"/>
            </a:xfrm>
            <a:custGeom>
              <a:avLst/>
              <a:gdLst>
                <a:gd name="connsiteX0" fmla="*/ 323656 w 1092428"/>
                <a:gd name="connsiteY0" fmla="*/ 0 h 1067082"/>
                <a:gd name="connsiteX1" fmla="*/ 1092428 w 1092428"/>
                <a:gd name="connsiteY1" fmla="*/ 768772 h 1067082"/>
                <a:gd name="connsiteX2" fmla="*/ 1076809 w 1092428"/>
                <a:gd name="connsiteY2" fmla="*/ 923706 h 1067082"/>
                <a:gd name="connsiteX3" fmla="*/ 1032303 w 1092428"/>
                <a:gd name="connsiteY3" fmla="*/ 1067082 h 1067082"/>
                <a:gd name="connsiteX4" fmla="*/ 1029282 w 1092428"/>
                <a:gd name="connsiteY4" fmla="*/ 1007264 h 1067082"/>
                <a:gd name="connsiteX5" fmla="*/ 100773 w 1092428"/>
                <a:gd name="connsiteY5" fmla="*/ 78755 h 1067082"/>
                <a:gd name="connsiteX6" fmla="*/ 0 w 1092428"/>
                <a:gd name="connsiteY6" fmla="*/ 73666 h 1067082"/>
                <a:gd name="connsiteX7" fmla="*/ 24415 w 1092428"/>
                <a:gd name="connsiteY7" fmla="*/ 60414 h 1067082"/>
                <a:gd name="connsiteX8" fmla="*/ 323656 w 1092428"/>
                <a:gd name="connsiteY8" fmla="*/ 0 h 1067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92428" h="1067082">
                  <a:moveTo>
                    <a:pt x="323656" y="0"/>
                  </a:moveTo>
                  <a:cubicBezTo>
                    <a:pt x="748237" y="0"/>
                    <a:pt x="1092428" y="344191"/>
                    <a:pt x="1092428" y="768772"/>
                  </a:cubicBezTo>
                  <a:cubicBezTo>
                    <a:pt x="1092428" y="821845"/>
                    <a:pt x="1087050" y="873661"/>
                    <a:pt x="1076809" y="923706"/>
                  </a:cubicBezTo>
                  <a:lnTo>
                    <a:pt x="1032303" y="1067082"/>
                  </a:lnTo>
                  <a:lnTo>
                    <a:pt x="1029282" y="1007264"/>
                  </a:lnTo>
                  <a:cubicBezTo>
                    <a:pt x="979563" y="517687"/>
                    <a:pt x="590350" y="128474"/>
                    <a:pt x="100773" y="78755"/>
                  </a:cubicBezTo>
                  <a:lnTo>
                    <a:pt x="0" y="73666"/>
                  </a:lnTo>
                  <a:lnTo>
                    <a:pt x="24415" y="60414"/>
                  </a:lnTo>
                  <a:cubicBezTo>
                    <a:pt x="116390" y="21512"/>
                    <a:pt x="217511" y="0"/>
                    <a:pt x="323656" y="0"/>
                  </a:cubicBezTo>
                  <a:close/>
                </a:path>
              </a:pathLst>
            </a:custGeom>
            <a:solidFill>
              <a:schemeClr val="bg1">
                <a:alpha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ko-KR" altLang="en-US"/>
            </a:p>
          </p:txBody>
        </p:sp>
        <p:sp>
          <p:nvSpPr>
            <p:cNvPr id="11" name="타원 10">
              <a:extLst>
                <a:ext uri="{FF2B5EF4-FFF2-40B4-BE49-F238E27FC236}">
                  <a16:creationId xmlns:a16="http://schemas.microsoft.com/office/drawing/2014/main" id="{9EAC12F7-ABAC-AAA9-137F-0FC791E99B2E}"/>
                </a:ext>
              </a:extLst>
            </p:cNvPr>
            <p:cNvSpPr/>
            <p:nvPr/>
          </p:nvSpPr>
          <p:spPr>
            <a:xfrm flipV="1">
              <a:off x="5570919" y="2399862"/>
              <a:ext cx="1050162" cy="1050162"/>
            </a:xfrm>
            <a:prstGeom prst="ellipse">
              <a:avLst/>
            </a:prstGeom>
            <a:gradFill flip="none" rotWithShape="1">
              <a:gsLst>
                <a:gs pos="0">
                  <a:schemeClr val="bg1">
                    <a:alpha val="59000"/>
                  </a:schemeClr>
                </a:gs>
                <a:gs pos="41000">
                  <a:schemeClr val="bg1">
                    <a:alpha val="0"/>
                  </a:schemeClr>
                </a:gs>
                <a:gs pos="100000">
                  <a:schemeClr val="bg1">
                    <a:alpha val="0"/>
                  </a:schemeClr>
                </a:gs>
              </a:gsLst>
              <a:lin ang="4200000" scaled="0"/>
              <a:tileRect/>
            </a:gradFill>
            <a:ln w="12700">
              <a:gradFill>
                <a:gsLst>
                  <a:gs pos="0">
                    <a:schemeClr val="bg1">
                      <a:alpha val="51000"/>
                    </a:schemeClr>
                  </a:gs>
                  <a:gs pos="35000">
                    <a:schemeClr val="bg1">
                      <a:alpha val="0"/>
                    </a:schemeClr>
                  </a:gs>
                  <a:gs pos="100000">
                    <a:schemeClr val="bg1">
                      <a:alpha val="51000"/>
                    </a:schemeClr>
                  </a:gs>
                  <a:gs pos="48000">
                    <a:schemeClr val="bg1">
                      <a:alpha val="0"/>
                    </a:schemeClr>
                  </a:gs>
                </a:gsLst>
                <a:lin ang="186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prstClr val="white"/>
                </a:solidFill>
              </a:endParaRPr>
            </a:p>
          </p:txBody>
        </p:sp>
        <p:sp>
          <p:nvSpPr>
            <p:cNvPr id="12" name="제목 1">
              <a:extLst>
                <a:ext uri="{FF2B5EF4-FFF2-40B4-BE49-F238E27FC236}">
                  <a16:creationId xmlns:a16="http://schemas.microsoft.com/office/drawing/2014/main" id="{1A164728-4E92-7841-5719-CBDE97FE4671}"/>
                </a:ext>
              </a:extLst>
            </p:cNvPr>
            <p:cNvSpPr txBox="1">
              <a:spLocks/>
            </p:cNvSpPr>
            <p:nvPr/>
          </p:nvSpPr>
          <p:spPr>
            <a:xfrm>
              <a:off x="5457656" y="2352408"/>
              <a:ext cx="1296144" cy="1033885"/>
            </a:xfrm>
            <a:prstGeom prst="rect">
              <a:avLst/>
            </a:prstGeom>
          </p:spPr>
          <p:txBody>
            <a:bodyPr vert="horz" lIns="91440" tIns="45720" rIns="91440" bIns="45720" rtlCol="0" anchor="b">
              <a:noAutofit/>
            </a:bodyPr>
            <a:lstStyle>
              <a:lvl1pPr algn="ctr" defTabSz="914400" rtl="0" eaLnBrk="1" latinLnBrk="1" hangingPunct="1">
                <a:spcBef>
                  <a:spcPct val="0"/>
                </a:spcBef>
                <a:buNone/>
                <a:defRPr lang="ko-KR" altLang="en-US" sz="4400" b="1" kern="1200" dirty="0">
                  <a:solidFill>
                    <a:schemeClr val="tx1">
                      <a:lumMod val="75000"/>
                      <a:lumOff val="25000"/>
                    </a:schemeClr>
                  </a:solidFill>
                  <a:effectLst/>
                  <a:latin typeface="나눔바른고딕" panose="020B0603020101020101" pitchFamily="50" charset="-127"/>
                  <a:ea typeface="나눔바른고딕" panose="020B0603020101020101" pitchFamily="50" charset="-127"/>
                  <a:cs typeface="+mj-cs"/>
                </a:defRPr>
              </a:lvl1pPr>
            </a:lstStyle>
            <a:p>
              <a:r>
                <a:rPr lang="en-US" altLang="ko-KR" sz="5400" spc="-150">
                  <a:ln>
                    <a:solidFill>
                      <a:schemeClr val="bg1">
                        <a:alpha val="0"/>
                      </a:schemeClr>
                    </a:solidFill>
                  </a:ln>
                  <a:solidFill>
                    <a:schemeClr val="bg1"/>
                  </a:solidFill>
                  <a:latin typeface="+mn-lt"/>
                  <a:ea typeface="+mn-ea"/>
                  <a:cs typeface="+mn-cs"/>
                </a:rPr>
                <a:t>01</a:t>
              </a:r>
              <a:endParaRPr lang="ko-KR" altLang="en-US" sz="5400" spc="-150">
                <a:ln>
                  <a:solidFill>
                    <a:schemeClr val="bg1">
                      <a:alpha val="0"/>
                    </a:schemeClr>
                  </a:solidFill>
                </a:ln>
                <a:solidFill>
                  <a:schemeClr val="bg1"/>
                </a:solidFill>
                <a:latin typeface="+mn-lt"/>
                <a:ea typeface="+mn-ea"/>
                <a:cs typeface="+mn-cs"/>
              </a:endParaRPr>
            </a:p>
          </p:txBody>
        </p:sp>
      </p:grpSp>
      <p:sp>
        <p:nvSpPr>
          <p:cNvPr id="13" name="제목 1">
            <a:extLst>
              <a:ext uri="{FF2B5EF4-FFF2-40B4-BE49-F238E27FC236}">
                <a16:creationId xmlns:a16="http://schemas.microsoft.com/office/drawing/2014/main" id="{F98ECB1B-DA06-A9E4-0A9C-1010D22EED2F}"/>
              </a:ext>
            </a:extLst>
          </p:cNvPr>
          <p:cNvSpPr txBox="1">
            <a:spLocks/>
          </p:cNvSpPr>
          <p:nvPr/>
        </p:nvSpPr>
        <p:spPr>
          <a:xfrm>
            <a:off x="0" y="4005064"/>
            <a:ext cx="12192000" cy="776773"/>
          </a:xfrm>
          <a:prstGeom prst="rect">
            <a:avLst/>
          </a:prstGeom>
        </p:spPr>
        <p:txBody>
          <a:bodyPr vert="horz" lIns="91440" tIns="45720" rIns="91440" bIns="45720" rtlCol="0" anchor="b">
            <a:noAutofit/>
          </a:bodyPr>
          <a:lstStyle>
            <a:lvl1pPr algn="ctr" defTabSz="914400" rtl="0" eaLnBrk="1" latinLnBrk="1" hangingPunct="1">
              <a:spcBef>
                <a:spcPct val="0"/>
              </a:spcBef>
              <a:buNone/>
              <a:defRPr lang="ko-KR" altLang="en-US" sz="4400" b="1" kern="1200" dirty="0">
                <a:solidFill>
                  <a:schemeClr val="tx1">
                    <a:lumMod val="75000"/>
                    <a:lumOff val="25000"/>
                  </a:schemeClr>
                </a:solidFill>
                <a:effectLst/>
                <a:latin typeface="나눔바른고딕" panose="020B0603020101020101" pitchFamily="50" charset="-127"/>
                <a:ea typeface="나눔바른고딕" panose="020B0603020101020101" pitchFamily="50" charset="-127"/>
                <a:cs typeface="+mj-cs"/>
              </a:defRPr>
            </a:lvl1pPr>
          </a:lstStyle>
          <a:p>
            <a:r>
              <a:rPr lang="ko-KR" altLang="en-US" sz="4800" err="1">
                <a:ln>
                  <a:solidFill>
                    <a:schemeClr val="bg1">
                      <a:alpha val="0"/>
                    </a:schemeClr>
                  </a:solidFill>
                </a:ln>
                <a:solidFill>
                  <a:schemeClr val="bg1"/>
                </a:solidFill>
                <a:latin typeface="나눔스퀘어 ExtraBold"/>
                <a:ea typeface="나눔스퀘어 ExtraBold"/>
                <a:cs typeface="+mn-cs"/>
              </a:rPr>
              <a:t>Domestic</a:t>
            </a:r>
            <a:r>
              <a:rPr lang="ko-KR" altLang="en-US" sz="4800">
                <a:ln>
                  <a:solidFill>
                    <a:schemeClr val="bg1">
                      <a:alpha val="0"/>
                    </a:schemeClr>
                  </a:solidFill>
                </a:ln>
                <a:solidFill>
                  <a:schemeClr val="bg1"/>
                </a:solidFill>
                <a:latin typeface="나눔스퀘어 ExtraBold"/>
                <a:ea typeface="나눔스퀘어 ExtraBold"/>
                <a:cs typeface="+mn-cs"/>
              </a:rPr>
              <a:t> DLP</a:t>
            </a:r>
            <a:endParaRPr lang="en-US" altLang="ko-KR">
              <a:solidFill>
                <a:schemeClr val="bg1"/>
              </a:solidFill>
              <a:cs typeface="+mn-cs"/>
            </a:endParaRPr>
          </a:p>
        </p:txBody>
      </p:sp>
      <p:sp>
        <p:nvSpPr>
          <p:cNvPr id="14" name="직사각형 13">
            <a:extLst>
              <a:ext uri="{FF2B5EF4-FFF2-40B4-BE49-F238E27FC236}">
                <a16:creationId xmlns:a16="http://schemas.microsoft.com/office/drawing/2014/main" id="{6F9E53E5-44D9-C6B2-9DA3-EE1B06369565}"/>
              </a:ext>
            </a:extLst>
          </p:cNvPr>
          <p:cNvSpPr/>
          <p:nvPr/>
        </p:nvSpPr>
        <p:spPr>
          <a:xfrm>
            <a:off x="0" y="6688816"/>
            <a:ext cx="12192000" cy="176804"/>
          </a:xfrm>
          <a:prstGeom prst="rect">
            <a:avLst/>
          </a:prstGeom>
          <a:solidFill>
            <a:srgbClr val="20A15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800"/>
          </a:p>
        </p:txBody>
      </p:sp>
    </p:spTree>
    <p:extLst>
      <p:ext uri="{BB962C8B-B14F-4D97-AF65-F5344CB8AC3E}">
        <p14:creationId xmlns:p14="http://schemas.microsoft.com/office/powerpoint/2010/main" val="35784711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5430DA4-E1B4-0D46-433B-4F4A4C1A4C62}"/>
              </a:ext>
            </a:extLst>
          </p:cNvPr>
          <p:cNvSpPr>
            <a:spLocks noGrp="1"/>
          </p:cNvSpPr>
          <p:nvPr>
            <p:ph type="sldNum" sz="quarter" idx="4"/>
          </p:nvPr>
        </p:nvSpPr>
        <p:spPr/>
        <p:txBody>
          <a:bodyPr/>
          <a:lstStyle/>
          <a:p>
            <a:fld id="{4EA1E582-E1CC-4474-812F-1657BC5920B7}" type="slidenum">
              <a:rPr lang="ko-KR" altLang="en-US" smtClean="0"/>
              <a:t>4</a:t>
            </a:fld>
            <a:endParaRPr lang="ko-KR" altLang="en-US"/>
          </a:p>
        </p:txBody>
      </p:sp>
      <p:sp>
        <p:nvSpPr>
          <p:cNvPr id="4" name="Title 3">
            <a:extLst>
              <a:ext uri="{FF2B5EF4-FFF2-40B4-BE49-F238E27FC236}">
                <a16:creationId xmlns:a16="http://schemas.microsoft.com/office/drawing/2014/main" id="{58AC9319-8720-487B-9B80-3DCF1752123C}"/>
              </a:ext>
            </a:extLst>
          </p:cNvPr>
          <p:cNvSpPr>
            <a:spLocks noGrp="1"/>
          </p:cNvSpPr>
          <p:nvPr>
            <p:ph type="title"/>
          </p:nvPr>
        </p:nvSpPr>
        <p:spPr/>
        <p:txBody>
          <a:bodyPr/>
          <a:lstStyle/>
          <a:p>
            <a:endParaRPr lang="en-US"/>
          </a:p>
        </p:txBody>
      </p:sp>
      <p:graphicFrame>
        <p:nvGraphicFramePr>
          <p:cNvPr id="5" name="Table 4">
            <a:extLst>
              <a:ext uri="{FF2B5EF4-FFF2-40B4-BE49-F238E27FC236}">
                <a16:creationId xmlns:a16="http://schemas.microsoft.com/office/drawing/2014/main" id="{8325A9EE-6F20-5640-6852-884F18B3A7CB}"/>
              </a:ext>
            </a:extLst>
          </p:cNvPr>
          <p:cNvGraphicFramePr>
            <a:graphicFrameLocks noGrp="1"/>
          </p:cNvGraphicFramePr>
          <p:nvPr>
            <p:extLst>
              <p:ext uri="{D42A27DB-BD31-4B8C-83A1-F6EECF244321}">
                <p14:modId xmlns:p14="http://schemas.microsoft.com/office/powerpoint/2010/main" val="4064229738"/>
              </p:ext>
            </p:extLst>
          </p:nvPr>
        </p:nvGraphicFramePr>
        <p:xfrm>
          <a:off x="1128712" y="1563779"/>
          <a:ext cx="9934575" cy="2865120"/>
        </p:xfrm>
        <a:graphic>
          <a:graphicData uri="http://schemas.openxmlformats.org/drawingml/2006/table">
            <a:tbl>
              <a:tblPr bandRow="1">
                <a:tableStyleId>{5C22544A-7EE6-4342-B048-85BDC9FD1C3A}</a:tableStyleId>
              </a:tblPr>
              <a:tblGrid>
                <a:gridCol w="3609975">
                  <a:extLst>
                    <a:ext uri="{9D8B030D-6E8A-4147-A177-3AD203B41FA5}">
                      <a16:colId xmlns:a16="http://schemas.microsoft.com/office/drawing/2014/main" val="3241288475"/>
                    </a:ext>
                  </a:extLst>
                </a:gridCol>
                <a:gridCol w="1533525">
                  <a:extLst>
                    <a:ext uri="{9D8B030D-6E8A-4147-A177-3AD203B41FA5}">
                      <a16:colId xmlns:a16="http://schemas.microsoft.com/office/drawing/2014/main" val="991200656"/>
                    </a:ext>
                  </a:extLst>
                </a:gridCol>
                <a:gridCol w="1343025">
                  <a:extLst>
                    <a:ext uri="{9D8B030D-6E8A-4147-A177-3AD203B41FA5}">
                      <a16:colId xmlns:a16="http://schemas.microsoft.com/office/drawing/2014/main" val="1912620913"/>
                    </a:ext>
                  </a:extLst>
                </a:gridCol>
                <a:gridCol w="1733550">
                  <a:extLst>
                    <a:ext uri="{9D8B030D-6E8A-4147-A177-3AD203B41FA5}">
                      <a16:colId xmlns:a16="http://schemas.microsoft.com/office/drawing/2014/main" val="4040293101"/>
                    </a:ext>
                  </a:extLst>
                </a:gridCol>
                <a:gridCol w="1714500">
                  <a:extLst>
                    <a:ext uri="{9D8B030D-6E8A-4147-A177-3AD203B41FA5}">
                      <a16:colId xmlns:a16="http://schemas.microsoft.com/office/drawing/2014/main" val="106418535"/>
                    </a:ext>
                  </a:extLst>
                </a:gridCol>
              </a:tblGrid>
              <a:tr h="0">
                <a:tc>
                  <a:txBody>
                    <a:bodyPr/>
                    <a:lstStyle/>
                    <a:p>
                      <a:pPr marL="0" indent="0" algn="ctr" fontAlgn="base">
                        <a:buNone/>
                      </a:pPr>
                      <a:r>
                        <a:rPr lang="en-US" sz="1400" b="1" i="0">
                          <a:solidFill>
                            <a:srgbClr val="000000"/>
                          </a:solidFill>
                          <a:effectLst/>
                          <a:latin typeface="Arial"/>
                        </a:rPr>
                        <a:t>Vendor</a:t>
                      </a:r>
                      <a:endParaRPr lang="en-US" b="0" i="0">
                        <a:solidFill>
                          <a:srgbClr val="000000"/>
                        </a:solidFill>
                        <a:effectLst/>
                        <a:latin typeface="Arial"/>
                      </a:endParaRPr>
                    </a:p>
                  </a:txBody>
                  <a:tcPr anchor="ctr">
                    <a:lnL w="16983" cap="flat" cmpd="sng" algn="ctr">
                      <a:solidFill>
                        <a:srgbClr val="000000"/>
                      </a:solidFill>
                      <a:prstDash val="solid"/>
                      <a:round/>
                      <a:headEnd type="none" w="med" len="med"/>
                      <a:tailEnd type="none" w="med" len="med"/>
                    </a:lnL>
                    <a:lnR w="16983" cap="flat" cmpd="sng" algn="ctr">
                      <a:solidFill>
                        <a:srgbClr val="000000"/>
                      </a:solidFill>
                      <a:prstDash val="solid"/>
                      <a:round/>
                      <a:headEnd type="none" w="med" len="med"/>
                      <a:tailEnd type="none" w="med" len="med"/>
                    </a:lnR>
                    <a:lnT w="16983" cap="flat" cmpd="sng" algn="ctr">
                      <a:solidFill>
                        <a:srgbClr val="000000"/>
                      </a:solidFill>
                      <a:prstDash val="solid"/>
                      <a:round/>
                      <a:headEnd type="none" w="med" len="med"/>
                      <a:tailEnd type="none" w="med" len="med"/>
                    </a:lnT>
                    <a:lnB w="16983" cap="flat" cmpd="sng" algn="ctr">
                      <a:solidFill>
                        <a:srgbClr val="000000"/>
                      </a:solidFill>
                      <a:prstDash val="solid"/>
                      <a:round/>
                      <a:headEnd type="none" w="med" len="med"/>
                      <a:tailEnd type="none" w="med" len="med"/>
                    </a:lnB>
                    <a:solidFill>
                      <a:schemeClr val="accent5">
                        <a:lumMod val="40000"/>
                        <a:lumOff val="60000"/>
                      </a:schemeClr>
                    </a:solidFill>
                  </a:tcPr>
                </a:tc>
                <a:tc>
                  <a:txBody>
                    <a:bodyPr/>
                    <a:lstStyle/>
                    <a:p>
                      <a:pPr marL="0" indent="0" algn="ctr" fontAlgn="base">
                        <a:buNone/>
                      </a:pPr>
                      <a:r>
                        <a:rPr lang="en-US" sz="1400" b="1" i="0">
                          <a:solidFill>
                            <a:srgbClr val="000000"/>
                          </a:solidFill>
                          <a:effectLst/>
                          <a:latin typeface="Arial"/>
                        </a:rPr>
                        <a:t>Endpoint</a:t>
                      </a:r>
                      <a:endParaRPr lang="en-US" b="0" i="0">
                        <a:solidFill>
                          <a:srgbClr val="000000"/>
                        </a:solidFill>
                        <a:effectLst/>
                        <a:latin typeface="Arial"/>
                      </a:endParaRPr>
                    </a:p>
                  </a:txBody>
                  <a:tcPr anchor="ctr">
                    <a:lnL w="16983" cap="flat" cmpd="sng" algn="ctr">
                      <a:solidFill>
                        <a:srgbClr val="000000"/>
                      </a:solidFill>
                      <a:prstDash val="solid"/>
                      <a:round/>
                      <a:headEnd type="none" w="med" len="med"/>
                      <a:tailEnd type="none" w="med" len="med"/>
                    </a:lnL>
                    <a:lnR w="16983" cap="flat" cmpd="sng" algn="ctr">
                      <a:solidFill>
                        <a:srgbClr val="000000"/>
                      </a:solidFill>
                      <a:prstDash val="solid"/>
                      <a:round/>
                      <a:headEnd type="none" w="med" len="med"/>
                      <a:tailEnd type="none" w="med" len="med"/>
                    </a:lnR>
                    <a:lnT w="16983" cap="flat" cmpd="sng" algn="ctr">
                      <a:solidFill>
                        <a:srgbClr val="000000"/>
                      </a:solidFill>
                      <a:prstDash val="solid"/>
                      <a:round/>
                      <a:headEnd type="none" w="med" len="med"/>
                      <a:tailEnd type="none" w="med" len="med"/>
                    </a:lnT>
                    <a:lnB w="16983" cap="flat" cmpd="sng" algn="ctr">
                      <a:solidFill>
                        <a:srgbClr val="000000"/>
                      </a:solidFill>
                      <a:prstDash val="solid"/>
                      <a:round/>
                      <a:headEnd type="none" w="med" len="med"/>
                      <a:tailEnd type="none" w="med" len="med"/>
                    </a:lnB>
                    <a:solidFill>
                      <a:schemeClr val="accent5">
                        <a:lumMod val="40000"/>
                        <a:lumOff val="60000"/>
                      </a:schemeClr>
                    </a:solidFill>
                  </a:tcPr>
                </a:tc>
                <a:tc>
                  <a:txBody>
                    <a:bodyPr/>
                    <a:lstStyle/>
                    <a:p>
                      <a:pPr marL="0" indent="0" algn="ctr" fontAlgn="base">
                        <a:buNone/>
                      </a:pPr>
                      <a:r>
                        <a:rPr lang="en-US" sz="1400" b="1" i="0">
                          <a:solidFill>
                            <a:srgbClr val="000000"/>
                          </a:solidFill>
                          <a:effectLst/>
                          <a:latin typeface="Arial"/>
                        </a:rPr>
                        <a:t>Network</a:t>
                      </a:r>
                      <a:endParaRPr lang="en-US" b="0" i="0">
                        <a:solidFill>
                          <a:srgbClr val="000000"/>
                        </a:solidFill>
                        <a:effectLst/>
                        <a:latin typeface="Arial"/>
                      </a:endParaRPr>
                    </a:p>
                  </a:txBody>
                  <a:tcPr anchor="ctr">
                    <a:lnL w="16983" cap="flat" cmpd="sng" algn="ctr">
                      <a:solidFill>
                        <a:srgbClr val="000000"/>
                      </a:solidFill>
                      <a:prstDash val="solid"/>
                      <a:round/>
                      <a:headEnd type="none" w="med" len="med"/>
                      <a:tailEnd type="none" w="med" len="med"/>
                    </a:lnL>
                    <a:lnR w="16983" cap="flat" cmpd="sng" algn="ctr">
                      <a:solidFill>
                        <a:srgbClr val="000000"/>
                      </a:solidFill>
                      <a:prstDash val="solid"/>
                      <a:round/>
                      <a:headEnd type="none" w="med" len="med"/>
                      <a:tailEnd type="none" w="med" len="med"/>
                    </a:lnR>
                    <a:lnT w="16983" cap="flat" cmpd="sng" algn="ctr">
                      <a:solidFill>
                        <a:srgbClr val="000000"/>
                      </a:solidFill>
                      <a:prstDash val="solid"/>
                      <a:round/>
                      <a:headEnd type="none" w="med" len="med"/>
                      <a:tailEnd type="none" w="med" len="med"/>
                    </a:lnT>
                    <a:lnB w="16983" cap="flat" cmpd="sng" algn="ctr">
                      <a:solidFill>
                        <a:srgbClr val="000000"/>
                      </a:solidFill>
                      <a:prstDash val="solid"/>
                      <a:round/>
                      <a:headEnd type="none" w="med" len="med"/>
                      <a:tailEnd type="none" w="med" len="med"/>
                    </a:lnB>
                    <a:solidFill>
                      <a:schemeClr val="accent5">
                        <a:lumMod val="40000"/>
                        <a:lumOff val="60000"/>
                      </a:schemeClr>
                    </a:solidFill>
                  </a:tcPr>
                </a:tc>
                <a:tc>
                  <a:txBody>
                    <a:bodyPr/>
                    <a:lstStyle/>
                    <a:p>
                      <a:pPr marL="0" indent="0" algn="ctr" fontAlgn="base">
                        <a:buNone/>
                      </a:pPr>
                      <a:r>
                        <a:rPr lang="en-US" sz="1400" b="1" i="0">
                          <a:solidFill>
                            <a:srgbClr val="000000"/>
                          </a:solidFill>
                          <a:effectLst/>
                          <a:latin typeface="Arial"/>
                        </a:rPr>
                        <a:t>Data-centric</a:t>
                      </a:r>
                      <a:endParaRPr lang="en-US" b="0" i="0">
                        <a:solidFill>
                          <a:srgbClr val="000000"/>
                        </a:solidFill>
                        <a:effectLst/>
                        <a:latin typeface="Arial"/>
                      </a:endParaRPr>
                    </a:p>
                  </a:txBody>
                  <a:tcPr anchor="ctr">
                    <a:lnL w="16983" cap="flat" cmpd="sng" algn="ctr">
                      <a:solidFill>
                        <a:srgbClr val="000000"/>
                      </a:solidFill>
                      <a:prstDash val="solid"/>
                      <a:round/>
                      <a:headEnd type="none" w="med" len="med"/>
                      <a:tailEnd type="none" w="med" len="med"/>
                    </a:lnL>
                    <a:lnR w="16983" cap="flat" cmpd="sng" algn="ctr">
                      <a:solidFill>
                        <a:srgbClr val="000000"/>
                      </a:solidFill>
                      <a:prstDash val="solid"/>
                      <a:round/>
                      <a:headEnd type="none" w="med" len="med"/>
                      <a:tailEnd type="none" w="med" len="med"/>
                    </a:lnR>
                    <a:lnT w="16983" cap="flat" cmpd="sng" algn="ctr">
                      <a:solidFill>
                        <a:srgbClr val="000000"/>
                      </a:solidFill>
                      <a:prstDash val="solid"/>
                      <a:round/>
                      <a:headEnd type="none" w="med" len="med"/>
                      <a:tailEnd type="none" w="med" len="med"/>
                    </a:lnT>
                    <a:lnB w="16983" cap="flat" cmpd="sng" algn="ctr">
                      <a:solidFill>
                        <a:srgbClr val="000000"/>
                      </a:solidFill>
                      <a:prstDash val="solid"/>
                      <a:round/>
                      <a:headEnd type="none" w="med" len="med"/>
                      <a:tailEnd type="none" w="med" len="med"/>
                    </a:lnB>
                    <a:solidFill>
                      <a:schemeClr val="accent5">
                        <a:lumMod val="40000"/>
                        <a:lumOff val="60000"/>
                      </a:schemeClr>
                    </a:solidFill>
                  </a:tcPr>
                </a:tc>
                <a:tc>
                  <a:txBody>
                    <a:bodyPr/>
                    <a:lstStyle/>
                    <a:p>
                      <a:pPr marL="0" indent="0" algn="ctr" fontAlgn="base">
                        <a:buNone/>
                      </a:pPr>
                      <a:r>
                        <a:rPr lang="en-US" sz="1400" b="1" i="0">
                          <a:solidFill>
                            <a:srgbClr val="000000"/>
                          </a:solidFill>
                          <a:effectLst/>
                          <a:latin typeface="Arial"/>
                        </a:rPr>
                        <a:t>AI</a:t>
                      </a:r>
                      <a:endParaRPr lang="en-US" b="0" i="0">
                        <a:solidFill>
                          <a:srgbClr val="000000"/>
                        </a:solidFill>
                        <a:effectLst/>
                        <a:latin typeface="Arial"/>
                      </a:endParaRPr>
                    </a:p>
                  </a:txBody>
                  <a:tcPr anchor="ctr">
                    <a:lnL w="16983" cap="flat" cmpd="sng" algn="ctr">
                      <a:solidFill>
                        <a:srgbClr val="000000"/>
                      </a:solidFill>
                      <a:prstDash val="solid"/>
                      <a:round/>
                      <a:headEnd type="none" w="med" len="med"/>
                      <a:tailEnd type="none" w="med" len="med"/>
                    </a:lnL>
                    <a:lnR w="16983" cap="flat" cmpd="sng" algn="ctr">
                      <a:solidFill>
                        <a:srgbClr val="000000"/>
                      </a:solidFill>
                      <a:prstDash val="solid"/>
                      <a:round/>
                      <a:headEnd type="none" w="med" len="med"/>
                      <a:tailEnd type="none" w="med" len="med"/>
                    </a:lnR>
                    <a:lnT w="16983" cap="flat" cmpd="sng" algn="ctr">
                      <a:solidFill>
                        <a:srgbClr val="000000"/>
                      </a:solidFill>
                      <a:prstDash val="solid"/>
                      <a:round/>
                      <a:headEnd type="none" w="med" len="med"/>
                      <a:tailEnd type="none" w="med" len="med"/>
                    </a:lnT>
                    <a:lnB w="16983" cap="flat" cmpd="sng" algn="ctr">
                      <a:solidFill>
                        <a:srgbClr val="000000"/>
                      </a:solidFill>
                      <a:prstDash val="solid"/>
                      <a:round/>
                      <a:headEnd type="none" w="med" len="med"/>
                      <a:tailEnd type="none" w="med" len="med"/>
                    </a:lnB>
                    <a:solidFill>
                      <a:schemeClr val="accent5">
                        <a:lumMod val="40000"/>
                        <a:lumOff val="60000"/>
                      </a:schemeClr>
                    </a:solidFill>
                  </a:tcPr>
                </a:tc>
                <a:extLst>
                  <a:ext uri="{0D108BD9-81ED-4DB2-BD59-A6C34878D82A}">
                    <a16:rowId xmlns:a16="http://schemas.microsoft.com/office/drawing/2014/main" val="50497198"/>
                  </a:ext>
                </a:extLst>
              </a:tr>
              <a:tr h="0">
                <a:tc>
                  <a:txBody>
                    <a:bodyPr/>
                    <a:lstStyle/>
                    <a:p>
                      <a:pPr marL="0" indent="0" algn="l" fontAlgn="base">
                        <a:buNone/>
                      </a:pPr>
                      <a:r>
                        <a:rPr lang="en-US" sz="1400" b="1" i="0" err="1">
                          <a:solidFill>
                            <a:srgbClr val="000000"/>
                          </a:solidFill>
                          <a:effectLst/>
                          <a:latin typeface="Arial"/>
                        </a:rPr>
                        <a:t>소만사</a:t>
                      </a:r>
                      <a:r>
                        <a:rPr lang="en-US" sz="1400" b="1" i="0">
                          <a:solidFill>
                            <a:srgbClr val="000000"/>
                          </a:solidFill>
                          <a:effectLst/>
                          <a:latin typeface="Arial"/>
                        </a:rPr>
                        <a:t> (</a:t>
                      </a:r>
                      <a:r>
                        <a:rPr lang="en-US" sz="1400" b="1" i="0" err="1">
                          <a:solidFill>
                            <a:srgbClr val="000000"/>
                          </a:solidFill>
                          <a:effectLst/>
                          <a:latin typeface="Arial"/>
                        </a:rPr>
                        <a:t>Somansa</a:t>
                      </a:r>
                      <a:r>
                        <a:rPr lang="en-US" sz="1400" b="1" i="0">
                          <a:solidFill>
                            <a:srgbClr val="000000"/>
                          </a:solidFill>
                          <a:effectLst/>
                          <a:latin typeface="Arial"/>
                        </a:rPr>
                        <a:t>)</a:t>
                      </a:r>
                      <a:endParaRPr lang="en-US" b="0" i="0">
                        <a:solidFill>
                          <a:srgbClr val="000000"/>
                        </a:solidFill>
                        <a:effectLst/>
                        <a:latin typeface="Arial"/>
                      </a:endParaRPr>
                    </a:p>
                  </a:txBody>
                  <a:tcPr anchor="ctr">
                    <a:lnL w="16983" cap="flat" cmpd="sng" algn="ctr">
                      <a:solidFill>
                        <a:srgbClr val="000000"/>
                      </a:solidFill>
                      <a:prstDash val="solid"/>
                      <a:round/>
                      <a:headEnd type="none" w="med" len="med"/>
                      <a:tailEnd type="none" w="med" len="med"/>
                    </a:lnL>
                    <a:lnR w="16983" cap="flat" cmpd="sng" algn="ctr">
                      <a:solidFill>
                        <a:srgbClr val="000000"/>
                      </a:solidFill>
                      <a:prstDash val="solid"/>
                      <a:round/>
                      <a:headEnd type="none" w="med" len="med"/>
                      <a:tailEnd type="none" w="med" len="med"/>
                    </a:lnR>
                    <a:lnT w="16983" cap="flat" cmpd="sng" algn="ctr">
                      <a:solidFill>
                        <a:srgbClr val="000000"/>
                      </a:solidFill>
                      <a:prstDash val="solid"/>
                      <a:round/>
                      <a:headEnd type="none" w="med" len="med"/>
                      <a:tailEnd type="none" w="med" len="med"/>
                    </a:lnT>
                    <a:lnB w="16983" cap="flat" cmpd="sng" algn="ctr">
                      <a:solidFill>
                        <a:srgbClr val="000000"/>
                      </a:solidFill>
                      <a:prstDash val="solid"/>
                      <a:round/>
                      <a:headEnd type="none" w="med" len="med"/>
                      <a:tailEnd type="none" w="med" len="med"/>
                    </a:lnB>
                    <a:solidFill>
                      <a:schemeClr val="accent5">
                        <a:lumMod val="40000"/>
                        <a:lumOff val="60000"/>
                      </a:schemeClr>
                    </a:solidFill>
                  </a:tcPr>
                </a:tc>
                <a:tc>
                  <a:txBody>
                    <a:bodyPr/>
                    <a:lstStyle/>
                    <a:p>
                      <a:pPr marL="0" indent="0" algn="ctr" fontAlgn="base">
                        <a:buNone/>
                      </a:pPr>
                      <a:r>
                        <a:rPr lang="en-US" sz="1400" b="0" i="0">
                          <a:solidFill>
                            <a:srgbClr val="000000"/>
                          </a:solidFill>
                          <a:effectLst/>
                          <a:latin typeface="Arial"/>
                        </a:rPr>
                        <a:t>●</a:t>
                      </a:r>
                      <a:endParaRPr lang="en-US" b="0" i="0">
                        <a:solidFill>
                          <a:srgbClr val="000000"/>
                        </a:solidFill>
                        <a:effectLst/>
                        <a:latin typeface="Arial"/>
                      </a:endParaRPr>
                    </a:p>
                  </a:txBody>
                  <a:tcPr anchor="ctr">
                    <a:lnL w="16983" cap="flat" cmpd="sng" algn="ctr">
                      <a:solidFill>
                        <a:srgbClr val="000000"/>
                      </a:solidFill>
                      <a:prstDash val="solid"/>
                      <a:round/>
                      <a:headEnd type="none" w="med" len="med"/>
                      <a:tailEnd type="none" w="med" len="med"/>
                    </a:lnL>
                    <a:lnR w="16983" cap="flat" cmpd="sng" algn="ctr">
                      <a:solidFill>
                        <a:srgbClr val="000000"/>
                      </a:solidFill>
                      <a:prstDash val="solid"/>
                      <a:round/>
                      <a:headEnd type="none" w="med" len="med"/>
                      <a:tailEnd type="none" w="med" len="med"/>
                    </a:lnR>
                    <a:lnT w="16983" cap="flat" cmpd="sng" algn="ctr">
                      <a:solidFill>
                        <a:srgbClr val="000000"/>
                      </a:solidFill>
                      <a:prstDash val="solid"/>
                      <a:round/>
                      <a:headEnd type="none" w="med" len="med"/>
                      <a:tailEnd type="none" w="med" len="med"/>
                    </a:lnT>
                    <a:lnB w="16983" cap="flat" cmpd="sng" algn="ctr">
                      <a:solidFill>
                        <a:srgbClr val="000000"/>
                      </a:solidFill>
                      <a:prstDash val="solid"/>
                      <a:round/>
                      <a:headEnd type="none" w="med" len="med"/>
                      <a:tailEnd type="none" w="med" len="med"/>
                    </a:lnB>
                    <a:solidFill>
                      <a:srgbClr val="FFFFFF"/>
                    </a:solidFill>
                  </a:tcPr>
                </a:tc>
                <a:tc>
                  <a:txBody>
                    <a:bodyPr/>
                    <a:lstStyle/>
                    <a:p>
                      <a:pPr marL="0" indent="0" algn="ctr" fontAlgn="base">
                        <a:buNone/>
                      </a:pPr>
                      <a:r>
                        <a:rPr lang="en-US" sz="1400" b="0" i="0">
                          <a:solidFill>
                            <a:srgbClr val="000000"/>
                          </a:solidFill>
                          <a:effectLst/>
                          <a:latin typeface="Arial"/>
                        </a:rPr>
                        <a:t>●</a:t>
                      </a:r>
                      <a:endParaRPr lang="en-US" b="0" i="0">
                        <a:solidFill>
                          <a:srgbClr val="000000"/>
                        </a:solidFill>
                        <a:effectLst/>
                        <a:latin typeface="Arial"/>
                      </a:endParaRPr>
                    </a:p>
                  </a:txBody>
                  <a:tcPr anchor="ctr">
                    <a:lnL w="16983" cap="flat" cmpd="sng" algn="ctr">
                      <a:solidFill>
                        <a:srgbClr val="000000"/>
                      </a:solidFill>
                      <a:prstDash val="solid"/>
                      <a:round/>
                      <a:headEnd type="none" w="med" len="med"/>
                      <a:tailEnd type="none" w="med" len="med"/>
                    </a:lnL>
                    <a:lnR w="16983" cap="flat" cmpd="sng" algn="ctr">
                      <a:solidFill>
                        <a:srgbClr val="000000"/>
                      </a:solidFill>
                      <a:prstDash val="solid"/>
                      <a:round/>
                      <a:headEnd type="none" w="med" len="med"/>
                      <a:tailEnd type="none" w="med" len="med"/>
                    </a:lnR>
                    <a:lnT w="16983" cap="flat" cmpd="sng" algn="ctr">
                      <a:solidFill>
                        <a:srgbClr val="000000"/>
                      </a:solidFill>
                      <a:prstDash val="solid"/>
                      <a:round/>
                      <a:headEnd type="none" w="med" len="med"/>
                      <a:tailEnd type="none" w="med" len="med"/>
                    </a:lnT>
                    <a:lnB w="16983" cap="flat" cmpd="sng" algn="ctr">
                      <a:solidFill>
                        <a:srgbClr val="000000"/>
                      </a:solidFill>
                      <a:prstDash val="solid"/>
                      <a:round/>
                      <a:headEnd type="none" w="med" len="med"/>
                      <a:tailEnd type="none" w="med" len="med"/>
                    </a:lnB>
                    <a:solidFill>
                      <a:srgbClr val="FFFFFF"/>
                    </a:solidFill>
                  </a:tcPr>
                </a:tc>
                <a:tc>
                  <a:txBody>
                    <a:bodyPr/>
                    <a:lstStyle/>
                    <a:p>
                      <a:pPr fontAlgn="ctr">
                        <a:buNone/>
                      </a:pPr>
                      <a:endParaRPr lang="en-US">
                        <a:effectLst/>
                      </a:endParaRPr>
                    </a:p>
                  </a:txBody>
                  <a:tcPr anchor="ctr">
                    <a:lnL w="16983" cap="flat" cmpd="sng" algn="ctr">
                      <a:solidFill>
                        <a:srgbClr val="000000"/>
                      </a:solidFill>
                      <a:prstDash val="solid"/>
                      <a:round/>
                      <a:headEnd type="none" w="med" len="med"/>
                      <a:tailEnd type="none" w="med" len="med"/>
                    </a:lnL>
                    <a:lnR w="16983" cap="flat" cmpd="sng" algn="ctr">
                      <a:solidFill>
                        <a:srgbClr val="000000"/>
                      </a:solidFill>
                      <a:prstDash val="solid"/>
                      <a:round/>
                      <a:headEnd type="none" w="med" len="med"/>
                      <a:tailEnd type="none" w="med" len="med"/>
                    </a:lnR>
                    <a:lnT w="16983" cap="flat" cmpd="sng" algn="ctr">
                      <a:solidFill>
                        <a:srgbClr val="000000"/>
                      </a:solidFill>
                      <a:prstDash val="solid"/>
                      <a:round/>
                      <a:headEnd type="none" w="med" len="med"/>
                      <a:tailEnd type="none" w="med" len="med"/>
                    </a:lnT>
                    <a:lnB w="16983" cap="flat" cmpd="sng" algn="ctr">
                      <a:solidFill>
                        <a:srgbClr val="000000"/>
                      </a:solidFill>
                      <a:prstDash val="solid"/>
                      <a:round/>
                      <a:headEnd type="none" w="med" len="med"/>
                      <a:tailEnd type="none" w="med" len="med"/>
                    </a:lnB>
                    <a:solidFill>
                      <a:srgbClr val="FFFFFF"/>
                    </a:solidFill>
                  </a:tcPr>
                </a:tc>
                <a:tc>
                  <a:txBody>
                    <a:bodyPr/>
                    <a:lstStyle/>
                    <a:p>
                      <a:pPr marL="0" indent="0" algn="ctr" fontAlgn="base">
                        <a:buNone/>
                      </a:pPr>
                      <a:r>
                        <a:rPr lang="en-US" sz="1400" b="0" i="0">
                          <a:solidFill>
                            <a:srgbClr val="000000"/>
                          </a:solidFill>
                          <a:effectLst/>
                          <a:latin typeface="Arial"/>
                        </a:rPr>
                        <a:t>●</a:t>
                      </a:r>
                      <a:endParaRPr lang="en-US" b="0" i="0">
                        <a:solidFill>
                          <a:srgbClr val="000000"/>
                        </a:solidFill>
                        <a:effectLst/>
                        <a:latin typeface="Arial"/>
                      </a:endParaRPr>
                    </a:p>
                  </a:txBody>
                  <a:tcPr anchor="ctr">
                    <a:lnL w="16983" cap="flat" cmpd="sng" algn="ctr">
                      <a:solidFill>
                        <a:srgbClr val="000000"/>
                      </a:solidFill>
                      <a:prstDash val="solid"/>
                      <a:round/>
                      <a:headEnd type="none" w="med" len="med"/>
                      <a:tailEnd type="none" w="med" len="med"/>
                    </a:lnL>
                    <a:lnR w="16983" cap="flat" cmpd="sng" algn="ctr">
                      <a:solidFill>
                        <a:srgbClr val="000000"/>
                      </a:solidFill>
                      <a:prstDash val="solid"/>
                      <a:round/>
                      <a:headEnd type="none" w="med" len="med"/>
                      <a:tailEnd type="none" w="med" len="med"/>
                    </a:lnR>
                    <a:lnT w="16983" cap="flat" cmpd="sng" algn="ctr">
                      <a:solidFill>
                        <a:srgbClr val="000000"/>
                      </a:solidFill>
                      <a:prstDash val="solid"/>
                      <a:round/>
                      <a:headEnd type="none" w="med" len="med"/>
                      <a:tailEnd type="none" w="med" len="med"/>
                    </a:lnT>
                    <a:lnB w="16983"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001996569"/>
                  </a:ext>
                </a:extLst>
              </a:tr>
              <a:tr h="0">
                <a:tc>
                  <a:txBody>
                    <a:bodyPr/>
                    <a:lstStyle/>
                    <a:p>
                      <a:pPr marL="0" indent="0" algn="l" fontAlgn="base">
                        <a:buNone/>
                      </a:pPr>
                      <a:r>
                        <a:rPr lang="en-US" sz="1400" b="1" i="0" err="1">
                          <a:solidFill>
                            <a:srgbClr val="000000"/>
                          </a:solidFill>
                          <a:effectLst/>
                          <a:latin typeface="Arial"/>
                        </a:rPr>
                        <a:t>지란지교데이터</a:t>
                      </a:r>
                      <a:r>
                        <a:rPr lang="en-US" sz="1400" b="1" i="0">
                          <a:solidFill>
                            <a:srgbClr val="000000"/>
                          </a:solidFill>
                          <a:effectLst/>
                          <a:latin typeface="Arial"/>
                        </a:rPr>
                        <a:t> (Jiran)</a:t>
                      </a:r>
                      <a:endParaRPr lang="en-US" b="0" i="0">
                        <a:solidFill>
                          <a:srgbClr val="000000"/>
                        </a:solidFill>
                        <a:effectLst/>
                        <a:latin typeface="Arial"/>
                      </a:endParaRPr>
                    </a:p>
                  </a:txBody>
                  <a:tcPr anchor="ctr">
                    <a:lnL w="16983" cap="flat" cmpd="sng" algn="ctr">
                      <a:solidFill>
                        <a:srgbClr val="000000"/>
                      </a:solidFill>
                      <a:prstDash val="solid"/>
                      <a:round/>
                      <a:headEnd type="none" w="med" len="med"/>
                      <a:tailEnd type="none" w="med" len="med"/>
                    </a:lnL>
                    <a:lnR w="16983" cap="flat" cmpd="sng" algn="ctr">
                      <a:solidFill>
                        <a:srgbClr val="000000"/>
                      </a:solidFill>
                      <a:prstDash val="solid"/>
                      <a:round/>
                      <a:headEnd type="none" w="med" len="med"/>
                      <a:tailEnd type="none" w="med" len="med"/>
                    </a:lnR>
                    <a:lnT w="16983" cap="flat" cmpd="sng" algn="ctr">
                      <a:solidFill>
                        <a:srgbClr val="000000"/>
                      </a:solidFill>
                      <a:prstDash val="solid"/>
                      <a:round/>
                      <a:headEnd type="none" w="med" len="med"/>
                      <a:tailEnd type="none" w="med" len="med"/>
                    </a:lnT>
                    <a:lnB w="16983" cap="flat" cmpd="sng" algn="ctr">
                      <a:solidFill>
                        <a:srgbClr val="000000"/>
                      </a:solidFill>
                      <a:prstDash val="solid"/>
                      <a:round/>
                      <a:headEnd type="none" w="med" len="med"/>
                      <a:tailEnd type="none" w="med" len="med"/>
                    </a:lnB>
                    <a:solidFill>
                      <a:schemeClr val="accent5">
                        <a:lumMod val="40000"/>
                        <a:lumOff val="60000"/>
                      </a:schemeClr>
                    </a:solidFill>
                  </a:tcPr>
                </a:tc>
                <a:tc>
                  <a:txBody>
                    <a:bodyPr/>
                    <a:lstStyle/>
                    <a:p>
                      <a:pPr marL="0" indent="0" algn="ctr" fontAlgn="base">
                        <a:buNone/>
                      </a:pPr>
                      <a:r>
                        <a:rPr lang="en-US" sz="1400" b="0" i="0">
                          <a:solidFill>
                            <a:srgbClr val="000000"/>
                          </a:solidFill>
                          <a:effectLst/>
                          <a:latin typeface="Arial"/>
                        </a:rPr>
                        <a:t>●</a:t>
                      </a:r>
                      <a:endParaRPr lang="en-US" b="0" i="0">
                        <a:solidFill>
                          <a:srgbClr val="000000"/>
                        </a:solidFill>
                        <a:effectLst/>
                        <a:latin typeface="Arial"/>
                      </a:endParaRPr>
                    </a:p>
                  </a:txBody>
                  <a:tcPr anchor="ctr">
                    <a:lnL w="16983" cap="flat" cmpd="sng" algn="ctr">
                      <a:solidFill>
                        <a:srgbClr val="000000"/>
                      </a:solidFill>
                      <a:prstDash val="solid"/>
                      <a:round/>
                      <a:headEnd type="none" w="med" len="med"/>
                      <a:tailEnd type="none" w="med" len="med"/>
                    </a:lnL>
                    <a:lnR w="16983" cap="flat" cmpd="sng" algn="ctr">
                      <a:solidFill>
                        <a:srgbClr val="000000"/>
                      </a:solidFill>
                      <a:prstDash val="solid"/>
                      <a:round/>
                      <a:headEnd type="none" w="med" len="med"/>
                      <a:tailEnd type="none" w="med" len="med"/>
                    </a:lnR>
                    <a:lnT w="16983" cap="flat" cmpd="sng" algn="ctr">
                      <a:solidFill>
                        <a:srgbClr val="000000"/>
                      </a:solidFill>
                      <a:prstDash val="solid"/>
                      <a:round/>
                      <a:headEnd type="none" w="med" len="med"/>
                      <a:tailEnd type="none" w="med" len="med"/>
                    </a:lnT>
                    <a:lnB w="16983" cap="flat" cmpd="sng" algn="ctr">
                      <a:solidFill>
                        <a:srgbClr val="000000"/>
                      </a:solidFill>
                      <a:prstDash val="solid"/>
                      <a:round/>
                      <a:headEnd type="none" w="med" len="med"/>
                      <a:tailEnd type="none" w="med" len="med"/>
                    </a:lnB>
                    <a:solidFill>
                      <a:srgbClr val="FFFFFF"/>
                    </a:solidFill>
                  </a:tcPr>
                </a:tc>
                <a:tc>
                  <a:txBody>
                    <a:bodyPr/>
                    <a:lstStyle/>
                    <a:p>
                      <a:pPr fontAlgn="ctr">
                        <a:buNone/>
                      </a:pPr>
                      <a:endParaRPr lang="en-US">
                        <a:effectLst/>
                      </a:endParaRPr>
                    </a:p>
                  </a:txBody>
                  <a:tcPr anchor="ctr">
                    <a:lnL w="16983" cap="flat" cmpd="sng" algn="ctr">
                      <a:solidFill>
                        <a:srgbClr val="000000"/>
                      </a:solidFill>
                      <a:prstDash val="solid"/>
                      <a:round/>
                      <a:headEnd type="none" w="med" len="med"/>
                      <a:tailEnd type="none" w="med" len="med"/>
                    </a:lnL>
                    <a:lnR w="16983" cap="flat" cmpd="sng" algn="ctr">
                      <a:solidFill>
                        <a:srgbClr val="000000"/>
                      </a:solidFill>
                      <a:prstDash val="solid"/>
                      <a:round/>
                      <a:headEnd type="none" w="med" len="med"/>
                      <a:tailEnd type="none" w="med" len="med"/>
                    </a:lnR>
                    <a:lnT w="16983" cap="flat" cmpd="sng" algn="ctr">
                      <a:solidFill>
                        <a:srgbClr val="000000"/>
                      </a:solidFill>
                      <a:prstDash val="solid"/>
                      <a:round/>
                      <a:headEnd type="none" w="med" len="med"/>
                      <a:tailEnd type="none" w="med" len="med"/>
                    </a:lnT>
                    <a:lnB w="16983" cap="flat" cmpd="sng" algn="ctr">
                      <a:solidFill>
                        <a:srgbClr val="000000"/>
                      </a:solidFill>
                      <a:prstDash val="solid"/>
                      <a:round/>
                      <a:headEnd type="none" w="med" len="med"/>
                      <a:tailEnd type="none" w="med" len="med"/>
                    </a:lnB>
                    <a:solidFill>
                      <a:srgbClr val="FFFFFF"/>
                    </a:solidFill>
                  </a:tcPr>
                </a:tc>
                <a:tc>
                  <a:txBody>
                    <a:bodyPr/>
                    <a:lstStyle/>
                    <a:p>
                      <a:pPr fontAlgn="ctr">
                        <a:buNone/>
                      </a:pPr>
                      <a:endParaRPr lang="en-US">
                        <a:effectLst/>
                      </a:endParaRPr>
                    </a:p>
                  </a:txBody>
                  <a:tcPr anchor="ctr">
                    <a:lnL w="16983" cap="flat" cmpd="sng" algn="ctr">
                      <a:solidFill>
                        <a:srgbClr val="000000"/>
                      </a:solidFill>
                      <a:prstDash val="solid"/>
                      <a:round/>
                      <a:headEnd type="none" w="med" len="med"/>
                      <a:tailEnd type="none" w="med" len="med"/>
                    </a:lnL>
                    <a:lnR w="16983" cap="flat" cmpd="sng" algn="ctr">
                      <a:solidFill>
                        <a:srgbClr val="000000"/>
                      </a:solidFill>
                      <a:prstDash val="solid"/>
                      <a:round/>
                      <a:headEnd type="none" w="med" len="med"/>
                      <a:tailEnd type="none" w="med" len="med"/>
                    </a:lnR>
                    <a:lnT w="16983" cap="flat" cmpd="sng" algn="ctr">
                      <a:solidFill>
                        <a:srgbClr val="000000"/>
                      </a:solidFill>
                      <a:prstDash val="solid"/>
                      <a:round/>
                      <a:headEnd type="none" w="med" len="med"/>
                      <a:tailEnd type="none" w="med" len="med"/>
                    </a:lnT>
                    <a:lnB w="16983" cap="flat" cmpd="sng" algn="ctr">
                      <a:solidFill>
                        <a:srgbClr val="000000"/>
                      </a:solidFill>
                      <a:prstDash val="solid"/>
                      <a:round/>
                      <a:headEnd type="none" w="med" len="med"/>
                      <a:tailEnd type="none" w="med" len="med"/>
                    </a:lnB>
                    <a:solidFill>
                      <a:srgbClr val="FFFFFF"/>
                    </a:solidFill>
                  </a:tcPr>
                </a:tc>
                <a:tc>
                  <a:txBody>
                    <a:bodyPr/>
                    <a:lstStyle/>
                    <a:p>
                      <a:pPr marL="0" indent="0" algn="ctr" fontAlgn="base">
                        <a:buNone/>
                      </a:pPr>
                      <a:r>
                        <a:rPr lang="en-US" sz="1400" b="0" i="0">
                          <a:solidFill>
                            <a:srgbClr val="000000"/>
                          </a:solidFill>
                          <a:effectLst/>
                          <a:latin typeface="Arial"/>
                        </a:rPr>
                        <a:t>◐</a:t>
                      </a:r>
                      <a:endParaRPr lang="en-US" b="0" i="0">
                        <a:solidFill>
                          <a:srgbClr val="000000"/>
                        </a:solidFill>
                        <a:effectLst/>
                        <a:latin typeface="Arial"/>
                      </a:endParaRPr>
                    </a:p>
                  </a:txBody>
                  <a:tcPr anchor="ctr">
                    <a:lnL w="16983" cap="flat" cmpd="sng" algn="ctr">
                      <a:solidFill>
                        <a:srgbClr val="000000"/>
                      </a:solidFill>
                      <a:prstDash val="solid"/>
                      <a:round/>
                      <a:headEnd type="none" w="med" len="med"/>
                      <a:tailEnd type="none" w="med" len="med"/>
                    </a:lnL>
                    <a:lnR w="16983" cap="flat" cmpd="sng" algn="ctr">
                      <a:solidFill>
                        <a:srgbClr val="000000"/>
                      </a:solidFill>
                      <a:prstDash val="solid"/>
                      <a:round/>
                      <a:headEnd type="none" w="med" len="med"/>
                      <a:tailEnd type="none" w="med" len="med"/>
                    </a:lnR>
                    <a:lnT w="16983" cap="flat" cmpd="sng" algn="ctr">
                      <a:solidFill>
                        <a:srgbClr val="000000"/>
                      </a:solidFill>
                      <a:prstDash val="solid"/>
                      <a:round/>
                      <a:headEnd type="none" w="med" len="med"/>
                      <a:tailEnd type="none" w="med" len="med"/>
                    </a:lnT>
                    <a:lnB w="16983"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3943775016"/>
                  </a:ext>
                </a:extLst>
              </a:tr>
              <a:tr h="0">
                <a:tc>
                  <a:txBody>
                    <a:bodyPr/>
                    <a:lstStyle/>
                    <a:p>
                      <a:pPr marL="0" indent="0" algn="l" fontAlgn="base">
                        <a:buNone/>
                      </a:pPr>
                      <a:r>
                        <a:rPr lang="en-US" sz="1400" b="1" i="0" err="1">
                          <a:solidFill>
                            <a:srgbClr val="000000"/>
                          </a:solidFill>
                          <a:effectLst/>
                          <a:latin typeface="Arial"/>
                        </a:rPr>
                        <a:t>마크애니</a:t>
                      </a:r>
                      <a:r>
                        <a:rPr lang="en-US" sz="1400" b="1" i="0">
                          <a:solidFill>
                            <a:srgbClr val="000000"/>
                          </a:solidFill>
                          <a:effectLst/>
                          <a:latin typeface="Arial"/>
                        </a:rPr>
                        <a:t> (</a:t>
                      </a:r>
                      <a:r>
                        <a:rPr lang="en-US" sz="1400" b="1" i="0" err="1">
                          <a:solidFill>
                            <a:srgbClr val="000000"/>
                          </a:solidFill>
                          <a:effectLst/>
                          <a:latin typeface="Arial"/>
                        </a:rPr>
                        <a:t>MarkAny</a:t>
                      </a:r>
                      <a:r>
                        <a:rPr lang="en-US" sz="1400" b="1" i="0">
                          <a:solidFill>
                            <a:srgbClr val="000000"/>
                          </a:solidFill>
                          <a:effectLst/>
                          <a:latin typeface="Arial"/>
                        </a:rPr>
                        <a:t>)</a:t>
                      </a:r>
                      <a:endParaRPr lang="en-US" b="0" i="0">
                        <a:solidFill>
                          <a:srgbClr val="000000"/>
                        </a:solidFill>
                        <a:effectLst/>
                        <a:latin typeface="Arial"/>
                      </a:endParaRPr>
                    </a:p>
                  </a:txBody>
                  <a:tcPr anchor="ctr">
                    <a:lnL w="16983" cap="flat" cmpd="sng" algn="ctr">
                      <a:solidFill>
                        <a:srgbClr val="000000"/>
                      </a:solidFill>
                      <a:prstDash val="solid"/>
                      <a:round/>
                      <a:headEnd type="none" w="med" len="med"/>
                      <a:tailEnd type="none" w="med" len="med"/>
                    </a:lnL>
                    <a:lnR w="16983" cap="flat" cmpd="sng" algn="ctr">
                      <a:solidFill>
                        <a:srgbClr val="000000"/>
                      </a:solidFill>
                      <a:prstDash val="solid"/>
                      <a:round/>
                      <a:headEnd type="none" w="med" len="med"/>
                      <a:tailEnd type="none" w="med" len="med"/>
                    </a:lnR>
                    <a:lnT w="16983" cap="flat" cmpd="sng" algn="ctr">
                      <a:solidFill>
                        <a:srgbClr val="000000"/>
                      </a:solidFill>
                      <a:prstDash val="solid"/>
                      <a:round/>
                      <a:headEnd type="none" w="med" len="med"/>
                      <a:tailEnd type="none" w="med" len="med"/>
                    </a:lnT>
                    <a:lnB w="16983" cap="flat" cmpd="sng" algn="ctr">
                      <a:solidFill>
                        <a:srgbClr val="000000"/>
                      </a:solidFill>
                      <a:prstDash val="solid"/>
                      <a:round/>
                      <a:headEnd type="none" w="med" len="med"/>
                      <a:tailEnd type="none" w="med" len="med"/>
                    </a:lnB>
                    <a:solidFill>
                      <a:schemeClr val="accent5">
                        <a:lumMod val="40000"/>
                        <a:lumOff val="60000"/>
                      </a:schemeClr>
                    </a:solidFill>
                  </a:tcPr>
                </a:tc>
                <a:tc>
                  <a:txBody>
                    <a:bodyPr/>
                    <a:lstStyle/>
                    <a:p>
                      <a:pPr marL="0" indent="0" algn="ctr" fontAlgn="base">
                        <a:buNone/>
                      </a:pPr>
                      <a:r>
                        <a:rPr lang="en-US" sz="1400" b="0" i="0">
                          <a:solidFill>
                            <a:srgbClr val="000000"/>
                          </a:solidFill>
                          <a:effectLst/>
                          <a:latin typeface="Arial"/>
                        </a:rPr>
                        <a:t>●</a:t>
                      </a:r>
                      <a:endParaRPr lang="en-US" b="0" i="0">
                        <a:solidFill>
                          <a:srgbClr val="000000"/>
                        </a:solidFill>
                        <a:effectLst/>
                        <a:latin typeface="Arial"/>
                      </a:endParaRPr>
                    </a:p>
                  </a:txBody>
                  <a:tcPr anchor="ctr">
                    <a:lnL w="16983" cap="flat" cmpd="sng" algn="ctr">
                      <a:solidFill>
                        <a:srgbClr val="000000"/>
                      </a:solidFill>
                      <a:prstDash val="solid"/>
                      <a:round/>
                      <a:headEnd type="none" w="med" len="med"/>
                      <a:tailEnd type="none" w="med" len="med"/>
                    </a:lnL>
                    <a:lnR w="16983" cap="flat" cmpd="sng" algn="ctr">
                      <a:solidFill>
                        <a:srgbClr val="000000"/>
                      </a:solidFill>
                      <a:prstDash val="solid"/>
                      <a:round/>
                      <a:headEnd type="none" w="med" len="med"/>
                      <a:tailEnd type="none" w="med" len="med"/>
                    </a:lnR>
                    <a:lnT w="16983" cap="flat" cmpd="sng" algn="ctr">
                      <a:solidFill>
                        <a:srgbClr val="000000"/>
                      </a:solidFill>
                      <a:prstDash val="solid"/>
                      <a:round/>
                      <a:headEnd type="none" w="med" len="med"/>
                      <a:tailEnd type="none" w="med" len="med"/>
                    </a:lnT>
                    <a:lnB w="16983" cap="flat" cmpd="sng" algn="ctr">
                      <a:solidFill>
                        <a:srgbClr val="000000"/>
                      </a:solidFill>
                      <a:prstDash val="solid"/>
                      <a:round/>
                      <a:headEnd type="none" w="med" len="med"/>
                      <a:tailEnd type="none" w="med" len="med"/>
                    </a:lnB>
                    <a:solidFill>
                      <a:srgbClr val="FFFFFF"/>
                    </a:solidFill>
                  </a:tcPr>
                </a:tc>
                <a:tc>
                  <a:txBody>
                    <a:bodyPr/>
                    <a:lstStyle/>
                    <a:p>
                      <a:pPr fontAlgn="ctr">
                        <a:buNone/>
                      </a:pPr>
                      <a:endParaRPr lang="en-US">
                        <a:effectLst/>
                      </a:endParaRPr>
                    </a:p>
                  </a:txBody>
                  <a:tcPr anchor="ctr">
                    <a:lnL w="16983" cap="flat" cmpd="sng" algn="ctr">
                      <a:solidFill>
                        <a:srgbClr val="000000"/>
                      </a:solidFill>
                      <a:prstDash val="solid"/>
                      <a:round/>
                      <a:headEnd type="none" w="med" len="med"/>
                      <a:tailEnd type="none" w="med" len="med"/>
                    </a:lnL>
                    <a:lnR w="16983" cap="flat" cmpd="sng" algn="ctr">
                      <a:solidFill>
                        <a:srgbClr val="000000"/>
                      </a:solidFill>
                      <a:prstDash val="solid"/>
                      <a:round/>
                      <a:headEnd type="none" w="med" len="med"/>
                      <a:tailEnd type="none" w="med" len="med"/>
                    </a:lnR>
                    <a:lnT w="16983" cap="flat" cmpd="sng" algn="ctr">
                      <a:solidFill>
                        <a:srgbClr val="000000"/>
                      </a:solidFill>
                      <a:prstDash val="solid"/>
                      <a:round/>
                      <a:headEnd type="none" w="med" len="med"/>
                      <a:tailEnd type="none" w="med" len="med"/>
                    </a:lnT>
                    <a:lnB w="16983" cap="flat" cmpd="sng" algn="ctr">
                      <a:solidFill>
                        <a:srgbClr val="000000"/>
                      </a:solidFill>
                      <a:prstDash val="solid"/>
                      <a:round/>
                      <a:headEnd type="none" w="med" len="med"/>
                      <a:tailEnd type="none" w="med" len="med"/>
                    </a:lnB>
                    <a:solidFill>
                      <a:srgbClr val="FFFFFF"/>
                    </a:solidFill>
                  </a:tcPr>
                </a:tc>
                <a:tc>
                  <a:txBody>
                    <a:bodyPr/>
                    <a:lstStyle/>
                    <a:p>
                      <a:pPr marL="0" indent="0" algn="ctr" fontAlgn="base">
                        <a:buNone/>
                      </a:pPr>
                      <a:r>
                        <a:rPr lang="en-US" sz="1400" b="0" i="0">
                          <a:solidFill>
                            <a:srgbClr val="000000"/>
                          </a:solidFill>
                          <a:effectLst/>
                          <a:latin typeface="Arial"/>
                        </a:rPr>
                        <a:t>●</a:t>
                      </a:r>
                      <a:endParaRPr lang="en-US" b="0" i="0">
                        <a:solidFill>
                          <a:srgbClr val="000000"/>
                        </a:solidFill>
                        <a:effectLst/>
                        <a:latin typeface="Arial"/>
                      </a:endParaRPr>
                    </a:p>
                  </a:txBody>
                  <a:tcPr anchor="ctr">
                    <a:lnL w="16983" cap="flat" cmpd="sng" algn="ctr">
                      <a:solidFill>
                        <a:srgbClr val="000000"/>
                      </a:solidFill>
                      <a:prstDash val="solid"/>
                      <a:round/>
                      <a:headEnd type="none" w="med" len="med"/>
                      <a:tailEnd type="none" w="med" len="med"/>
                    </a:lnL>
                    <a:lnR w="16983" cap="flat" cmpd="sng" algn="ctr">
                      <a:solidFill>
                        <a:srgbClr val="000000"/>
                      </a:solidFill>
                      <a:prstDash val="solid"/>
                      <a:round/>
                      <a:headEnd type="none" w="med" len="med"/>
                      <a:tailEnd type="none" w="med" len="med"/>
                    </a:lnR>
                    <a:lnT w="16983" cap="flat" cmpd="sng" algn="ctr">
                      <a:solidFill>
                        <a:srgbClr val="000000"/>
                      </a:solidFill>
                      <a:prstDash val="solid"/>
                      <a:round/>
                      <a:headEnd type="none" w="med" len="med"/>
                      <a:tailEnd type="none" w="med" len="med"/>
                    </a:lnT>
                    <a:lnB w="16983" cap="flat" cmpd="sng" algn="ctr">
                      <a:solidFill>
                        <a:srgbClr val="000000"/>
                      </a:solidFill>
                      <a:prstDash val="solid"/>
                      <a:round/>
                      <a:headEnd type="none" w="med" len="med"/>
                      <a:tailEnd type="none" w="med" len="med"/>
                    </a:lnB>
                    <a:solidFill>
                      <a:srgbClr val="FFFFFF"/>
                    </a:solidFill>
                  </a:tcPr>
                </a:tc>
                <a:tc>
                  <a:txBody>
                    <a:bodyPr/>
                    <a:lstStyle/>
                    <a:p>
                      <a:pPr fontAlgn="ctr">
                        <a:buNone/>
                      </a:pPr>
                      <a:endParaRPr lang="en-US">
                        <a:effectLst/>
                      </a:endParaRPr>
                    </a:p>
                  </a:txBody>
                  <a:tcPr anchor="ctr">
                    <a:lnL w="16983" cap="flat" cmpd="sng" algn="ctr">
                      <a:solidFill>
                        <a:srgbClr val="000000"/>
                      </a:solidFill>
                      <a:prstDash val="solid"/>
                      <a:round/>
                      <a:headEnd type="none" w="med" len="med"/>
                      <a:tailEnd type="none" w="med" len="med"/>
                    </a:lnL>
                    <a:lnR w="16983" cap="flat" cmpd="sng" algn="ctr">
                      <a:solidFill>
                        <a:srgbClr val="000000"/>
                      </a:solidFill>
                      <a:prstDash val="solid"/>
                      <a:round/>
                      <a:headEnd type="none" w="med" len="med"/>
                      <a:tailEnd type="none" w="med" len="med"/>
                    </a:lnR>
                    <a:lnT w="16983" cap="flat" cmpd="sng" algn="ctr">
                      <a:solidFill>
                        <a:srgbClr val="000000"/>
                      </a:solidFill>
                      <a:prstDash val="solid"/>
                      <a:round/>
                      <a:headEnd type="none" w="med" len="med"/>
                      <a:tailEnd type="none" w="med" len="med"/>
                    </a:lnT>
                    <a:lnB w="16983"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512355342"/>
                  </a:ext>
                </a:extLst>
              </a:tr>
              <a:tr h="0">
                <a:tc>
                  <a:txBody>
                    <a:bodyPr/>
                    <a:lstStyle/>
                    <a:p>
                      <a:pPr marL="0" indent="0" algn="l" fontAlgn="base">
                        <a:buNone/>
                      </a:pPr>
                      <a:r>
                        <a:rPr lang="en-US" sz="1400" b="1" i="0" err="1">
                          <a:solidFill>
                            <a:srgbClr val="000000"/>
                          </a:solidFill>
                          <a:effectLst/>
                          <a:latin typeface="Arial"/>
                        </a:rPr>
                        <a:t>파수</a:t>
                      </a:r>
                      <a:endParaRPr lang="en-US" b="0" i="0" err="1">
                        <a:solidFill>
                          <a:srgbClr val="000000"/>
                        </a:solidFill>
                        <a:effectLst/>
                        <a:latin typeface="Arial"/>
                      </a:endParaRPr>
                    </a:p>
                  </a:txBody>
                  <a:tcPr anchor="ctr">
                    <a:lnL w="16983" cap="flat" cmpd="sng" algn="ctr">
                      <a:solidFill>
                        <a:srgbClr val="000000"/>
                      </a:solidFill>
                      <a:prstDash val="solid"/>
                      <a:round/>
                      <a:headEnd type="none" w="med" len="med"/>
                      <a:tailEnd type="none" w="med" len="med"/>
                    </a:lnL>
                    <a:lnR w="16983" cap="flat" cmpd="sng" algn="ctr">
                      <a:solidFill>
                        <a:srgbClr val="000000"/>
                      </a:solidFill>
                      <a:prstDash val="solid"/>
                      <a:round/>
                      <a:headEnd type="none" w="med" len="med"/>
                      <a:tailEnd type="none" w="med" len="med"/>
                    </a:lnR>
                    <a:lnT w="16983" cap="flat" cmpd="sng" algn="ctr">
                      <a:solidFill>
                        <a:srgbClr val="000000"/>
                      </a:solidFill>
                      <a:prstDash val="solid"/>
                      <a:round/>
                      <a:headEnd type="none" w="med" len="med"/>
                      <a:tailEnd type="none" w="med" len="med"/>
                    </a:lnT>
                    <a:lnB w="16983" cap="flat" cmpd="sng" algn="ctr">
                      <a:solidFill>
                        <a:srgbClr val="000000"/>
                      </a:solidFill>
                      <a:prstDash val="solid"/>
                      <a:round/>
                      <a:headEnd type="none" w="med" len="med"/>
                      <a:tailEnd type="none" w="med" len="med"/>
                    </a:lnB>
                    <a:solidFill>
                      <a:schemeClr val="accent5">
                        <a:lumMod val="40000"/>
                        <a:lumOff val="60000"/>
                      </a:schemeClr>
                    </a:solidFill>
                  </a:tcPr>
                </a:tc>
                <a:tc>
                  <a:txBody>
                    <a:bodyPr/>
                    <a:lstStyle/>
                    <a:p>
                      <a:pPr fontAlgn="ctr">
                        <a:buNone/>
                      </a:pPr>
                      <a:endParaRPr lang="en-US">
                        <a:effectLst/>
                      </a:endParaRPr>
                    </a:p>
                  </a:txBody>
                  <a:tcPr anchor="ctr">
                    <a:lnL w="16983" cap="flat" cmpd="sng" algn="ctr">
                      <a:solidFill>
                        <a:srgbClr val="000000"/>
                      </a:solidFill>
                      <a:prstDash val="solid"/>
                      <a:round/>
                      <a:headEnd type="none" w="med" len="med"/>
                      <a:tailEnd type="none" w="med" len="med"/>
                    </a:lnL>
                    <a:lnR w="16983" cap="flat" cmpd="sng" algn="ctr">
                      <a:solidFill>
                        <a:srgbClr val="000000"/>
                      </a:solidFill>
                      <a:prstDash val="solid"/>
                      <a:round/>
                      <a:headEnd type="none" w="med" len="med"/>
                      <a:tailEnd type="none" w="med" len="med"/>
                    </a:lnR>
                    <a:lnT w="16983" cap="flat" cmpd="sng" algn="ctr">
                      <a:solidFill>
                        <a:srgbClr val="000000"/>
                      </a:solidFill>
                      <a:prstDash val="solid"/>
                      <a:round/>
                      <a:headEnd type="none" w="med" len="med"/>
                      <a:tailEnd type="none" w="med" len="med"/>
                    </a:lnT>
                    <a:lnB w="16983" cap="flat" cmpd="sng" algn="ctr">
                      <a:solidFill>
                        <a:srgbClr val="000000"/>
                      </a:solidFill>
                      <a:prstDash val="solid"/>
                      <a:round/>
                      <a:headEnd type="none" w="med" len="med"/>
                      <a:tailEnd type="none" w="med" len="med"/>
                    </a:lnB>
                    <a:solidFill>
                      <a:srgbClr val="FFFFFF"/>
                    </a:solidFill>
                  </a:tcPr>
                </a:tc>
                <a:tc>
                  <a:txBody>
                    <a:bodyPr/>
                    <a:lstStyle/>
                    <a:p>
                      <a:pPr marL="0" indent="0" algn="ctr" fontAlgn="base">
                        <a:buNone/>
                      </a:pPr>
                      <a:r>
                        <a:rPr lang="en-US" sz="1400" b="0" i="0">
                          <a:solidFill>
                            <a:srgbClr val="000000"/>
                          </a:solidFill>
                          <a:effectLst/>
                          <a:latin typeface="Arial"/>
                        </a:rPr>
                        <a:t>◐ (email)</a:t>
                      </a:r>
                      <a:endParaRPr lang="en-US" b="0" i="0">
                        <a:solidFill>
                          <a:srgbClr val="000000"/>
                        </a:solidFill>
                        <a:effectLst/>
                        <a:latin typeface="Arial"/>
                      </a:endParaRPr>
                    </a:p>
                  </a:txBody>
                  <a:tcPr anchor="ctr">
                    <a:lnL w="16983" cap="flat" cmpd="sng" algn="ctr">
                      <a:solidFill>
                        <a:srgbClr val="000000"/>
                      </a:solidFill>
                      <a:prstDash val="solid"/>
                      <a:round/>
                      <a:headEnd type="none" w="med" len="med"/>
                      <a:tailEnd type="none" w="med" len="med"/>
                    </a:lnL>
                    <a:lnR w="16983" cap="flat" cmpd="sng" algn="ctr">
                      <a:solidFill>
                        <a:srgbClr val="000000"/>
                      </a:solidFill>
                      <a:prstDash val="solid"/>
                      <a:round/>
                      <a:headEnd type="none" w="med" len="med"/>
                      <a:tailEnd type="none" w="med" len="med"/>
                    </a:lnR>
                    <a:lnT w="16983" cap="flat" cmpd="sng" algn="ctr">
                      <a:solidFill>
                        <a:srgbClr val="000000"/>
                      </a:solidFill>
                      <a:prstDash val="solid"/>
                      <a:round/>
                      <a:headEnd type="none" w="med" len="med"/>
                      <a:tailEnd type="none" w="med" len="med"/>
                    </a:lnT>
                    <a:lnB w="16983" cap="flat" cmpd="sng" algn="ctr">
                      <a:solidFill>
                        <a:srgbClr val="000000"/>
                      </a:solidFill>
                      <a:prstDash val="solid"/>
                      <a:round/>
                      <a:headEnd type="none" w="med" len="med"/>
                      <a:tailEnd type="none" w="med" len="med"/>
                    </a:lnB>
                    <a:solidFill>
                      <a:srgbClr val="FFFFFF"/>
                    </a:solidFill>
                  </a:tcPr>
                </a:tc>
                <a:tc>
                  <a:txBody>
                    <a:bodyPr/>
                    <a:lstStyle/>
                    <a:p>
                      <a:pPr marL="0" indent="0" algn="ctr" fontAlgn="base">
                        <a:buNone/>
                      </a:pPr>
                      <a:r>
                        <a:rPr lang="en-US" sz="1400" b="0" i="0">
                          <a:solidFill>
                            <a:srgbClr val="000000"/>
                          </a:solidFill>
                          <a:effectLst/>
                          <a:latin typeface="Arial"/>
                        </a:rPr>
                        <a:t>●</a:t>
                      </a:r>
                      <a:endParaRPr lang="en-US" b="0" i="0">
                        <a:solidFill>
                          <a:srgbClr val="000000"/>
                        </a:solidFill>
                        <a:effectLst/>
                        <a:latin typeface="Arial"/>
                      </a:endParaRPr>
                    </a:p>
                  </a:txBody>
                  <a:tcPr anchor="ctr">
                    <a:lnL w="16983" cap="flat" cmpd="sng" algn="ctr">
                      <a:solidFill>
                        <a:srgbClr val="000000"/>
                      </a:solidFill>
                      <a:prstDash val="solid"/>
                      <a:round/>
                      <a:headEnd type="none" w="med" len="med"/>
                      <a:tailEnd type="none" w="med" len="med"/>
                    </a:lnL>
                    <a:lnR w="16983" cap="flat" cmpd="sng" algn="ctr">
                      <a:solidFill>
                        <a:srgbClr val="000000"/>
                      </a:solidFill>
                      <a:prstDash val="solid"/>
                      <a:round/>
                      <a:headEnd type="none" w="med" len="med"/>
                      <a:tailEnd type="none" w="med" len="med"/>
                    </a:lnR>
                    <a:lnT w="16983" cap="flat" cmpd="sng" algn="ctr">
                      <a:solidFill>
                        <a:srgbClr val="000000"/>
                      </a:solidFill>
                      <a:prstDash val="solid"/>
                      <a:round/>
                      <a:headEnd type="none" w="med" len="med"/>
                      <a:tailEnd type="none" w="med" len="med"/>
                    </a:lnT>
                    <a:lnB w="16983" cap="flat" cmpd="sng" algn="ctr">
                      <a:solidFill>
                        <a:srgbClr val="000000"/>
                      </a:solidFill>
                      <a:prstDash val="solid"/>
                      <a:round/>
                      <a:headEnd type="none" w="med" len="med"/>
                      <a:tailEnd type="none" w="med" len="med"/>
                    </a:lnB>
                    <a:solidFill>
                      <a:srgbClr val="FFFFFF"/>
                    </a:solidFill>
                  </a:tcPr>
                </a:tc>
                <a:tc>
                  <a:txBody>
                    <a:bodyPr/>
                    <a:lstStyle/>
                    <a:p>
                      <a:pPr marL="0" indent="0" algn="ctr" fontAlgn="base">
                        <a:buNone/>
                      </a:pPr>
                      <a:r>
                        <a:rPr lang="en-US" sz="1400" b="0" i="0">
                          <a:solidFill>
                            <a:srgbClr val="000000"/>
                          </a:solidFill>
                          <a:effectLst/>
                          <a:latin typeface="Arial"/>
                        </a:rPr>
                        <a:t>●</a:t>
                      </a:r>
                      <a:endParaRPr lang="en-US" b="0" i="0">
                        <a:solidFill>
                          <a:srgbClr val="000000"/>
                        </a:solidFill>
                        <a:effectLst/>
                        <a:latin typeface="Arial"/>
                      </a:endParaRPr>
                    </a:p>
                  </a:txBody>
                  <a:tcPr anchor="ctr">
                    <a:lnL w="16983" cap="flat" cmpd="sng" algn="ctr">
                      <a:solidFill>
                        <a:srgbClr val="000000"/>
                      </a:solidFill>
                      <a:prstDash val="solid"/>
                      <a:round/>
                      <a:headEnd type="none" w="med" len="med"/>
                      <a:tailEnd type="none" w="med" len="med"/>
                    </a:lnL>
                    <a:lnR w="16983" cap="flat" cmpd="sng" algn="ctr">
                      <a:solidFill>
                        <a:srgbClr val="000000"/>
                      </a:solidFill>
                      <a:prstDash val="solid"/>
                      <a:round/>
                      <a:headEnd type="none" w="med" len="med"/>
                      <a:tailEnd type="none" w="med" len="med"/>
                    </a:lnR>
                    <a:lnT w="16983" cap="flat" cmpd="sng" algn="ctr">
                      <a:solidFill>
                        <a:srgbClr val="000000"/>
                      </a:solidFill>
                      <a:prstDash val="solid"/>
                      <a:round/>
                      <a:headEnd type="none" w="med" len="med"/>
                      <a:tailEnd type="none" w="med" len="med"/>
                    </a:lnT>
                    <a:lnB w="16983"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838486994"/>
                  </a:ext>
                </a:extLst>
              </a:tr>
              <a:tr h="0">
                <a:tc>
                  <a:txBody>
                    <a:bodyPr/>
                    <a:lstStyle/>
                    <a:p>
                      <a:pPr marL="0" indent="0" algn="l" fontAlgn="base">
                        <a:buNone/>
                      </a:pPr>
                      <a:r>
                        <a:rPr lang="en-US" sz="1400" b="1" i="0" err="1">
                          <a:solidFill>
                            <a:srgbClr val="000000"/>
                          </a:solidFill>
                          <a:effectLst/>
                          <a:latin typeface="Arial"/>
                        </a:rPr>
                        <a:t>세이퍼존</a:t>
                      </a:r>
                      <a:endParaRPr lang="en-US" b="0" i="0" err="1">
                        <a:solidFill>
                          <a:srgbClr val="000000"/>
                        </a:solidFill>
                        <a:effectLst/>
                        <a:latin typeface="Arial"/>
                      </a:endParaRPr>
                    </a:p>
                  </a:txBody>
                  <a:tcPr anchor="ctr">
                    <a:lnL w="16983" cap="flat" cmpd="sng" algn="ctr">
                      <a:solidFill>
                        <a:srgbClr val="000000"/>
                      </a:solidFill>
                      <a:prstDash val="solid"/>
                      <a:round/>
                      <a:headEnd type="none" w="med" len="med"/>
                      <a:tailEnd type="none" w="med" len="med"/>
                    </a:lnL>
                    <a:lnR w="16983" cap="flat" cmpd="sng" algn="ctr">
                      <a:solidFill>
                        <a:srgbClr val="000000"/>
                      </a:solidFill>
                      <a:prstDash val="solid"/>
                      <a:round/>
                      <a:headEnd type="none" w="med" len="med"/>
                      <a:tailEnd type="none" w="med" len="med"/>
                    </a:lnR>
                    <a:lnT w="16983" cap="flat" cmpd="sng" algn="ctr">
                      <a:solidFill>
                        <a:srgbClr val="000000"/>
                      </a:solidFill>
                      <a:prstDash val="solid"/>
                      <a:round/>
                      <a:headEnd type="none" w="med" len="med"/>
                      <a:tailEnd type="none" w="med" len="med"/>
                    </a:lnT>
                    <a:lnB w="16983" cap="flat" cmpd="sng" algn="ctr">
                      <a:solidFill>
                        <a:srgbClr val="000000"/>
                      </a:solidFill>
                      <a:prstDash val="solid"/>
                      <a:round/>
                      <a:headEnd type="none" w="med" len="med"/>
                      <a:tailEnd type="none" w="med" len="med"/>
                    </a:lnB>
                    <a:solidFill>
                      <a:schemeClr val="accent5">
                        <a:lumMod val="40000"/>
                        <a:lumOff val="60000"/>
                      </a:schemeClr>
                    </a:solidFill>
                  </a:tcPr>
                </a:tc>
                <a:tc>
                  <a:txBody>
                    <a:bodyPr/>
                    <a:lstStyle/>
                    <a:p>
                      <a:pPr marL="0" indent="0" algn="ctr" fontAlgn="base">
                        <a:buNone/>
                      </a:pPr>
                      <a:r>
                        <a:rPr lang="en-US" sz="1400" b="0" i="0">
                          <a:solidFill>
                            <a:srgbClr val="000000"/>
                          </a:solidFill>
                          <a:effectLst/>
                          <a:latin typeface="Arial"/>
                        </a:rPr>
                        <a:t>●</a:t>
                      </a:r>
                      <a:endParaRPr lang="en-US" b="0" i="0">
                        <a:solidFill>
                          <a:srgbClr val="000000"/>
                        </a:solidFill>
                        <a:effectLst/>
                        <a:latin typeface="Arial"/>
                      </a:endParaRPr>
                    </a:p>
                  </a:txBody>
                  <a:tcPr anchor="ctr">
                    <a:lnL w="16983" cap="flat" cmpd="sng" algn="ctr">
                      <a:solidFill>
                        <a:srgbClr val="000000"/>
                      </a:solidFill>
                      <a:prstDash val="solid"/>
                      <a:round/>
                      <a:headEnd type="none" w="med" len="med"/>
                      <a:tailEnd type="none" w="med" len="med"/>
                    </a:lnL>
                    <a:lnR w="16983" cap="flat" cmpd="sng" algn="ctr">
                      <a:solidFill>
                        <a:srgbClr val="000000"/>
                      </a:solidFill>
                      <a:prstDash val="solid"/>
                      <a:round/>
                      <a:headEnd type="none" w="med" len="med"/>
                      <a:tailEnd type="none" w="med" len="med"/>
                    </a:lnR>
                    <a:lnT w="16983" cap="flat" cmpd="sng" algn="ctr">
                      <a:solidFill>
                        <a:srgbClr val="000000"/>
                      </a:solidFill>
                      <a:prstDash val="solid"/>
                      <a:round/>
                      <a:headEnd type="none" w="med" len="med"/>
                      <a:tailEnd type="none" w="med" len="med"/>
                    </a:lnT>
                    <a:lnB w="16983" cap="flat" cmpd="sng" algn="ctr">
                      <a:solidFill>
                        <a:srgbClr val="000000"/>
                      </a:solidFill>
                      <a:prstDash val="solid"/>
                      <a:round/>
                      <a:headEnd type="none" w="med" len="med"/>
                      <a:tailEnd type="none" w="med" len="med"/>
                    </a:lnB>
                    <a:solidFill>
                      <a:srgbClr val="FFFFFF"/>
                    </a:solidFill>
                  </a:tcPr>
                </a:tc>
                <a:tc>
                  <a:txBody>
                    <a:bodyPr/>
                    <a:lstStyle/>
                    <a:p>
                      <a:pPr marL="0" indent="0" algn="ctr" fontAlgn="base">
                        <a:buNone/>
                      </a:pPr>
                      <a:r>
                        <a:rPr lang="en-US" sz="1400" b="0" i="0">
                          <a:solidFill>
                            <a:srgbClr val="000000"/>
                          </a:solidFill>
                          <a:effectLst/>
                          <a:latin typeface="Arial"/>
                        </a:rPr>
                        <a:t>◐ (email)</a:t>
                      </a:r>
                      <a:endParaRPr lang="en-US" b="0" i="0">
                        <a:solidFill>
                          <a:srgbClr val="000000"/>
                        </a:solidFill>
                        <a:effectLst/>
                        <a:latin typeface="Arial"/>
                      </a:endParaRPr>
                    </a:p>
                  </a:txBody>
                  <a:tcPr anchor="ctr">
                    <a:lnL w="16983" cap="flat" cmpd="sng" algn="ctr">
                      <a:solidFill>
                        <a:srgbClr val="000000"/>
                      </a:solidFill>
                      <a:prstDash val="solid"/>
                      <a:round/>
                      <a:headEnd type="none" w="med" len="med"/>
                      <a:tailEnd type="none" w="med" len="med"/>
                    </a:lnL>
                    <a:lnR w="16983" cap="flat" cmpd="sng" algn="ctr">
                      <a:solidFill>
                        <a:srgbClr val="000000"/>
                      </a:solidFill>
                      <a:prstDash val="solid"/>
                      <a:round/>
                      <a:headEnd type="none" w="med" len="med"/>
                      <a:tailEnd type="none" w="med" len="med"/>
                    </a:lnR>
                    <a:lnT w="16983" cap="flat" cmpd="sng" algn="ctr">
                      <a:solidFill>
                        <a:srgbClr val="000000"/>
                      </a:solidFill>
                      <a:prstDash val="solid"/>
                      <a:round/>
                      <a:headEnd type="none" w="med" len="med"/>
                      <a:tailEnd type="none" w="med" len="med"/>
                    </a:lnT>
                    <a:lnB w="16983" cap="flat" cmpd="sng" algn="ctr">
                      <a:solidFill>
                        <a:srgbClr val="000000"/>
                      </a:solidFill>
                      <a:prstDash val="solid"/>
                      <a:round/>
                      <a:headEnd type="none" w="med" len="med"/>
                      <a:tailEnd type="none" w="med" len="med"/>
                    </a:lnB>
                    <a:solidFill>
                      <a:srgbClr val="FFFFFF"/>
                    </a:solidFill>
                  </a:tcPr>
                </a:tc>
                <a:tc>
                  <a:txBody>
                    <a:bodyPr/>
                    <a:lstStyle/>
                    <a:p>
                      <a:pPr fontAlgn="ctr">
                        <a:buNone/>
                      </a:pPr>
                      <a:endParaRPr lang="en-US">
                        <a:effectLst/>
                      </a:endParaRPr>
                    </a:p>
                  </a:txBody>
                  <a:tcPr anchor="ctr">
                    <a:lnL w="16983" cap="flat" cmpd="sng" algn="ctr">
                      <a:solidFill>
                        <a:srgbClr val="000000"/>
                      </a:solidFill>
                      <a:prstDash val="solid"/>
                      <a:round/>
                      <a:headEnd type="none" w="med" len="med"/>
                      <a:tailEnd type="none" w="med" len="med"/>
                    </a:lnL>
                    <a:lnR w="16983" cap="flat" cmpd="sng" algn="ctr">
                      <a:solidFill>
                        <a:srgbClr val="000000"/>
                      </a:solidFill>
                      <a:prstDash val="solid"/>
                      <a:round/>
                      <a:headEnd type="none" w="med" len="med"/>
                      <a:tailEnd type="none" w="med" len="med"/>
                    </a:lnR>
                    <a:lnT w="16983" cap="flat" cmpd="sng" algn="ctr">
                      <a:solidFill>
                        <a:srgbClr val="000000"/>
                      </a:solidFill>
                      <a:prstDash val="solid"/>
                      <a:round/>
                      <a:headEnd type="none" w="med" len="med"/>
                      <a:tailEnd type="none" w="med" len="med"/>
                    </a:lnT>
                    <a:lnB w="16983" cap="flat" cmpd="sng" algn="ctr">
                      <a:solidFill>
                        <a:srgbClr val="000000"/>
                      </a:solidFill>
                      <a:prstDash val="solid"/>
                      <a:round/>
                      <a:headEnd type="none" w="med" len="med"/>
                      <a:tailEnd type="none" w="med" len="med"/>
                    </a:lnB>
                    <a:solidFill>
                      <a:srgbClr val="FFFFFF"/>
                    </a:solidFill>
                  </a:tcPr>
                </a:tc>
                <a:tc>
                  <a:txBody>
                    <a:bodyPr/>
                    <a:lstStyle/>
                    <a:p>
                      <a:pPr marL="0" indent="0" algn="ctr" fontAlgn="base">
                        <a:buNone/>
                      </a:pPr>
                      <a:r>
                        <a:rPr lang="en-US" sz="1400" b="0" i="0">
                          <a:solidFill>
                            <a:srgbClr val="000000"/>
                          </a:solidFill>
                          <a:effectLst/>
                          <a:latin typeface="Arial"/>
                        </a:rPr>
                        <a:t>◐</a:t>
                      </a:r>
                      <a:endParaRPr lang="en-US" b="0" i="0">
                        <a:solidFill>
                          <a:srgbClr val="000000"/>
                        </a:solidFill>
                        <a:effectLst/>
                        <a:latin typeface="Arial"/>
                      </a:endParaRPr>
                    </a:p>
                  </a:txBody>
                  <a:tcPr anchor="ctr">
                    <a:lnL w="16983" cap="flat" cmpd="sng" algn="ctr">
                      <a:solidFill>
                        <a:srgbClr val="000000"/>
                      </a:solidFill>
                      <a:prstDash val="solid"/>
                      <a:round/>
                      <a:headEnd type="none" w="med" len="med"/>
                      <a:tailEnd type="none" w="med" len="med"/>
                    </a:lnL>
                    <a:lnR w="16983" cap="flat" cmpd="sng" algn="ctr">
                      <a:solidFill>
                        <a:srgbClr val="000000"/>
                      </a:solidFill>
                      <a:prstDash val="solid"/>
                      <a:round/>
                      <a:headEnd type="none" w="med" len="med"/>
                      <a:tailEnd type="none" w="med" len="med"/>
                    </a:lnR>
                    <a:lnT w="16983" cap="flat" cmpd="sng" algn="ctr">
                      <a:solidFill>
                        <a:srgbClr val="000000"/>
                      </a:solidFill>
                      <a:prstDash val="solid"/>
                      <a:round/>
                      <a:headEnd type="none" w="med" len="med"/>
                      <a:tailEnd type="none" w="med" len="med"/>
                    </a:lnT>
                    <a:lnB w="16983"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861943960"/>
                  </a:ext>
                </a:extLst>
              </a:tr>
              <a:tr h="0">
                <a:tc>
                  <a:txBody>
                    <a:bodyPr/>
                    <a:lstStyle/>
                    <a:p>
                      <a:pPr marL="0" indent="0" algn="l" fontAlgn="base">
                        <a:buNone/>
                      </a:pPr>
                      <a:r>
                        <a:rPr lang="en-US" sz="1400" b="1" i="0" err="1">
                          <a:solidFill>
                            <a:srgbClr val="000000"/>
                          </a:solidFill>
                          <a:effectLst/>
                          <a:latin typeface="Arial"/>
                        </a:rPr>
                        <a:t>컴트루</a:t>
                      </a:r>
                      <a:endParaRPr lang="en-US" b="0" i="0" err="1">
                        <a:solidFill>
                          <a:srgbClr val="000000"/>
                        </a:solidFill>
                        <a:effectLst/>
                        <a:latin typeface="Arial"/>
                      </a:endParaRPr>
                    </a:p>
                  </a:txBody>
                  <a:tcPr anchor="ctr">
                    <a:lnL w="16983" cap="flat" cmpd="sng" algn="ctr">
                      <a:solidFill>
                        <a:srgbClr val="000000"/>
                      </a:solidFill>
                      <a:prstDash val="solid"/>
                      <a:round/>
                      <a:headEnd type="none" w="med" len="med"/>
                      <a:tailEnd type="none" w="med" len="med"/>
                    </a:lnL>
                    <a:lnR w="16983" cap="flat" cmpd="sng" algn="ctr">
                      <a:solidFill>
                        <a:srgbClr val="000000"/>
                      </a:solidFill>
                      <a:prstDash val="solid"/>
                      <a:round/>
                      <a:headEnd type="none" w="med" len="med"/>
                      <a:tailEnd type="none" w="med" len="med"/>
                    </a:lnR>
                    <a:lnT w="16983" cap="flat" cmpd="sng" algn="ctr">
                      <a:solidFill>
                        <a:srgbClr val="000000"/>
                      </a:solidFill>
                      <a:prstDash val="solid"/>
                      <a:round/>
                      <a:headEnd type="none" w="med" len="med"/>
                      <a:tailEnd type="none" w="med" len="med"/>
                    </a:lnT>
                    <a:lnB w="16983" cap="flat" cmpd="sng" algn="ctr">
                      <a:solidFill>
                        <a:srgbClr val="000000"/>
                      </a:solidFill>
                      <a:prstDash val="solid"/>
                      <a:round/>
                      <a:headEnd type="none" w="med" len="med"/>
                      <a:tailEnd type="none" w="med" len="med"/>
                    </a:lnB>
                    <a:solidFill>
                      <a:schemeClr val="accent5">
                        <a:lumMod val="40000"/>
                        <a:lumOff val="60000"/>
                      </a:schemeClr>
                    </a:solidFill>
                  </a:tcPr>
                </a:tc>
                <a:tc>
                  <a:txBody>
                    <a:bodyPr/>
                    <a:lstStyle/>
                    <a:p>
                      <a:pPr fontAlgn="ctr">
                        <a:buNone/>
                      </a:pPr>
                      <a:endParaRPr lang="en-US">
                        <a:effectLst/>
                      </a:endParaRPr>
                    </a:p>
                  </a:txBody>
                  <a:tcPr anchor="ctr">
                    <a:lnL w="16983" cap="flat" cmpd="sng" algn="ctr">
                      <a:solidFill>
                        <a:srgbClr val="000000"/>
                      </a:solidFill>
                      <a:prstDash val="solid"/>
                      <a:round/>
                      <a:headEnd type="none" w="med" len="med"/>
                      <a:tailEnd type="none" w="med" len="med"/>
                    </a:lnL>
                    <a:lnR w="16983" cap="flat" cmpd="sng" algn="ctr">
                      <a:solidFill>
                        <a:srgbClr val="000000"/>
                      </a:solidFill>
                      <a:prstDash val="solid"/>
                      <a:round/>
                      <a:headEnd type="none" w="med" len="med"/>
                      <a:tailEnd type="none" w="med" len="med"/>
                    </a:lnR>
                    <a:lnT w="16983" cap="flat" cmpd="sng" algn="ctr">
                      <a:solidFill>
                        <a:srgbClr val="000000"/>
                      </a:solidFill>
                      <a:prstDash val="solid"/>
                      <a:round/>
                      <a:headEnd type="none" w="med" len="med"/>
                      <a:tailEnd type="none" w="med" len="med"/>
                    </a:lnT>
                    <a:lnB w="16983" cap="flat" cmpd="sng" algn="ctr">
                      <a:solidFill>
                        <a:srgbClr val="000000"/>
                      </a:solidFill>
                      <a:prstDash val="solid"/>
                      <a:round/>
                      <a:headEnd type="none" w="med" len="med"/>
                      <a:tailEnd type="none" w="med" len="med"/>
                    </a:lnB>
                    <a:solidFill>
                      <a:srgbClr val="FFFFFF"/>
                    </a:solidFill>
                  </a:tcPr>
                </a:tc>
                <a:tc>
                  <a:txBody>
                    <a:bodyPr/>
                    <a:lstStyle/>
                    <a:p>
                      <a:pPr fontAlgn="ctr">
                        <a:buNone/>
                      </a:pPr>
                      <a:endParaRPr lang="en-US">
                        <a:effectLst/>
                      </a:endParaRPr>
                    </a:p>
                  </a:txBody>
                  <a:tcPr anchor="ctr">
                    <a:lnL w="16983" cap="flat" cmpd="sng" algn="ctr">
                      <a:solidFill>
                        <a:srgbClr val="000000"/>
                      </a:solidFill>
                      <a:prstDash val="solid"/>
                      <a:round/>
                      <a:headEnd type="none" w="med" len="med"/>
                      <a:tailEnd type="none" w="med" len="med"/>
                    </a:lnL>
                    <a:lnR w="16983" cap="flat" cmpd="sng" algn="ctr">
                      <a:solidFill>
                        <a:srgbClr val="000000"/>
                      </a:solidFill>
                      <a:prstDash val="solid"/>
                      <a:round/>
                      <a:headEnd type="none" w="med" len="med"/>
                      <a:tailEnd type="none" w="med" len="med"/>
                    </a:lnR>
                    <a:lnT w="16983" cap="flat" cmpd="sng" algn="ctr">
                      <a:solidFill>
                        <a:srgbClr val="000000"/>
                      </a:solidFill>
                      <a:prstDash val="solid"/>
                      <a:round/>
                      <a:headEnd type="none" w="med" len="med"/>
                      <a:tailEnd type="none" w="med" len="med"/>
                    </a:lnT>
                    <a:lnB w="16983" cap="flat" cmpd="sng" algn="ctr">
                      <a:solidFill>
                        <a:srgbClr val="000000"/>
                      </a:solidFill>
                      <a:prstDash val="solid"/>
                      <a:round/>
                      <a:headEnd type="none" w="med" len="med"/>
                      <a:tailEnd type="none" w="med" len="med"/>
                    </a:lnB>
                    <a:solidFill>
                      <a:srgbClr val="FFFFFF"/>
                    </a:solidFill>
                  </a:tcPr>
                </a:tc>
                <a:tc>
                  <a:txBody>
                    <a:bodyPr/>
                    <a:lstStyle/>
                    <a:p>
                      <a:pPr fontAlgn="ctr">
                        <a:buNone/>
                      </a:pPr>
                      <a:endParaRPr lang="en-US">
                        <a:effectLst/>
                      </a:endParaRPr>
                    </a:p>
                  </a:txBody>
                  <a:tcPr anchor="ctr">
                    <a:lnL w="16983" cap="flat" cmpd="sng" algn="ctr">
                      <a:solidFill>
                        <a:srgbClr val="000000"/>
                      </a:solidFill>
                      <a:prstDash val="solid"/>
                      <a:round/>
                      <a:headEnd type="none" w="med" len="med"/>
                      <a:tailEnd type="none" w="med" len="med"/>
                    </a:lnL>
                    <a:lnR w="16983" cap="flat" cmpd="sng" algn="ctr">
                      <a:solidFill>
                        <a:srgbClr val="000000"/>
                      </a:solidFill>
                      <a:prstDash val="solid"/>
                      <a:round/>
                      <a:headEnd type="none" w="med" len="med"/>
                      <a:tailEnd type="none" w="med" len="med"/>
                    </a:lnR>
                    <a:lnT w="16983" cap="flat" cmpd="sng" algn="ctr">
                      <a:solidFill>
                        <a:srgbClr val="000000"/>
                      </a:solidFill>
                      <a:prstDash val="solid"/>
                      <a:round/>
                      <a:headEnd type="none" w="med" len="med"/>
                      <a:tailEnd type="none" w="med" len="med"/>
                    </a:lnT>
                    <a:lnB w="16983" cap="flat" cmpd="sng" algn="ctr">
                      <a:solidFill>
                        <a:srgbClr val="000000"/>
                      </a:solidFill>
                      <a:prstDash val="solid"/>
                      <a:round/>
                      <a:headEnd type="none" w="med" len="med"/>
                      <a:tailEnd type="none" w="med" len="med"/>
                    </a:lnB>
                    <a:solidFill>
                      <a:srgbClr val="FFFFFF"/>
                    </a:solidFill>
                  </a:tcPr>
                </a:tc>
                <a:tc>
                  <a:txBody>
                    <a:bodyPr/>
                    <a:lstStyle/>
                    <a:p>
                      <a:pPr marL="0" indent="0" algn="ctr" fontAlgn="base">
                        <a:buNone/>
                      </a:pPr>
                      <a:r>
                        <a:rPr lang="en-US" sz="1400" b="0" i="0">
                          <a:solidFill>
                            <a:srgbClr val="000000"/>
                          </a:solidFill>
                          <a:effectLst/>
                          <a:latin typeface="Arial"/>
                        </a:rPr>
                        <a:t>●</a:t>
                      </a:r>
                      <a:endParaRPr lang="en-US" b="0" i="0">
                        <a:solidFill>
                          <a:srgbClr val="000000"/>
                        </a:solidFill>
                        <a:effectLst/>
                        <a:latin typeface="Arial"/>
                      </a:endParaRPr>
                    </a:p>
                  </a:txBody>
                  <a:tcPr anchor="ctr">
                    <a:lnL w="16983" cap="flat" cmpd="sng" algn="ctr">
                      <a:solidFill>
                        <a:srgbClr val="000000"/>
                      </a:solidFill>
                      <a:prstDash val="solid"/>
                      <a:round/>
                      <a:headEnd type="none" w="med" len="med"/>
                      <a:tailEnd type="none" w="med" len="med"/>
                    </a:lnL>
                    <a:lnR w="16983" cap="flat" cmpd="sng" algn="ctr">
                      <a:solidFill>
                        <a:srgbClr val="000000"/>
                      </a:solidFill>
                      <a:prstDash val="solid"/>
                      <a:round/>
                      <a:headEnd type="none" w="med" len="med"/>
                      <a:tailEnd type="none" w="med" len="med"/>
                    </a:lnR>
                    <a:lnT w="16983" cap="flat" cmpd="sng" algn="ctr">
                      <a:solidFill>
                        <a:srgbClr val="000000"/>
                      </a:solidFill>
                      <a:prstDash val="solid"/>
                      <a:round/>
                      <a:headEnd type="none" w="med" len="med"/>
                      <a:tailEnd type="none" w="med" len="med"/>
                    </a:lnT>
                    <a:lnB w="16983"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821629654"/>
                  </a:ext>
                </a:extLst>
              </a:tr>
              <a:tr h="304800">
                <a:tc>
                  <a:txBody>
                    <a:bodyPr/>
                    <a:lstStyle/>
                    <a:p>
                      <a:pPr marL="0" indent="0" algn="l" fontAlgn="base">
                        <a:buNone/>
                      </a:pPr>
                      <a:r>
                        <a:rPr lang="en-US" sz="1400" b="1" i="0" err="1">
                          <a:solidFill>
                            <a:srgbClr val="000000"/>
                          </a:solidFill>
                          <a:effectLst/>
                          <a:latin typeface="Arial"/>
                        </a:rPr>
                        <a:t>이로운앤컴퍼니</a:t>
                      </a:r>
                      <a:endParaRPr lang="en-US" b="0" i="0" err="1">
                        <a:solidFill>
                          <a:srgbClr val="000000"/>
                        </a:solidFill>
                        <a:effectLst/>
                        <a:latin typeface="Arial"/>
                      </a:endParaRPr>
                    </a:p>
                  </a:txBody>
                  <a:tcPr anchor="ctr">
                    <a:lnL w="16983" cap="flat" cmpd="sng" algn="ctr">
                      <a:solidFill>
                        <a:srgbClr val="000000"/>
                      </a:solidFill>
                      <a:prstDash val="solid"/>
                      <a:round/>
                      <a:headEnd type="none" w="med" len="med"/>
                      <a:tailEnd type="none" w="med" len="med"/>
                    </a:lnL>
                    <a:lnR w="16983" cap="flat" cmpd="sng" algn="ctr">
                      <a:solidFill>
                        <a:srgbClr val="000000"/>
                      </a:solidFill>
                      <a:prstDash val="solid"/>
                      <a:round/>
                      <a:headEnd type="none" w="med" len="med"/>
                      <a:tailEnd type="none" w="med" len="med"/>
                    </a:lnR>
                    <a:lnT w="16983" cap="flat" cmpd="sng" algn="ctr">
                      <a:solidFill>
                        <a:srgbClr val="000000"/>
                      </a:solidFill>
                      <a:prstDash val="solid"/>
                      <a:round/>
                      <a:headEnd type="none" w="med" len="med"/>
                      <a:tailEnd type="none" w="med" len="med"/>
                    </a:lnT>
                    <a:lnB w="16983" cap="flat" cmpd="sng" algn="ctr">
                      <a:solidFill>
                        <a:srgbClr val="000000"/>
                      </a:solidFill>
                      <a:prstDash val="solid"/>
                      <a:round/>
                      <a:headEnd type="none" w="med" len="med"/>
                      <a:tailEnd type="none" w="med" len="med"/>
                    </a:lnB>
                    <a:solidFill>
                      <a:schemeClr val="accent5">
                        <a:lumMod val="40000"/>
                        <a:lumOff val="60000"/>
                      </a:schemeClr>
                    </a:solidFill>
                  </a:tcPr>
                </a:tc>
                <a:tc>
                  <a:txBody>
                    <a:bodyPr/>
                    <a:lstStyle/>
                    <a:p>
                      <a:pPr fontAlgn="ctr">
                        <a:buNone/>
                      </a:pPr>
                      <a:endParaRPr lang="en-US">
                        <a:effectLst/>
                      </a:endParaRPr>
                    </a:p>
                  </a:txBody>
                  <a:tcPr anchor="ctr">
                    <a:lnL w="16983" cap="flat" cmpd="sng" algn="ctr">
                      <a:solidFill>
                        <a:srgbClr val="000000"/>
                      </a:solidFill>
                      <a:prstDash val="solid"/>
                      <a:round/>
                      <a:headEnd type="none" w="med" len="med"/>
                      <a:tailEnd type="none" w="med" len="med"/>
                    </a:lnL>
                    <a:lnR w="16983" cap="flat" cmpd="sng" algn="ctr">
                      <a:solidFill>
                        <a:srgbClr val="000000"/>
                      </a:solidFill>
                      <a:prstDash val="solid"/>
                      <a:round/>
                      <a:headEnd type="none" w="med" len="med"/>
                      <a:tailEnd type="none" w="med" len="med"/>
                    </a:lnR>
                    <a:lnT w="16983" cap="flat" cmpd="sng" algn="ctr">
                      <a:solidFill>
                        <a:srgbClr val="000000"/>
                      </a:solidFill>
                      <a:prstDash val="solid"/>
                      <a:round/>
                      <a:headEnd type="none" w="med" len="med"/>
                      <a:tailEnd type="none" w="med" len="med"/>
                    </a:lnT>
                    <a:lnB w="16983" cap="flat" cmpd="sng" algn="ctr">
                      <a:solidFill>
                        <a:srgbClr val="000000"/>
                      </a:solidFill>
                      <a:prstDash val="solid"/>
                      <a:round/>
                      <a:headEnd type="none" w="med" len="med"/>
                      <a:tailEnd type="none" w="med" len="med"/>
                    </a:lnB>
                    <a:solidFill>
                      <a:srgbClr val="FFFFFF"/>
                    </a:solidFill>
                  </a:tcPr>
                </a:tc>
                <a:tc>
                  <a:txBody>
                    <a:bodyPr/>
                    <a:lstStyle/>
                    <a:p>
                      <a:pPr fontAlgn="ctr">
                        <a:buNone/>
                      </a:pPr>
                      <a:endParaRPr lang="en-US">
                        <a:effectLst/>
                      </a:endParaRPr>
                    </a:p>
                  </a:txBody>
                  <a:tcPr anchor="ctr">
                    <a:lnL w="16983" cap="flat" cmpd="sng" algn="ctr">
                      <a:solidFill>
                        <a:srgbClr val="000000"/>
                      </a:solidFill>
                      <a:prstDash val="solid"/>
                      <a:round/>
                      <a:headEnd type="none" w="med" len="med"/>
                      <a:tailEnd type="none" w="med" len="med"/>
                    </a:lnL>
                    <a:lnR w="16983" cap="flat" cmpd="sng" algn="ctr">
                      <a:solidFill>
                        <a:srgbClr val="000000"/>
                      </a:solidFill>
                      <a:prstDash val="solid"/>
                      <a:round/>
                      <a:headEnd type="none" w="med" len="med"/>
                      <a:tailEnd type="none" w="med" len="med"/>
                    </a:lnR>
                    <a:lnT w="16983" cap="flat" cmpd="sng" algn="ctr">
                      <a:solidFill>
                        <a:srgbClr val="000000"/>
                      </a:solidFill>
                      <a:prstDash val="solid"/>
                      <a:round/>
                      <a:headEnd type="none" w="med" len="med"/>
                      <a:tailEnd type="none" w="med" len="med"/>
                    </a:lnT>
                    <a:lnB w="16983" cap="flat" cmpd="sng" algn="ctr">
                      <a:solidFill>
                        <a:srgbClr val="000000"/>
                      </a:solidFill>
                      <a:prstDash val="solid"/>
                      <a:round/>
                      <a:headEnd type="none" w="med" len="med"/>
                      <a:tailEnd type="none" w="med" len="med"/>
                    </a:lnB>
                    <a:solidFill>
                      <a:srgbClr val="FFFFFF"/>
                    </a:solidFill>
                  </a:tcPr>
                </a:tc>
                <a:tc>
                  <a:txBody>
                    <a:bodyPr/>
                    <a:lstStyle/>
                    <a:p>
                      <a:pPr fontAlgn="ctr">
                        <a:buNone/>
                      </a:pPr>
                      <a:endParaRPr lang="en-US">
                        <a:effectLst/>
                      </a:endParaRPr>
                    </a:p>
                  </a:txBody>
                  <a:tcPr anchor="ctr">
                    <a:lnL w="16983" cap="flat" cmpd="sng" algn="ctr">
                      <a:solidFill>
                        <a:srgbClr val="000000"/>
                      </a:solidFill>
                      <a:prstDash val="solid"/>
                      <a:round/>
                      <a:headEnd type="none" w="med" len="med"/>
                      <a:tailEnd type="none" w="med" len="med"/>
                    </a:lnL>
                    <a:lnR w="16983" cap="flat" cmpd="sng" algn="ctr">
                      <a:solidFill>
                        <a:srgbClr val="000000"/>
                      </a:solidFill>
                      <a:prstDash val="solid"/>
                      <a:round/>
                      <a:headEnd type="none" w="med" len="med"/>
                      <a:tailEnd type="none" w="med" len="med"/>
                    </a:lnR>
                    <a:lnT w="16983" cap="flat" cmpd="sng" algn="ctr">
                      <a:solidFill>
                        <a:srgbClr val="000000"/>
                      </a:solidFill>
                      <a:prstDash val="solid"/>
                      <a:round/>
                      <a:headEnd type="none" w="med" len="med"/>
                      <a:tailEnd type="none" w="med" len="med"/>
                    </a:lnT>
                    <a:lnB w="16983" cap="flat" cmpd="sng" algn="ctr">
                      <a:solidFill>
                        <a:srgbClr val="000000"/>
                      </a:solidFill>
                      <a:prstDash val="solid"/>
                      <a:round/>
                      <a:headEnd type="none" w="med" len="med"/>
                      <a:tailEnd type="none" w="med" len="med"/>
                    </a:lnB>
                    <a:solidFill>
                      <a:srgbClr val="FFFFFF"/>
                    </a:solidFill>
                  </a:tcPr>
                </a:tc>
                <a:tc>
                  <a:txBody>
                    <a:bodyPr/>
                    <a:lstStyle/>
                    <a:p>
                      <a:pPr marL="0" indent="0" algn="ctr" fontAlgn="base">
                        <a:buNone/>
                      </a:pPr>
                      <a:r>
                        <a:rPr lang="en-US" sz="1400" b="0" i="0">
                          <a:solidFill>
                            <a:srgbClr val="000000"/>
                          </a:solidFill>
                          <a:effectLst/>
                          <a:latin typeface="Arial"/>
                        </a:rPr>
                        <a:t>●</a:t>
                      </a:r>
                      <a:endParaRPr lang="en-US" b="0" i="0">
                        <a:solidFill>
                          <a:srgbClr val="000000"/>
                        </a:solidFill>
                        <a:effectLst/>
                        <a:latin typeface="Arial"/>
                      </a:endParaRPr>
                    </a:p>
                  </a:txBody>
                  <a:tcPr anchor="ctr">
                    <a:lnL w="16983" cap="flat" cmpd="sng" algn="ctr">
                      <a:solidFill>
                        <a:srgbClr val="000000"/>
                      </a:solidFill>
                      <a:prstDash val="solid"/>
                      <a:round/>
                      <a:headEnd type="none" w="med" len="med"/>
                      <a:tailEnd type="none" w="med" len="med"/>
                    </a:lnL>
                    <a:lnR w="16983" cap="flat" cmpd="sng" algn="ctr">
                      <a:solidFill>
                        <a:srgbClr val="000000"/>
                      </a:solidFill>
                      <a:prstDash val="solid"/>
                      <a:round/>
                      <a:headEnd type="none" w="med" len="med"/>
                      <a:tailEnd type="none" w="med" len="med"/>
                    </a:lnR>
                    <a:lnT w="16983" cap="flat" cmpd="sng" algn="ctr">
                      <a:solidFill>
                        <a:srgbClr val="000000"/>
                      </a:solidFill>
                      <a:prstDash val="solid"/>
                      <a:round/>
                      <a:headEnd type="none" w="med" len="med"/>
                      <a:tailEnd type="none" w="med" len="med"/>
                    </a:lnT>
                    <a:lnB w="16983"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3019926068"/>
                  </a:ext>
                </a:extLst>
              </a:tr>
            </a:tbl>
          </a:graphicData>
        </a:graphic>
      </p:graphicFrame>
      <p:sp>
        <p:nvSpPr>
          <p:cNvPr id="8" name="제목 3">
            <a:extLst>
              <a:ext uri="{FF2B5EF4-FFF2-40B4-BE49-F238E27FC236}">
                <a16:creationId xmlns:a16="http://schemas.microsoft.com/office/drawing/2014/main" id="{23F2D388-FEB5-FB41-ECF7-6E1D63AE07B5}"/>
              </a:ext>
            </a:extLst>
          </p:cNvPr>
          <p:cNvSpPr txBox="1">
            <a:spLocks/>
          </p:cNvSpPr>
          <p:nvPr/>
        </p:nvSpPr>
        <p:spPr>
          <a:xfrm>
            <a:off x="286194" y="265704"/>
            <a:ext cx="10666268" cy="464670"/>
          </a:xfrm>
          <a:prstGeom prst="rect">
            <a:avLst/>
          </a:prstGeom>
        </p:spPr>
        <p:txBody>
          <a:bodyPr lIns="91440" tIns="45720" rIns="91440" bIns="45720" anchor="ctr" anchorCtr="0"/>
          <a:lstStyle>
            <a:lvl1pPr algn="l" rtl="0" eaLnBrk="1" fontAlgn="base" latinLnBrk="1" hangingPunct="1">
              <a:spcBef>
                <a:spcPct val="0"/>
              </a:spcBef>
              <a:spcAft>
                <a:spcPct val="0"/>
              </a:spcAft>
              <a:defRPr lang="ko-KR" altLang="en-US" sz="2400" b="1" kern="1200" baseline="0" dirty="0">
                <a:ln>
                  <a:solidFill>
                    <a:schemeClr val="accent1">
                      <a:alpha val="0"/>
                    </a:schemeClr>
                  </a:solidFill>
                </a:ln>
                <a:solidFill>
                  <a:srgbClr val="144772"/>
                </a:solidFill>
                <a:effectLst>
                  <a:glow rad="127000">
                    <a:schemeClr val="bg1"/>
                  </a:glow>
                  <a:outerShdw blurRad="38100" dist="38100" dir="2700000" algn="tl" rotWithShape="0">
                    <a:prstClr val="black">
                      <a:alpha val="40000"/>
                    </a:prstClr>
                  </a:outerShdw>
                </a:effectLst>
                <a:latin typeface="Pretendard Black" panose="02000A03000000020004" pitchFamily="50" charset="-127"/>
                <a:ea typeface="Pretendard Black" panose="02000A03000000020004" pitchFamily="50" charset="-127"/>
                <a:cs typeface="Pretendard Black" panose="02000A03000000020004" pitchFamily="50" charset="-127"/>
              </a:defRPr>
            </a:lvl1pPr>
            <a:lvl2pPr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2pPr>
            <a:lvl3pPr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3pPr>
            <a:lvl4pPr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4pPr>
            <a:lvl5pPr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5pPr>
            <a:lvl6pPr marL="457200"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6pPr>
            <a:lvl7pPr marL="914400"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7pPr>
            <a:lvl8pPr marL="1371600"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8pPr>
            <a:lvl9pPr marL="1828800"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9pPr>
          </a:lstStyle>
          <a:p>
            <a:r>
              <a:rPr lang="ko-KR" altLang="en-US" err="1">
                <a:ln>
                  <a:solidFill>
                    <a:srgbClr val="4F81BD">
                      <a:alpha val="0"/>
                    </a:srgbClr>
                  </a:solidFill>
                </a:ln>
                <a:effectLst>
                  <a:glow rad="127000">
                    <a:prstClr val="white"/>
                  </a:glow>
                  <a:outerShdw blurRad="38100" dist="38100" dir="2700000" algn="tl" rotWithShape="0">
                    <a:prstClr val="black">
                      <a:alpha val="40000"/>
                    </a:prstClr>
                  </a:outerShdw>
                </a:effectLst>
                <a:ea typeface="Pretendard Black"/>
              </a:rPr>
              <a:t>Domestic</a:t>
            </a:r>
            <a:r>
              <a:rPr lang="ko-KR" altLang="en-US">
                <a:ln>
                  <a:solidFill>
                    <a:srgbClr val="4F81BD">
                      <a:alpha val="0"/>
                    </a:srgbClr>
                  </a:solidFill>
                </a:ln>
                <a:effectLst>
                  <a:glow rad="127000">
                    <a:prstClr val="white"/>
                  </a:glow>
                  <a:outerShdw blurRad="38100" dist="38100" dir="2700000" algn="tl" rotWithShape="0">
                    <a:prstClr val="black">
                      <a:alpha val="40000"/>
                    </a:prstClr>
                  </a:outerShdw>
                </a:effectLst>
                <a:ea typeface="Pretendard Black"/>
              </a:rPr>
              <a:t> (</a:t>
            </a:r>
            <a:r>
              <a:rPr lang="ko-KR" altLang="en-US" err="1">
                <a:ln>
                  <a:solidFill>
                    <a:srgbClr val="4F81BD">
                      <a:alpha val="0"/>
                    </a:srgbClr>
                  </a:solidFill>
                </a:ln>
                <a:effectLst>
                  <a:glow rad="127000">
                    <a:prstClr val="white"/>
                  </a:glow>
                  <a:outerShdw blurRad="38100" dist="38100" dir="2700000" algn="tl" rotWithShape="0">
                    <a:prstClr val="black">
                      <a:alpha val="40000"/>
                    </a:prstClr>
                  </a:outerShdw>
                </a:effectLst>
                <a:ea typeface="Pretendard Black"/>
              </a:rPr>
              <a:t>Korean</a:t>
            </a:r>
            <a:r>
              <a:rPr lang="ko-KR" altLang="en-US">
                <a:ln>
                  <a:solidFill>
                    <a:srgbClr val="4F81BD">
                      <a:alpha val="0"/>
                    </a:srgbClr>
                  </a:solidFill>
                </a:ln>
                <a:effectLst>
                  <a:glow rad="127000">
                    <a:prstClr val="white"/>
                  </a:glow>
                  <a:outerShdw blurRad="38100" dist="38100" dir="2700000" algn="tl" rotWithShape="0">
                    <a:prstClr val="black">
                      <a:alpha val="40000"/>
                    </a:prstClr>
                  </a:outerShdw>
                </a:effectLst>
                <a:ea typeface="Pretendard Black"/>
              </a:rPr>
              <a:t>) DLP</a:t>
            </a:r>
            <a:endParaRPr lang="ko-KR" altLang="en-US">
              <a:ln>
                <a:solidFill>
                  <a:srgbClr val="4F81BD">
                    <a:alpha val="0"/>
                  </a:srgbClr>
                </a:solidFill>
              </a:ln>
              <a:effectLst>
                <a:glow rad="127000">
                  <a:prstClr val="white"/>
                </a:glow>
                <a:outerShdw blurRad="38100" dist="38100" dir="2700000" algn="tl" rotWithShape="0">
                  <a:prstClr val="black">
                    <a:alpha val="40000"/>
                  </a:prstClr>
                </a:outerShdw>
              </a:effectLst>
            </a:endParaRPr>
          </a:p>
        </p:txBody>
      </p:sp>
      <p:sp>
        <p:nvSpPr>
          <p:cNvPr id="10" name="TextBox 9">
            <a:extLst>
              <a:ext uri="{FF2B5EF4-FFF2-40B4-BE49-F238E27FC236}">
                <a16:creationId xmlns:a16="http://schemas.microsoft.com/office/drawing/2014/main" id="{668E44BE-6F52-5C6C-70C7-82DE0B4703B0}"/>
              </a:ext>
            </a:extLst>
          </p:cNvPr>
          <p:cNvSpPr txBox="1"/>
          <p:nvPr/>
        </p:nvSpPr>
        <p:spPr>
          <a:xfrm>
            <a:off x="1059051" y="4565543"/>
            <a:ext cx="11436457"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800" b="1" u="sng">
                <a:latin typeface="Arial"/>
                <a:cs typeface="Arial"/>
              </a:rPr>
              <a:t>Domestic vendor coverage at a glance</a:t>
            </a:r>
          </a:p>
          <a:p>
            <a:endParaRPr lang="en-US" sz="800">
              <a:latin typeface="Arial"/>
              <a:cs typeface="Arial"/>
            </a:endParaRPr>
          </a:p>
          <a:p>
            <a:r>
              <a:rPr lang="en-US" sz="800">
                <a:latin typeface="Arial"/>
                <a:cs typeface="Arial"/>
              </a:rPr>
              <a:t>In this table, ● means a dedicated product, ◐ means partial coverage or a feature within a broader product, and blank means nothing public was found. Blank is not the same as confirmed absent.</a:t>
            </a:r>
          </a:p>
          <a:p>
            <a:endParaRPr lang="en-US" sz="800">
              <a:latin typeface="Arial"/>
              <a:cs typeface="Arial"/>
            </a:endParaRPr>
          </a:p>
          <a:p>
            <a:r>
              <a:rPr lang="en-US" sz="800" b="1">
                <a:solidFill>
                  <a:srgbClr val="C00000"/>
                </a:solidFill>
                <a:latin typeface="Arial"/>
                <a:cs typeface="Arial"/>
              </a:rPr>
              <a:t>Please double-check when you perform the analysis</a:t>
            </a:r>
          </a:p>
          <a:p>
            <a:pPr algn="ctr"/>
            <a:endParaRPr lang="en-US" sz="800">
              <a:latin typeface="Arial"/>
              <a:cs typeface="Arial"/>
            </a:endParaRPr>
          </a:p>
        </p:txBody>
      </p:sp>
      <p:sp>
        <p:nvSpPr>
          <p:cNvPr id="3" name="Double Brace 2">
            <a:extLst>
              <a:ext uri="{FF2B5EF4-FFF2-40B4-BE49-F238E27FC236}">
                <a16:creationId xmlns:a16="http://schemas.microsoft.com/office/drawing/2014/main" id="{ADC31ED3-9231-3D86-0CA1-BB1F1280EFF5}"/>
              </a:ext>
            </a:extLst>
          </p:cNvPr>
          <p:cNvSpPr/>
          <p:nvPr/>
        </p:nvSpPr>
        <p:spPr>
          <a:xfrm>
            <a:off x="4750036" y="1053980"/>
            <a:ext cx="6318391" cy="444382"/>
          </a:xfrm>
          <a:prstGeom prst="bracePair">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7" name="TextBox 6">
            <a:extLst>
              <a:ext uri="{FF2B5EF4-FFF2-40B4-BE49-F238E27FC236}">
                <a16:creationId xmlns:a16="http://schemas.microsoft.com/office/drawing/2014/main" id="{C3AD4045-8D60-2C3F-5401-916F620491F0}"/>
              </a:ext>
            </a:extLst>
          </p:cNvPr>
          <p:cNvSpPr txBox="1"/>
          <p:nvPr/>
        </p:nvSpPr>
        <p:spPr>
          <a:xfrm>
            <a:off x="6231308" y="1132317"/>
            <a:ext cx="2743200" cy="36576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a:ea typeface="맑은 고딕"/>
              </a:rPr>
              <a:t>DLP types</a:t>
            </a:r>
          </a:p>
        </p:txBody>
      </p:sp>
    </p:spTree>
    <p:extLst>
      <p:ext uri="{BB962C8B-B14F-4D97-AF65-F5344CB8AC3E}">
        <p14:creationId xmlns:p14="http://schemas.microsoft.com/office/powerpoint/2010/main" val="39629391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C55515-8546-06DF-1FD5-F376AFEDEB7C}"/>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25D211D-7BD1-4E28-E1FD-A4255FC99750}"/>
              </a:ext>
            </a:extLst>
          </p:cNvPr>
          <p:cNvSpPr>
            <a:spLocks noGrp="1"/>
          </p:cNvSpPr>
          <p:nvPr>
            <p:ph type="sldNum" sz="quarter" idx="4"/>
          </p:nvPr>
        </p:nvSpPr>
        <p:spPr/>
        <p:txBody>
          <a:bodyPr/>
          <a:lstStyle/>
          <a:p>
            <a:fld id="{4EA1E582-E1CC-4474-812F-1657BC5920B7}" type="slidenum">
              <a:rPr lang="ko-KR" altLang="en-US" smtClean="0"/>
              <a:t>5</a:t>
            </a:fld>
            <a:endParaRPr lang="ko-KR" altLang="en-US"/>
          </a:p>
        </p:txBody>
      </p:sp>
      <p:sp>
        <p:nvSpPr>
          <p:cNvPr id="4" name="Title 3">
            <a:extLst>
              <a:ext uri="{FF2B5EF4-FFF2-40B4-BE49-F238E27FC236}">
                <a16:creationId xmlns:a16="http://schemas.microsoft.com/office/drawing/2014/main" id="{F102E840-DBB0-80C1-ADD0-C11347925F32}"/>
              </a:ext>
            </a:extLst>
          </p:cNvPr>
          <p:cNvSpPr>
            <a:spLocks noGrp="1"/>
          </p:cNvSpPr>
          <p:nvPr>
            <p:ph type="title"/>
          </p:nvPr>
        </p:nvSpPr>
        <p:spPr/>
        <p:txBody>
          <a:bodyPr/>
          <a:lstStyle/>
          <a:p>
            <a:endParaRPr lang="en-US"/>
          </a:p>
        </p:txBody>
      </p:sp>
      <p:sp>
        <p:nvSpPr>
          <p:cNvPr id="5" name="Text Placeholder 4">
            <a:extLst>
              <a:ext uri="{FF2B5EF4-FFF2-40B4-BE49-F238E27FC236}">
                <a16:creationId xmlns:a16="http://schemas.microsoft.com/office/drawing/2014/main" id="{D3B55406-0DF0-4DA2-226D-AA74EF849741}"/>
              </a:ext>
            </a:extLst>
          </p:cNvPr>
          <p:cNvSpPr>
            <a:spLocks noGrp="1"/>
          </p:cNvSpPr>
          <p:nvPr>
            <p:ph type="body" sz="quarter" idx="11"/>
          </p:nvPr>
        </p:nvSpPr>
        <p:spPr/>
        <p:txBody>
          <a:bodyPr lIns="91440" tIns="45720" rIns="91440" bIns="45720" anchor="ctr" anchorCtr="0"/>
          <a:lstStyle/>
          <a:p>
            <a:r>
              <a:rPr lang="en-US">
                <a:ea typeface="KoPub돋움체 Bold"/>
              </a:rPr>
              <a:t>Background</a:t>
            </a:r>
            <a:endParaRPr lang="en-US"/>
          </a:p>
        </p:txBody>
      </p:sp>
      <p:sp>
        <p:nvSpPr>
          <p:cNvPr id="7" name="제목 3">
            <a:extLst>
              <a:ext uri="{FF2B5EF4-FFF2-40B4-BE49-F238E27FC236}">
                <a16:creationId xmlns:a16="http://schemas.microsoft.com/office/drawing/2014/main" id="{01E316F4-2815-CF8F-E9B8-CBA818D5195F}"/>
              </a:ext>
            </a:extLst>
          </p:cNvPr>
          <p:cNvSpPr txBox="1">
            <a:spLocks/>
          </p:cNvSpPr>
          <p:nvPr/>
        </p:nvSpPr>
        <p:spPr>
          <a:xfrm>
            <a:off x="286194" y="265704"/>
            <a:ext cx="10666268" cy="464670"/>
          </a:xfrm>
          <a:prstGeom prst="rect">
            <a:avLst/>
          </a:prstGeom>
        </p:spPr>
        <p:txBody>
          <a:bodyPr lIns="91440" tIns="45720" rIns="91440" bIns="45720" anchor="ctr" anchorCtr="0"/>
          <a:lstStyle>
            <a:lvl1pPr algn="l" rtl="0" eaLnBrk="1" fontAlgn="base" latinLnBrk="1" hangingPunct="1">
              <a:spcBef>
                <a:spcPct val="0"/>
              </a:spcBef>
              <a:spcAft>
                <a:spcPct val="0"/>
              </a:spcAft>
              <a:defRPr lang="ko-KR" altLang="en-US" sz="2400" b="1" kern="1200" baseline="0" dirty="0">
                <a:ln>
                  <a:solidFill>
                    <a:schemeClr val="accent1">
                      <a:alpha val="0"/>
                    </a:schemeClr>
                  </a:solidFill>
                </a:ln>
                <a:solidFill>
                  <a:srgbClr val="144772"/>
                </a:solidFill>
                <a:effectLst>
                  <a:glow rad="127000">
                    <a:schemeClr val="bg1"/>
                  </a:glow>
                  <a:outerShdw blurRad="38100" dist="38100" dir="2700000" algn="tl" rotWithShape="0">
                    <a:prstClr val="black">
                      <a:alpha val="40000"/>
                    </a:prstClr>
                  </a:outerShdw>
                </a:effectLst>
                <a:latin typeface="Pretendard Black" panose="02000A03000000020004" pitchFamily="50" charset="-127"/>
                <a:ea typeface="Pretendard Black" panose="02000A03000000020004" pitchFamily="50" charset="-127"/>
                <a:cs typeface="Pretendard Black" panose="02000A03000000020004" pitchFamily="50" charset="-127"/>
              </a:defRPr>
            </a:lvl1pPr>
            <a:lvl2pPr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2pPr>
            <a:lvl3pPr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3pPr>
            <a:lvl4pPr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4pPr>
            <a:lvl5pPr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5pPr>
            <a:lvl6pPr marL="457200"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6pPr>
            <a:lvl7pPr marL="914400"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7pPr>
            <a:lvl8pPr marL="1371600"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8pPr>
            <a:lvl9pPr marL="1828800"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9pPr>
          </a:lstStyle>
          <a:p>
            <a:r>
              <a:rPr lang="ko-KR">
                <a:ln>
                  <a:solidFill>
                    <a:srgbClr val="4F81BD">
                      <a:alpha val="0"/>
                    </a:srgbClr>
                  </a:solidFill>
                </a:ln>
                <a:effectLst>
                  <a:glow rad="127000">
                    <a:prstClr val="white"/>
                  </a:glow>
                  <a:outerShdw blurRad="38100" dist="38100" dir="2700000" algn="tl" rotWithShape="0">
                    <a:prstClr val="black">
                      <a:alpha val="40000"/>
                    </a:prstClr>
                  </a:outerShdw>
                </a:effectLst>
                <a:latin typeface="Arial"/>
                <a:ea typeface="Pretendard Black"/>
                <a:cs typeface="Arial"/>
              </a:rPr>
              <a:t>이로운앤컴퍼니</a:t>
            </a:r>
            <a:r>
              <a:rPr lang="ko-KR" altLang="en-US">
                <a:ln>
                  <a:solidFill>
                    <a:srgbClr val="4F81BD">
                      <a:alpha val="0"/>
                    </a:srgbClr>
                  </a:solidFill>
                </a:ln>
                <a:effectLst>
                  <a:glow rad="127000">
                    <a:prstClr val="white"/>
                  </a:glow>
                  <a:outerShdw blurRad="38100" dist="38100" dir="2700000" algn="tl" rotWithShape="0">
                    <a:prstClr val="black">
                      <a:alpha val="40000"/>
                    </a:prstClr>
                  </a:outerShdw>
                </a:effectLst>
                <a:latin typeface="Arial"/>
                <a:ea typeface="Pretendard Black"/>
                <a:cs typeface="Arial"/>
              </a:rPr>
              <a:t> </a:t>
            </a:r>
            <a:r>
              <a:rPr lang="ko-KR" altLang="en-US">
                <a:ln>
                  <a:solidFill>
                    <a:srgbClr val="4F81BD">
                      <a:alpha val="0"/>
                    </a:srgbClr>
                  </a:solidFill>
                </a:ln>
                <a:effectLst>
                  <a:glow rad="127000">
                    <a:prstClr val="white"/>
                  </a:glow>
                  <a:outerShdw blurRad="38100" dist="38100" dir="2700000" algn="tl" rotWithShape="0">
                    <a:prstClr val="black">
                      <a:alpha val="40000"/>
                    </a:prstClr>
                  </a:outerShdw>
                </a:effectLst>
                <a:latin typeface="Pretendard Black"/>
                <a:ea typeface="Pretendard Black"/>
              </a:rPr>
              <a:t>(Zira)</a:t>
            </a:r>
            <a:endParaRPr lang="en-US" altLang="ko-KR">
              <a:ln>
                <a:solidFill>
                  <a:srgbClr val="4F81BD">
                    <a:alpha val="0"/>
                  </a:srgbClr>
                </a:solidFill>
              </a:ln>
              <a:effectLst>
                <a:glow rad="127000">
                  <a:prstClr val="white"/>
                </a:glow>
                <a:outerShdw blurRad="38100" dist="38100" dir="2700000" algn="tl" rotWithShape="0">
                  <a:prstClr val="black">
                    <a:alpha val="40000"/>
                  </a:prstClr>
                </a:outerShdw>
              </a:effectLst>
            </a:endParaRPr>
          </a:p>
        </p:txBody>
      </p:sp>
      <p:sp>
        <p:nvSpPr>
          <p:cNvPr id="18" name="Content Placeholder 2">
            <a:extLst>
              <a:ext uri="{FF2B5EF4-FFF2-40B4-BE49-F238E27FC236}">
                <a16:creationId xmlns:a16="http://schemas.microsoft.com/office/drawing/2014/main" id="{657AD361-E84E-C3C8-215D-10317A534780}"/>
              </a:ext>
            </a:extLst>
          </p:cNvPr>
          <p:cNvSpPr>
            <a:spLocks noGrp="1"/>
          </p:cNvSpPr>
          <p:nvPr>
            <p:ph sz="quarter" idx="10"/>
          </p:nvPr>
        </p:nvSpPr>
        <p:spPr>
          <a:xfrm>
            <a:off x="504921" y="1437247"/>
            <a:ext cx="11255708" cy="5152466"/>
          </a:xfrm>
        </p:spPr>
        <p:txBody>
          <a:bodyPr lIns="91440" tIns="45720" rIns="91440" bIns="45720" anchor="t"/>
          <a:lstStyle/>
          <a:p>
            <a:pPr>
              <a:lnSpc>
                <a:spcPct val="150000"/>
              </a:lnSpc>
              <a:spcBef>
                <a:spcPts val="0"/>
              </a:spcBef>
              <a:spcAft>
                <a:spcPts val="0"/>
              </a:spcAft>
            </a:pPr>
            <a:r>
              <a:rPr lang="en-US" sz="1000" b="0">
                <a:solidFill>
                  <a:schemeClr val="tx1"/>
                </a:solidFill>
                <a:latin typeface="Arial"/>
                <a:ea typeface="HY헤드라인M"/>
                <a:cs typeface="Arial"/>
              </a:rPr>
              <a:t>It is the AI security company that </a:t>
            </a:r>
            <a:r>
              <a:rPr lang="en-US" sz="1000">
                <a:solidFill>
                  <a:schemeClr val="tx1"/>
                </a:solidFill>
                <a:latin typeface="Arial"/>
                <a:ea typeface="HY헤드라인M"/>
                <a:cs typeface="Arial"/>
              </a:rPr>
              <a:t>identifies sensitive information in AI chatbots</a:t>
            </a:r>
            <a:r>
              <a:rPr lang="en-US" sz="1000" b="0">
                <a:solidFill>
                  <a:schemeClr val="tx1"/>
                </a:solidFill>
                <a:latin typeface="Arial"/>
                <a:ea typeface="HY헤드라인M"/>
                <a:cs typeface="Arial"/>
              </a:rPr>
              <a:t> and </a:t>
            </a:r>
            <a:r>
              <a:rPr lang="en-US" sz="1000">
                <a:solidFill>
                  <a:schemeClr val="tx1"/>
                </a:solidFill>
                <a:latin typeface="Arial"/>
                <a:ea typeface="HY헤드라인M"/>
                <a:cs typeface="Arial"/>
              </a:rPr>
              <a:t>defends against attacks on applications (apps) linked with Large Language Models (LLM).</a:t>
            </a:r>
            <a:endParaRPr lang="en-US" sz="1000">
              <a:solidFill>
                <a:schemeClr val="tx1"/>
              </a:solidFill>
              <a:latin typeface="Arial"/>
              <a:cs typeface="Arial"/>
            </a:endParaRPr>
          </a:p>
          <a:p>
            <a:pPr>
              <a:lnSpc>
                <a:spcPct val="150000"/>
              </a:lnSpc>
              <a:spcBef>
                <a:spcPts val="0"/>
              </a:spcBef>
              <a:spcAft>
                <a:spcPts val="0"/>
              </a:spcAft>
            </a:pPr>
            <a:r>
              <a:rPr lang="en-US" sz="1000">
                <a:solidFill>
                  <a:schemeClr val="tx1"/>
                </a:solidFill>
                <a:latin typeface="Arial"/>
                <a:ea typeface="HY헤드라인M"/>
                <a:cs typeface="Arial"/>
              </a:rPr>
              <a:t>They based on the three challenges faced by public AI: expanding utilization, security and cost control</a:t>
            </a:r>
          </a:p>
          <a:p>
            <a:pPr marL="742950" indent="-285750">
              <a:lnSpc>
                <a:spcPct val="150000"/>
              </a:lnSpc>
              <a:spcBef>
                <a:spcPts val="0"/>
              </a:spcBef>
              <a:spcAft>
                <a:spcPts val="0"/>
              </a:spcAft>
              <a:buFont typeface="Courier New" pitchFamily="2" charset="2"/>
              <a:buChar char="o"/>
            </a:pPr>
            <a:r>
              <a:rPr lang="en-US" sz="1000">
                <a:solidFill>
                  <a:schemeClr val="tx1"/>
                </a:solidFill>
                <a:latin typeface="Arial"/>
                <a:ea typeface="HY헤드라인M"/>
                <a:cs typeface="Arial"/>
              </a:rPr>
              <a:t>There is a need to actively leverage AI while preventing the leakage of sensitive information, and to manage the costs and usage incurred by various departments subscribing to AI services independently at the institutional level.</a:t>
            </a:r>
          </a:p>
          <a:p>
            <a:pPr>
              <a:lnSpc>
                <a:spcPct val="150000"/>
              </a:lnSpc>
              <a:spcAft>
                <a:spcPts val="0"/>
              </a:spcAft>
            </a:pPr>
            <a:r>
              <a:rPr lang="en-US" sz="1000" b="0">
                <a:solidFill>
                  <a:schemeClr val="tx1"/>
                </a:solidFill>
                <a:latin typeface="Arial"/>
                <a:ea typeface="HY헤드라인M"/>
                <a:cs typeface="Arial"/>
              </a:rPr>
              <a:t>Equipped with various functions, such as </a:t>
            </a:r>
            <a:r>
              <a:rPr lang="en-US" sz="1000">
                <a:solidFill>
                  <a:schemeClr val="tx1"/>
                </a:solidFill>
                <a:latin typeface="Arial"/>
                <a:ea typeface="HY헤드라인M"/>
                <a:cs typeface="Arial"/>
              </a:rPr>
              <a:t>monitoring AI usage, preventing the leakage of personal and sensitive information, and blocking AI misuse in real time. </a:t>
            </a:r>
          </a:p>
          <a:p>
            <a:pPr>
              <a:lnSpc>
                <a:spcPct val="150000"/>
              </a:lnSpc>
              <a:spcBef>
                <a:spcPts val="0"/>
              </a:spcBef>
              <a:spcAft>
                <a:spcPts val="0"/>
              </a:spcAft>
            </a:pPr>
            <a:r>
              <a:rPr lang="ko-KR" altLang="en-US" sz="1000">
                <a:solidFill>
                  <a:schemeClr val="tx1"/>
                </a:solidFill>
                <a:latin typeface="Arial"/>
                <a:ea typeface="HY헤드라인M"/>
                <a:cs typeface="Arial"/>
              </a:rPr>
              <a:t> </a:t>
            </a:r>
            <a:r>
              <a:rPr lang="ko-KR" altLang="en-US" sz="1000" b="0">
                <a:solidFill>
                  <a:schemeClr val="tx1"/>
                </a:solidFill>
                <a:latin typeface="Arial"/>
                <a:ea typeface="HY헤드라인M"/>
                <a:cs typeface="Arial"/>
              </a:rPr>
              <a:t>The </a:t>
            </a:r>
            <a:r>
              <a:rPr lang="ko-KR" altLang="en-US" sz="1000" b="0" err="1">
                <a:solidFill>
                  <a:schemeClr val="tx1"/>
                </a:solidFill>
                <a:latin typeface="Arial"/>
                <a:ea typeface="HY헤드라인M"/>
                <a:cs typeface="Arial"/>
              </a:rPr>
              <a:t>key</a:t>
            </a:r>
            <a:r>
              <a:rPr lang="ko-KR" altLang="en-US" sz="1000" b="0">
                <a:solidFill>
                  <a:schemeClr val="tx1"/>
                </a:solidFill>
                <a:latin typeface="Arial"/>
                <a:ea typeface="HY헤드라인M"/>
                <a:cs typeface="Arial"/>
              </a:rPr>
              <a:t> </a:t>
            </a:r>
            <a:r>
              <a:rPr lang="ko-KR" altLang="en-US" sz="1000" b="0" err="1">
                <a:solidFill>
                  <a:schemeClr val="tx1"/>
                </a:solidFill>
                <a:latin typeface="Arial"/>
                <a:ea typeface="HY헤드라인M"/>
                <a:cs typeface="Arial"/>
              </a:rPr>
              <a:t>feature</a:t>
            </a:r>
            <a:r>
              <a:rPr lang="ko-KR" altLang="en-US" sz="1000" b="0">
                <a:solidFill>
                  <a:schemeClr val="tx1"/>
                </a:solidFill>
                <a:latin typeface="Arial"/>
                <a:ea typeface="HY헤드라인M"/>
                <a:cs typeface="Arial"/>
              </a:rPr>
              <a:t> </a:t>
            </a:r>
            <a:r>
              <a:rPr lang="ko-KR" altLang="en-US" sz="1000" b="0" err="1">
                <a:solidFill>
                  <a:schemeClr val="tx1"/>
                </a:solidFill>
                <a:latin typeface="Arial"/>
                <a:ea typeface="HY헤드라인M"/>
                <a:cs typeface="Arial"/>
              </a:rPr>
              <a:t>is</a:t>
            </a:r>
            <a:r>
              <a:rPr lang="ko-KR" altLang="en-US" sz="1000" b="0">
                <a:solidFill>
                  <a:schemeClr val="tx1"/>
                </a:solidFill>
                <a:latin typeface="Arial"/>
                <a:ea typeface="HY헤드라인M"/>
                <a:cs typeface="Arial"/>
              </a:rPr>
              <a:t> </a:t>
            </a:r>
            <a:r>
              <a:rPr lang="ko-KR" altLang="en-US" sz="1000" err="1">
                <a:solidFill>
                  <a:schemeClr val="tx1"/>
                </a:solidFill>
                <a:latin typeface="Arial"/>
                <a:ea typeface="HY헤드라인M"/>
                <a:cs typeface="Arial"/>
              </a:rPr>
              <a:t>the</a:t>
            </a:r>
            <a:r>
              <a:rPr lang="ko-KR" altLang="en-US" sz="1000">
                <a:solidFill>
                  <a:schemeClr val="tx1"/>
                </a:solidFill>
                <a:latin typeface="Arial"/>
                <a:ea typeface="HY헤드라인M"/>
                <a:cs typeface="Arial"/>
              </a:rPr>
              <a:t> </a:t>
            </a:r>
            <a:r>
              <a:rPr lang="ko-KR" altLang="en-US" sz="1000" err="1">
                <a:solidFill>
                  <a:schemeClr val="tx1"/>
                </a:solidFill>
                <a:latin typeface="Arial"/>
                <a:ea typeface="HY헤드라인M"/>
                <a:cs typeface="Arial"/>
              </a:rPr>
              <a:t>sensitive</a:t>
            </a:r>
            <a:r>
              <a:rPr lang="ko-KR" altLang="en-US" sz="1000">
                <a:solidFill>
                  <a:schemeClr val="tx1"/>
                </a:solidFill>
                <a:latin typeface="Arial"/>
                <a:ea typeface="HY헤드라인M"/>
                <a:cs typeface="Arial"/>
              </a:rPr>
              <a:t> </a:t>
            </a:r>
            <a:r>
              <a:rPr lang="ko-KR" altLang="en-US" sz="1000" err="1">
                <a:solidFill>
                  <a:schemeClr val="tx1"/>
                </a:solidFill>
                <a:latin typeface="Arial"/>
                <a:ea typeface="HY헤드라인M"/>
                <a:cs typeface="Arial"/>
              </a:rPr>
              <a:t>information</a:t>
            </a:r>
            <a:r>
              <a:rPr lang="ko-KR" altLang="en-US" sz="1000">
                <a:solidFill>
                  <a:schemeClr val="tx1"/>
                </a:solidFill>
                <a:latin typeface="Arial"/>
                <a:ea typeface="HY헤드라인M"/>
                <a:cs typeface="Arial"/>
              </a:rPr>
              <a:t> </a:t>
            </a:r>
            <a:r>
              <a:rPr lang="ko-KR" altLang="en-US" sz="1000" err="1">
                <a:solidFill>
                  <a:schemeClr val="tx1"/>
                </a:solidFill>
                <a:latin typeface="Arial"/>
                <a:ea typeface="HY헤드라인M"/>
                <a:cs typeface="Arial"/>
              </a:rPr>
              <a:t>detection</a:t>
            </a:r>
            <a:r>
              <a:rPr lang="ko-KR" altLang="en-US" sz="1000">
                <a:solidFill>
                  <a:schemeClr val="tx1"/>
                </a:solidFill>
                <a:latin typeface="Arial"/>
                <a:ea typeface="HY헤드라인M"/>
                <a:cs typeface="Arial"/>
              </a:rPr>
              <a:t> (PII)</a:t>
            </a:r>
          </a:p>
        </p:txBody>
      </p:sp>
      <p:pic>
        <p:nvPicPr>
          <p:cNvPr id="19" name="Picture 18">
            <a:extLst>
              <a:ext uri="{FF2B5EF4-FFF2-40B4-BE49-F238E27FC236}">
                <a16:creationId xmlns:a16="http://schemas.microsoft.com/office/drawing/2014/main" id="{7B0932DC-B958-76D1-4FB6-CD66E9AA4BCF}"/>
              </a:ext>
            </a:extLst>
          </p:cNvPr>
          <p:cNvPicPr>
            <a:picLocks noChangeAspect="1"/>
          </p:cNvPicPr>
          <p:nvPr/>
        </p:nvPicPr>
        <p:blipFill>
          <a:blip r:embed="rId3"/>
          <a:stretch>
            <a:fillRect/>
          </a:stretch>
        </p:blipFill>
        <p:spPr>
          <a:xfrm>
            <a:off x="176924" y="3205271"/>
            <a:ext cx="4531613" cy="2786063"/>
          </a:xfrm>
          <a:prstGeom prst="rect">
            <a:avLst/>
          </a:prstGeom>
          <a:ln w="12700">
            <a:solidFill>
              <a:srgbClr val="FF0000"/>
            </a:solidFill>
          </a:ln>
        </p:spPr>
      </p:pic>
      <p:sp>
        <p:nvSpPr>
          <p:cNvPr id="3" name="TextBox 2">
            <a:extLst>
              <a:ext uri="{FF2B5EF4-FFF2-40B4-BE49-F238E27FC236}">
                <a16:creationId xmlns:a16="http://schemas.microsoft.com/office/drawing/2014/main" id="{97D06D68-073C-0C7B-6D0F-D265A00EF776}"/>
              </a:ext>
            </a:extLst>
          </p:cNvPr>
          <p:cNvSpPr txBox="1"/>
          <p:nvPr/>
        </p:nvSpPr>
        <p:spPr>
          <a:xfrm>
            <a:off x="174625" y="6270625"/>
            <a:ext cx="6096000"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hlinkClick r:id="rId4"/>
              </a:rPr>
              <a:t>https://eroun.ai/</a:t>
            </a:r>
            <a:r>
              <a:rPr lang="en-US"/>
              <a:t> </a:t>
            </a:r>
          </a:p>
          <a:p>
            <a:pPr algn="ctr"/>
            <a:endParaRPr lang="en-US"/>
          </a:p>
        </p:txBody>
      </p:sp>
      <p:pic>
        <p:nvPicPr>
          <p:cNvPr id="6" name="Picture 5">
            <a:extLst>
              <a:ext uri="{FF2B5EF4-FFF2-40B4-BE49-F238E27FC236}">
                <a16:creationId xmlns:a16="http://schemas.microsoft.com/office/drawing/2014/main" id="{BB5B9E05-E77E-97AC-39AF-2AAA0733517C}"/>
              </a:ext>
            </a:extLst>
          </p:cNvPr>
          <p:cNvPicPr>
            <a:picLocks noChangeAspect="1"/>
          </p:cNvPicPr>
          <p:nvPr/>
        </p:nvPicPr>
        <p:blipFill>
          <a:blip r:embed="rId5"/>
          <a:stretch>
            <a:fillRect/>
          </a:stretch>
        </p:blipFill>
        <p:spPr>
          <a:xfrm>
            <a:off x="4762500" y="2778922"/>
            <a:ext cx="7294563" cy="3927468"/>
          </a:xfrm>
          <a:prstGeom prst="rect">
            <a:avLst/>
          </a:prstGeom>
          <a:ln w="12700">
            <a:solidFill>
              <a:srgbClr val="FF0000"/>
            </a:solidFill>
          </a:ln>
        </p:spPr>
      </p:pic>
    </p:spTree>
    <p:extLst>
      <p:ext uri="{BB962C8B-B14F-4D97-AF65-F5344CB8AC3E}">
        <p14:creationId xmlns:p14="http://schemas.microsoft.com/office/powerpoint/2010/main" val="198087353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DF6192-EC4F-E39F-B00C-5B346D5FC51D}"/>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3F922A5-DF8A-2E6D-5616-81DAF9F28DC8}"/>
              </a:ext>
            </a:extLst>
          </p:cNvPr>
          <p:cNvSpPr>
            <a:spLocks noGrp="1"/>
          </p:cNvSpPr>
          <p:nvPr>
            <p:ph type="sldNum" sz="quarter" idx="4"/>
          </p:nvPr>
        </p:nvSpPr>
        <p:spPr/>
        <p:txBody>
          <a:bodyPr/>
          <a:lstStyle/>
          <a:p>
            <a:fld id="{4EA1E582-E1CC-4474-812F-1657BC5920B7}" type="slidenum">
              <a:rPr lang="ko-KR" altLang="en-US" smtClean="0"/>
              <a:t>6</a:t>
            </a:fld>
            <a:endParaRPr lang="ko-KR" altLang="en-US"/>
          </a:p>
        </p:txBody>
      </p:sp>
      <p:sp>
        <p:nvSpPr>
          <p:cNvPr id="4" name="Title 3">
            <a:extLst>
              <a:ext uri="{FF2B5EF4-FFF2-40B4-BE49-F238E27FC236}">
                <a16:creationId xmlns:a16="http://schemas.microsoft.com/office/drawing/2014/main" id="{8C7F5495-AEEC-67AE-1026-3A81D258A019}"/>
              </a:ext>
            </a:extLst>
          </p:cNvPr>
          <p:cNvSpPr>
            <a:spLocks noGrp="1"/>
          </p:cNvSpPr>
          <p:nvPr>
            <p:ph type="title"/>
          </p:nvPr>
        </p:nvSpPr>
        <p:spPr/>
        <p:txBody>
          <a:bodyPr/>
          <a:lstStyle/>
          <a:p>
            <a:endParaRPr lang="en-US"/>
          </a:p>
        </p:txBody>
      </p:sp>
      <p:sp>
        <p:nvSpPr>
          <p:cNvPr id="5" name="Text Placeholder 4">
            <a:extLst>
              <a:ext uri="{FF2B5EF4-FFF2-40B4-BE49-F238E27FC236}">
                <a16:creationId xmlns:a16="http://schemas.microsoft.com/office/drawing/2014/main" id="{12B1E7B7-A990-05CF-E410-EAEA331B142D}"/>
              </a:ext>
            </a:extLst>
          </p:cNvPr>
          <p:cNvSpPr>
            <a:spLocks noGrp="1"/>
          </p:cNvSpPr>
          <p:nvPr>
            <p:ph type="body" sz="quarter" idx="11"/>
          </p:nvPr>
        </p:nvSpPr>
        <p:spPr>
          <a:xfrm>
            <a:off x="295235" y="889211"/>
            <a:ext cx="11465393" cy="401637"/>
          </a:xfrm>
        </p:spPr>
        <p:txBody>
          <a:bodyPr lIns="91440" tIns="45720" rIns="91440" bIns="45720" anchor="ctr" anchorCtr="0"/>
          <a:lstStyle/>
          <a:p>
            <a:r>
              <a:rPr lang="en-US">
                <a:latin typeface="KoPub돋움체 Bold"/>
                <a:ea typeface="KoPub돋움체 Bold"/>
              </a:rPr>
              <a:t>Architectural Positioning</a:t>
            </a:r>
            <a:endParaRPr lang="en-US">
              <a:ea typeface="KoPub돋움체 Bold"/>
            </a:endParaRPr>
          </a:p>
        </p:txBody>
      </p:sp>
      <p:sp>
        <p:nvSpPr>
          <p:cNvPr id="7" name="제목 3">
            <a:extLst>
              <a:ext uri="{FF2B5EF4-FFF2-40B4-BE49-F238E27FC236}">
                <a16:creationId xmlns:a16="http://schemas.microsoft.com/office/drawing/2014/main" id="{FE3029C5-3D56-5749-290A-9796CF1CCE06}"/>
              </a:ext>
            </a:extLst>
          </p:cNvPr>
          <p:cNvSpPr txBox="1">
            <a:spLocks/>
          </p:cNvSpPr>
          <p:nvPr/>
        </p:nvSpPr>
        <p:spPr>
          <a:xfrm>
            <a:off x="286194" y="265704"/>
            <a:ext cx="10666268" cy="464670"/>
          </a:xfrm>
          <a:prstGeom prst="rect">
            <a:avLst/>
          </a:prstGeom>
        </p:spPr>
        <p:txBody>
          <a:bodyPr lIns="91440" tIns="45720" rIns="91440" bIns="45720" anchor="ctr" anchorCtr="0"/>
          <a:lstStyle>
            <a:lvl1pPr algn="l" rtl="0" eaLnBrk="1" fontAlgn="base" latinLnBrk="1" hangingPunct="1">
              <a:spcBef>
                <a:spcPct val="0"/>
              </a:spcBef>
              <a:spcAft>
                <a:spcPct val="0"/>
              </a:spcAft>
              <a:defRPr lang="ko-KR" altLang="en-US" sz="2400" b="1" kern="1200" baseline="0" dirty="0">
                <a:ln>
                  <a:solidFill>
                    <a:schemeClr val="accent1">
                      <a:alpha val="0"/>
                    </a:schemeClr>
                  </a:solidFill>
                </a:ln>
                <a:solidFill>
                  <a:srgbClr val="144772"/>
                </a:solidFill>
                <a:effectLst>
                  <a:glow rad="127000">
                    <a:schemeClr val="bg1"/>
                  </a:glow>
                  <a:outerShdw blurRad="38100" dist="38100" dir="2700000" algn="tl" rotWithShape="0">
                    <a:prstClr val="black">
                      <a:alpha val="40000"/>
                    </a:prstClr>
                  </a:outerShdw>
                </a:effectLst>
                <a:latin typeface="Pretendard Black" panose="02000A03000000020004" pitchFamily="50" charset="-127"/>
                <a:ea typeface="Pretendard Black" panose="02000A03000000020004" pitchFamily="50" charset="-127"/>
                <a:cs typeface="Pretendard Black" panose="02000A03000000020004" pitchFamily="50" charset="-127"/>
              </a:defRPr>
            </a:lvl1pPr>
            <a:lvl2pPr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2pPr>
            <a:lvl3pPr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3pPr>
            <a:lvl4pPr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4pPr>
            <a:lvl5pPr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5pPr>
            <a:lvl6pPr marL="457200"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6pPr>
            <a:lvl7pPr marL="914400"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7pPr>
            <a:lvl8pPr marL="1371600"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8pPr>
            <a:lvl9pPr marL="1828800"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9pPr>
          </a:lstStyle>
          <a:p>
            <a:r>
              <a:rPr lang="ko-KR">
                <a:ln>
                  <a:solidFill>
                    <a:srgbClr val="4F81BD">
                      <a:alpha val="0"/>
                    </a:srgbClr>
                  </a:solidFill>
                </a:ln>
                <a:effectLst>
                  <a:glow rad="127000">
                    <a:prstClr val="white"/>
                  </a:glow>
                  <a:outerShdw blurRad="38100" dist="38100" dir="2700000" algn="tl" rotWithShape="0">
                    <a:prstClr val="black">
                      <a:alpha val="40000"/>
                    </a:prstClr>
                  </a:outerShdw>
                </a:effectLst>
                <a:latin typeface="Arial"/>
                <a:ea typeface="Pretendard Black"/>
                <a:cs typeface="Arial"/>
              </a:rPr>
              <a:t>이로운앤컴퍼니</a:t>
            </a:r>
            <a:r>
              <a:rPr lang="ko-KR" altLang="en-US">
                <a:ln>
                  <a:solidFill>
                    <a:srgbClr val="4F81BD">
                      <a:alpha val="0"/>
                    </a:srgbClr>
                  </a:solidFill>
                </a:ln>
                <a:effectLst>
                  <a:glow rad="127000">
                    <a:prstClr val="white"/>
                  </a:glow>
                  <a:outerShdw blurRad="38100" dist="38100" dir="2700000" algn="tl" rotWithShape="0">
                    <a:prstClr val="black">
                      <a:alpha val="40000"/>
                    </a:prstClr>
                  </a:outerShdw>
                </a:effectLst>
                <a:latin typeface="Arial"/>
                <a:ea typeface="Pretendard Black"/>
                <a:cs typeface="Arial"/>
              </a:rPr>
              <a:t> </a:t>
            </a:r>
            <a:r>
              <a:rPr lang="ko-KR" altLang="en-US">
                <a:ln>
                  <a:solidFill>
                    <a:srgbClr val="4F81BD">
                      <a:alpha val="0"/>
                    </a:srgbClr>
                  </a:solidFill>
                </a:ln>
                <a:effectLst>
                  <a:glow rad="127000">
                    <a:prstClr val="white"/>
                  </a:glow>
                  <a:outerShdw blurRad="38100" dist="38100" dir="2700000" algn="tl" rotWithShape="0">
                    <a:prstClr val="black">
                      <a:alpha val="40000"/>
                    </a:prstClr>
                  </a:outerShdw>
                </a:effectLst>
                <a:latin typeface="Pretendard Black"/>
                <a:ea typeface="Pretendard Black"/>
              </a:rPr>
              <a:t>(Zira)</a:t>
            </a:r>
            <a:endParaRPr lang="en-US" altLang="ko-KR">
              <a:ln>
                <a:solidFill>
                  <a:srgbClr val="4F81BD">
                    <a:alpha val="0"/>
                  </a:srgbClr>
                </a:solidFill>
              </a:ln>
              <a:effectLst>
                <a:glow rad="127000">
                  <a:prstClr val="white"/>
                </a:glow>
                <a:outerShdw blurRad="38100" dist="38100" dir="2700000" algn="tl" rotWithShape="0">
                  <a:prstClr val="black">
                    <a:alpha val="40000"/>
                  </a:prstClr>
                </a:outerShdw>
              </a:effectLst>
            </a:endParaRPr>
          </a:p>
        </p:txBody>
      </p:sp>
      <p:graphicFrame>
        <p:nvGraphicFramePr>
          <p:cNvPr id="10" name="Content Placeholder 9">
            <a:extLst>
              <a:ext uri="{FF2B5EF4-FFF2-40B4-BE49-F238E27FC236}">
                <a16:creationId xmlns:a16="http://schemas.microsoft.com/office/drawing/2014/main" id="{06428BD0-8ECD-7B91-3596-2A9185C719FD}"/>
              </a:ext>
            </a:extLst>
          </p:cNvPr>
          <p:cNvGraphicFramePr>
            <a:graphicFrameLocks noGrp="1"/>
          </p:cNvGraphicFramePr>
          <p:nvPr>
            <p:ph sz="quarter" idx="10"/>
            <p:extLst>
              <p:ext uri="{D42A27DB-BD31-4B8C-83A1-F6EECF244321}">
                <p14:modId xmlns:p14="http://schemas.microsoft.com/office/powerpoint/2010/main" val="1480335604"/>
              </p:ext>
            </p:extLst>
          </p:nvPr>
        </p:nvGraphicFramePr>
        <p:xfrm>
          <a:off x="504825" y="1546468"/>
          <a:ext cx="11255372" cy="3860797"/>
        </p:xfrm>
        <a:graphic>
          <a:graphicData uri="http://schemas.openxmlformats.org/drawingml/2006/table">
            <a:tbl>
              <a:tblPr firstRow="1" bandRow="1">
                <a:tableStyleId>{5C22544A-7EE6-4342-B048-85BDC9FD1C3A}</a:tableStyleId>
              </a:tblPr>
              <a:tblGrid>
                <a:gridCol w="2563812">
                  <a:extLst>
                    <a:ext uri="{9D8B030D-6E8A-4147-A177-3AD203B41FA5}">
                      <a16:colId xmlns:a16="http://schemas.microsoft.com/office/drawing/2014/main" val="3369011978"/>
                    </a:ext>
                  </a:extLst>
                </a:gridCol>
                <a:gridCol w="8691560">
                  <a:extLst>
                    <a:ext uri="{9D8B030D-6E8A-4147-A177-3AD203B41FA5}">
                      <a16:colId xmlns:a16="http://schemas.microsoft.com/office/drawing/2014/main" val="1088316192"/>
                    </a:ext>
                  </a:extLst>
                </a:gridCol>
              </a:tblGrid>
              <a:tr h="370839">
                <a:tc>
                  <a:txBody>
                    <a:bodyPr/>
                    <a:lstStyle/>
                    <a:p>
                      <a:pPr lvl="0" algn="ctr">
                        <a:buNone/>
                      </a:pPr>
                      <a:r>
                        <a:rPr lang="en-US" sz="1200" b="1">
                          <a:solidFill>
                            <a:schemeClr val="tx1"/>
                          </a:solidFill>
                        </a:rPr>
                        <a:t>Qualitative point</a:t>
                      </a: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accent5">
                        <a:lumMod val="20000"/>
                        <a:lumOff val="80000"/>
                      </a:schemeClr>
                    </a:solidFill>
                  </a:tcPr>
                </a:tc>
                <a:tc>
                  <a:txBody>
                    <a:bodyPr/>
                    <a:lstStyle/>
                    <a:p>
                      <a:pPr lvl="0" algn="ctr">
                        <a:buNone/>
                      </a:pPr>
                      <a:r>
                        <a:rPr lang="en-US" sz="1200">
                          <a:solidFill>
                            <a:schemeClr val="tx1"/>
                          </a:solidFill>
                        </a:rPr>
                        <a:t>What it offers/not</a:t>
                      </a: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accent5">
                        <a:lumMod val="20000"/>
                        <a:lumOff val="80000"/>
                      </a:schemeClr>
                    </a:solidFill>
                  </a:tcPr>
                </a:tc>
                <a:extLst>
                  <a:ext uri="{0D108BD9-81ED-4DB2-BD59-A6C34878D82A}">
                    <a16:rowId xmlns:a16="http://schemas.microsoft.com/office/drawing/2014/main" val="2237218400"/>
                  </a:ext>
                </a:extLst>
              </a:tr>
              <a:tr h="370840">
                <a:tc>
                  <a:txBody>
                    <a:bodyPr/>
                    <a:lstStyle/>
                    <a:p>
                      <a:pPr algn="ctr"/>
                      <a:r>
                        <a:rPr lang="en-US" sz="1200" b="1"/>
                        <a:t>Enforcement point</a:t>
                      </a:r>
                    </a:p>
                  </a:txBody>
                  <a:tcPr anchor="ctr">
                    <a:lnL w="12700">
                      <a:solidFill>
                        <a:schemeClr val="tx1"/>
                      </a:solid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a:solidFill>
                        <a:schemeClr val="tx1"/>
                      </a:solidFill>
                    </a:lnB>
                    <a:solidFill>
                      <a:schemeClr val="accent5">
                        <a:lumMod val="20000"/>
                        <a:lumOff val="80000"/>
                      </a:schemeClr>
                    </a:solidFill>
                  </a:tcPr>
                </a:tc>
                <a:tc>
                  <a:txBody>
                    <a:bodyPr/>
                    <a:lstStyle/>
                    <a:p>
                      <a:pPr algn="ctr"/>
                      <a:r>
                        <a:rPr lang="en-US" sz="1200"/>
                        <a:t>Relay/Proxy based. It is an AI workspace (gateway) that users log into and it reaches the model on their behalf</a:t>
                      </a:r>
                    </a:p>
                  </a:txBody>
                  <a:tcPr anchor="ctr">
                    <a:lnL w="12700" cap="flat" cmpd="sng" algn="ctr">
                      <a:solidFill>
                        <a:schemeClr val="tx1"/>
                      </a:solidFill>
                      <a:prstDash val="solid"/>
                      <a:round/>
                      <a:headEnd type="none" w="med" len="med"/>
                      <a:tailEnd type="none" w="med" len="med"/>
                    </a:lnL>
                    <a:lnR w="12700">
                      <a:solidFill>
                        <a:schemeClr val="tx1"/>
                      </a:solidFill>
                    </a:lnR>
                    <a:lnT w="12700" cap="flat" cmpd="sng" algn="ctr">
                      <a:solidFill>
                        <a:schemeClr val="tx1"/>
                      </a:solidFill>
                      <a:prstDash val="solid"/>
                      <a:round/>
                      <a:headEnd type="none" w="med" len="med"/>
                      <a:tailEnd type="none" w="med" len="med"/>
                    </a:lnT>
                    <a:lnB w="12700">
                      <a:solidFill>
                        <a:schemeClr val="tx1"/>
                      </a:solidFill>
                    </a:lnB>
                    <a:solidFill>
                      <a:schemeClr val="bg1"/>
                    </a:solidFill>
                  </a:tcPr>
                </a:tc>
                <a:extLst>
                  <a:ext uri="{0D108BD9-81ED-4DB2-BD59-A6C34878D82A}">
                    <a16:rowId xmlns:a16="http://schemas.microsoft.com/office/drawing/2014/main" val="2716810172"/>
                  </a:ext>
                </a:extLst>
              </a:tr>
              <a:tr h="370840">
                <a:tc>
                  <a:txBody>
                    <a:bodyPr/>
                    <a:lstStyle/>
                    <a:p>
                      <a:pPr lvl="0" algn="ctr">
                        <a:buNone/>
                      </a:pPr>
                      <a:r>
                        <a:rPr lang="en-US" sz="1200" b="1"/>
                        <a:t>Traffic it sees</a:t>
                      </a: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accent5">
                        <a:lumMod val="20000"/>
                        <a:lumOff val="80000"/>
                      </a:schemeClr>
                    </a:solidFill>
                  </a:tcPr>
                </a:tc>
                <a:tc>
                  <a:txBody>
                    <a:bodyPr/>
                    <a:lstStyle/>
                    <a:p>
                      <a:pPr algn="ctr"/>
                      <a:r>
                        <a:rPr lang="en-US" sz="1200"/>
                        <a:t>Prompts, uploaded files and model responses for anyone using the SAIFE X workspace. It covers agents that call models through the API under the same policy.</a:t>
                      </a: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extLst>
                  <a:ext uri="{0D108BD9-81ED-4DB2-BD59-A6C34878D82A}">
                    <a16:rowId xmlns:a16="http://schemas.microsoft.com/office/drawing/2014/main" val="3015624921"/>
                  </a:ext>
                </a:extLst>
              </a:tr>
              <a:tr h="370840">
                <a:tc>
                  <a:txBody>
                    <a:bodyPr/>
                    <a:lstStyle/>
                    <a:p>
                      <a:pPr algn="ctr"/>
                      <a:r>
                        <a:rPr lang="en-US" sz="1200" b="1"/>
                        <a:t>Traffic it cannot see</a:t>
                      </a: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accent5">
                        <a:lumMod val="20000"/>
                        <a:lumOff val="80000"/>
                      </a:schemeClr>
                    </a:solidFill>
                  </a:tcPr>
                </a:tc>
                <a:tc>
                  <a:txBody>
                    <a:bodyPr/>
                    <a:lstStyle/>
                    <a:p>
                      <a:pPr algn="ctr"/>
                      <a:r>
                        <a:rPr lang="en-US" sz="1200"/>
                        <a:t>No endpoint agent</a:t>
                      </a: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extLst>
                  <a:ext uri="{0D108BD9-81ED-4DB2-BD59-A6C34878D82A}">
                    <a16:rowId xmlns:a16="http://schemas.microsoft.com/office/drawing/2014/main" val="3404745107"/>
                  </a:ext>
                </a:extLst>
              </a:tr>
              <a:tr h="370839">
                <a:tc>
                  <a:txBody>
                    <a:bodyPr/>
                    <a:lstStyle/>
                    <a:p>
                      <a:pPr lvl="0" algn="ctr">
                        <a:buNone/>
                      </a:pPr>
                      <a:r>
                        <a:rPr lang="en-US" sz="1200" b="1"/>
                        <a:t>Direction covered</a:t>
                      </a: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accent5">
                        <a:lumMod val="20000"/>
                        <a:lumOff val="80000"/>
                      </a:schemeClr>
                    </a:solidFill>
                  </a:tcPr>
                </a:tc>
                <a:tc>
                  <a:txBody>
                    <a:bodyPr/>
                    <a:lstStyle/>
                    <a:p>
                      <a:pPr lvl="0" algn="ctr">
                        <a:buNone/>
                      </a:pPr>
                      <a:r>
                        <a:rPr lang="en-US" sz="1200"/>
                        <a:t>Input, with output logged. The input prompt is blocked if it contain confidential data. However, output from AI is not blocked but recorded in log.</a:t>
                      </a:r>
                    </a:p>
                    <a:p>
                      <a:pPr lvl="0" algn="ctr">
                        <a:buNone/>
                      </a:pPr>
                      <a:endParaRPr lang="en-US" sz="1200"/>
                    </a:p>
                    <a:p>
                      <a:pPr lvl="0" algn="ctr">
                        <a:buNone/>
                      </a:pPr>
                      <a:r>
                        <a:rPr lang="en-US" sz="1200"/>
                        <a:t>The output filtering (response-filtering) is </a:t>
                      </a:r>
                      <a:r>
                        <a:rPr lang="ko-KR" altLang="en-US" sz="1200" b="0" i="0" u="none" strike="noStrike" noProof="0">
                          <a:solidFill>
                            <a:srgbClr val="000000"/>
                          </a:solidFill>
                          <a:latin typeface="Malgun Gothic"/>
                          <a:ea typeface="Malgun Gothic"/>
                        </a:rPr>
                        <a:t>개발중</a:t>
                      </a:r>
                      <a:r>
                        <a:rPr lang="en-US" sz="1200" b="0" i="0" u="none" strike="noStrike" noProof="0">
                          <a:solidFill>
                            <a:srgbClr val="000000"/>
                          </a:solidFill>
                          <a:latin typeface="Malgun Gothic"/>
                          <a:ea typeface="Malgun Gothic"/>
                        </a:rPr>
                        <a:t>.</a:t>
                      </a:r>
                      <a:endParaRPr lang="en-US" sz="1200"/>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extLst>
                  <a:ext uri="{0D108BD9-81ED-4DB2-BD59-A6C34878D82A}">
                    <a16:rowId xmlns:a16="http://schemas.microsoft.com/office/drawing/2014/main" val="941734459"/>
                  </a:ext>
                </a:extLst>
              </a:tr>
              <a:tr h="370838">
                <a:tc>
                  <a:txBody>
                    <a:bodyPr/>
                    <a:lstStyle/>
                    <a:p>
                      <a:pPr lvl="0" algn="ctr">
                        <a:buNone/>
                      </a:pPr>
                      <a:r>
                        <a:rPr lang="en-US" sz="1200" b="1"/>
                        <a:t>Default action</a:t>
                      </a: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accent5">
                        <a:lumMod val="20000"/>
                        <a:lumOff val="80000"/>
                      </a:schemeClr>
                    </a:solidFill>
                  </a:tcPr>
                </a:tc>
                <a:tc>
                  <a:txBody>
                    <a:bodyPr/>
                    <a:lstStyle/>
                    <a:p>
                      <a:pPr lvl="0" algn="ctr">
                        <a:buNone/>
                      </a:pPr>
                      <a:r>
                        <a:rPr lang="en-US" sz="1200"/>
                        <a:t>Block if found. Alerts to user and admin. </a:t>
                      </a:r>
                      <a:endParaRPr lang="en-US" altLang="ko-KR" sz="1200"/>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extLst>
                  <a:ext uri="{0D108BD9-81ED-4DB2-BD59-A6C34878D82A}">
                    <a16:rowId xmlns:a16="http://schemas.microsoft.com/office/drawing/2014/main" val="1578779526"/>
                  </a:ext>
                </a:extLst>
              </a:tr>
              <a:tr h="370838">
                <a:tc>
                  <a:txBody>
                    <a:bodyPr/>
                    <a:lstStyle/>
                    <a:p>
                      <a:pPr lvl="0" algn="ctr">
                        <a:buNone/>
                      </a:pPr>
                      <a:r>
                        <a:rPr lang="en-US" sz="1200" b="1"/>
                        <a:t>Detection layer</a:t>
                      </a: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accent5">
                        <a:lumMod val="20000"/>
                        <a:lumOff val="80000"/>
                      </a:schemeClr>
                    </a:solidFill>
                  </a:tcPr>
                </a:tc>
                <a:tc>
                  <a:txBody>
                    <a:bodyPr/>
                    <a:lstStyle/>
                    <a:p>
                      <a:pPr marL="0" lvl="0" indent="0" algn="ctr">
                        <a:buNone/>
                      </a:pPr>
                      <a:r>
                        <a:rPr lang="en-US" sz="1200"/>
                        <a:t>Two layers – pattern rules and LLM to analyze it meaning and intent. Has TAPD (Two-Axis Pre-Detector) model for catching prompt injection and jailbreak attempts before a prompt reaches the AI [3]. Isolates processed data so it is not used to train external model</a:t>
                      </a: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extLst>
                  <a:ext uri="{0D108BD9-81ED-4DB2-BD59-A6C34878D82A}">
                    <a16:rowId xmlns:a16="http://schemas.microsoft.com/office/drawing/2014/main" val="560040609"/>
                  </a:ext>
                </a:extLst>
              </a:tr>
              <a:tr h="370838">
                <a:tc>
                  <a:txBody>
                    <a:bodyPr/>
                    <a:lstStyle/>
                    <a:p>
                      <a:pPr lvl="0" algn="ctr">
                        <a:buNone/>
                      </a:pPr>
                      <a:r>
                        <a:rPr lang="en-US" sz="1200" b="1"/>
                        <a:t>Deployment effort</a:t>
                      </a: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accent5">
                        <a:lumMod val="20000"/>
                        <a:lumOff val="80000"/>
                      </a:schemeClr>
                    </a:solidFill>
                  </a:tcPr>
                </a:tc>
                <a:tc>
                  <a:txBody>
                    <a:bodyPr/>
                    <a:lstStyle/>
                    <a:p>
                      <a:pPr lvl="0" algn="ctr">
                        <a:buNone/>
                      </a:pPr>
                      <a:r>
                        <a:rPr lang="en-US" sz="1200"/>
                        <a:t>Low for users. No agent is installed on PCs. Avail through the </a:t>
                      </a:r>
                      <a:r>
                        <a:rPr lang="ko-KR" altLang="en-US" sz="1200"/>
                        <a:t>조달청</a:t>
                      </a:r>
                      <a:r>
                        <a:rPr lang="en-US" altLang="ko-KR" sz="1200"/>
                        <a:t> digital service mall and the NHN Cloud Marketplace</a:t>
                      </a:r>
                      <a:endParaRPr lang="ko-KR" altLang="en-US" sz="1200"/>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extLst>
                  <a:ext uri="{0D108BD9-81ED-4DB2-BD59-A6C34878D82A}">
                    <a16:rowId xmlns:a16="http://schemas.microsoft.com/office/drawing/2014/main" val="2242404345"/>
                  </a:ext>
                </a:extLst>
              </a:tr>
            </a:tbl>
          </a:graphicData>
        </a:graphic>
      </p:graphicFrame>
    </p:spTree>
    <p:extLst>
      <p:ext uri="{BB962C8B-B14F-4D97-AF65-F5344CB8AC3E}">
        <p14:creationId xmlns:p14="http://schemas.microsoft.com/office/powerpoint/2010/main" val="156860288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106BFE-43AE-B82B-556F-42ACAB40CEC5}"/>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585EDCF-4703-940C-C5B2-8BAA722E1523}"/>
              </a:ext>
            </a:extLst>
          </p:cNvPr>
          <p:cNvSpPr>
            <a:spLocks noGrp="1"/>
          </p:cNvSpPr>
          <p:nvPr>
            <p:ph type="sldNum" sz="quarter" idx="4"/>
          </p:nvPr>
        </p:nvSpPr>
        <p:spPr/>
        <p:txBody>
          <a:bodyPr/>
          <a:lstStyle/>
          <a:p>
            <a:fld id="{4EA1E582-E1CC-4474-812F-1657BC5920B7}" type="slidenum">
              <a:rPr lang="ko-KR" altLang="en-US" smtClean="0"/>
              <a:t>7</a:t>
            </a:fld>
            <a:endParaRPr lang="ko-KR" altLang="en-US"/>
          </a:p>
        </p:txBody>
      </p:sp>
      <p:sp>
        <p:nvSpPr>
          <p:cNvPr id="4" name="Title 3">
            <a:extLst>
              <a:ext uri="{FF2B5EF4-FFF2-40B4-BE49-F238E27FC236}">
                <a16:creationId xmlns:a16="http://schemas.microsoft.com/office/drawing/2014/main" id="{516A7061-0BE4-5CB2-453E-40EE6E385B93}"/>
              </a:ext>
            </a:extLst>
          </p:cNvPr>
          <p:cNvSpPr>
            <a:spLocks noGrp="1"/>
          </p:cNvSpPr>
          <p:nvPr>
            <p:ph type="title"/>
          </p:nvPr>
        </p:nvSpPr>
        <p:spPr/>
        <p:txBody>
          <a:bodyPr/>
          <a:lstStyle/>
          <a:p>
            <a:endParaRPr lang="en-US"/>
          </a:p>
        </p:txBody>
      </p:sp>
      <p:sp>
        <p:nvSpPr>
          <p:cNvPr id="5" name="Text Placeholder 4">
            <a:extLst>
              <a:ext uri="{FF2B5EF4-FFF2-40B4-BE49-F238E27FC236}">
                <a16:creationId xmlns:a16="http://schemas.microsoft.com/office/drawing/2014/main" id="{4901D02D-C9B1-7DAE-E8F5-053C194BF1A8}"/>
              </a:ext>
            </a:extLst>
          </p:cNvPr>
          <p:cNvSpPr>
            <a:spLocks noGrp="1"/>
          </p:cNvSpPr>
          <p:nvPr>
            <p:ph type="body" sz="quarter" idx="11"/>
          </p:nvPr>
        </p:nvSpPr>
        <p:spPr>
          <a:xfrm>
            <a:off x="295235" y="889211"/>
            <a:ext cx="11465393" cy="401637"/>
          </a:xfrm>
        </p:spPr>
        <p:txBody>
          <a:bodyPr lIns="91440" tIns="45720" rIns="91440" bIns="45720" anchor="ctr" anchorCtr="0"/>
          <a:lstStyle/>
          <a:p>
            <a:r>
              <a:rPr lang="en-US">
                <a:latin typeface="KoPub돋움체 Bold"/>
                <a:ea typeface="KoPub돋움체 Bold"/>
              </a:rPr>
              <a:t>Architectural Positioning</a:t>
            </a:r>
            <a:endParaRPr lang="en-US">
              <a:ea typeface="KoPub돋움체 Bold"/>
            </a:endParaRPr>
          </a:p>
        </p:txBody>
      </p:sp>
      <p:sp>
        <p:nvSpPr>
          <p:cNvPr id="7" name="제목 3">
            <a:extLst>
              <a:ext uri="{FF2B5EF4-FFF2-40B4-BE49-F238E27FC236}">
                <a16:creationId xmlns:a16="http://schemas.microsoft.com/office/drawing/2014/main" id="{BE99E3F6-BA9C-FDE8-9330-4DB8AB3767BC}"/>
              </a:ext>
            </a:extLst>
          </p:cNvPr>
          <p:cNvSpPr txBox="1">
            <a:spLocks/>
          </p:cNvSpPr>
          <p:nvPr/>
        </p:nvSpPr>
        <p:spPr>
          <a:xfrm>
            <a:off x="286194" y="265704"/>
            <a:ext cx="10666268" cy="464670"/>
          </a:xfrm>
          <a:prstGeom prst="rect">
            <a:avLst/>
          </a:prstGeom>
        </p:spPr>
        <p:txBody>
          <a:bodyPr lIns="91440" tIns="45720" rIns="91440" bIns="45720" anchor="ctr" anchorCtr="0"/>
          <a:lstStyle>
            <a:lvl1pPr algn="l" rtl="0" eaLnBrk="1" fontAlgn="base" latinLnBrk="1" hangingPunct="1">
              <a:spcBef>
                <a:spcPct val="0"/>
              </a:spcBef>
              <a:spcAft>
                <a:spcPct val="0"/>
              </a:spcAft>
              <a:defRPr lang="ko-KR" altLang="en-US" sz="2400" b="1" kern="1200" baseline="0" dirty="0">
                <a:ln>
                  <a:solidFill>
                    <a:schemeClr val="accent1">
                      <a:alpha val="0"/>
                    </a:schemeClr>
                  </a:solidFill>
                </a:ln>
                <a:solidFill>
                  <a:srgbClr val="144772"/>
                </a:solidFill>
                <a:effectLst>
                  <a:glow rad="127000">
                    <a:schemeClr val="bg1"/>
                  </a:glow>
                  <a:outerShdw blurRad="38100" dist="38100" dir="2700000" algn="tl" rotWithShape="0">
                    <a:prstClr val="black">
                      <a:alpha val="40000"/>
                    </a:prstClr>
                  </a:outerShdw>
                </a:effectLst>
                <a:latin typeface="Pretendard Black" panose="02000A03000000020004" pitchFamily="50" charset="-127"/>
                <a:ea typeface="Pretendard Black" panose="02000A03000000020004" pitchFamily="50" charset="-127"/>
                <a:cs typeface="Pretendard Black" panose="02000A03000000020004" pitchFamily="50" charset="-127"/>
              </a:defRPr>
            </a:lvl1pPr>
            <a:lvl2pPr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2pPr>
            <a:lvl3pPr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3pPr>
            <a:lvl4pPr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4pPr>
            <a:lvl5pPr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5pPr>
            <a:lvl6pPr marL="457200"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6pPr>
            <a:lvl7pPr marL="914400"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7pPr>
            <a:lvl8pPr marL="1371600"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8pPr>
            <a:lvl9pPr marL="1828800"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9pPr>
          </a:lstStyle>
          <a:p>
            <a:r>
              <a:rPr lang="ko-KR">
                <a:ln>
                  <a:solidFill>
                    <a:srgbClr val="4F81BD">
                      <a:alpha val="0"/>
                    </a:srgbClr>
                  </a:solidFill>
                </a:ln>
                <a:effectLst>
                  <a:glow rad="127000">
                    <a:prstClr val="white"/>
                  </a:glow>
                  <a:outerShdw blurRad="38100" dist="38100" dir="2700000" algn="tl" rotWithShape="0">
                    <a:prstClr val="black">
                      <a:alpha val="40000"/>
                    </a:prstClr>
                  </a:outerShdw>
                </a:effectLst>
                <a:latin typeface="Arial"/>
                <a:ea typeface="Pretendard Black"/>
                <a:cs typeface="Arial"/>
              </a:rPr>
              <a:t>이로운앤컴퍼니</a:t>
            </a:r>
            <a:r>
              <a:rPr lang="ko-KR" altLang="en-US">
                <a:ln>
                  <a:solidFill>
                    <a:srgbClr val="4F81BD">
                      <a:alpha val="0"/>
                    </a:srgbClr>
                  </a:solidFill>
                </a:ln>
                <a:effectLst>
                  <a:glow rad="127000">
                    <a:prstClr val="white"/>
                  </a:glow>
                  <a:outerShdw blurRad="38100" dist="38100" dir="2700000" algn="tl" rotWithShape="0">
                    <a:prstClr val="black">
                      <a:alpha val="40000"/>
                    </a:prstClr>
                  </a:outerShdw>
                </a:effectLst>
                <a:latin typeface="Arial"/>
                <a:ea typeface="Pretendard Black"/>
                <a:cs typeface="Arial"/>
              </a:rPr>
              <a:t> </a:t>
            </a:r>
            <a:r>
              <a:rPr lang="ko-KR" altLang="en-US">
                <a:ln>
                  <a:solidFill>
                    <a:srgbClr val="4F81BD">
                      <a:alpha val="0"/>
                    </a:srgbClr>
                  </a:solidFill>
                </a:ln>
                <a:effectLst>
                  <a:glow rad="127000">
                    <a:prstClr val="white"/>
                  </a:glow>
                  <a:outerShdw blurRad="38100" dist="38100" dir="2700000" algn="tl" rotWithShape="0">
                    <a:prstClr val="black">
                      <a:alpha val="40000"/>
                    </a:prstClr>
                  </a:outerShdw>
                </a:effectLst>
                <a:latin typeface="Pretendard Black"/>
                <a:ea typeface="Pretendard Black"/>
              </a:rPr>
              <a:t>(Zira)</a:t>
            </a:r>
            <a:endParaRPr lang="en-US" altLang="ko-KR">
              <a:ln>
                <a:solidFill>
                  <a:srgbClr val="4F81BD">
                    <a:alpha val="0"/>
                  </a:srgbClr>
                </a:solidFill>
              </a:ln>
              <a:effectLst>
                <a:glow rad="127000">
                  <a:prstClr val="white"/>
                </a:glow>
                <a:outerShdw blurRad="38100" dist="38100" dir="2700000" algn="tl" rotWithShape="0">
                  <a:prstClr val="black">
                    <a:alpha val="40000"/>
                  </a:prstClr>
                </a:outerShdw>
              </a:effectLst>
            </a:endParaRPr>
          </a:p>
        </p:txBody>
      </p:sp>
      <p:pic>
        <p:nvPicPr>
          <p:cNvPr id="8" name="Content Placeholder 7">
            <a:extLst>
              <a:ext uri="{FF2B5EF4-FFF2-40B4-BE49-F238E27FC236}">
                <a16:creationId xmlns:a16="http://schemas.microsoft.com/office/drawing/2014/main" id="{9EFDB266-4F9E-FC0F-6CE0-A0DC639813A5}"/>
              </a:ext>
            </a:extLst>
          </p:cNvPr>
          <p:cNvPicPr>
            <a:picLocks noGrp="1" noChangeAspect="1"/>
          </p:cNvPicPr>
          <p:nvPr>
            <p:ph sz="quarter" idx="10"/>
          </p:nvPr>
        </p:nvPicPr>
        <p:blipFill>
          <a:blip r:embed="rId3"/>
          <a:stretch>
            <a:fillRect/>
          </a:stretch>
        </p:blipFill>
        <p:spPr>
          <a:xfrm>
            <a:off x="-1970" y="1360783"/>
            <a:ext cx="11862660" cy="4136563"/>
          </a:xfrm>
          <a:prstGeom prst="rect">
            <a:avLst/>
          </a:prstGeom>
        </p:spPr>
      </p:pic>
      <p:sp>
        <p:nvSpPr>
          <p:cNvPr id="9" name="TextBox 8">
            <a:extLst>
              <a:ext uri="{FF2B5EF4-FFF2-40B4-BE49-F238E27FC236}">
                <a16:creationId xmlns:a16="http://schemas.microsoft.com/office/drawing/2014/main" id="{E9D5B3C3-7102-AE5A-7481-88C3CAA92676}"/>
              </a:ext>
            </a:extLst>
          </p:cNvPr>
          <p:cNvSpPr txBox="1"/>
          <p:nvPr/>
        </p:nvSpPr>
        <p:spPr>
          <a:xfrm>
            <a:off x="175804" y="5961657"/>
            <a:ext cx="5752453"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200">
                <a:ea typeface="맑은 고딕"/>
              </a:rPr>
              <a:t>(This is not an official architecture from them. It was generated (with mermaid) with </a:t>
            </a:r>
            <a:r>
              <a:rPr lang="en-US" sz="1200" err="1">
                <a:ea typeface="맑은 고딕"/>
              </a:rPr>
              <a:t>claude</a:t>
            </a:r>
            <a:r>
              <a:rPr lang="en-US" sz="1200">
                <a:ea typeface="맑은 고딕"/>
              </a:rPr>
              <a:t> after analyzing about their architecture from available sources)</a:t>
            </a:r>
          </a:p>
        </p:txBody>
      </p:sp>
    </p:spTree>
    <p:extLst>
      <p:ext uri="{BB962C8B-B14F-4D97-AF65-F5344CB8AC3E}">
        <p14:creationId xmlns:p14="http://schemas.microsoft.com/office/powerpoint/2010/main" val="34170237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0F9508-B88A-8545-06A8-243536CCE0EB}"/>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9F59785-C694-62FD-14C3-46F697ECB4D7}"/>
              </a:ext>
            </a:extLst>
          </p:cNvPr>
          <p:cNvSpPr>
            <a:spLocks noGrp="1"/>
          </p:cNvSpPr>
          <p:nvPr>
            <p:ph type="sldNum" sz="quarter" idx="4"/>
          </p:nvPr>
        </p:nvSpPr>
        <p:spPr/>
        <p:txBody>
          <a:bodyPr/>
          <a:lstStyle/>
          <a:p>
            <a:fld id="{4EA1E582-E1CC-4474-812F-1657BC5920B7}" type="slidenum">
              <a:rPr lang="ko-KR" altLang="en-US" smtClean="0"/>
              <a:t>8</a:t>
            </a:fld>
            <a:endParaRPr lang="ko-KR" altLang="en-US"/>
          </a:p>
        </p:txBody>
      </p:sp>
      <p:sp>
        <p:nvSpPr>
          <p:cNvPr id="4" name="Title 3">
            <a:extLst>
              <a:ext uri="{FF2B5EF4-FFF2-40B4-BE49-F238E27FC236}">
                <a16:creationId xmlns:a16="http://schemas.microsoft.com/office/drawing/2014/main" id="{1CDC80E4-3A01-9A9C-4DA2-D9FBD1849ABD}"/>
              </a:ext>
            </a:extLst>
          </p:cNvPr>
          <p:cNvSpPr>
            <a:spLocks noGrp="1"/>
          </p:cNvSpPr>
          <p:nvPr>
            <p:ph type="title"/>
          </p:nvPr>
        </p:nvSpPr>
        <p:spPr/>
        <p:txBody>
          <a:bodyPr/>
          <a:lstStyle/>
          <a:p>
            <a:endParaRPr lang="en-US"/>
          </a:p>
        </p:txBody>
      </p:sp>
      <p:sp>
        <p:nvSpPr>
          <p:cNvPr id="5" name="Text Placeholder 4">
            <a:extLst>
              <a:ext uri="{FF2B5EF4-FFF2-40B4-BE49-F238E27FC236}">
                <a16:creationId xmlns:a16="http://schemas.microsoft.com/office/drawing/2014/main" id="{EDE5651E-4A97-FFF2-5D51-0CBF70141047}"/>
              </a:ext>
            </a:extLst>
          </p:cNvPr>
          <p:cNvSpPr>
            <a:spLocks noGrp="1"/>
          </p:cNvSpPr>
          <p:nvPr>
            <p:ph type="body" sz="quarter" idx="11"/>
          </p:nvPr>
        </p:nvSpPr>
        <p:spPr/>
        <p:txBody>
          <a:bodyPr lIns="91440" tIns="45720" rIns="91440" bIns="45720" anchor="ctr" anchorCtr="0"/>
          <a:lstStyle/>
          <a:p>
            <a:r>
              <a:rPr lang="en-US">
                <a:ea typeface="KoPub돋움체 Bold"/>
              </a:rPr>
              <a:t>Capability Checklist</a:t>
            </a:r>
            <a:endParaRPr lang="en-US"/>
          </a:p>
        </p:txBody>
      </p:sp>
      <p:sp>
        <p:nvSpPr>
          <p:cNvPr id="7" name="제목 3">
            <a:extLst>
              <a:ext uri="{FF2B5EF4-FFF2-40B4-BE49-F238E27FC236}">
                <a16:creationId xmlns:a16="http://schemas.microsoft.com/office/drawing/2014/main" id="{777C04FE-7065-E04A-C6B1-B88524307FD6}"/>
              </a:ext>
            </a:extLst>
          </p:cNvPr>
          <p:cNvSpPr txBox="1">
            <a:spLocks/>
          </p:cNvSpPr>
          <p:nvPr/>
        </p:nvSpPr>
        <p:spPr>
          <a:xfrm>
            <a:off x="286194" y="265704"/>
            <a:ext cx="10666268" cy="464670"/>
          </a:xfrm>
          <a:prstGeom prst="rect">
            <a:avLst/>
          </a:prstGeom>
        </p:spPr>
        <p:txBody>
          <a:bodyPr lIns="91440" tIns="45720" rIns="91440" bIns="45720" anchor="ctr" anchorCtr="0"/>
          <a:lstStyle>
            <a:lvl1pPr algn="l" rtl="0" eaLnBrk="1" fontAlgn="base" latinLnBrk="1" hangingPunct="1">
              <a:spcBef>
                <a:spcPct val="0"/>
              </a:spcBef>
              <a:spcAft>
                <a:spcPct val="0"/>
              </a:spcAft>
              <a:defRPr lang="ko-KR" altLang="en-US" sz="2400" b="1" kern="1200" baseline="0" dirty="0">
                <a:ln>
                  <a:solidFill>
                    <a:schemeClr val="accent1">
                      <a:alpha val="0"/>
                    </a:schemeClr>
                  </a:solidFill>
                </a:ln>
                <a:solidFill>
                  <a:srgbClr val="144772"/>
                </a:solidFill>
                <a:effectLst>
                  <a:glow rad="127000">
                    <a:schemeClr val="bg1"/>
                  </a:glow>
                  <a:outerShdw blurRad="38100" dist="38100" dir="2700000" algn="tl" rotWithShape="0">
                    <a:prstClr val="black">
                      <a:alpha val="40000"/>
                    </a:prstClr>
                  </a:outerShdw>
                </a:effectLst>
                <a:latin typeface="Pretendard Black" panose="02000A03000000020004" pitchFamily="50" charset="-127"/>
                <a:ea typeface="Pretendard Black" panose="02000A03000000020004" pitchFamily="50" charset="-127"/>
                <a:cs typeface="Pretendard Black" panose="02000A03000000020004" pitchFamily="50" charset="-127"/>
              </a:defRPr>
            </a:lvl1pPr>
            <a:lvl2pPr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2pPr>
            <a:lvl3pPr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3pPr>
            <a:lvl4pPr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4pPr>
            <a:lvl5pPr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5pPr>
            <a:lvl6pPr marL="457200"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6pPr>
            <a:lvl7pPr marL="914400"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7pPr>
            <a:lvl8pPr marL="1371600"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8pPr>
            <a:lvl9pPr marL="1828800"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9pPr>
          </a:lstStyle>
          <a:p>
            <a:r>
              <a:rPr lang="ko-KR">
                <a:ln>
                  <a:solidFill>
                    <a:srgbClr val="4F81BD">
                      <a:alpha val="0"/>
                    </a:srgbClr>
                  </a:solidFill>
                </a:ln>
                <a:effectLst>
                  <a:glow rad="127000">
                    <a:prstClr val="white"/>
                  </a:glow>
                  <a:outerShdw blurRad="38100" dist="38100" dir="2700000" algn="tl" rotWithShape="0">
                    <a:prstClr val="black">
                      <a:alpha val="40000"/>
                    </a:prstClr>
                  </a:outerShdw>
                </a:effectLst>
                <a:latin typeface="Arial"/>
                <a:ea typeface="Pretendard Black"/>
                <a:cs typeface="Arial"/>
              </a:rPr>
              <a:t>이로운앤컴퍼니</a:t>
            </a:r>
            <a:r>
              <a:rPr lang="ko-KR" altLang="en-US">
                <a:ln>
                  <a:solidFill>
                    <a:srgbClr val="4F81BD">
                      <a:alpha val="0"/>
                    </a:srgbClr>
                  </a:solidFill>
                </a:ln>
                <a:effectLst>
                  <a:glow rad="127000">
                    <a:prstClr val="white"/>
                  </a:glow>
                  <a:outerShdw blurRad="38100" dist="38100" dir="2700000" algn="tl" rotWithShape="0">
                    <a:prstClr val="black">
                      <a:alpha val="40000"/>
                    </a:prstClr>
                  </a:outerShdw>
                </a:effectLst>
                <a:latin typeface="Arial"/>
                <a:ea typeface="Pretendard Black"/>
                <a:cs typeface="Arial"/>
              </a:rPr>
              <a:t> </a:t>
            </a:r>
            <a:r>
              <a:rPr lang="ko-KR" altLang="en-US">
                <a:ln>
                  <a:solidFill>
                    <a:srgbClr val="4F81BD">
                      <a:alpha val="0"/>
                    </a:srgbClr>
                  </a:solidFill>
                </a:ln>
                <a:effectLst>
                  <a:glow rad="127000">
                    <a:prstClr val="white"/>
                  </a:glow>
                  <a:outerShdw blurRad="38100" dist="38100" dir="2700000" algn="tl" rotWithShape="0">
                    <a:prstClr val="black">
                      <a:alpha val="40000"/>
                    </a:prstClr>
                  </a:outerShdw>
                </a:effectLst>
                <a:latin typeface="Pretendard Black"/>
                <a:ea typeface="Pretendard Black"/>
              </a:rPr>
              <a:t>(Zira)</a:t>
            </a:r>
            <a:endParaRPr lang="en-US" altLang="ko-KR">
              <a:ln>
                <a:solidFill>
                  <a:srgbClr val="4F81BD">
                    <a:alpha val="0"/>
                  </a:srgbClr>
                </a:solidFill>
              </a:ln>
              <a:effectLst>
                <a:glow rad="127000">
                  <a:prstClr val="white"/>
                </a:glow>
                <a:outerShdw blurRad="38100" dist="38100" dir="2700000" algn="tl" rotWithShape="0">
                  <a:prstClr val="black">
                    <a:alpha val="40000"/>
                  </a:prstClr>
                </a:outerShdw>
              </a:effectLst>
            </a:endParaRPr>
          </a:p>
        </p:txBody>
      </p:sp>
      <p:graphicFrame>
        <p:nvGraphicFramePr>
          <p:cNvPr id="6" name="Table 5">
            <a:extLst>
              <a:ext uri="{FF2B5EF4-FFF2-40B4-BE49-F238E27FC236}">
                <a16:creationId xmlns:a16="http://schemas.microsoft.com/office/drawing/2014/main" id="{6BC5683F-CA1C-03A7-77BA-ED1EC94DECE1}"/>
              </a:ext>
            </a:extLst>
          </p:cNvPr>
          <p:cNvGraphicFramePr>
            <a:graphicFrameLocks noGrp="1"/>
          </p:cNvGraphicFramePr>
          <p:nvPr>
            <p:extLst>
              <p:ext uri="{D42A27DB-BD31-4B8C-83A1-F6EECF244321}">
                <p14:modId xmlns:p14="http://schemas.microsoft.com/office/powerpoint/2010/main" val="3665953251"/>
              </p:ext>
            </p:extLst>
          </p:nvPr>
        </p:nvGraphicFramePr>
        <p:xfrm>
          <a:off x="-793750" y="1397000"/>
          <a:ext cx="4184654" cy="4682233"/>
        </p:xfrm>
        <a:graphic>
          <a:graphicData uri="http://schemas.openxmlformats.org/drawingml/2006/table">
            <a:tbl>
              <a:tblPr bandRow="1">
                <a:tableStyleId>{5C22544A-7EE6-4342-B048-85BDC9FD1C3A}</a:tableStyleId>
              </a:tblPr>
              <a:tblGrid>
                <a:gridCol w="255918">
                  <a:extLst>
                    <a:ext uri="{9D8B030D-6E8A-4147-A177-3AD203B41FA5}">
                      <a16:colId xmlns:a16="http://schemas.microsoft.com/office/drawing/2014/main" val="2804680867"/>
                    </a:ext>
                  </a:extLst>
                </a:gridCol>
                <a:gridCol w="1186624">
                  <a:extLst>
                    <a:ext uri="{9D8B030D-6E8A-4147-A177-3AD203B41FA5}">
                      <a16:colId xmlns:a16="http://schemas.microsoft.com/office/drawing/2014/main" val="2209240116"/>
                    </a:ext>
                  </a:extLst>
                </a:gridCol>
                <a:gridCol w="1729958">
                  <a:extLst>
                    <a:ext uri="{9D8B030D-6E8A-4147-A177-3AD203B41FA5}">
                      <a16:colId xmlns:a16="http://schemas.microsoft.com/office/drawing/2014/main" val="2426380051"/>
                    </a:ext>
                  </a:extLst>
                </a:gridCol>
                <a:gridCol w="1012154">
                  <a:extLst>
                    <a:ext uri="{9D8B030D-6E8A-4147-A177-3AD203B41FA5}">
                      <a16:colId xmlns:a16="http://schemas.microsoft.com/office/drawing/2014/main" val="2609925937"/>
                    </a:ext>
                  </a:extLst>
                </a:gridCol>
              </a:tblGrid>
              <a:tr h="106822">
                <a:tc>
                  <a:txBody>
                    <a:bodyPr/>
                    <a:lstStyle/>
                    <a:p>
                      <a:pPr algn="ctr">
                        <a:buNone/>
                      </a:pPr>
                      <a:r>
                        <a:rPr lang="en-US" sz="600" b="1">
                          <a:effectLst/>
                          <a:latin typeface="Arial"/>
                          <a:cs typeface="Arial"/>
                        </a:rPr>
                        <a:t>ID</a:t>
                      </a:r>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solidFill>
                      <a:schemeClr val="accent5">
                        <a:lumMod val="20000"/>
                        <a:lumOff val="80000"/>
                      </a:schemeClr>
                    </a:solidFill>
                  </a:tcPr>
                </a:tc>
                <a:tc>
                  <a:txBody>
                    <a:bodyPr/>
                    <a:lstStyle/>
                    <a:p>
                      <a:pPr algn="ctr">
                        <a:buNone/>
                      </a:pPr>
                      <a:r>
                        <a:rPr lang="en-US" sz="600" b="1">
                          <a:effectLst/>
                          <a:latin typeface="Arial"/>
                          <a:cs typeface="Arial"/>
                        </a:rPr>
                        <a:t>Dimension</a:t>
                      </a:r>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solidFill>
                      <a:schemeClr val="accent5">
                        <a:lumMod val="20000"/>
                        <a:lumOff val="80000"/>
                      </a:schemeClr>
                    </a:solidFill>
                  </a:tcPr>
                </a:tc>
                <a:tc>
                  <a:txBody>
                    <a:bodyPr/>
                    <a:lstStyle/>
                    <a:p>
                      <a:pPr algn="ctr">
                        <a:buNone/>
                      </a:pPr>
                      <a:r>
                        <a:rPr lang="en-US" sz="600" b="1">
                          <a:effectLst/>
                          <a:latin typeface="Arial"/>
                          <a:cs typeface="Arial"/>
                        </a:rPr>
                        <a:t>Capability</a:t>
                      </a:r>
                    </a:p>
                  </a:txBody>
                  <a:tcPr marL="0" marR="0" marT="0" marB="0" anchor="ctr">
                    <a:lnL w="12700">
                      <a:solidFill>
                        <a:schemeClr val="tx1"/>
                      </a:solidFill>
                    </a:lnL>
                    <a:lnR w="12700" cap="flat" cmpd="sng" algn="ctr">
                      <a:solidFill>
                        <a:schemeClr val="tx1"/>
                      </a:solidFill>
                      <a:prstDash val="solid"/>
                      <a:round/>
                      <a:headEnd type="none" w="med" len="med"/>
                      <a:tailEnd type="none" w="med" len="med"/>
                    </a:lnR>
                    <a:lnT w="12700">
                      <a:solidFill>
                        <a:schemeClr val="tx1"/>
                      </a:solidFill>
                    </a:lnT>
                    <a:lnB w="12700">
                      <a:solidFill>
                        <a:schemeClr val="tx1"/>
                      </a:solidFill>
                    </a:lnB>
                    <a:solidFill>
                      <a:schemeClr val="accent5">
                        <a:lumMod val="20000"/>
                        <a:lumOff val="80000"/>
                      </a:schemeClr>
                    </a:solidFill>
                  </a:tcPr>
                </a:tc>
                <a:tc>
                  <a:txBody>
                    <a:bodyPr/>
                    <a:lstStyle/>
                    <a:p>
                      <a:pPr lvl="0" algn="ctr">
                        <a:buNone/>
                      </a:pPr>
                      <a:r>
                        <a:rPr lang="en-US" sz="600" b="1">
                          <a:effectLst/>
                          <a:latin typeface="Arial"/>
                          <a:cs typeface="Arial"/>
                        </a:rPr>
                        <a:t>Availability</a:t>
                      </a:r>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solidFill>
                      <a:schemeClr val="accent5">
                        <a:lumMod val="20000"/>
                        <a:lumOff val="80000"/>
                      </a:schemeClr>
                    </a:solidFill>
                  </a:tcPr>
                </a:tc>
                <a:extLst>
                  <a:ext uri="{0D108BD9-81ED-4DB2-BD59-A6C34878D82A}">
                    <a16:rowId xmlns:a16="http://schemas.microsoft.com/office/drawing/2014/main" val="901483564"/>
                  </a:ext>
                </a:extLst>
              </a:tr>
              <a:tr h="80635">
                <a:tc>
                  <a:txBody>
                    <a:bodyPr/>
                    <a:lstStyle/>
                    <a:p>
                      <a:pPr algn="ctr">
                        <a:buNone/>
                      </a:pPr>
                      <a:r>
                        <a:rPr lang="en-US" sz="600" b="1">
                          <a:effectLst/>
                          <a:latin typeface="Arial"/>
                          <a:cs typeface="Arial"/>
                        </a:rPr>
                        <a:t>D1</a:t>
                      </a:r>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solidFill>
                      <a:schemeClr val="accent5">
                        <a:lumMod val="20000"/>
                        <a:lumOff val="80000"/>
                      </a:schemeClr>
                    </a:solidFill>
                  </a:tcPr>
                </a:tc>
                <a:tc gridSpan="3">
                  <a:txBody>
                    <a:bodyPr/>
                    <a:lstStyle/>
                    <a:p>
                      <a:pPr algn="ctr">
                        <a:buNone/>
                      </a:pPr>
                      <a:r>
                        <a:rPr lang="en-US" sz="600" b="1">
                          <a:effectLst/>
                          <a:latin typeface="Arial"/>
                          <a:cs typeface="Arial"/>
                        </a:rPr>
                        <a:t>Channel coverage</a:t>
                      </a:r>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solidFill>
                      <a:schemeClr val="accent5">
                        <a:lumMod val="20000"/>
                        <a:lumOff val="80000"/>
                      </a:schemeClr>
                    </a:solidFill>
                  </a:tcPr>
                </a:tc>
                <a:tc hMerge="1">
                  <a:txBody>
                    <a:bodyPr/>
                    <a:lstStyle/>
                    <a:p>
                      <a:endParaRPr lang="en-US"/>
                    </a:p>
                  </a:txBody>
                  <a:tcPr/>
                </a:tc>
                <a:tc hMerge="1">
                  <a:txBody>
                    <a:bodyPr/>
                    <a:lstStyle/>
                    <a:p>
                      <a:endParaRPr lang="en-US"/>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solidFill>
                      <a:schemeClr val="accent5">
                        <a:lumMod val="20000"/>
                        <a:lumOff val="80000"/>
                      </a:schemeClr>
                    </a:solidFill>
                  </a:tcPr>
                </a:tc>
                <a:extLst>
                  <a:ext uri="{0D108BD9-81ED-4DB2-BD59-A6C34878D82A}">
                    <a16:rowId xmlns:a16="http://schemas.microsoft.com/office/drawing/2014/main" val="3663616229"/>
                  </a:ext>
                </a:extLst>
              </a:tr>
              <a:tr h="161271">
                <a:tc>
                  <a:txBody>
                    <a:bodyPr/>
                    <a:lstStyle/>
                    <a:p>
                      <a:pPr>
                        <a:buNone/>
                      </a:pPr>
                      <a:r>
                        <a:rPr lang="en-US" sz="600">
                          <a:effectLst/>
                          <a:latin typeface="Arial"/>
                          <a:cs typeface="Arial"/>
                        </a:rPr>
                        <a:t>D1-01</a:t>
                      </a:r>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rowSpan="13">
                  <a:txBody>
                    <a:bodyPr/>
                    <a:lstStyle/>
                    <a:p>
                      <a:pPr algn="ctr">
                        <a:buNone/>
                      </a:pPr>
                      <a:r>
                        <a:rPr lang="en-US" sz="600">
                          <a:effectLst/>
                          <a:latin typeface="Arial"/>
                          <a:cs typeface="Arial"/>
                        </a:rPr>
                        <a:t>Channel coverage</a:t>
                      </a:r>
                      <a:endParaRPr lang="en-US" sz="600"/>
                    </a:p>
                    <a:p>
                      <a:pPr lvl="0" algn="ctr">
                        <a:buNone/>
                      </a:pPr>
                      <a:endParaRPr lang="en-US" sz="600">
                        <a:effectLst/>
                        <a:latin typeface="Arial"/>
                        <a:cs typeface="Arial"/>
                      </a:endParaRPr>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a:buNone/>
                      </a:pPr>
                      <a:r>
                        <a:rPr lang="en-US" sz="600">
                          <a:effectLst/>
                          <a:latin typeface="Arial"/>
                          <a:cs typeface="Arial"/>
                        </a:rPr>
                        <a:t>USB / removable media</a:t>
                      </a:r>
                    </a:p>
                  </a:txBody>
                  <a:tcPr marL="0" marR="0" marT="0" marB="0" anchor="ctr">
                    <a:lnL w="12700">
                      <a:solidFill>
                        <a:schemeClr val="tx1"/>
                      </a:solidFill>
                    </a:lnL>
                    <a:lnR w="12700" cap="flat" cmpd="sng" algn="ctr">
                      <a:solidFill>
                        <a:schemeClr val="tx1"/>
                      </a:solidFill>
                      <a:prstDash val="solid"/>
                      <a:round/>
                      <a:headEnd type="none" w="med" len="med"/>
                      <a:tailEnd type="none" w="med" len="med"/>
                    </a:lnR>
                    <a:lnT w="12700">
                      <a:solidFill>
                        <a:schemeClr val="tx1"/>
                      </a:solidFill>
                    </a:lnT>
                    <a:lnB w="12700">
                      <a:solidFill>
                        <a:schemeClr val="tx1"/>
                      </a:solidFill>
                    </a:lnB>
                    <a:solidFill>
                      <a:schemeClr val="bg1"/>
                    </a:solidFill>
                  </a:tcPr>
                </a:tc>
                <a:tc>
                  <a:txBody>
                    <a:bodyPr/>
                    <a:lstStyle/>
                    <a:p>
                      <a:pPr lvl="0" algn="ctr">
                        <a:buNone/>
                      </a:pPr>
                      <a:endParaRPr lang="en-US" sz="600">
                        <a:effectLst/>
                        <a:latin typeface="Arial"/>
                        <a:cs typeface="Arial"/>
                      </a:endParaRPr>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extLst>
                  <a:ext uri="{0D108BD9-81ED-4DB2-BD59-A6C34878D82A}">
                    <a16:rowId xmlns:a16="http://schemas.microsoft.com/office/drawing/2014/main" val="683922971"/>
                  </a:ext>
                </a:extLst>
              </a:tr>
              <a:tr h="161271">
                <a:tc>
                  <a:txBody>
                    <a:bodyPr/>
                    <a:lstStyle/>
                    <a:p>
                      <a:pPr>
                        <a:buNone/>
                      </a:pPr>
                      <a:r>
                        <a:rPr lang="en-US" sz="600">
                          <a:effectLst/>
                          <a:latin typeface="Arial"/>
                          <a:cs typeface="Arial"/>
                        </a:rPr>
                        <a:t>D1-02</a:t>
                      </a:r>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vMerge="1">
                  <a:txBody>
                    <a:bodyPr/>
                    <a:lstStyle/>
                    <a:p>
                      <a:endParaRPr lang="en-US" sz="700">
                        <a:effectLst/>
                        <a:latin typeface="Arial"/>
                        <a:cs typeface="Arial"/>
                      </a:endParaRPr>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a:buNone/>
                      </a:pPr>
                      <a:r>
                        <a:rPr lang="en-US" sz="600">
                          <a:effectLst/>
                          <a:latin typeface="Arial"/>
                          <a:cs typeface="Arial"/>
                        </a:rPr>
                        <a:t>Print</a:t>
                      </a:r>
                    </a:p>
                  </a:txBody>
                  <a:tcPr marL="0" marR="0" marT="0" marB="0" anchor="ctr">
                    <a:lnL w="12700">
                      <a:solidFill>
                        <a:schemeClr val="tx1"/>
                      </a:solidFill>
                    </a:lnL>
                    <a:lnR w="12700" cap="flat" cmpd="sng" algn="ctr">
                      <a:solidFill>
                        <a:schemeClr val="tx1"/>
                      </a:solidFill>
                      <a:prstDash val="solid"/>
                      <a:round/>
                      <a:headEnd type="none" w="med" len="med"/>
                      <a:tailEnd type="none" w="med" len="med"/>
                    </a:lnR>
                    <a:lnT w="12700">
                      <a:solidFill>
                        <a:schemeClr val="tx1"/>
                      </a:solidFill>
                    </a:lnT>
                    <a:lnB w="12700">
                      <a:solidFill>
                        <a:schemeClr val="tx1"/>
                      </a:solidFill>
                    </a:lnB>
                    <a:solidFill>
                      <a:schemeClr val="bg1"/>
                    </a:solidFill>
                  </a:tcPr>
                </a:tc>
                <a:tc>
                  <a:txBody>
                    <a:bodyPr/>
                    <a:lstStyle/>
                    <a:p>
                      <a:pPr lvl="0" algn="ctr">
                        <a:buNone/>
                      </a:pPr>
                      <a:endParaRPr lang="en-US" sz="600">
                        <a:effectLst/>
                        <a:latin typeface="Arial"/>
                        <a:cs typeface="Arial"/>
                      </a:endParaRPr>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extLst>
                  <a:ext uri="{0D108BD9-81ED-4DB2-BD59-A6C34878D82A}">
                    <a16:rowId xmlns:a16="http://schemas.microsoft.com/office/drawing/2014/main" val="1162098069"/>
                  </a:ext>
                </a:extLst>
              </a:tr>
              <a:tr h="161271">
                <a:tc>
                  <a:txBody>
                    <a:bodyPr/>
                    <a:lstStyle/>
                    <a:p>
                      <a:pPr>
                        <a:buNone/>
                      </a:pPr>
                      <a:r>
                        <a:rPr lang="en-US" sz="600">
                          <a:effectLst/>
                          <a:latin typeface="Arial"/>
                          <a:cs typeface="Arial"/>
                        </a:rPr>
                        <a:t>D1-03</a:t>
                      </a:r>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vMerge="1">
                  <a:txBody>
                    <a:bodyPr/>
                    <a:lstStyle/>
                    <a:p>
                      <a:endParaRPr lang="en-US" sz="700">
                        <a:effectLst/>
                        <a:latin typeface="Arial"/>
                        <a:cs typeface="Arial"/>
                      </a:endParaRPr>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a:buNone/>
                      </a:pPr>
                      <a:r>
                        <a:rPr lang="en-US" sz="600">
                          <a:effectLst/>
                          <a:latin typeface="Arial"/>
                          <a:cs typeface="Arial"/>
                        </a:rPr>
                        <a:t>Clipboard copy/paste</a:t>
                      </a:r>
                    </a:p>
                  </a:txBody>
                  <a:tcPr marL="0" marR="0" marT="0" marB="0" anchor="ctr">
                    <a:lnL w="12700">
                      <a:solidFill>
                        <a:schemeClr val="tx1"/>
                      </a:solidFill>
                    </a:lnL>
                    <a:lnR w="12700" cap="flat" cmpd="sng" algn="ctr">
                      <a:solidFill>
                        <a:schemeClr val="tx1"/>
                      </a:solidFill>
                      <a:prstDash val="solid"/>
                      <a:round/>
                      <a:headEnd type="none" w="med" len="med"/>
                      <a:tailEnd type="none" w="med" len="med"/>
                    </a:lnR>
                    <a:lnT w="12700">
                      <a:solidFill>
                        <a:schemeClr val="tx1"/>
                      </a:solidFill>
                    </a:lnT>
                    <a:lnB w="12700">
                      <a:solidFill>
                        <a:schemeClr val="tx1"/>
                      </a:solidFill>
                    </a:lnB>
                    <a:solidFill>
                      <a:schemeClr val="bg1"/>
                    </a:solidFill>
                  </a:tcPr>
                </a:tc>
                <a:tc>
                  <a:txBody>
                    <a:bodyPr/>
                    <a:lstStyle/>
                    <a:p>
                      <a:pPr lvl="0" algn="ctr">
                        <a:buNone/>
                      </a:pPr>
                      <a:endParaRPr lang="en-US" sz="600">
                        <a:effectLst/>
                        <a:latin typeface="Arial"/>
                        <a:cs typeface="Arial"/>
                      </a:endParaRPr>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extLst>
                  <a:ext uri="{0D108BD9-81ED-4DB2-BD59-A6C34878D82A}">
                    <a16:rowId xmlns:a16="http://schemas.microsoft.com/office/drawing/2014/main" val="2749319717"/>
                  </a:ext>
                </a:extLst>
              </a:tr>
              <a:tr h="161271">
                <a:tc>
                  <a:txBody>
                    <a:bodyPr/>
                    <a:lstStyle/>
                    <a:p>
                      <a:pPr>
                        <a:buNone/>
                      </a:pPr>
                      <a:r>
                        <a:rPr lang="en-US" sz="600">
                          <a:effectLst/>
                          <a:latin typeface="Arial"/>
                          <a:cs typeface="Arial"/>
                        </a:rPr>
                        <a:t>D1-04</a:t>
                      </a:r>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vMerge="1">
                  <a:txBody>
                    <a:bodyPr/>
                    <a:lstStyle/>
                    <a:p>
                      <a:endParaRPr lang="en-US" sz="700">
                        <a:effectLst/>
                        <a:latin typeface="Arial"/>
                        <a:cs typeface="Arial"/>
                      </a:endParaRPr>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a:buNone/>
                      </a:pPr>
                      <a:r>
                        <a:rPr lang="en-US" sz="600">
                          <a:effectLst/>
                          <a:latin typeface="Arial"/>
                          <a:cs typeface="Arial"/>
                        </a:rPr>
                        <a:t>Screen capture</a:t>
                      </a:r>
                    </a:p>
                  </a:txBody>
                  <a:tcPr marL="0" marR="0" marT="0" marB="0" anchor="ctr">
                    <a:lnL w="12700">
                      <a:solidFill>
                        <a:schemeClr val="tx1"/>
                      </a:solidFill>
                    </a:lnL>
                    <a:lnR w="12700" cap="flat" cmpd="sng" algn="ctr">
                      <a:solidFill>
                        <a:schemeClr val="tx1"/>
                      </a:solidFill>
                      <a:prstDash val="solid"/>
                      <a:round/>
                      <a:headEnd type="none" w="med" len="med"/>
                      <a:tailEnd type="none" w="med" len="med"/>
                    </a:lnR>
                    <a:lnT w="12700">
                      <a:solidFill>
                        <a:schemeClr val="tx1"/>
                      </a:solidFill>
                    </a:lnT>
                    <a:lnB w="12700">
                      <a:solidFill>
                        <a:schemeClr val="tx1"/>
                      </a:solidFill>
                    </a:lnB>
                    <a:solidFill>
                      <a:schemeClr val="bg1"/>
                    </a:solidFill>
                  </a:tcPr>
                </a:tc>
                <a:tc>
                  <a:txBody>
                    <a:bodyPr/>
                    <a:lstStyle/>
                    <a:p>
                      <a:pPr lvl="0" algn="ctr">
                        <a:buNone/>
                      </a:pPr>
                      <a:endParaRPr lang="en-US" sz="600">
                        <a:effectLst/>
                        <a:latin typeface="Arial"/>
                        <a:cs typeface="Arial"/>
                      </a:endParaRPr>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extLst>
                  <a:ext uri="{0D108BD9-81ED-4DB2-BD59-A6C34878D82A}">
                    <a16:rowId xmlns:a16="http://schemas.microsoft.com/office/drawing/2014/main" val="1387784545"/>
                  </a:ext>
                </a:extLst>
              </a:tr>
              <a:tr h="161271">
                <a:tc>
                  <a:txBody>
                    <a:bodyPr/>
                    <a:lstStyle/>
                    <a:p>
                      <a:pPr>
                        <a:buNone/>
                      </a:pPr>
                      <a:r>
                        <a:rPr lang="en-US" sz="600">
                          <a:effectLst/>
                          <a:latin typeface="Arial"/>
                          <a:cs typeface="Arial"/>
                        </a:rPr>
                        <a:t>D1-05</a:t>
                      </a:r>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vMerge="1">
                  <a:txBody>
                    <a:bodyPr/>
                    <a:lstStyle/>
                    <a:p>
                      <a:endParaRPr lang="en-US" sz="700">
                        <a:effectLst/>
                        <a:latin typeface="Arial"/>
                        <a:cs typeface="Arial"/>
                      </a:endParaRPr>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a:buNone/>
                      </a:pPr>
                      <a:r>
                        <a:rPr lang="en-US" sz="600">
                          <a:effectLst/>
                          <a:latin typeface="Arial"/>
                          <a:cs typeface="Arial"/>
                        </a:rPr>
                        <a:t>Email (SMTP / webmail)</a:t>
                      </a:r>
                    </a:p>
                  </a:txBody>
                  <a:tcPr marL="0" marR="0" marT="0" marB="0" anchor="ctr">
                    <a:lnL w="12700">
                      <a:solidFill>
                        <a:schemeClr val="tx1"/>
                      </a:solidFill>
                    </a:lnL>
                    <a:lnR w="12700" cap="flat" cmpd="sng" algn="ctr">
                      <a:solidFill>
                        <a:schemeClr val="tx1"/>
                      </a:solidFill>
                      <a:prstDash val="solid"/>
                      <a:round/>
                      <a:headEnd type="none" w="med" len="med"/>
                      <a:tailEnd type="none" w="med" len="med"/>
                    </a:lnR>
                    <a:lnT w="12700">
                      <a:solidFill>
                        <a:schemeClr val="tx1"/>
                      </a:solidFill>
                    </a:lnT>
                    <a:lnB w="12700">
                      <a:solidFill>
                        <a:schemeClr val="tx1"/>
                      </a:solidFill>
                    </a:lnB>
                    <a:solidFill>
                      <a:schemeClr val="bg1"/>
                    </a:solidFill>
                  </a:tcPr>
                </a:tc>
                <a:tc>
                  <a:txBody>
                    <a:bodyPr/>
                    <a:lstStyle/>
                    <a:p>
                      <a:pPr lvl="0" algn="ctr">
                        <a:buNone/>
                      </a:pPr>
                      <a:endParaRPr lang="en-US" sz="600">
                        <a:effectLst/>
                        <a:latin typeface="Arial"/>
                        <a:cs typeface="Arial"/>
                      </a:endParaRPr>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extLst>
                  <a:ext uri="{0D108BD9-81ED-4DB2-BD59-A6C34878D82A}">
                    <a16:rowId xmlns:a16="http://schemas.microsoft.com/office/drawing/2014/main" val="3408297150"/>
                  </a:ext>
                </a:extLst>
              </a:tr>
              <a:tr h="161271">
                <a:tc>
                  <a:txBody>
                    <a:bodyPr/>
                    <a:lstStyle/>
                    <a:p>
                      <a:pPr>
                        <a:buNone/>
                      </a:pPr>
                      <a:r>
                        <a:rPr lang="en-US" sz="600">
                          <a:effectLst/>
                          <a:latin typeface="Arial"/>
                          <a:cs typeface="Arial"/>
                        </a:rPr>
                        <a:t>D1-06</a:t>
                      </a:r>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vMerge="1">
                  <a:txBody>
                    <a:bodyPr/>
                    <a:lstStyle/>
                    <a:p>
                      <a:endParaRPr lang="en-US" sz="700">
                        <a:effectLst/>
                        <a:latin typeface="Arial"/>
                        <a:cs typeface="Arial"/>
                      </a:endParaRPr>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a:buNone/>
                      </a:pPr>
                      <a:r>
                        <a:rPr lang="en-US" sz="600">
                          <a:effectLst/>
                          <a:latin typeface="Arial"/>
                          <a:cs typeface="Arial"/>
                        </a:rPr>
                        <a:t>Web upload inspection (HTTP/S, TLS decryption)</a:t>
                      </a:r>
                    </a:p>
                  </a:txBody>
                  <a:tcPr marL="0" marR="0" marT="0" marB="0" anchor="ctr">
                    <a:lnL w="12700">
                      <a:solidFill>
                        <a:schemeClr val="tx1"/>
                      </a:solidFill>
                    </a:lnL>
                    <a:lnR w="12700" cap="flat" cmpd="sng" algn="ctr">
                      <a:solidFill>
                        <a:schemeClr val="tx1"/>
                      </a:solidFill>
                      <a:prstDash val="solid"/>
                      <a:round/>
                      <a:headEnd type="none" w="med" len="med"/>
                      <a:tailEnd type="none" w="med" len="med"/>
                    </a:lnR>
                    <a:lnT w="12700">
                      <a:solidFill>
                        <a:schemeClr val="tx1"/>
                      </a:solidFill>
                    </a:lnT>
                    <a:lnB w="12700">
                      <a:solidFill>
                        <a:schemeClr val="tx1"/>
                      </a:solidFill>
                    </a:lnB>
                    <a:solidFill>
                      <a:schemeClr val="bg1"/>
                    </a:solidFill>
                  </a:tcPr>
                </a:tc>
                <a:tc>
                  <a:txBody>
                    <a:bodyPr/>
                    <a:lstStyle/>
                    <a:p>
                      <a:pPr lvl="0" algn="ctr">
                        <a:buNone/>
                      </a:pPr>
                      <a:endParaRPr lang="en-US" sz="600">
                        <a:effectLst/>
                        <a:latin typeface="Arial"/>
                        <a:cs typeface="Arial"/>
                      </a:endParaRPr>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extLst>
                  <a:ext uri="{0D108BD9-81ED-4DB2-BD59-A6C34878D82A}">
                    <a16:rowId xmlns:a16="http://schemas.microsoft.com/office/drawing/2014/main" val="2137819775"/>
                  </a:ext>
                </a:extLst>
              </a:tr>
              <a:tr h="161271">
                <a:tc>
                  <a:txBody>
                    <a:bodyPr/>
                    <a:lstStyle/>
                    <a:p>
                      <a:pPr>
                        <a:buNone/>
                      </a:pPr>
                      <a:r>
                        <a:rPr lang="en-US" sz="600">
                          <a:effectLst/>
                          <a:latin typeface="Arial"/>
                          <a:cs typeface="Arial"/>
                        </a:rPr>
                        <a:t>D1-07</a:t>
                      </a:r>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vMerge="1">
                  <a:txBody>
                    <a:bodyPr/>
                    <a:lstStyle/>
                    <a:p>
                      <a:endParaRPr lang="en-US" sz="700">
                        <a:effectLst/>
                        <a:latin typeface="Arial"/>
                        <a:cs typeface="Arial"/>
                      </a:endParaRPr>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a:buNone/>
                      </a:pPr>
                      <a:r>
                        <a:rPr lang="en-US" sz="600">
                          <a:effectLst/>
                          <a:latin typeface="Arial"/>
                          <a:cs typeface="Arial"/>
                        </a:rPr>
                        <a:t>PC messenger</a:t>
                      </a:r>
                    </a:p>
                  </a:txBody>
                  <a:tcPr marL="0" marR="0" marT="0" marB="0" anchor="ctr">
                    <a:lnL w="12700">
                      <a:solidFill>
                        <a:schemeClr val="tx1"/>
                      </a:solidFill>
                    </a:lnL>
                    <a:lnR w="12700" cap="flat" cmpd="sng" algn="ctr">
                      <a:solidFill>
                        <a:schemeClr val="tx1"/>
                      </a:solidFill>
                      <a:prstDash val="solid"/>
                      <a:round/>
                      <a:headEnd type="none" w="med" len="med"/>
                      <a:tailEnd type="none" w="med" len="med"/>
                    </a:lnR>
                    <a:lnT w="12700">
                      <a:solidFill>
                        <a:schemeClr val="tx1"/>
                      </a:solidFill>
                    </a:lnT>
                    <a:lnB w="12700">
                      <a:solidFill>
                        <a:schemeClr val="tx1"/>
                      </a:solidFill>
                    </a:lnB>
                    <a:solidFill>
                      <a:schemeClr val="bg1"/>
                    </a:solidFill>
                  </a:tcPr>
                </a:tc>
                <a:tc>
                  <a:txBody>
                    <a:bodyPr/>
                    <a:lstStyle/>
                    <a:p>
                      <a:pPr lvl="0" algn="ctr">
                        <a:buNone/>
                      </a:pPr>
                      <a:endParaRPr lang="en-US" sz="600">
                        <a:effectLst/>
                        <a:latin typeface="Arial"/>
                        <a:cs typeface="Arial"/>
                      </a:endParaRPr>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extLst>
                  <a:ext uri="{0D108BD9-81ED-4DB2-BD59-A6C34878D82A}">
                    <a16:rowId xmlns:a16="http://schemas.microsoft.com/office/drawing/2014/main" val="1271848573"/>
                  </a:ext>
                </a:extLst>
              </a:tr>
              <a:tr h="161271">
                <a:tc>
                  <a:txBody>
                    <a:bodyPr/>
                    <a:lstStyle/>
                    <a:p>
                      <a:pPr>
                        <a:buNone/>
                      </a:pPr>
                      <a:r>
                        <a:rPr lang="en-US" sz="600">
                          <a:effectLst/>
                          <a:latin typeface="Arial"/>
                          <a:cs typeface="Arial"/>
                        </a:rPr>
                        <a:t>D1-08</a:t>
                      </a:r>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vMerge="1">
                  <a:txBody>
                    <a:bodyPr/>
                    <a:lstStyle/>
                    <a:p>
                      <a:endParaRPr lang="en-US" sz="700">
                        <a:effectLst/>
                        <a:latin typeface="Arial"/>
                        <a:cs typeface="Arial"/>
                      </a:endParaRPr>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a:buNone/>
                      </a:pPr>
                      <a:r>
                        <a:rPr lang="en-US" sz="600">
                          <a:effectLst/>
                          <a:latin typeface="Arial"/>
                          <a:cs typeface="Arial"/>
                        </a:rPr>
                        <a:t>Cloud storage / </a:t>
                      </a:r>
                      <a:r>
                        <a:rPr lang="en-US" sz="600" err="1">
                          <a:effectLst/>
                          <a:latin typeface="Arial"/>
                          <a:cs typeface="Arial"/>
                        </a:rPr>
                        <a:t>webhard</a:t>
                      </a:r>
                      <a:r>
                        <a:rPr lang="en-US" sz="600">
                          <a:effectLst/>
                          <a:latin typeface="Arial"/>
                          <a:cs typeface="Arial"/>
                        </a:rPr>
                        <a:t> upload</a:t>
                      </a:r>
                    </a:p>
                  </a:txBody>
                  <a:tcPr marL="0" marR="0" marT="0" marB="0" anchor="ctr">
                    <a:lnL w="12700">
                      <a:solidFill>
                        <a:schemeClr val="tx1"/>
                      </a:solidFill>
                    </a:lnL>
                    <a:lnR w="12700" cap="flat" cmpd="sng" algn="ctr">
                      <a:solidFill>
                        <a:schemeClr val="tx1"/>
                      </a:solidFill>
                      <a:prstDash val="solid"/>
                      <a:round/>
                      <a:headEnd type="none" w="med" len="med"/>
                      <a:tailEnd type="none" w="med" len="med"/>
                    </a:lnR>
                    <a:lnT w="12700">
                      <a:solidFill>
                        <a:schemeClr val="tx1"/>
                      </a:solidFill>
                    </a:lnT>
                    <a:lnB w="12700">
                      <a:solidFill>
                        <a:schemeClr val="tx1"/>
                      </a:solidFill>
                    </a:lnB>
                    <a:solidFill>
                      <a:schemeClr val="bg1"/>
                    </a:solidFill>
                  </a:tcPr>
                </a:tc>
                <a:tc>
                  <a:txBody>
                    <a:bodyPr/>
                    <a:lstStyle/>
                    <a:p>
                      <a:pPr lvl="0" algn="ctr">
                        <a:buNone/>
                      </a:pPr>
                      <a:endParaRPr lang="en-US" sz="600">
                        <a:effectLst/>
                        <a:latin typeface="Arial"/>
                        <a:cs typeface="Arial"/>
                      </a:endParaRPr>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extLst>
                  <a:ext uri="{0D108BD9-81ED-4DB2-BD59-A6C34878D82A}">
                    <a16:rowId xmlns:a16="http://schemas.microsoft.com/office/drawing/2014/main" val="1097477981"/>
                  </a:ext>
                </a:extLst>
              </a:tr>
              <a:tr h="161271">
                <a:tc>
                  <a:txBody>
                    <a:bodyPr/>
                    <a:lstStyle/>
                    <a:p>
                      <a:pPr>
                        <a:buNone/>
                      </a:pPr>
                      <a:r>
                        <a:rPr lang="en-US" sz="600">
                          <a:effectLst/>
                          <a:latin typeface="Arial"/>
                          <a:cs typeface="Arial"/>
                        </a:rPr>
                        <a:t>D1-09</a:t>
                      </a:r>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vMerge="1">
                  <a:txBody>
                    <a:bodyPr/>
                    <a:lstStyle/>
                    <a:p>
                      <a:endParaRPr lang="en-US" sz="700">
                        <a:effectLst/>
                        <a:latin typeface="Arial"/>
                        <a:cs typeface="Arial"/>
                      </a:endParaRPr>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a:buNone/>
                      </a:pPr>
                      <a:r>
                        <a:rPr lang="en-US" sz="600">
                          <a:effectLst/>
                          <a:latin typeface="Arial"/>
                          <a:cs typeface="Arial"/>
                        </a:rPr>
                        <a:t>Wireless (Wi-Fi/Bluetooth) &amp; shared folders</a:t>
                      </a:r>
                    </a:p>
                  </a:txBody>
                  <a:tcPr marL="0" marR="0" marT="0" marB="0" anchor="ctr">
                    <a:lnL w="12700">
                      <a:solidFill>
                        <a:schemeClr val="tx1"/>
                      </a:solidFill>
                    </a:lnL>
                    <a:lnR w="12700" cap="flat" cmpd="sng" algn="ctr">
                      <a:solidFill>
                        <a:schemeClr val="tx1"/>
                      </a:solidFill>
                      <a:prstDash val="solid"/>
                      <a:round/>
                      <a:headEnd type="none" w="med" len="med"/>
                      <a:tailEnd type="none" w="med" len="med"/>
                    </a:lnR>
                    <a:lnT w="12700">
                      <a:solidFill>
                        <a:schemeClr val="tx1"/>
                      </a:solidFill>
                    </a:lnT>
                    <a:lnB w="12700">
                      <a:solidFill>
                        <a:schemeClr val="tx1"/>
                      </a:solidFill>
                    </a:lnB>
                    <a:solidFill>
                      <a:schemeClr val="bg1"/>
                    </a:solidFill>
                  </a:tcPr>
                </a:tc>
                <a:tc>
                  <a:txBody>
                    <a:bodyPr/>
                    <a:lstStyle/>
                    <a:p>
                      <a:pPr lvl="0" algn="ctr">
                        <a:buNone/>
                      </a:pPr>
                      <a:endParaRPr lang="en-US" sz="600">
                        <a:effectLst/>
                        <a:latin typeface="Arial"/>
                        <a:cs typeface="Arial"/>
                      </a:endParaRPr>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extLst>
                  <a:ext uri="{0D108BD9-81ED-4DB2-BD59-A6C34878D82A}">
                    <a16:rowId xmlns:a16="http://schemas.microsoft.com/office/drawing/2014/main" val="1948408485"/>
                  </a:ext>
                </a:extLst>
              </a:tr>
              <a:tr h="161271">
                <a:tc>
                  <a:txBody>
                    <a:bodyPr/>
                    <a:lstStyle/>
                    <a:p>
                      <a:pPr>
                        <a:buNone/>
                      </a:pPr>
                      <a:r>
                        <a:rPr lang="en-US" sz="600">
                          <a:effectLst/>
                          <a:latin typeface="Arial"/>
                          <a:cs typeface="Arial"/>
                        </a:rPr>
                        <a:t>D1-10</a:t>
                      </a:r>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vMerge="1">
                  <a:txBody>
                    <a:bodyPr/>
                    <a:lstStyle/>
                    <a:p>
                      <a:endParaRPr lang="en-US" sz="700">
                        <a:effectLst/>
                        <a:latin typeface="Arial"/>
                        <a:cs typeface="Arial"/>
                      </a:endParaRPr>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a:buNone/>
                      </a:pPr>
                      <a:r>
                        <a:rPr lang="en-US" sz="600">
                          <a:effectLst/>
                          <a:latin typeface="Arial"/>
                          <a:cs typeface="Arial"/>
                        </a:rPr>
                        <a:t>Data-at-rest discovery on PC / server</a:t>
                      </a:r>
                    </a:p>
                  </a:txBody>
                  <a:tcPr marL="0" marR="0" marT="0" marB="0" anchor="ctr">
                    <a:lnL w="12700">
                      <a:solidFill>
                        <a:schemeClr val="tx1"/>
                      </a:solidFill>
                    </a:lnL>
                    <a:lnR w="12700" cap="flat" cmpd="sng" algn="ctr">
                      <a:solidFill>
                        <a:schemeClr val="tx1"/>
                      </a:solidFill>
                      <a:prstDash val="solid"/>
                      <a:round/>
                      <a:headEnd type="none" w="med" len="med"/>
                      <a:tailEnd type="none" w="med" len="med"/>
                    </a:lnR>
                    <a:lnT w="12700">
                      <a:solidFill>
                        <a:schemeClr val="tx1"/>
                      </a:solidFill>
                    </a:lnT>
                    <a:lnB w="12700">
                      <a:solidFill>
                        <a:schemeClr val="tx1"/>
                      </a:solidFill>
                    </a:lnB>
                    <a:solidFill>
                      <a:schemeClr val="bg1"/>
                    </a:solidFill>
                  </a:tcPr>
                </a:tc>
                <a:tc>
                  <a:txBody>
                    <a:bodyPr/>
                    <a:lstStyle/>
                    <a:p>
                      <a:pPr lvl="0" algn="ctr">
                        <a:buNone/>
                      </a:pPr>
                      <a:endParaRPr lang="en-US" sz="600">
                        <a:effectLst/>
                        <a:latin typeface="Arial"/>
                        <a:cs typeface="Arial"/>
                      </a:endParaRPr>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extLst>
                  <a:ext uri="{0D108BD9-81ED-4DB2-BD59-A6C34878D82A}">
                    <a16:rowId xmlns:a16="http://schemas.microsoft.com/office/drawing/2014/main" val="3178680548"/>
                  </a:ext>
                </a:extLst>
              </a:tr>
              <a:tr h="161271">
                <a:tc>
                  <a:txBody>
                    <a:bodyPr/>
                    <a:lstStyle/>
                    <a:p>
                      <a:pPr>
                        <a:buNone/>
                      </a:pPr>
                      <a:r>
                        <a:rPr lang="en-US" sz="600">
                          <a:effectLst/>
                          <a:latin typeface="Arial"/>
                          <a:cs typeface="Arial"/>
                        </a:rPr>
                        <a:t>D1-11</a:t>
                      </a:r>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vMerge="1">
                  <a:txBody>
                    <a:bodyPr/>
                    <a:lstStyle/>
                    <a:p>
                      <a:endParaRPr lang="en-US" sz="700">
                        <a:effectLst/>
                        <a:latin typeface="Arial"/>
                        <a:cs typeface="Arial"/>
                      </a:endParaRPr>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a:buNone/>
                      </a:pPr>
                      <a:r>
                        <a:rPr lang="en-US" sz="600">
                          <a:effectLst/>
                          <a:latin typeface="Arial"/>
                          <a:cs typeface="Arial"/>
                        </a:rPr>
                        <a:t>GenAI chat channel (web / desktop app)</a:t>
                      </a:r>
                    </a:p>
                  </a:txBody>
                  <a:tcPr marL="0" marR="0" marT="0" marB="0" anchor="ctr">
                    <a:lnL w="12700">
                      <a:solidFill>
                        <a:schemeClr val="tx1"/>
                      </a:solidFill>
                    </a:lnL>
                    <a:lnR w="12700" cap="flat" cmpd="sng" algn="ctr">
                      <a:solidFill>
                        <a:schemeClr val="tx1"/>
                      </a:solidFill>
                      <a:prstDash val="solid"/>
                      <a:round/>
                      <a:headEnd type="none" w="med" len="med"/>
                      <a:tailEnd type="none" w="med" len="med"/>
                    </a:lnR>
                    <a:lnT w="12700">
                      <a:solidFill>
                        <a:schemeClr val="tx1"/>
                      </a:solidFill>
                    </a:lnT>
                    <a:lnB w="12700">
                      <a:solidFill>
                        <a:schemeClr val="tx1"/>
                      </a:solidFill>
                    </a:lnB>
                    <a:solidFill>
                      <a:schemeClr val="bg1"/>
                    </a:solidFill>
                  </a:tcPr>
                </a:tc>
                <a:tc>
                  <a:txBody>
                    <a:bodyPr/>
                    <a:lstStyle/>
                    <a:p>
                      <a:pPr marL="0" lvl="0" indent="0" algn="ctr">
                        <a:lnSpc>
                          <a:spcPct val="100000"/>
                        </a:lnSpc>
                        <a:buNone/>
                      </a:pPr>
                      <a:r>
                        <a:rPr lang="en-US" sz="600" b="0" i="0" u="none" strike="noStrike" baseline="0" noProof="0">
                          <a:solidFill>
                            <a:srgbClr val="000000"/>
                          </a:solidFill>
                          <a:effectLst/>
                          <a:latin typeface="Arial"/>
                          <a:cs typeface="Arial"/>
                        </a:rPr>
                        <a:t>●</a:t>
                      </a:r>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extLst>
                  <a:ext uri="{0D108BD9-81ED-4DB2-BD59-A6C34878D82A}">
                    <a16:rowId xmlns:a16="http://schemas.microsoft.com/office/drawing/2014/main" val="2579595451"/>
                  </a:ext>
                </a:extLst>
              </a:tr>
              <a:tr h="161271">
                <a:tc>
                  <a:txBody>
                    <a:bodyPr/>
                    <a:lstStyle/>
                    <a:p>
                      <a:pPr>
                        <a:buNone/>
                      </a:pPr>
                      <a:r>
                        <a:rPr lang="en-US" sz="600">
                          <a:effectLst/>
                          <a:latin typeface="Arial"/>
                          <a:cs typeface="Arial"/>
                        </a:rPr>
                        <a:t>D1-12</a:t>
                      </a:r>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vMerge="1">
                  <a:txBody>
                    <a:bodyPr/>
                    <a:lstStyle/>
                    <a:p>
                      <a:endParaRPr lang="en-US" sz="700">
                        <a:effectLst/>
                        <a:latin typeface="Arial"/>
                        <a:cs typeface="Arial"/>
                      </a:endParaRPr>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a:buNone/>
                      </a:pPr>
                      <a:r>
                        <a:rPr lang="en-US" sz="600">
                          <a:effectLst/>
                          <a:latin typeface="Arial"/>
                          <a:cs typeface="Arial"/>
                        </a:rPr>
                        <a:t>LLM API channel (system-to-system) - </a:t>
                      </a:r>
                      <a:r>
                        <a:rPr lang="en-US" sz="600">
                          <a:solidFill>
                            <a:srgbClr val="0000FF"/>
                          </a:solidFill>
                          <a:effectLst/>
                          <a:latin typeface="Arial"/>
                          <a:cs typeface="Arial"/>
                        </a:rPr>
                        <a:t>claims that agent calling models through the API are managed under the same policy</a:t>
                      </a:r>
                    </a:p>
                  </a:txBody>
                  <a:tcPr marL="0" marR="0" marT="0" marB="0" anchor="ctr">
                    <a:lnL w="12700">
                      <a:solidFill>
                        <a:schemeClr val="tx1"/>
                      </a:solidFill>
                    </a:lnL>
                    <a:lnR w="12700" cap="flat" cmpd="sng" algn="ctr">
                      <a:solidFill>
                        <a:schemeClr val="tx1"/>
                      </a:solidFill>
                      <a:prstDash val="solid"/>
                      <a:round/>
                      <a:headEnd type="none" w="med" len="med"/>
                      <a:tailEnd type="none" w="med" len="med"/>
                    </a:lnR>
                    <a:lnT w="12700">
                      <a:solidFill>
                        <a:schemeClr val="tx1"/>
                      </a:solidFill>
                    </a:lnT>
                    <a:lnB w="12700">
                      <a:solidFill>
                        <a:schemeClr val="tx1"/>
                      </a:solidFill>
                    </a:lnB>
                    <a:solidFill>
                      <a:schemeClr val="bg1"/>
                    </a:solidFill>
                  </a:tcPr>
                </a:tc>
                <a:tc>
                  <a:txBody>
                    <a:bodyPr/>
                    <a:lstStyle/>
                    <a:p>
                      <a:pPr lvl="0" algn="ctr">
                        <a:buNone/>
                      </a:pPr>
                      <a:r>
                        <a:rPr lang="en-US" sz="600" b="0" i="0" u="none" strike="noStrike" noProof="0">
                          <a:effectLst/>
                        </a:rPr>
                        <a:t>◐</a:t>
                      </a:r>
                      <a:endParaRPr lang="en-US"/>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extLst>
                  <a:ext uri="{0D108BD9-81ED-4DB2-BD59-A6C34878D82A}">
                    <a16:rowId xmlns:a16="http://schemas.microsoft.com/office/drawing/2014/main" val="1258066367"/>
                  </a:ext>
                </a:extLst>
              </a:tr>
              <a:tr h="161271">
                <a:tc>
                  <a:txBody>
                    <a:bodyPr/>
                    <a:lstStyle/>
                    <a:p>
                      <a:pPr>
                        <a:buNone/>
                      </a:pPr>
                      <a:r>
                        <a:rPr lang="en-US" sz="600">
                          <a:effectLst/>
                          <a:latin typeface="Arial"/>
                          <a:cs typeface="Arial"/>
                        </a:rPr>
                        <a:t>D1-13</a:t>
                      </a:r>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vMerge="1">
                  <a:txBody>
                    <a:bodyPr/>
                    <a:lstStyle/>
                    <a:p>
                      <a:endParaRPr lang="en-US" sz="700">
                        <a:effectLst/>
                        <a:latin typeface="Arial"/>
                        <a:cs typeface="Arial"/>
                      </a:endParaRPr>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a:buNone/>
                      </a:pPr>
                      <a:r>
                        <a:rPr lang="en-US" sz="600">
                          <a:effectLst/>
                          <a:latin typeface="Arial"/>
                          <a:cs typeface="Arial"/>
                        </a:rPr>
                        <a:t>Agent tool-call / MCP mediation</a:t>
                      </a:r>
                    </a:p>
                  </a:txBody>
                  <a:tcPr marL="0" marR="0" marT="0" marB="0" anchor="ctr">
                    <a:lnL w="12700">
                      <a:solidFill>
                        <a:schemeClr val="tx1"/>
                      </a:solidFill>
                    </a:lnL>
                    <a:lnR w="12700" cap="flat" cmpd="sng" algn="ctr">
                      <a:solidFill>
                        <a:schemeClr val="tx1"/>
                      </a:solidFill>
                      <a:prstDash val="solid"/>
                      <a:round/>
                      <a:headEnd type="none" w="med" len="med"/>
                      <a:tailEnd type="none" w="med" len="med"/>
                    </a:lnR>
                    <a:lnT w="12700">
                      <a:solidFill>
                        <a:schemeClr val="tx1"/>
                      </a:solidFill>
                    </a:lnT>
                    <a:lnB w="12700">
                      <a:solidFill>
                        <a:schemeClr val="tx1"/>
                      </a:solidFill>
                    </a:lnB>
                    <a:solidFill>
                      <a:schemeClr val="bg1"/>
                    </a:solidFill>
                  </a:tcPr>
                </a:tc>
                <a:tc>
                  <a:txBody>
                    <a:bodyPr/>
                    <a:lstStyle/>
                    <a:p>
                      <a:pPr lvl="0" algn="ctr">
                        <a:buNone/>
                      </a:pPr>
                      <a:endParaRPr lang="en-US" sz="600">
                        <a:effectLst/>
                        <a:latin typeface="Arial"/>
                        <a:cs typeface="Arial"/>
                      </a:endParaRPr>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extLst>
                  <a:ext uri="{0D108BD9-81ED-4DB2-BD59-A6C34878D82A}">
                    <a16:rowId xmlns:a16="http://schemas.microsoft.com/office/drawing/2014/main" val="3110862747"/>
                  </a:ext>
                </a:extLst>
              </a:tr>
              <a:tr h="80635">
                <a:tc>
                  <a:txBody>
                    <a:bodyPr/>
                    <a:lstStyle/>
                    <a:p>
                      <a:pPr algn="ctr">
                        <a:buNone/>
                      </a:pPr>
                      <a:r>
                        <a:rPr lang="en-US" sz="600" b="1">
                          <a:effectLst/>
                          <a:latin typeface="Arial"/>
                          <a:cs typeface="Arial"/>
                        </a:rPr>
                        <a:t>D2</a:t>
                      </a:r>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solidFill>
                      <a:schemeClr val="accent5">
                        <a:lumMod val="20000"/>
                        <a:lumOff val="80000"/>
                      </a:schemeClr>
                    </a:solidFill>
                  </a:tcPr>
                </a:tc>
                <a:tc gridSpan="3">
                  <a:txBody>
                    <a:bodyPr/>
                    <a:lstStyle/>
                    <a:p>
                      <a:pPr algn="ctr">
                        <a:buNone/>
                      </a:pPr>
                      <a:r>
                        <a:rPr lang="en-US" sz="600" b="1">
                          <a:effectLst/>
                          <a:latin typeface="Arial"/>
                          <a:cs typeface="Arial"/>
                        </a:rPr>
                        <a:t>Detection technique</a:t>
                      </a:r>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solidFill>
                      <a:schemeClr val="accent5">
                        <a:lumMod val="20000"/>
                        <a:lumOff val="80000"/>
                      </a:schemeClr>
                    </a:solidFill>
                  </a:tcPr>
                </a:tc>
                <a:tc hMerge="1">
                  <a:txBody>
                    <a:bodyPr/>
                    <a:lstStyle/>
                    <a:p>
                      <a:endParaRPr lang="en-US"/>
                    </a:p>
                  </a:txBody>
                  <a:tcPr/>
                </a:tc>
                <a:tc hMerge="1">
                  <a:txBody>
                    <a:bodyPr/>
                    <a:lstStyle/>
                    <a:p>
                      <a:endParaRPr lang="en-US"/>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solidFill>
                      <a:schemeClr val="accent5">
                        <a:lumMod val="20000"/>
                        <a:lumOff val="80000"/>
                      </a:schemeClr>
                    </a:solidFill>
                  </a:tcPr>
                </a:tc>
                <a:extLst>
                  <a:ext uri="{0D108BD9-81ED-4DB2-BD59-A6C34878D82A}">
                    <a16:rowId xmlns:a16="http://schemas.microsoft.com/office/drawing/2014/main" val="2235108374"/>
                  </a:ext>
                </a:extLst>
              </a:tr>
              <a:tr h="161271">
                <a:tc>
                  <a:txBody>
                    <a:bodyPr/>
                    <a:lstStyle/>
                    <a:p>
                      <a:pPr>
                        <a:buNone/>
                      </a:pPr>
                      <a:r>
                        <a:rPr lang="en-US" sz="600">
                          <a:effectLst/>
                          <a:latin typeface="Arial"/>
                          <a:cs typeface="Arial"/>
                        </a:rPr>
                        <a:t>D2-01</a:t>
                      </a:r>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rowSpan="12">
                  <a:txBody>
                    <a:bodyPr/>
                    <a:lstStyle/>
                    <a:p>
                      <a:pPr algn="ctr">
                        <a:buNone/>
                      </a:pPr>
                      <a:r>
                        <a:rPr lang="en-US" sz="600">
                          <a:effectLst/>
                          <a:latin typeface="Arial"/>
                          <a:cs typeface="Arial"/>
                        </a:rPr>
                        <a:t>Detection technique</a:t>
                      </a:r>
                    </a:p>
                    <a:p>
                      <a:pPr lvl="0" algn="ctr">
                        <a:buNone/>
                      </a:pPr>
                      <a:endParaRPr lang="en-US" sz="600">
                        <a:effectLst/>
                        <a:latin typeface="Arial"/>
                        <a:cs typeface="Arial"/>
                      </a:endParaRPr>
                    </a:p>
                  </a:txBody>
                  <a:tcPr marL="0" marR="0" marT="0" marB="0" anchor="ct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US" sz="600">
                          <a:effectLst/>
                          <a:latin typeface="Arial"/>
                          <a:cs typeface="Arial"/>
                        </a:rPr>
                        <a:t>Regex / pattern with Korean identification format validation</a:t>
                      </a:r>
                    </a:p>
                  </a:txBody>
                  <a:tcPr marL="0" marR="0" marT="0" marB="0" anchor="ctr">
                    <a:lnL w="12700">
                      <a:solidFill>
                        <a:schemeClr val="tx1"/>
                      </a:solidFill>
                    </a:lnL>
                    <a:lnR w="12700" cap="flat" cmpd="sng" algn="ctr">
                      <a:solidFill>
                        <a:schemeClr val="tx1"/>
                      </a:solidFill>
                      <a:prstDash val="solid"/>
                      <a:round/>
                      <a:headEnd type="none" w="med" len="med"/>
                      <a:tailEnd type="none" w="med" len="med"/>
                    </a:lnR>
                    <a:lnT w="12700">
                      <a:solidFill>
                        <a:schemeClr val="tx1"/>
                      </a:solidFill>
                    </a:lnT>
                    <a:lnB w="12700">
                      <a:solidFill>
                        <a:schemeClr val="tx1"/>
                      </a:solidFill>
                    </a:lnB>
                    <a:solidFill>
                      <a:schemeClr val="bg1"/>
                    </a:solidFill>
                  </a:tcPr>
                </a:tc>
                <a:tc>
                  <a:txBody>
                    <a:bodyPr/>
                    <a:lstStyle/>
                    <a:p>
                      <a:pPr lvl="0" algn="ctr">
                        <a:lnSpc>
                          <a:spcPct val="100000"/>
                        </a:lnSpc>
                        <a:spcBef>
                          <a:spcPts val="0"/>
                        </a:spcBef>
                        <a:spcAft>
                          <a:spcPts val="0"/>
                        </a:spcAft>
                        <a:buNone/>
                      </a:pPr>
                      <a:r>
                        <a:rPr lang="en-US" sz="600" b="0" i="0" u="none" strike="noStrike" noProof="0">
                          <a:solidFill>
                            <a:srgbClr val="000000"/>
                          </a:solidFill>
                          <a:effectLst/>
                          <a:latin typeface="Arial"/>
                          <a:cs typeface="Arial"/>
                        </a:rPr>
                        <a:t>●</a:t>
                      </a:r>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extLst>
                  <a:ext uri="{0D108BD9-81ED-4DB2-BD59-A6C34878D82A}">
                    <a16:rowId xmlns:a16="http://schemas.microsoft.com/office/drawing/2014/main" val="3898457294"/>
                  </a:ext>
                </a:extLst>
              </a:tr>
              <a:tr h="161271">
                <a:tc>
                  <a:txBody>
                    <a:bodyPr/>
                    <a:lstStyle/>
                    <a:p>
                      <a:pPr>
                        <a:buNone/>
                      </a:pPr>
                      <a:r>
                        <a:rPr lang="en-US" sz="600">
                          <a:effectLst/>
                          <a:latin typeface="Arial"/>
                          <a:cs typeface="Arial"/>
                        </a:rPr>
                        <a:t>D2-02</a:t>
                      </a:r>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vMerge="1">
                  <a:txBody>
                    <a:bodyPr/>
                    <a:lstStyle/>
                    <a:p>
                      <a:endParaRPr lang="en-US" sz="700">
                        <a:effectLst/>
                        <a:latin typeface="Arial"/>
                        <a:cs typeface="Arial"/>
                      </a:endParaRPr>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a:buNone/>
                      </a:pPr>
                      <a:r>
                        <a:rPr lang="en-US" sz="600">
                          <a:effectLst/>
                          <a:latin typeface="Arial"/>
                          <a:cs typeface="Arial"/>
                        </a:rPr>
                        <a:t>Keyword / dictionary based rules</a:t>
                      </a:r>
                    </a:p>
                  </a:txBody>
                  <a:tcPr marL="0" marR="0" marT="0" marB="0" anchor="ctr">
                    <a:lnL w="12700">
                      <a:solidFill>
                        <a:schemeClr val="tx1"/>
                      </a:solidFill>
                    </a:lnL>
                    <a:lnR w="12700" cap="flat" cmpd="sng" algn="ctr">
                      <a:solidFill>
                        <a:schemeClr val="tx1"/>
                      </a:solidFill>
                      <a:prstDash val="solid"/>
                      <a:round/>
                      <a:headEnd type="none" w="med" len="med"/>
                      <a:tailEnd type="none" w="med" len="med"/>
                    </a:lnR>
                    <a:lnT w="12700">
                      <a:solidFill>
                        <a:schemeClr val="tx1"/>
                      </a:solidFill>
                    </a:lnT>
                    <a:lnB w="12700">
                      <a:solidFill>
                        <a:schemeClr val="tx1"/>
                      </a:solidFill>
                    </a:lnB>
                    <a:solidFill>
                      <a:schemeClr val="bg1"/>
                    </a:solidFill>
                  </a:tcPr>
                </a:tc>
                <a:tc>
                  <a:txBody>
                    <a:bodyPr/>
                    <a:lstStyle/>
                    <a:p>
                      <a:pPr lvl="0" algn="ctr">
                        <a:lnSpc>
                          <a:spcPct val="100000"/>
                        </a:lnSpc>
                        <a:spcBef>
                          <a:spcPts val="0"/>
                        </a:spcBef>
                        <a:spcAft>
                          <a:spcPts val="0"/>
                        </a:spcAft>
                        <a:buNone/>
                      </a:pPr>
                      <a:r>
                        <a:rPr lang="en-US" sz="600" b="0" i="0" u="none" strike="noStrike" noProof="0">
                          <a:solidFill>
                            <a:srgbClr val="000000"/>
                          </a:solidFill>
                          <a:effectLst/>
                          <a:latin typeface="Arial"/>
                          <a:cs typeface="Arial"/>
                        </a:rPr>
                        <a:t>●</a:t>
                      </a:r>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extLst>
                  <a:ext uri="{0D108BD9-81ED-4DB2-BD59-A6C34878D82A}">
                    <a16:rowId xmlns:a16="http://schemas.microsoft.com/office/drawing/2014/main" val="2235148970"/>
                  </a:ext>
                </a:extLst>
              </a:tr>
              <a:tr h="161271">
                <a:tc>
                  <a:txBody>
                    <a:bodyPr/>
                    <a:lstStyle/>
                    <a:p>
                      <a:pPr>
                        <a:buNone/>
                      </a:pPr>
                      <a:r>
                        <a:rPr lang="en-US" sz="600">
                          <a:effectLst/>
                          <a:latin typeface="Arial"/>
                          <a:cs typeface="Arial"/>
                        </a:rPr>
                        <a:t>D2-03</a:t>
                      </a:r>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vMerge="1">
                  <a:txBody>
                    <a:bodyPr/>
                    <a:lstStyle/>
                    <a:p>
                      <a:endParaRPr lang="en-US" sz="700">
                        <a:effectLst/>
                        <a:latin typeface="Arial"/>
                        <a:cs typeface="Arial"/>
                      </a:endParaRPr>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a:buNone/>
                      </a:pPr>
                      <a:r>
                        <a:rPr lang="en-US" sz="600">
                          <a:effectLst/>
                          <a:latin typeface="Arial"/>
                          <a:cs typeface="Arial"/>
                        </a:rPr>
                        <a:t>Exact data matching (DB fingerprint)</a:t>
                      </a:r>
                    </a:p>
                  </a:txBody>
                  <a:tcPr marL="0" marR="0" marT="0" marB="0" anchor="ctr">
                    <a:lnL w="12700">
                      <a:solidFill>
                        <a:schemeClr val="tx1"/>
                      </a:solidFill>
                    </a:lnL>
                    <a:lnR w="12700" cap="flat" cmpd="sng" algn="ctr">
                      <a:solidFill>
                        <a:schemeClr val="tx1"/>
                      </a:solidFill>
                      <a:prstDash val="solid"/>
                      <a:round/>
                      <a:headEnd type="none" w="med" len="med"/>
                      <a:tailEnd type="none" w="med" len="med"/>
                    </a:lnR>
                    <a:lnT w="12700">
                      <a:solidFill>
                        <a:schemeClr val="tx1"/>
                      </a:solidFill>
                    </a:lnT>
                    <a:lnB w="12700">
                      <a:solidFill>
                        <a:schemeClr val="tx1"/>
                      </a:solidFill>
                    </a:lnB>
                    <a:solidFill>
                      <a:schemeClr val="bg1"/>
                    </a:solidFill>
                  </a:tcPr>
                </a:tc>
                <a:tc>
                  <a:txBody>
                    <a:bodyPr/>
                    <a:lstStyle/>
                    <a:p>
                      <a:pPr lvl="0" algn="ctr">
                        <a:buNone/>
                      </a:pPr>
                      <a:endParaRPr lang="en-US" sz="600">
                        <a:effectLst/>
                        <a:latin typeface="Arial"/>
                        <a:cs typeface="Arial"/>
                      </a:endParaRPr>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extLst>
                  <a:ext uri="{0D108BD9-81ED-4DB2-BD59-A6C34878D82A}">
                    <a16:rowId xmlns:a16="http://schemas.microsoft.com/office/drawing/2014/main" val="1536151875"/>
                  </a:ext>
                </a:extLst>
              </a:tr>
              <a:tr h="161271">
                <a:tc>
                  <a:txBody>
                    <a:bodyPr/>
                    <a:lstStyle/>
                    <a:p>
                      <a:pPr>
                        <a:buNone/>
                      </a:pPr>
                      <a:r>
                        <a:rPr lang="en-US" sz="600">
                          <a:effectLst/>
                          <a:latin typeface="Arial"/>
                          <a:cs typeface="Arial"/>
                        </a:rPr>
                        <a:t>D2-04</a:t>
                      </a:r>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vMerge="1">
                  <a:txBody>
                    <a:bodyPr/>
                    <a:lstStyle/>
                    <a:p>
                      <a:endParaRPr lang="en-US" sz="700">
                        <a:effectLst/>
                        <a:latin typeface="Arial"/>
                        <a:cs typeface="Arial"/>
                      </a:endParaRPr>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a:buNone/>
                      </a:pPr>
                      <a:r>
                        <a:rPr lang="en-US" sz="600">
                          <a:effectLst/>
                          <a:latin typeface="Arial"/>
                          <a:cs typeface="Arial"/>
                        </a:rPr>
                        <a:t>Indexed document / semantic similarity</a:t>
                      </a:r>
                    </a:p>
                  </a:txBody>
                  <a:tcPr marL="0" marR="0" marT="0" marB="0" anchor="ctr">
                    <a:lnL w="12700">
                      <a:solidFill>
                        <a:schemeClr val="tx1"/>
                      </a:solidFill>
                    </a:lnL>
                    <a:lnR w="12700" cap="flat" cmpd="sng" algn="ctr">
                      <a:solidFill>
                        <a:schemeClr val="tx1"/>
                      </a:solidFill>
                      <a:prstDash val="solid"/>
                      <a:round/>
                      <a:headEnd type="none" w="med" len="med"/>
                      <a:tailEnd type="none" w="med" len="med"/>
                    </a:lnR>
                    <a:lnT w="12700">
                      <a:solidFill>
                        <a:schemeClr val="tx1"/>
                      </a:solidFill>
                    </a:lnT>
                    <a:lnB w="12700">
                      <a:solidFill>
                        <a:schemeClr val="tx1"/>
                      </a:solidFill>
                    </a:lnB>
                    <a:solidFill>
                      <a:schemeClr val="bg1"/>
                    </a:solidFill>
                  </a:tcPr>
                </a:tc>
                <a:tc>
                  <a:txBody>
                    <a:bodyPr/>
                    <a:lstStyle/>
                    <a:p>
                      <a:pPr lvl="0" algn="ctr">
                        <a:buNone/>
                      </a:pPr>
                      <a:endParaRPr lang="en-US" sz="600">
                        <a:effectLst/>
                        <a:latin typeface="Arial"/>
                        <a:cs typeface="Arial"/>
                      </a:endParaRPr>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extLst>
                  <a:ext uri="{0D108BD9-81ED-4DB2-BD59-A6C34878D82A}">
                    <a16:rowId xmlns:a16="http://schemas.microsoft.com/office/drawing/2014/main" val="1828652265"/>
                  </a:ext>
                </a:extLst>
              </a:tr>
              <a:tr h="161271">
                <a:tc>
                  <a:txBody>
                    <a:bodyPr/>
                    <a:lstStyle/>
                    <a:p>
                      <a:pPr>
                        <a:buNone/>
                      </a:pPr>
                      <a:r>
                        <a:rPr lang="en-US" sz="600">
                          <a:effectLst/>
                          <a:latin typeface="Arial"/>
                          <a:cs typeface="Arial"/>
                        </a:rPr>
                        <a:t>D2-05</a:t>
                      </a:r>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vMerge="1">
                  <a:txBody>
                    <a:bodyPr/>
                    <a:lstStyle/>
                    <a:p>
                      <a:endParaRPr lang="en-US" sz="700">
                        <a:effectLst/>
                        <a:latin typeface="Arial"/>
                        <a:cs typeface="Arial"/>
                      </a:endParaRPr>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a:buNone/>
                      </a:pPr>
                      <a:r>
                        <a:rPr lang="en-US" sz="600">
                          <a:effectLst/>
                          <a:latin typeface="Arial"/>
                          <a:cs typeface="Arial"/>
                        </a:rPr>
                        <a:t>True file-type identification</a:t>
                      </a:r>
                    </a:p>
                  </a:txBody>
                  <a:tcPr marL="0" marR="0" marT="0" marB="0" anchor="ctr">
                    <a:lnL w="12700">
                      <a:solidFill>
                        <a:schemeClr val="tx1"/>
                      </a:solidFill>
                    </a:lnL>
                    <a:lnR w="12700" cap="flat" cmpd="sng" algn="ctr">
                      <a:solidFill>
                        <a:schemeClr val="tx1"/>
                      </a:solidFill>
                      <a:prstDash val="solid"/>
                      <a:round/>
                      <a:headEnd type="none" w="med" len="med"/>
                      <a:tailEnd type="none" w="med" len="med"/>
                    </a:lnR>
                    <a:lnT w="12700">
                      <a:solidFill>
                        <a:schemeClr val="tx1"/>
                      </a:solidFill>
                    </a:lnT>
                    <a:lnB w="12700">
                      <a:solidFill>
                        <a:schemeClr val="tx1"/>
                      </a:solidFill>
                    </a:lnB>
                    <a:solidFill>
                      <a:schemeClr val="bg1"/>
                    </a:solidFill>
                  </a:tcPr>
                </a:tc>
                <a:tc>
                  <a:txBody>
                    <a:bodyPr/>
                    <a:lstStyle/>
                    <a:p>
                      <a:pPr lvl="0" algn="ctr">
                        <a:buNone/>
                      </a:pPr>
                      <a:endParaRPr lang="en-US" sz="600">
                        <a:effectLst/>
                        <a:latin typeface="Arial"/>
                        <a:cs typeface="Arial"/>
                      </a:endParaRPr>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extLst>
                  <a:ext uri="{0D108BD9-81ED-4DB2-BD59-A6C34878D82A}">
                    <a16:rowId xmlns:a16="http://schemas.microsoft.com/office/drawing/2014/main" val="3909086166"/>
                  </a:ext>
                </a:extLst>
              </a:tr>
              <a:tr h="161271">
                <a:tc>
                  <a:txBody>
                    <a:bodyPr/>
                    <a:lstStyle/>
                    <a:p>
                      <a:pPr>
                        <a:buNone/>
                      </a:pPr>
                      <a:r>
                        <a:rPr lang="en-US" sz="600">
                          <a:effectLst/>
                          <a:latin typeface="Arial"/>
                          <a:cs typeface="Arial"/>
                        </a:rPr>
                        <a:t>D2-06</a:t>
                      </a:r>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vMerge="1">
                  <a:txBody>
                    <a:bodyPr/>
                    <a:lstStyle/>
                    <a:p>
                      <a:endParaRPr lang="en-US" sz="700">
                        <a:effectLst/>
                        <a:latin typeface="Arial"/>
                        <a:cs typeface="Arial"/>
                      </a:endParaRPr>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a:buNone/>
                      </a:pPr>
                      <a:r>
                        <a:rPr lang="en-US" sz="600">
                          <a:effectLst/>
                          <a:latin typeface="Arial"/>
                          <a:cs typeface="Arial"/>
                        </a:rPr>
                        <a:t>OCR on images &amp; scans</a:t>
                      </a:r>
                    </a:p>
                  </a:txBody>
                  <a:tcPr marL="0" marR="0" marT="0" marB="0" anchor="ctr">
                    <a:lnL w="12700">
                      <a:solidFill>
                        <a:schemeClr val="tx1"/>
                      </a:solidFill>
                    </a:lnL>
                    <a:lnR w="12700" cap="flat" cmpd="sng" algn="ctr">
                      <a:solidFill>
                        <a:schemeClr val="tx1"/>
                      </a:solidFill>
                      <a:prstDash val="solid"/>
                      <a:round/>
                      <a:headEnd type="none" w="med" len="med"/>
                      <a:tailEnd type="none" w="med" len="med"/>
                    </a:lnR>
                    <a:lnT w="12700">
                      <a:solidFill>
                        <a:schemeClr val="tx1"/>
                      </a:solidFill>
                    </a:lnT>
                    <a:lnB w="12700">
                      <a:solidFill>
                        <a:schemeClr val="tx1"/>
                      </a:solidFill>
                    </a:lnB>
                    <a:solidFill>
                      <a:schemeClr val="bg1"/>
                    </a:solidFill>
                  </a:tcPr>
                </a:tc>
                <a:tc>
                  <a:txBody>
                    <a:bodyPr/>
                    <a:lstStyle/>
                    <a:p>
                      <a:pPr lvl="0" algn="ctr">
                        <a:buNone/>
                      </a:pPr>
                      <a:endParaRPr lang="en-US" sz="600">
                        <a:effectLst/>
                        <a:latin typeface="Arial"/>
                        <a:cs typeface="Arial"/>
                      </a:endParaRPr>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extLst>
                  <a:ext uri="{0D108BD9-81ED-4DB2-BD59-A6C34878D82A}">
                    <a16:rowId xmlns:a16="http://schemas.microsoft.com/office/drawing/2014/main" val="2746989434"/>
                  </a:ext>
                </a:extLst>
              </a:tr>
              <a:tr h="161271">
                <a:tc>
                  <a:txBody>
                    <a:bodyPr/>
                    <a:lstStyle/>
                    <a:p>
                      <a:pPr>
                        <a:buNone/>
                      </a:pPr>
                      <a:r>
                        <a:rPr lang="en-US" sz="600">
                          <a:effectLst/>
                          <a:latin typeface="Arial"/>
                          <a:cs typeface="Arial"/>
                        </a:rPr>
                        <a:t>D2-07</a:t>
                      </a:r>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vMerge="1">
                  <a:txBody>
                    <a:bodyPr/>
                    <a:lstStyle/>
                    <a:p>
                      <a:endParaRPr lang="en-US" sz="700">
                        <a:effectLst/>
                        <a:latin typeface="Arial"/>
                        <a:cs typeface="Arial"/>
                      </a:endParaRPr>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a:buNone/>
                      </a:pPr>
                      <a:r>
                        <a:rPr lang="en-US" sz="600">
                          <a:effectLst/>
                          <a:latin typeface="Arial"/>
                          <a:cs typeface="Arial"/>
                        </a:rPr>
                        <a:t>HWP / HWPX content parsing</a:t>
                      </a:r>
                    </a:p>
                  </a:txBody>
                  <a:tcPr marL="0" marR="0" marT="0" marB="0" anchor="ctr">
                    <a:lnL w="12700">
                      <a:solidFill>
                        <a:schemeClr val="tx1"/>
                      </a:solidFill>
                    </a:lnL>
                    <a:lnR w="12700" cap="flat" cmpd="sng" algn="ctr">
                      <a:solidFill>
                        <a:schemeClr val="tx1"/>
                      </a:solidFill>
                      <a:prstDash val="solid"/>
                      <a:round/>
                      <a:headEnd type="none" w="med" len="med"/>
                      <a:tailEnd type="none" w="med" len="med"/>
                    </a:lnR>
                    <a:lnT w="12700">
                      <a:solidFill>
                        <a:schemeClr val="tx1"/>
                      </a:solidFill>
                    </a:lnT>
                    <a:lnB w="12700">
                      <a:solidFill>
                        <a:schemeClr val="tx1"/>
                      </a:solidFill>
                    </a:lnB>
                    <a:solidFill>
                      <a:schemeClr val="bg1"/>
                    </a:solidFill>
                  </a:tcPr>
                </a:tc>
                <a:tc>
                  <a:txBody>
                    <a:bodyPr/>
                    <a:lstStyle/>
                    <a:p>
                      <a:pPr lvl="0" algn="ctr">
                        <a:buNone/>
                      </a:pPr>
                      <a:endParaRPr lang="en-US" sz="600">
                        <a:effectLst/>
                        <a:latin typeface="Arial"/>
                        <a:cs typeface="Arial"/>
                      </a:endParaRPr>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extLst>
                  <a:ext uri="{0D108BD9-81ED-4DB2-BD59-A6C34878D82A}">
                    <a16:rowId xmlns:a16="http://schemas.microsoft.com/office/drawing/2014/main" val="832396169"/>
                  </a:ext>
                </a:extLst>
              </a:tr>
              <a:tr h="161271">
                <a:tc>
                  <a:txBody>
                    <a:bodyPr/>
                    <a:lstStyle/>
                    <a:p>
                      <a:pPr>
                        <a:buNone/>
                      </a:pPr>
                      <a:r>
                        <a:rPr lang="en-US" sz="600">
                          <a:effectLst/>
                          <a:latin typeface="Arial"/>
                          <a:cs typeface="Arial"/>
                        </a:rPr>
                        <a:t>D2-08</a:t>
                      </a:r>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vMerge="1">
                  <a:txBody>
                    <a:bodyPr/>
                    <a:lstStyle/>
                    <a:p>
                      <a:endParaRPr lang="en-US" sz="700">
                        <a:effectLst/>
                        <a:latin typeface="Arial"/>
                        <a:cs typeface="Arial"/>
                      </a:endParaRPr>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a:buNone/>
                      </a:pPr>
                      <a:r>
                        <a:rPr lang="en-US" sz="600">
                          <a:effectLst/>
                          <a:latin typeface="Arial"/>
                          <a:cs typeface="Arial"/>
                        </a:rPr>
                        <a:t>Archive recursion (ZIP/RAR/7z/</a:t>
                      </a:r>
                      <a:r>
                        <a:rPr lang="en-US" sz="600" err="1">
                          <a:effectLst/>
                          <a:latin typeface="Arial"/>
                          <a:cs typeface="Arial"/>
                        </a:rPr>
                        <a:t>ALZip</a:t>
                      </a:r>
                      <a:r>
                        <a:rPr lang="en-US" sz="600">
                          <a:effectLst/>
                          <a:latin typeface="Arial"/>
                          <a:cs typeface="Arial"/>
                        </a:rPr>
                        <a:t>/EGG)</a:t>
                      </a:r>
                    </a:p>
                  </a:txBody>
                  <a:tcPr marL="0" marR="0" marT="0" marB="0" anchor="ctr">
                    <a:lnL w="12700">
                      <a:solidFill>
                        <a:schemeClr val="tx1"/>
                      </a:solidFill>
                    </a:lnL>
                    <a:lnR w="12700" cap="flat" cmpd="sng" algn="ctr">
                      <a:solidFill>
                        <a:schemeClr val="tx1"/>
                      </a:solidFill>
                      <a:prstDash val="solid"/>
                      <a:round/>
                      <a:headEnd type="none" w="med" len="med"/>
                      <a:tailEnd type="none" w="med" len="med"/>
                    </a:lnR>
                    <a:lnT w="12700">
                      <a:solidFill>
                        <a:schemeClr val="tx1"/>
                      </a:solidFill>
                    </a:lnT>
                    <a:lnB w="12700">
                      <a:solidFill>
                        <a:schemeClr val="tx1"/>
                      </a:solidFill>
                    </a:lnB>
                    <a:solidFill>
                      <a:schemeClr val="bg1"/>
                    </a:solidFill>
                  </a:tcPr>
                </a:tc>
                <a:tc>
                  <a:txBody>
                    <a:bodyPr/>
                    <a:lstStyle/>
                    <a:p>
                      <a:pPr lvl="0" algn="ctr">
                        <a:buNone/>
                      </a:pPr>
                      <a:endParaRPr lang="en-US" sz="600">
                        <a:effectLst/>
                        <a:latin typeface="Arial"/>
                        <a:cs typeface="Arial"/>
                      </a:endParaRPr>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extLst>
                  <a:ext uri="{0D108BD9-81ED-4DB2-BD59-A6C34878D82A}">
                    <a16:rowId xmlns:a16="http://schemas.microsoft.com/office/drawing/2014/main" val="1985366665"/>
                  </a:ext>
                </a:extLst>
              </a:tr>
              <a:tr h="161271">
                <a:tc>
                  <a:txBody>
                    <a:bodyPr/>
                    <a:lstStyle/>
                    <a:p>
                      <a:pPr>
                        <a:buNone/>
                      </a:pPr>
                      <a:r>
                        <a:rPr lang="en-US" sz="600">
                          <a:effectLst/>
                          <a:latin typeface="Arial"/>
                          <a:cs typeface="Arial"/>
                        </a:rPr>
                        <a:t>D2-09</a:t>
                      </a:r>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vMerge="1">
                  <a:txBody>
                    <a:bodyPr/>
                    <a:lstStyle/>
                    <a:p>
                      <a:endParaRPr lang="en-US" sz="700">
                        <a:effectLst/>
                        <a:latin typeface="Arial"/>
                        <a:cs typeface="Arial"/>
                      </a:endParaRPr>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a:buNone/>
                      </a:pPr>
                      <a:r>
                        <a:rPr lang="en-US" sz="600">
                          <a:effectLst/>
                          <a:latin typeface="Arial"/>
                          <a:cs typeface="Arial"/>
                        </a:rPr>
                        <a:t>ML / NLP / LLM contextual classification</a:t>
                      </a:r>
                    </a:p>
                  </a:txBody>
                  <a:tcPr marL="0" marR="0" marT="0" marB="0" anchor="ctr">
                    <a:lnL w="12700">
                      <a:solidFill>
                        <a:schemeClr val="tx1"/>
                      </a:solidFill>
                    </a:lnL>
                    <a:lnR w="12700" cap="flat" cmpd="sng" algn="ctr">
                      <a:solidFill>
                        <a:schemeClr val="tx1"/>
                      </a:solidFill>
                      <a:prstDash val="solid"/>
                      <a:round/>
                      <a:headEnd type="none" w="med" len="med"/>
                      <a:tailEnd type="none" w="med" len="med"/>
                    </a:lnR>
                    <a:lnT w="12700">
                      <a:solidFill>
                        <a:schemeClr val="tx1"/>
                      </a:solidFill>
                    </a:lnT>
                    <a:lnB w="12700">
                      <a:solidFill>
                        <a:schemeClr val="tx1"/>
                      </a:solidFill>
                    </a:lnB>
                    <a:solidFill>
                      <a:schemeClr val="bg1"/>
                    </a:solidFill>
                  </a:tcPr>
                </a:tc>
                <a:tc>
                  <a:txBody>
                    <a:bodyPr/>
                    <a:lstStyle/>
                    <a:p>
                      <a:pPr lvl="0" algn="ctr">
                        <a:lnSpc>
                          <a:spcPct val="100000"/>
                        </a:lnSpc>
                        <a:spcBef>
                          <a:spcPts val="0"/>
                        </a:spcBef>
                        <a:spcAft>
                          <a:spcPts val="0"/>
                        </a:spcAft>
                        <a:buNone/>
                      </a:pPr>
                      <a:r>
                        <a:rPr lang="en-US" sz="600" b="0" i="0" u="none" strike="noStrike" noProof="0">
                          <a:solidFill>
                            <a:srgbClr val="000000"/>
                          </a:solidFill>
                          <a:effectLst/>
                          <a:latin typeface="Arial"/>
                          <a:cs typeface="Arial"/>
                        </a:rPr>
                        <a:t>●</a:t>
                      </a:r>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extLst>
                  <a:ext uri="{0D108BD9-81ED-4DB2-BD59-A6C34878D82A}">
                    <a16:rowId xmlns:a16="http://schemas.microsoft.com/office/drawing/2014/main" val="1286393512"/>
                  </a:ext>
                </a:extLst>
              </a:tr>
              <a:tr h="161271">
                <a:tc>
                  <a:txBody>
                    <a:bodyPr/>
                    <a:lstStyle/>
                    <a:p>
                      <a:pPr>
                        <a:buNone/>
                      </a:pPr>
                      <a:r>
                        <a:rPr lang="en-US" sz="600">
                          <a:effectLst/>
                          <a:latin typeface="Arial"/>
                          <a:cs typeface="Arial"/>
                        </a:rPr>
                        <a:t>D2-10</a:t>
                      </a:r>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vMerge="1">
                  <a:txBody>
                    <a:bodyPr/>
                    <a:lstStyle/>
                    <a:p>
                      <a:endParaRPr lang="en-US" sz="700">
                        <a:effectLst/>
                        <a:latin typeface="Arial"/>
                        <a:cs typeface="Arial"/>
                      </a:endParaRPr>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a:buNone/>
                      </a:pPr>
                      <a:r>
                        <a:rPr lang="en-US" sz="600">
                          <a:effectLst/>
                          <a:latin typeface="Arial"/>
                          <a:cs typeface="Arial"/>
                        </a:rPr>
                        <a:t>Source code &amp; secret (API key) detection</a:t>
                      </a:r>
                    </a:p>
                  </a:txBody>
                  <a:tcPr marL="0" marR="0" marT="0" marB="0" anchor="ctr">
                    <a:lnL w="12700">
                      <a:solidFill>
                        <a:schemeClr val="tx1"/>
                      </a:solidFill>
                    </a:lnL>
                    <a:lnR w="12700" cap="flat" cmpd="sng" algn="ctr">
                      <a:solidFill>
                        <a:schemeClr val="tx1"/>
                      </a:solidFill>
                      <a:prstDash val="solid"/>
                      <a:round/>
                      <a:headEnd type="none" w="med" len="med"/>
                      <a:tailEnd type="none" w="med" len="med"/>
                    </a:lnR>
                    <a:lnT w="12700">
                      <a:solidFill>
                        <a:schemeClr val="tx1"/>
                      </a:solidFill>
                    </a:lnT>
                    <a:lnB w="12700">
                      <a:solidFill>
                        <a:schemeClr val="tx1"/>
                      </a:solidFill>
                    </a:lnB>
                    <a:solidFill>
                      <a:schemeClr val="bg1"/>
                    </a:solidFill>
                  </a:tcPr>
                </a:tc>
                <a:tc>
                  <a:txBody>
                    <a:bodyPr/>
                    <a:lstStyle/>
                    <a:p>
                      <a:pPr lvl="0" algn="ctr">
                        <a:lnSpc>
                          <a:spcPct val="100000"/>
                        </a:lnSpc>
                        <a:spcBef>
                          <a:spcPts val="0"/>
                        </a:spcBef>
                        <a:spcAft>
                          <a:spcPts val="0"/>
                        </a:spcAft>
                        <a:buNone/>
                      </a:pPr>
                      <a:r>
                        <a:rPr lang="en-US" sz="600" b="0" i="0" u="none" strike="noStrike" noProof="0">
                          <a:solidFill>
                            <a:srgbClr val="000000"/>
                          </a:solidFill>
                          <a:effectLst/>
                          <a:latin typeface="Arial"/>
                          <a:cs typeface="Arial"/>
                        </a:rPr>
                        <a:t>●</a:t>
                      </a:r>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extLst>
                  <a:ext uri="{0D108BD9-81ED-4DB2-BD59-A6C34878D82A}">
                    <a16:rowId xmlns:a16="http://schemas.microsoft.com/office/drawing/2014/main" val="2166436204"/>
                  </a:ext>
                </a:extLst>
              </a:tr>
              <a:tr h="161271">
                <a:tc>
                  <a:txBody>
                    <a:bodyPr/>
                    <a:lstStyle/>
                    <a:p>
                      <a:pPr>
                        <a:buNone/>
                      </a:pPr>
                      <a:r>
                        <a:rPr lang="en-US" sz="600">
                          <a:effectLst/>
                          <a:latin typeface="Arial"/>
                          <a:cs typeface="Arial"/>
                        </a:rPr>
                        <a:t>D2-11</a:t>
                      </a:r>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vMerge="1">
                  <a:txBody>
                    <a:bodyPr/>
                    <a:lstStyle/>
                    <a:p>
                      <a:endParaRPr lang="en-US" sz="700">
                        <a:effectLst/>
                        <a:latin typeface="Arial"/>
                        <a:cs typeface="Arial"/>
                      </a:endParaRPr>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a:buNone/>
                      </a:pPr>
                      <a:r>
                        <a:rPr lang="en-US" sz="600">
                          <a:effectLst/>
                          <a:latin typeface="Arial"/>
                          <a:cs typeface="Arial"/>
                        </a:rPr>
                        <a:t>Custom / trainable detection models –</a:t>
                      </a:r>
                      <a:r>
                        <a:rPr lang="en-US" sz="600">
                          <a:solidFill>
                            <a:srgbClr val="0000FF"/>
                          </a:solidFill>
                          <a:effectLst/>
                          <a:latin typeface="Arial"/>
                          <a:cs typeface="Arial"/>
                        </a:rPr>
                        <a:t> supports organization specific rules but TAPD is the vendor's own model which the customer can't train</a:t>
                      </a:r>
                    </a:p>
                  </a:txBody>
                  <a:tcPr marL="0" marR="0" marT="0" marB="0" anchor="ctr">
                    <a:lnL w="12700">
                      <a:solidFill>
                        <a:schemeClr val="tx1"/>
                      </a:solidFill>
                    </a:lnL>
                    <a:lnR w="12700" cap="flat" cmpd="sng" algn="ctr">
                      <a:solidFill>
                        <a:schemeClr val="tx1"/>
                      </a:solidFill>
                      <a:prstDash val="solid"/>
                      <a:round/>
                      <a:headEnd type="none" w="med" len="med"/>
                      <a:tailEnd type="none" w="med" len="med"/>
                    </a:lnR>
                    <a:lnT w="12700">
                      <a:solidFill>
                        <a:schemeClr val="tx1"/>
                      </a:solidFill>
                    </a:lnT>
                    <a:lnB w="12700">
                      <a:solidFill>
                        <a:schemeClr val="tx1"/>
                      </a:solidFill>
                    </a:lnB>
                    <a:solidFill>
                      <a:schemeClr val="bg1"/>
                    </a:solidFill>
                  </a:tcPr>
                </a:tc>
                <a:tc>
                  <a:txBody>
                    <a:bodyPr/>
                    <a:lstStyle/>
                    <a:p>
                      <a:pPr lvl="0" algn="ctr">
                        <a:buNone/>
                      </a:pPr>
                      <a:r>
                        <a:rPr lang="en-US" sz="600" b="0" i="0" u="none" strike="noStrike" noProof="0">
                          <a:effectLst/>
                        </a:rPr>
                        <a:t>◐</a:t>
                      </a:r>
                      <a:endParaRPr lang="en-US"/>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extLst>
                  <a:ext uri="{0D108BD9-81ED-4DB2-BD59-A6C34878D82A}">
                    <a16:rowId xmlns:a16="http://schemas.microsoft.com/office/drawing/2014/main" val="1065246215"/>
                  </a:ext>
                </a:extLst>
              </a:tr>
              <a:tr h="161271">
                <a:tc>
                  <a:txBody>
                    <a:bodyPr/>
                    <a:lstStyle/>
                    <a:p>
                      <a:pPr>
                        <a:buNone/>
                      </a:pPr>
                      <a:r>
                        <a:rPr lang="en-US" sz="600">
                          <a:effectLst/>
                          <a:latin typeface="Arial"/>
                          <a:cs typeface="Arial"/>
                        </a:rPr>
                        <a:t>D2-12</a:t>
                      </a:r>
                    </a:p>
                  </a:txBody>
                  <a:tcPr marL="0" marR="0" marT="0" marB="0" anchor="ct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US" sz="700">
                        <a:effectLst/>
                        <a:latin typeface="Arial"/>
                        <a:cs typeface="Arial"/>
                      </a:endParaRPr>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a:buNone/>
                      </a:pPr>
                      <a:r>
                        <a:rPr lang="en-US" sz="600">
                          <a:effectLst/>
                          <a:latin typeface="Arial"/>
                          <a:cs typeface="Arial"/>
                        </a:rPr>
                        <a:t>False-positive tuning mechanism –</a:t>
                      </a:r>
                      <a:r>
                        <a:rPr lang="en-US" sz="600">
                          <a:solidFill>
                            <a:srgbClr val="0000FF"/>
                          </a:solidFill>
                          <a:effectLst/>
                          <a:latin typeface="Arial"/>
                          <a:cs typeface="Arial"/>
                        </a:rPr>
                        <a:t> LUBS reduces false positives, but on the vendor's side, not as an admin tuning tool</a:t>
                      </a:r>
                      <a:endParaRPr lang="en-US">
                        <a:solidFill>
                          <a:srgbClr val="0000FF"/>
                        </a:solidFill>
                      </a:endParaRPr>
                    </a:p>
                  </a:txBody>
                  <a:tcPr marL="0" marR="0" marT="0" marB="0" anchor="ctr">
                    <a:lnL w="12700">
                      <a:solidFill>
                        <a:schemeClr val="tx1"/>
                      </a:solidFill>
                    </a:lnL>
                    <a:lnR w="12700" cap="flat" cmpd="sng" algn="ctr">
                      <a:solidFill>
                        <a:schemeClr val="tx1"/>
                      </a:solidFill>
                      <a:prstDash val="solid"/>
                      <a:round/>
                      <a:headEnd type="none" w="med" len="med"/>
                      <a:tailEnd type="none" w="med" len="med"/>
                    </a:lnR>
                    <a:lnT w="12700">
                      <a:solidFill>
                        <a:schemeClr val="tx1"/>
                      </a:solidFill>
                    </a:lnT>
                    <a:lnB w="12700" cap="flat" cmpd="sng" algn="ctr">
                      <a:solidFill>
                        <a:schemeClr val="tx1"/>
                      </a:solidFill>
                      <a:prstDash val="solid"/>
                      <a:round/>
                      <a:headEnd type="none" w="med" len="med"/>
                      <a:tailEnd type="none" w="med" len="med"/>
                    </a:lnB>
                    <a:solidFill>
                      <a:schemeClr val="bg1"/>
                    </a:solidFill>
                  </a:tcPr>
                </a:tc>
                <a:tc>
                  <a:txBody>
                    <a:bodyPr/>
                    <a:lstStyle/>
                    <a:p>
                      <a:pPr lvl="0" algn="ctr">
                        <a:buNone/>
                      </a:pPr>
                      <a:r>
                        <a:rPr lang="en-US" sz="600" b="0" i="0" u="none" strike="noStrike" noProof="0">
                          <a:effectLst/>
                        </a:rPr>
                        <a:t>◐</a:t>
                      </a:r>
                      <a:endParaRPr lang="en-US"/>
                    </a:p>
                  </a:txBody>
                  <a:tcPr marL="0" marR="0" marT="0" marB="0" anchor="ct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428646232"/>
                  </a:ext>
                </a:extLst>
              </a:tr>
            </a:tbl>
          </a:graphicData>
        </a:graphic>
      </p:graphicFrame>
      <p:graphicFrame>
        <p:nvGraphicFramePr>
          <p:cNvPr id="9" name="Table 8">
            <a:extLst>
              <a:ext uri="{FF2B5EF4-FFF2-40B4-BE49-F238E27FC236}">
                <a16:creationId xmlns:a16="http://schemas.microsoft.com/office/drawing/2014/main" id="{7FBB2912-3E41-BB75-CAA5-2261762F084D}"/>
              </a:ext>
            </a:extLst>
          </p:cNvPr>
          <p:cNvGraphicFramePr>
            <a:graphicFrameLocks noGrp="1"/>
          </p:cNvGraphicFramePr>
          <p:nvPr>
            <p:extLst>
              <p:ext uri="{D42A27DB-BD31-4B8C-83A1-F6EECF244321}">
                <p14:modId xmlns:p14="http://schemas.microsoft.com/office/powerpoint/2010/main" val="855676896"/>
              </p:ext>
            </p:extLst>
          </p:nvPr>
        </p:nvGraphicFramePr>
        <p:xfrm>
          <a:off x="3500034" y="1401305"/>
          <a:ext cx="4669382" cy="4122420"/>
        </p:xfrm>
        <a:graphic>
          <a:graphicData uri="http://schemas.openxmlformats.org/drawingml/2006/table">
            <a:tbl>
              <a:tblPr bandRow="1">
                <a:tableStyleId>{5C22544A-7EE6-4342-B048-85BDC9FD1C3A}</a:tableStyleId>
              </a:tblPr>
              <a:tblGrid>
                <a:gridCol w="420168">
                  <a:extLst>
                    <a:ext uri="{9D8B030D-6E8A-4147-A177-3AD203B41FA5}">
                      <a16:colId xmlns:a16="http://schemas.microsoft.com/office/drawing/2014/main" val="612046243"/>
                    </a:ext>
                  </a:extLst>
                </a:gridCol>
                <a:gridCol w="1075344">
                  <a:extLst>
                    <a:ext uri="{9D8B030D-6E8A-4147-A177-3AD203B41FA5}">
                      <a16:colId xmlns:a16="http://schemas.microsoft.com/office/drawing/2014/main" val="60294861"/>
                    </a:ext>
                  </a:extLst>
                </a:gridCol>
                <a:gridCol w="2364336">
                  <a:extLst>
                    <a:ext uri="{9D8B030D-6E8A-4147-A177-3AD203B41FA5}">
                      <a16:colId xmlns:a16="http://schemas.microsoft.com/office/drawing/2014/main" val="1739783210"/>
                    </a:ext>
                  </a:extLst>
                </a:gridCol>
                <a:gridCol w="809534">
                  <a:extLst>
                    <a:ext uri="{9D8B030D-6E8A-4147-A177-3AD203B41FA5}">
                      <a16:colId xmlns:a16="http://schemas.microsoft.com/office/drawing/2014/main" val="1008476825"/>
                    </a:ext>
                  </a:extLst>
                </a:gridCol>
              </a:tblGrid>
              <a:tr h="0">
                <a:tc>
                  <a:txBody>
                    <a:bodyPr/>
                    <a:lstStyle/>
                    <a:p>
                      <a:pPr marL="0" marR="0" indent="0" algn="ctr" rtl="0" fontAlgn="base">
                        <a:buNone/>
                      </a:pPr>
                      <a:r>
                        <a:rPr lang="en-US" sz="600" b="1" i="0">
                          <a:solidFill>
                            <a:srgbClr val="000000"/>
                          </a:solidFill>
                          <a:effectLst/>
                          <a:latin typeface="Arial"/>
                        </a:rPr>
                        <a:t>D3</a:t>
                      </a:r>
                      <a:endParaRPr lang="en-US"/>
                    </a:p>
                  </a:txBody>
                  <a:tcPr anchor="ctr">
                    <a:lnL w="16983" cap="flat" cmpd="sng" algn="ctr">
                      <a:solidFill>
                        <a:srgbClr val="000000"/>
                      </a:solidFill>
                      <a:prstDash val="solid"/>
                      <a:round/>
                      <a:headEnd type="none" w="med" len="med"/>
                      <a:tailEnd type="none" w="med" len="med"/>
                    </a:lnL>
                    <a:lnR w="16983" cap="flat" cmpd="sng" algn="ctr">
                      <a:solidFill>
                        <a:srgbClr val="000000"/>
                      </a:solidFill>
                      <a:prstDash val="solid"/>
                      <a:round/>
                      <a:headEnd type="none" w="med" len="med"/>
                      <a:tailEnd type="none" w="med" len="med"/>
                    </a:lnR>
                    <a:lnT w="16983" cap="flat" cmpd="sng" algn="ctr">
                      <a:solidFill>
                        <a:srgbClr val="000000"/>
                      </a:solidFill>
                      <a:prstDash val="solid"/>
                      <a:round/>
                      <a:headEnd type="none" w="med" len="med"/>
                      <a:tailEnd type="none" w="med" len="med"/>
                    </a:lnT>
                    <a:lnB w="16983" cap="flat" cmpd="sng" algn="ctr">
                      <a:solidFill>
                        <a:srgbClr val="000000"/>
                      </a:solidFill>
                      <a:prstDash val="solid"/>
                      <a:round/>
                      <a:headEnd type="none" w="med" len="med"/>
                      <a:tailEnd type="none" w="med" len="med"/>
                    </a:lnB>
                    <a:solidFill>
                      <a:schemeClr val="accent5">
                        <a:lumMod val="20000"/>
                        <a:lumOff val="80000"/>
                      </a:schemeClr>
                    </a:solidFill>
                  </a:tcPr>
                </a:tc>
                <a:tc gridSpan="2">
                  <a:txBody>
                    <a:bodyPr/>
                    <a:lstStyle/>
                    <a:p>
                      <a:pPr marL="0" marR="0" indent="0" algn="ctr" rtl="0" fontAlgn="base">
                        <a:buNone/>
                      </a:pPr>
                      <a:r>
                        <a:rPr lang="en-US" sz="600" b="1" i="0">
                          <a:solidFill>
                            <a:srgbClr val="000000"/>
                          </a:solidFill>
                          <a:effectLst/>
                          <a:latin typeface="Arial"/>
                        </a:rPr>
                        <a:t>Enforcement</a:t>
                      </a:r>
                      <a:endParaRPr lang="en-US"/>
                    </a:p>
                  </a:txBody>
                  <a:tcPr anchor="ctr">
                    <a:lnL w="16983" cap="flat" cmpd="sng" algn="ctr">
                      <a:solidFill>
                        <a:srgbClr val="000000"/>
                      </a:solidFill>
                      <a:prstDash val="solid"/>
                      <a:round/>
                      <a:headEnd type="none" w="med" len="med"/>
                      <a:tailEnd type="none" w="med" len="med"/>
                    </a:lnL>
                    <a:lnR w="16983" cap="flat" cmpd="sng" algn="ctr">
                      <a:solidFill>
                        <a:srgbClr val="000000"/>
                      </a:solidFill>
                      <a:prstDash val="solid"/>
                      <a:round/>
                      <a:headEnd type="none" w="med" len="med"/>
                      <a:tailEnd type="none" w="med" len="med"/>
                    </a:lnR>
                    <a:lnT w="16983" cap="flat" cmpd="sng" algn="ctr">
                      <a:solidFill>
                        <a:srgbClr val="000000"/>
                      </a:solidFill>
                      <a:prstDash val="solid"/>
                      <a:round/>
                      <a:headEnd type="none" w="med" len="med"/>
                      <a:tailEnd type="none" w="med" len="med"/>
                    </a:lnT>
                    <a:lnB w="16983" cap="flat" cmpd="sng" algn="ctr">
                      <a:solidFill>
                        <a:srgbClr val="000000"/>
                      </a:solidFill>
                      <a:prstDash val="solid"/>
                      <a:round/>
                      <a:headEnd type="none" w="med" len="med"/>
                      <a:tailEnd type="none" w="med" len="med"/>
                    </a:lnB>
                    <a:solidFill>
                      <a:schemeClr val="accent5">
                        <a:lumMod val="20000"/>
                        <a:lumOff val="80000"/>
                      </a:schemeClr>
                    </a:solidFill>
                  </a:tcPr>
                </a:tc>
                <a:tc hMerge="1">
                  <a:txBody>
                    <a:bodyPr/>
                    <a:lstStyle/>
                    <a:p>
                      <a:endParaRPr lang="en-US"/>
                    </a:p>
                  </a:txBody>
                  <a:tcPr anchor="ctr">
                    <a:lnL w="16983" cap="flat" cmpd="sng" algn="ctr">
                      <a:solidFill>
                        <a:srgbClr val="000000"/>
                      </a:solidFill>
                      <a:prstDash val="solid"/>
                      <a:round/>
                      <a:headEnd type="none" w="med" len="med"/>
                      <a:tailEnd type="none" w="med" len="med"/>
                    </a:lnL>
                    <a:lnR w="16983" cap="flat" cmpd="sng" algn="ctr">
                      <a:solidFill>
                        <a:srgbClr val="000000"/>
                      </a:solidFill>
                      <a:prstDash val="solid"/>
                      <a:round/>
                      <a:headEnd type="none" w="med" len="med"/>
                      <a:tailEnd type="none" w="med" len="med"/>
                    </a:lnR>
                    <a:lnT w="16983" cap="flat" cmpd="sng" algn="ctr">
                      <a:solidFill>
                        <a:srgbClr val="000000"/>
                      </a:solidFill>
                      <a:prstDash val="solid"/>
                      <a:round/>
                      <a:headEnd type="none" w="med" len="med"/>
                      <a:tailEnd type="none" w="med" len="med"/>
                    </a:lnT>
                    <a:lnB w="16983" cap="flat" cmpd="sng" algn="ctr">
                      <a:solidFill>
                        <a:srgbClr val="000000"/>
                      </a:solidFill>
                      <a:prstDash val="solid"/>
                      <a:round/>
                      <a:headEnd type="none" w="med" len="med"/>
                      <a:tailEnd type="none" w="med" len="med"/>
                    </a:lnB>
                    <a:solidFill>
                      <a:schemeClr val="accent5">
                        <a:lumMod val="20000"/>
                        <a:lumOff val="80000"/>
                      </a:schemeClr>
                    </a:solidFill>
                  </a:tcPr>
                </a:tc>
                <a:tc>
                  <a:txBody>
                    <a:bodyPr/>
                    <a:lstStyle/>
                    <a:p>
                      <a:pPr marL="0" lvl="0" indent="0" algn="ctr">
                        <a:buNone/>
                      </a:pPr>
                      <a:r>
                        <a:rPr lang="en-US" sz="600" b="1" i="0">
                          <a:solidFill>
                            <a:srgbClr val="000000"/>
                          </a:solidFill>
                          <a:effectLst/>
                          <a:latin typeface="Arial"/>
                        </a:rPr>
                        <a:t>Availability</a:t>
                      </a:r>
                    </a:p>
                  </a:txBody>
                  <a:tcPr anchor="ctr">
                    <a:lnL w="16983">
                      <a:solidFill>
                        <a:srgbClr val="000000"/>
                      </a:solidFill>
                    </a:lnL>
                    <a:lnR w="16983">
                      <a:solidFill>
                        <a:srgbClr val="000000"/>
                      </a:solidFill>
                    </a:lnR>
                    <a:lnT w="16983">
                      <a:solidFill>
                        <a:srgbClr val="000000"/>
                      </a:solidFill>
                    </a:lnT>
                    <a:lnB w="16983">
                      <a:solidFill>
                        <a:srgbClr val="000000"/>
                      </a:solidFill>
                    </a:lnB>
                    <a:solidFill>
                      <a:schemeClr val="accent5">
                        <a:lumMod val="20000"/>
                        <a:lumOff val="80000"/>
                      </a:schemeClr>
                    </a:solidFill>
                  </a:tcPr>
                </a:tc>
                <a:extLst>
                  <a:ext uri="{0D108BD9-81ED-4DB2-BD59-A6C34878D82A}">
                    <a16:rowId xmlns:a16="http://schemas.microsoft.com/office/drawing/2014/main" val="293940879"/>
                  </a:ext>
                </a:extLst>
              </a:tr>
              <a:tr h="0">
                <a:tc>
                  <a:txBody>
                    <a:bodyPr/>
                    <a:lstStyle/>
                    <a:p>
                      <a:pPr marL="0" marR="0" indent="0" algn="l" rtl="0" fontAlgn="base">
                        <a:buNone/>
                      </a:pPr>
                      <a:r>
                        <a:rPr lang="en-US" sz="600" b="0" i="0">
                          <a:solidFill>
                            <a:srgbClr val="000000"/>
                          </a:solidFill>
                          <a:effectLst/>
                          <a:latin typeface="Arial"/>
                        </a:rPr>
                        <a:t>D3-01</a:t>
                      </a:r>
                      <a:endParaRPr lang="en-US"/>
                    </a:p>
                  </a:txBody>
                  <a:tcPr anchor="ctr">
                    <a:lnL w="16983" cap="flat" cmpd="sng" algn="ctr">
                      <a:solidFill>
                        <a:srgbClr val="000000"/>
                      </a:solidFill>
                      <a:prstDash val="solid"/>
                      <a:round/>
                      <a:headEnd type="none" w="med" len="med"/>
                      <a:tailEnd type="none" w="med" len="med"/>
                    </a:lnL>
                    <a:lnR w="16983" cap="flat" cmpd="sng" algn="ctr">
                      <a:solidFill>
                        <a:srgbClr val="000000"/>
                      </a:solidFill>
                      <a:prstDash val="solid"/>
                      <a:round/>
                      <a:headEnd type="none" w="med" len="med"/>
                      <a:tailEnd type="none" w="med" len="med"/>
                    </a:lnR>
                    <a:lnT w="16983" cap="flat" cmpd="sng" algn="ctr">
                      <a:solidFill>
                        <a:srgbClr val="000000"/>
                      </a:solidFill>
                      <a:prstDash val="solid"/>
                      <a:round/>
                      <a:headEnd type="none" w="med" len="med"/>
                      <a:tailEnd type="none" w="med" len="med"/>
                    </a:lnT>
                    <a:lnB w="16983" cap="flat" cmpd="sng" algn="ctr">
                      <a:solidFill>
                        <a:srgbClr val="000000"/>
                      </a:solidFill>
                      <a:prstDash val="solid"/>
                      <a:round/>
                      <a:headEnd type="none" w="med" len="med"/>
                      <a:tailEnd type="none" w="med" len="med"/>
                    </a:lnB>
                    <a:solidFill>
                      <a:srgbClr val="FFFFFF"/>
                    </a:solidFill>
                  </a:tcPr>
                </a:tc>
                <a:tc rowSpan="9">
                  <a:txBody>
                    <a:bodyPr/>
                    <a:lstStyle/>
                    <a:p>
                      <a:pPr marL="0" marR="0" indent="0" algn="ctr" rtl="0" fontAlgn="base">
                        <a:buNone/>
                      </a:pPr>
                      <a:r>
                        <a:rPr lang="en-US" sz="600" b="0" i="0">
                          <a:solidFill>
                            <a:srgbClr val="000000"/>
                          </a:solidFill>
                          <a:effectLst/>
                          <a:latin typeface="Arial"/>
                        </a:rPr>
                        <a:t>Enforcement</a:t>
                      </a:r>
                      <a:endParaRPr lang="en-US"/>
                    </a:p>
                  </a:txBody>
                  <a:tcPr anchor="ctr">
                    <a:lnL w="16983" cap="flat" cmpd="sng" algn="ctr">
                      <a:solidFill>
                        <a:srgbClr val="000000"/>
                      </a:solidFill>
                      <a:prstDash val="solid"/>
                      <a:round/>
                      <a:headEnd type="none" w="med" len="med"/>
                      <a:tailEnd type="none" w="med" len="med"/>
                    </a:lnL>
                    <a:lnR w="16983" cap="flat" cmpd="sng" algn="ctr">
                      <a:solidFill>
                        <a:srgbClr val="000000"/>
                      </a:solidFill>
                      <a:prstDash val="solid"/>
                      <a:round/>
                      <a:headEnd type="none" w="med" len="med"/>
                      <a:tailEnd type="none" w="med" len="med"/>
                    </a:lnR>
                    <a:lnT w="16983" cap="flat" cmpd="sng" algn="ctr">
                      <a:solidFill>
                        <a:srgbClr val="000000"/>
                      </a:solidFill>
                      <a:prstDash val="solid"/>
                      <a:round/>
                      <a:headEnd type="none" w="med" len="med"/>
                      <a:tailEnd type="none" w="med" len="med"/>
                    </a:lnT>
                    <a:lnB w="16983" cap="flat" cmpd="sng" algn="ctr">
                      <a:solidFill>
                        <a:srgbClr val="000000"/>
                      </a:solidFill>
                      <a:prstDash val="solid"/>
                      <a:round/>
                      <a:headEnd type="none" w="med" len="med"/>
                      <a:tailEnd type="none" w="med" len="med"/>
                    </a:lnB>
                    <a:solidFill>
                      <a:srgbClr val="FFFFFF"/>
                    </a:solidFill>
                  </a:tcPr>
                </a:tc>
                <a:tc>
                  <a:txBody>
                    <a:bodyPr/>
                    <a:lstStyle/>
                    <a:p>
                      <a:pPr marL="0" marR="0" indent="0" algn="l" rtl="0" fontAlgn="base">
                        <a:buNone/>
                      </a:pPr>
                      <a:r>
                        <a:rPr lang="en-US" sz="600" b="0" i="0">
                          <a:solidFill>
                            <a:srgbClr val="000000"/>
                          </a:solidFill>
                          <a:effectLst/>
                          <a:latin typeface="Arial"/>
                        </a:rPr>
                        <a:t>Monitor &amp; log only</a:t>
                      </a:r>
                      <a:endParaRPr lang="en-US"/>
                    </a:p>
                  </a:txBody>
                  <a:tcPr anchor="ctr">
                    <a:lnL w="16983" cap="flat" cmpd="sng" algn="ctr">
                      <a:solidFill>
                        <a:srgbClr val="000000"/>
                      </a:solidFill>
                      <a:prstDash val="solid"/>
                      <a:round/>
                      <a:headEnd type="none" w="med" len="med"/>
                      <a:tailEnd type="none" w="med" len="med"/>
                    </a:lnL>
                    <a:lnR w="16983" cap="flat" cmpd="sng" algn="ctr">
                      <a:solidFill>
                        <a:srgbClr val="000000"/>
                      </a:solidFill>
                      <a:prstDash val="solid"/>
                      <a:round/>
                      <a:headEnd type="none" w="med" len="med"/>
                      <a:tailEnd type="none" w="med" len="med"/>
                    </a:lnR>
                    <a:lnT w="16983" cap="flat" cmpd="sng" algn="ctr">
                      <a:solidFill>
                        <a:srgbClr val="000000"/>
                      </a:solidFill>
                      <a:prstDash val="solid"/>
                      <a:round/>
                      <a:headEnd type="none" w="med" len="med"/>
                      <a:tailEnd type="none" w="med" len="med"/>
                    </a:lnT>
                    <a:lnB w="16983" cap="flat" cmpd="sng" algn="ctr">
                      <a:solidFill>
                        <a:srgbClr val="000000"/>
                      </a:solidFill>
                      <a:prstDash val="solid"/>
                      <a:round/>
                      <a:headEnd type="none" w="med" len="med"/>
                      <a:tailEnd type="none" w="med" len="med"/>
                    </a:lnB>
                    <a:solidFill>
                      <a:srgbClr val="FFFFFF"/>
                    </a:solidFill>
                  </a:tcPr>
                </a:tc>
                <a:tc>
                  <a:txBody>
                    <a:bodyPr/>
                    <a:lstStyle/>
                    <a:p>
                      <a:pPr lvl="0" algn="ctr">
                        <a:lnSpc>
                          <a:spcPct val="100000"/>
                        </a:lnSpc>
                        <a:spcBef>
                          <a:spcPts val="0"/>
                        </a:spcBef>
                        <a:spcAft>
                          <a:spcPts val="0"/>
                        </a:spcAft>
                        <a:buNone/>
                      </a:pPr>
                      <a:r>
                        <a:rPr lang="en-US" sz="600" b="0" i="0" u="none" strike="noStrike" noProof="0">
                          <a:solidFill>
                            <a:srgbClr val="000000"/>
                          </a:solidFill>
                          <a:effectLst/>
                          <a:latin typeface="Arial"/>
                          <a:cs typeface="Arial"/>
                        </a:rPr>
                        <a:t>●</a:t>
                      </a:r>
                    </a:p>
                  </a:txBody>
                  <a:tcPr anchor="ctr">
                    <a:lnL w="16983">
                      <a:solidFill>
                        <a:srgbClr val="000000"/>
                      </a:solidFill>
                    </a:lnL>
                    <a:lnR w="16983">
                      <a:solidFill>
                        <a:srgbClr val="000000"/>
                      </a:solidFill>
                    </a:lnR>
                    <a:lnT w="16983">
                      <a:solidFill>
                        <a:srgbClr val="000000"/>
                      </a:solidFill>
                    </a:lnT>
                    <a:lnB w="16983">
                      <a:solidFill>
                        <a:srgbClr val="000000"/>
                      </a:solidFill>
                    </a:lnB>
                    <a:solidFill>
                      <a:srgbClr val="FFFFFF"/>
                    </a:solidFill>
                  </a:tcPr>
                </a:tc>
                <a:extLst>
                  <a:ext uri="{0D108BD9-81ED-4DB2-BD59-A6C34878D82A}">
                    <a16:rowId xmlns:a16="http://schemas.microsoft.com/office/drawing/2014/main" val="3564623274"/>
                  </a:ext>
                </a:extLst>
              </a:tr>
              <a:tr h="0">
                <a:tc>
                  <a:txBody>
                    <a:bodyPr/>
                    <a:lstStyle/>
                    <a:p>
                      <a:pPr marL="0" marR="0" indent="0" algn="l" rtl="0" fontAlgn="base">
                        <a:buNone/>
                      </a:pPr>
                      <a:r>
                        <a:rPr lang="en-US" sz="600" b="0" i="0">
                          <a:solidFill>
                            <a:srgbClr val="000000"/>
                          </a:solidFill>
                          <a:effectLst/>
                          <a:latin typeface="Arial"/>
                        </a:rPr>
                        <a:t>D3-02</a:t>
                      </a:r>
                      <a:endParaRPr lang="en-US"/>
                    </a:p>
                  </a:txBody>
                  <a:tcPr anchor="ctr">
                    <a:lnL w="16983" cap="flat" cmpd="sng" algn="ctr">
                      <a:solidFill>
                        <a:srgbClr val="000000"/>
                      </a:solidFill>
                      <a:prstDash val="solid"/>
                      <a:round/>
                      <a:headEnd type="none" w="med" len="med"/>
                      <a:tailEnd type="none" w="med" len="med"/>
                    </a:lnL>
                    <a:lnR w="16983" cap="flat" cmpd="sng" algn="ctr">
                      <a:solidFill>
                        <a:srgbClr val="000000"/>
                      </a:solidFill>
                      <a:prstDash val="solid"/>
                      <a:round/>
                      <a:headEnd type="none" w="med" len="med"/>
                      <a:tailEnd type="none" w="med" len="med"/>
                    </a:lnR>
                    <a:lnT w="16983" cap="flat" cmpd="sng" algn="ctr">
                      <a:solidFill>
                        <a:srgbClr val="000000"/>
                      </a:solidFill>
                      <a:prstDash val="solid"/>
                      <a:round/>
                      <a:headEnd type="none" w="med" len="med"/>
                      <a:tailEnd type="none" w="med" len="med"/>
                    </a:lnT>
                    <a:lnB w="16983" cap="flat" cmpd="sng" algn="ctr">
                      <a:solidFill>
                        <a:srgbClr val="000000"/>
                      </a:solidFill>
                      <a:prstDash val="solid"/>
                      <a:round/>
                      <a:headEnd type="none" w="med" len="med"/>
                      <a:tailEnd type="none" w="med" len="med"/>
                    </a:lnB>
                    <a:solidFill>
                      <a:srgbClr val="FFFFFF"/>
                    </a:solidFill>
                  </a:tcPr>
                </a:tc>
                <a:tc vMerge="1">
                  <a:txBody>
                    <a:bodyPr/>
                    <a:lstStyle/>
                    <a:p>
                      <a:endParaRPr lang="en-US"/>
                    </a:p>
                  </a:txBody>
                  <a:tcPr anchor="ctr">
                    <a:lnL w="16983" cap="flat" cmpd="sng" algn="ctr">
                      <a:solidFill>
                        <a:srgbClr val="000000"/>
                      </a:solidFill>
                      <a:prstDash val="solid"/>
                      <a:round/>
                      <a:headEnd type="none" w="med" len="med"/>
                      <a:tailEnd type="none" w="med" len="med"/>
                    </a:lnL>
                    <a:lnR w="16983" cap="flat" cmpd="sng" algn="ctr">
                      <a:solidFill>
                        <a:srgbClr val="000000"/>
                      </a:solidFill>
                      <a:prstDash val="solid"/>
                      <a:round/>
                      <a:headEnd type="none" w="med" len="med"/>
                      <a:tailEnd type="none" w="med" len="med"/>
                    </a:lnR>
                    <a:lnT w="16983" cap="flat" cmpd="sng" algn="ctr">
                      <a:solidFill>
                        <a:srgbClr val="000000"/>
                      </a:solidFill>
                      <a:prstDash val="solid"/>
                      <a:round/>
                      <a:headEnd type="none" w="med" len="med"/>
                      <a:tailEnd type="none" w="med" len="med"/>
                    </a:lnT>
                    <a:lnB w="16983" cap="flat" cmpd="sng" algn="ctr">
                      <a:solidFill>
                        <a:srgbClr val="000000"/>
                      </a:solidFill>
                      <a:prstDash val="solid"/>
                      <a:round/>
                      <a:headEnd type="none" w="med" len="med"/>
                      <a:tailEnd type="none" w="med" len="med"/>
                    </a:lnB>
                    <a:solidFill>
                      <a:srgbClr val="FFFFFF"/>
                    </a:solidFill>
                  </a:tcPr>
                </a:tc>
                <a:tc>
                  <a:txBody>
                    <a:bodyPr/>
                    <a:lstStyle/>
                    <a:p>
                      <a:pPr marL="0" marR="0" indent="0" algn="l" rtl="0" fontAlgn="base">
                        <a:buNone/>
                      </a:pPr>
                      <a:r>
                        <a:rPr lang="en-US" sz="600" b="0" i="0">
                          <a:solidFill>
                            <a:srgbClr val="000000"/>
                          </a:solidFill>
                          <a:effectLst/>
                          <a:latin typeface="Arial"/>
                        </a:rPr>
                        <a:t>Warn / user justification </a:t>
                      </a:r>
                      <a:r>
                        <a:rPr lang="en-US" sz="600" b="0" i="0">
                          <a:solidFill>
                            <a:srgbClr val="0000FF"/>
                          </a:solidFill>
                          <a:effectLst/>
                          <a:latin typeface="Arial"/>
                        </a:rPr>
                        <a:t>– alerts the user and admin on detection. The user can't give a justification and proceed</a:t>
                      </a:r>
                      <a:endParaRPr lang="en-US">
                        <a:solidFill>
                          <a:srgbClr val="0000FF"/>
                        </a:solidFill>
                      </a:endParaRPr>
                    </a:p>
                  </a:txBody>
                  <a:tcPr anchor="ctr">
                    <a:lnL w="16983" cap="flat" cmpd="sng" algn="ctr">
                      <a:solidFill>
                        <a:srgbClr val="000000"/>
                      </a:solidFill>
                      <a:prstDash val="solid"/>
                      <a:round/>
                      <a:headEnd type="none" w="med" len="med"/>
                      <a:tailEnd type="none" w="med" len="med"/>
                    </a:lnL>
                    <a:lnR w="16983" cap="flat" cmpd="sng" algn="ctr">
                      <a:solidFill>
                        <a:srgbClr val="000000"/>
                      </a:solidFill>
                      <a:prstDash val="solid"/>
                      <a:round/>
                      <a:headEnd type="none" w="med" len="med"/>
                      <a:tailEnd type="none" w="med" len="med"/>
                    </a:lnR>
                    <a:lnT w="16983" cap="flat" cmpd="sng" algn="ctr">
                      <a:solidFill>
                        <a:srgbClr val="000000"/>
                      </a:solidFill>
                      <a:prstDash val="solid"/>
                      <a:round/>
                      <a:headEnd type="none" w="med" len="med"/>
                      <a:tailEnd type="none" w="med" len="med"/>
                    </a:lnT>
                    <a:lnB w="16983" cap="flat" cmpd="sng" algn="ctr">
                      <a:solidFill>
                        <a:srgbClr val="000000"/>
                      </a:solidFill>
                      <a:prstDash val="solid"/>
                      <a:round/>
                      <a:headEnd type="none" w="med" len="med"/>
                      <a:tailEnd type="none" w="med" len="med"/>
                    </a:lnB>
                    <a:solidFill>
                      <a:srgbClr val="FFFFFF"/>
                    </a:solidFill>
                  </a:tcPr>
                </a:tc>
                <a:tc>
                  <a:txBody>
                    <a:bodyPr/>
                    <a:lstStyle/>
                    <a:p>
                      <a:pPr marL="0" lvl="0" indent="0" algn="ctr">
                        <a:buNone/>
                      </a:pPr>
                      <a:r>
                        <a:rPr lang="en-US" sz="600" b="0" i="0" u="none" strike="noStrike" noProof="0">
                          <a:solidFill>
                            <a:srgbClr val="000000"/>
                          </a:solidFill>
                          <a:effectLst/>
                        </a:rPr>
                        <a:t>◐</a:t>
                      </a:r>
                      <a:endParaRPr lang="en-US"/>
                    </a:p>
                  </a:txBody>
                  <a:tcPr anchor="ctr">
                    <a:lnL w="16983">
                      <a:solidFill>
                        <a:srgbClr val="000000"/>
                      </a:solidFill>
                    </a:lnL>
                    <a:lnR w="16983">
                      <a:solidFill>
                        <a:srgbClr val="000000"/>
                      </a:solidFill>
                    </a:lnR>
                    <a:lnT w="16983">
                      <a:solidFill>
                        <a:srgbClr val="000000"/>
                      </a:solidFill>
                    </a:lnT>
                    <a:lnB w="16983">
                      <a:solidFill>
                        <a:srgbClr val="000000"/>
                      </a:solidFill>
                    </a:lnB>
                    <a:solidFill>
                      <a:srgbClr val="FFFFFF"/>
                    </a:solidFill>
                  </a:tcPr>
                </a:tc>
                <a:extLst>
                  <a:ext uri="{0D108BD9-81ED-4DB2-BD59-A6C34878D82A}">
                    <a16:rowId xmlns:a16="http://schemas.microsoft.com/office/drawing/2014/main" val="2353220834"/>
                  </a:ext>
                </a:extLst>
              </a:tr>
              <a:tr h="0">
                <a:tc>
                  <a:txBody>
                    <a:bodyPr/>
                    <a:lstStyle/>
                    <a:p>
                      <a:pPr marL="0" marR="0" indent="0" algn="l" rtl="0" fontAlgn="base">
                        <a:buNone/>
                      </a:pPr>
                      <a:r>
                        <a:rPr lang="en-US" sz="600" b="0" i="0">
                          <a:solidFill>
                            <a:srgbClr val="000000"/>
                          </a:solidFill>
                          <a:effectLst/>
                          <a:latin typeface="Arial"/>
                        </a:rPr>
                        <a:t>D3-03</a:t>
                      </a:r>
                      <a:endParaRPr lang="en-US"/>
                    </a:p>
                  </a:txBody>
                  <a:tcPr anchor="ctr">
                    <a:lnL w="16983" cap="flat" cmpd="sng" algn="ctr">
                      <a:solidFill>
                        <a:srgbClr val="000000"/>
                      </a:solidFill>
                      <a:prstDash val="solid"/>
                      <a:round/>
                      <a:headEnd type="none" w="med" len="med"/>
                      <a:tailEnd type="none" w="med" len="med"/>
                    </a:lnL>
                    <a:lnR w="16983" cap="flat" cmpd="sng" algn="ctr">
                      <a:solidFill>
                        <a:srgbClr val="000000"/>
                      </a:solidFill>
                      <a:prstDash val="solid"/>
                      <a:round/>
                      <a:headEnd type="none" w="med" len="med"/>
                      <a:tailEnd type="none" w="med" len="med"/>
                    </a:lnR>
                    <a:lnT w="16983" cap="flat" cmpd="sng" algn="ctr">
                      <a:solidFill>
                        <a:srgbClr val="000000"/>
                      </a:solidFill>
                      <a:prstDash val="solid"/>
                      <a:round/>
                      <a:headEnd type="none" w="med" len="med"/>
                      <a:tailEnd type="none" w="med" len="med"/>
                    </a:lnT>
                    <a:lnB w="16983" cap="flat" cmpd="sng" algn="ctr">
                      <a:solidFill>
                        <a:srgbClr val="000000"/>
                      </a:solidFill>
                      <a:prstDash val="solid"/>
                      <a:round/>
                      <a:headEnd type="none" w="med" len="med"/>
                      <a:tailEnd type="none" w="med" len="med"/>
                    </a:lnB>
                    <a:solidFill>
                      <a:srgbClr val="FFFFFF"/>
                    </a:solidFill>
                  </a:tcPr>
                </a:tc>
                <a:tc vMerge="1">
                  <a:txBody>
                    <a:bodyPr/>
                    <a:lstStyle/>
                    <a:p>
                      <a:endParaRPr lang="en-US"/>
                    </a:p>
                  </a:txBody>
                  <a:tcPr anchor="ctr">
                    <a:lnL w="16983" cap="flat" cmpd="sng" algn="ctr">
                      <a:solidFill>
                        <a:srgbClr val="000000"/>
                      </a:solidFill>
                      <a:prstDash val="solid"/>
                      <a:round/>
                      <a:headEnd type="none" w="med" len="med"/>
                      <a:tailEnd type="none" w="med" len="med"/>
                    </a:lnL>
                    <a:lnR w="16983" cap="flat" cmpd="sng" algn="ctr">
                      <a:solidFill>
                        <a:srgbClr val="000000"/>
                      </a:solidFill>
                      <a:prstDash val="solid"/>
                      <a:round/>
                      <a:headEnd type="none" w="med" len="med"/>
                      <a:tailEnd type="none" w="med" len="med"/>
                    </a:lnR>
                    <a:lnT w="16983" cap="flat" cmpd="sng" algn="ctr">
                      <a:solidFill>
                        <a:srgbClr val="000000"/>
                      </a:solidFill>
                      <a:prstDash val="solid"/>
                      <a:round/>
                      <a:headEnd type="none" w="med" len="med"/>
                      <a:tailEnd type="none" w="med" len="med"/>
                    </a:lnT>
                    <a:lnB w="16983" cap="flat" cmpd="sng" algn="ctr">
                      <a:solidFill>
                        <a:srgbClr val="000000"/>
                      </a:solidFill>
                      <a:prstDash val="solid"/>
                      <a:round/>
                      <a:headEnd type="none" w="med" len="med"/>
                      <a:tailEnd type="none" w="med" len="med"/>
                    </a:lnB>
                    <a:solidFill>
                      <a:srgbClr val="FFFFFF"/>
                    </a:solidFill>
                  </a:tcPr>
                </a:tc>
                <a:tc>
                  <a:txBody>
                    <a:bodyPr/>
                    <a:lstStyle/>
                    <a:p>
                      <a:pPr marL="0" marR="0" indent="0" algn="l" rtl="0" fontAlgn="base">
                        <a:buNone/>
                      </a:pPr>
                      <a:r>
                        <a:rPr lang="en-US" sz="600" b="0" i="0">
                          <a:solidFill>
                            <a:srgbClr val="000000"/>
                          </a:solidFill>
                          <a:effectLst/>
                          <a:latin typeface="Arial"/>
                        </a:rPr>
                        <a:t>Hard block</a:t>
                      </a:r>
                      <a:endParaRPr lang="en-US"/>
                    </a:p>
                  </a:txBody>
                  <a:tcPr anchor="ctr">
                    <a:lnL w="16983" cap="flat" cmpd="sng" algn="ctr">
                      <a:solidFill>
                        <a:srgbClr val="000000"/>
                      </a:solidFill>
                      <a:prstDash val="solid"/>
                      <a:round/>
                      <a:headEnd type="none" w="med" len="med"/>
                      <a:tailEnd type="none" w="med" len="med"/>
                    </a:lnL>
                    <a:lnR w="16983" cap="flat" cmpd="sng" algn="ctr">
                      <a:solidFill>
                        <a:srgbClr val="000000"/>
                      </a:solidFill>
                      <a:prstDash val="solid"/>
                      <a:round/>
                      <a:headEnd type="none" w="med" len="med"/>
                      <a:tailEnd type="none" w="med" len="med"/>
                    </a:lnR>
                    <a:lnT w="16983" cap="flat" cmpd="sng" algn="ctr">
                      <a:solidFill>
                        <a:srgbClr val="000000"/>
                      </a:solidFill>
                      <a:prstDash val="solid"/>
                      <a:round/>
                      <a:headEnd type="none" w="med" len="med"/>
                      <a:tailEnd type="none" w="med" len="med"/>
                    </a:lnT>
                    <a:lnB w="16983" cap="flat" cmpd="sng" algn="ctr">
                      <a:solidFill>
                        <a:srgbClr val="000000"/>
                      </a:solidFill>
                      <a:prstDash val="solid"/>
                      <a:round/>
                      <a:headEnd type="none" w="med" len="med"/>
                      <a:tailEnd type="none" w="med" len="med"/>
                    </a:lnB>
                    <a:solidFill>
                      <a:srgbClr val="FFFFFF"/>
                    </a:solidFill>
                  </a:tcPr>
                </a:tc>
                <a:tc>
                  <a:txBody>
                    <a:bodyPr/>
                    <a:lstStyle/>
                    <a:p>
                      <a:pPr lvl="0" algn="ctr">
                        <a:lnSpc>
                          <a:spcPct val="100000"/>
                        </a:lnSpc>
                        <a:spcBef>
                          <a:spcPts val="0"/>
                        </a:spcBef>
                        <a:spcAft>
                          <a:spcPts val="0"/>
                        </a:spcAft>
                        <a:buNone/>
                      </a:pPr>
                      <a:r>
                        <a:rPr lang="en-US" sz="600" b="0" i="0" u="none" strike="noStrike" noProof="0">
                          <a:solidFill>
                            <a:srgbClr val="000000"/>
                          </a:solidFill>
                          <a:effectLst/>
                          <a:latin typeface="Arial"/>
                          <a:cs typeface="Arial"/>
                        </a:rPr>
                        <a:t>●</a:t>
                      </a:r>
                    </a:p>
                  </a:txBody>
                  <a:tcPr anchor="ctr">
                    <a:lnL w="16983">
                      <a:solidFill>
                        <a:srgbClr val="000000"/>
                      </a:solidFill>
                    </a:lnL>
                    <a:lnR w="16983">
                      <a:solidFill>
                        <a:srgbClr val="000000"/>
                      </a:solidFill>
                    </a:lnR>
                    <a:lnT w="16983">
                      <a:solidFill>
                        <a:srgbClr val="000000"/>
                      </a:solidFill>
                    </a:lnT>
                    <a:lnB w="16983">
                      <a:solidFill>
                        <a:srgbClr val="000000"/>
                      </a:solidFill>
                    </a:lnB>
                    <a:solidFill>
                      <a:srgbClr val="FFFFFF"/>
                    </a:solidFill>
                  </a:tcPr>
                </a:tc>
                <a:extLst>
                  <a:ext uri="{0D108BD9-81ED-4DB2-BD59-A6C34878D82A}">
                    <a16:rowId xmlns:a16="http://schemas.microsoft.com/office/drawing/2014/main" val="2031275678"/>
                  </a:ext>
                </a:extLst>
              </a:tr>
              <a:tr h="0">
                <a:tc>
                  <a:txBody>
                    <a:bodyPr/>
                    <a:lstStyle/>
                    <a:p>
                      <a:pPr marL="0" marR="0" indent="0" algn="l" rtl="0" fontAlgn="base">
                        <a:buNone/>
                      </a:pPr>
                      <a:r>
                        <a:rPr lang="en-US" sz="600" b="0" i="0">
                          <a:solidFill>
                            <a:srgbClr val="000000"/>
                          </a:solidFill>
                          <a:effectLst/>
                          <a:latin typeface="Arial"/>
                        </a:rPr>
                        <a:t>D3-04</a:t>
                      </a:r>
                      <a:endParaRPr lang="en-US"/>
                    </a:p>
                  </a:txBody>
                  <a:tcPr anchor="ctr">
                    <a:lnL w="16983" cap="flat" cmpd="sng" algn="ctr">
                      <a:solidFill>
                        <a:srgbClr val="000000"/>
                      </a:solidFill>
                      <a:prstDash val="solid"/>
                      <a:round/>
                      <a:headEnd type="none" w="med" len="med"/>
                      <a:tailEnd type="none" w="med" len="med"/>
                    </a:lnL>
                    <a:lnR w="16983" cap="flat" cmpd="sng" algn="ctr">
                      <a:solidFill>
                        <a:srgbClr val="000000"/>
                      </a:solidFill>
                      <a:prstDash val="solid"/>
                      <a:round/>
                      <a:headEnd type="none" w="med" len="med"/>
                      <a:tailEnd type="none" w="med" len="med"/>
                    </a:lnR>
                    <a:lnT w="16983" cap="flat" cmpd="sng" algn="ctr">
                      <a:solidFill>
                        <a:srgbClr val="000000"/>
                      </a:solidFill>
                      <a:prstDash val="solid"/>
                      <a:round/>
                      <a:headEnd type="none" w="med" len="med"/>
                      <a:tailEnd type="none" w="med" len="med"/>
                    </a:lnT>
                    <a:lnB w="16983" cap="flat" cmpd="sng" algn="ctr">
                      <a:solidFill>
                        <a:srgbClr val="000000"/>
                      </a:solidFill>
                      <a:prstDash val="solid"/>
                      <a:round/>
                      <a:headEnd type="none" w="med" len="med"/>
                      <a:tailEnd type="none" w="med" len="med"/>
                    </a:lnB>
                    <a:solidFill>
                      <a:srgbClr val="FFFFFF"/>
                    </a:solidFill>
                  </a:tcPr>
                </a:tc>
                <a:tc vMerge="1">
                  <a:txBody>
                    <a:bodyPr/>
                    <a:lstStyle/>
                    <a:p>
                      <a:endParaRPr lang="en-US"/>
                    </a:p>
                  </a:txBody>
                  <a:tcPr anchor="ctr">
                    <a:lnL w="16983" cap="flat" cmpd="sng" algn="ctr">
                      <a:solidFill>
                        <a:srgbClr val="000000"/>
                      </a:solidFill>
                      <a:prstDash val="solid"/>
                      <a:round/>
                      <a:headEnd type="none" w="med" len="med"/>
                      <a:tailEnd type="none" w="med" len="med"/>
                    </a:lnL>
                    <a:lnR w="16983" cap="flat" cmpd="sng" algn="ctr">
                      <a:solidFill>
                        <a:srgbClr val="000000"/>
                      </a:solidFill>
                      <a:prstDash val="solid"/>
                      <a:round/>
                      <a:headEnd type="none" w="med" len="med"/>
                      <a:tailEnd type="none" w="med" len="med"/>
                    </a:lnR>
                    <a:lnT w="16983" cap="flat" cmpd="sng" algn="ctr">
                      <a:solidFill>
                        <a:srgbClr val="000000"/>
                      </a:solidFill>
                      <a:prstDash val="solid"/>
                      <a:round/>
                      <a:headEnd type="none" w="med" len="med"/>
                      <a:tailEnd type="none" w="med" len="med"/>
                    </a:lnT>
                    <a:lnB w="16983" cap="flat" cmpd="sng" algn="ctr">
                      <a:solidFill>
                        <a:srgbClr val="000000"/>
                      </a:solidFill>
                      <a:prstDash val="solid"/>
                      <a:round/>
                      <a:headEnd type="none" w="med" len="med"/>
                      <a:tailEnd type="none" w="med" len="med"/>
                    </a:lnB>
                    <a:solidFill>
                      <a:srgbClr val="FFFFFF"/>
                    </a:solidFill>
                  </a:tcPr>
                </a:tc>
                <a:tc>
                  <a:txBody>
                    <a:bodyPr/>
                    <a:lstStyle/>
                    <a:p>
                      <a:pPr marL="0" marR="0" indent="0" algn="l" rtl="0" fontAlgn="base">
                        <a:buNone/>
                      </a:pPr>
                      <a:r>
                        <a:rPr lang="en-US" sz="600" b="0" i="0">
                          <a:solidFill>
                            <a:srgbClr val="000000"/>
                          </a:solidFill>
                          <a:effectLst/>
                          <a:latin typeface="Arial"/>
                        </a:rPr>
                        <a:t>Redact / mask, then allow</a:t>
                      </a:r>
                      <a:endParaRPr lang="en-US"/>
                    </a:p>
                  </a:txBody>
                  <a:tcPr anchor="ctr">
                    <a:lnL w="16983" cap="flat" cmpd="sng" algn="ctr">
                      <a:solidFill>
                        <a:srgbClr val="000000"/>
                      </a:solidFill>
                      <a:prstDash val="solid"/>
                      <a:round/>
                      <a:headEnd type="none" w="med" len="med"/>
                      <a:tailEnd type="none" w="med" len="med"/>
                    </a:lnL>
                    <a:lnR w="16983" cap="flat" cmpd="sng" algn="ctr">
                      <a:solidFill>
                        <a:srgbClr val="000000"/>
                      </a:solidFill>
                      <a:prstDash val="solid"/>
                      <a:round/>
                      <a:headEnd type="none" w="med" len="med"/>
                      <a:tailEnd type="none" w="med" len="med"/>
                    </a:lnR>
                    <a:lnT w="16983" cap="flat" cmpd="sng" algn="ctr">
                      <a:solidFill>
                        <a:srgbClr val="000000"/>
                      </a:solidFill>
                      <a:prstDash val="solid"/>
                      <a:round/>
                      <a:headEnd type="none" w="med" len="med"/>
                      <a:tailEnd type="none" w="med" len="med"/>
                    </a:lnT>
                    <a:lnB w="16983" cap="flat" cmpd="sng" algn="ctr">
                      <a:solidFill>
                        <a:srgbClr val="000000"/>
                      </a:solidFill>
                      <a:prstDash val="solid"/>
                      <a:round/>
                      <a:headEnd type="none" w="med" len="med"/>
                      <a:tailEnd type="none" w="med" len="med"/>
                    </a:lnB>
                    <a:solidFill>
                      <a:srgbClr val="FFFFFF"/>
                    </a:solidFill>
                  </a:tcPr>
                </a:tc>
                <a:tc>
                  <a:txBody>
                    <a:bodyPr/>
                    <a:lstStyle/>
                    <a:p>
                      <a:pPr marL="0" lvl="0" indent="0" algn="ctr">
                        <a:buNone/>
                      </a:pPr>
                      <a:endParaRPr lang="en-US" sz="600" b="0" i="0">
                        <a:solidFill>
                          <a:srgbClr val="000000"/>
                        </a:solidFill>
                        <a:effectLst/>
                        <a:latin typeface="Arial"/>
                      </a:endParaRPr>
                    </a:p>
                  </a:txBody>
                  <a:tcPr anchor="ctr">
                    <a:lnL w="16983">
                      <a:solidFill>
                        <a:srgbClr val="000000"/>
                      </a:solidFill>
                    </a:lnL>
                    <a:lnR w="16983">
                      <a:solidFill>
                        <a:srgbClr val="000000"/>
                      </a:solidFill>
                    </a:lnR>
                    <a:lnT w="16983">
                      <a:solidFill>
                        <a:srgbClr val="000000"/>
                      </a:solidFill>
                    </a:lnT>
                    <a:lnB w="16983">
                      <a:solidFill>
                        <a:srgbClr val="000000"/>
                      </a:solidFill>
                    </a:lnB>
                    <a:solidFill>
                      <a:srgbClr val="FFFFFF"/>
                    </a:solidFill>
                  </a:tcPr>
                </a:tc>
                <a:extLst>
                  <a:ext uri="{0D108BD9-81ED-4DB2-BD59-A6C34878D82A}">
                    <a16:rowId xmlns:a16="http://schemas.microsoft.com/office/drawing/2014/main" val="1948864080"/>
                  </a:ext>
                </a:extLst>
              </a:tr>
              <a:tr h="0">
                <a:tc>
                  <a:txBody>
                    <a:bodyPr/>
                    <a:lstStyle/>
                    <a:p>
                      <a:pPr marL="0" marR="0" indent="0" algn="l" rtl="0" fontAlgn="base">
                        <a:buNone/>
                      </a:pPr>
                      <a:r>
                        <a:rPr lang="en-US" sz="600" b="0" i="0">
                          <a:solidFill>
                            <a:srgbClr val="000000"/>
                          </a:solidFill>
                          <a:effectLst/>
                          <a:latin typeface="Arial"/>
                        </a:rPr>
                        <a:t>D3-05</a:t>
                      </a:r>
                      <a:endParaRPr lang="en-US"/>
                    </a:p>
                  </a:txBody>
                  <a:tcPr anchor="ctr">
                    <a:lnL w="16983" cap="flat" cmpd="sng" algn="ctr">
                      <a:solidFill>
                        <a:srgbClr val="000000"/>
                      </a:solidFill>
                      <a:prstDash val="solid"/>
                      <a:round/>
                      <a:headEnd type="none" w="med" len="med"/>
                      <a:tailEnd type="none" w="med" len="med"/>
                    </a:lnL>
                    <a:lnR w="16983" cap="flat" cmpd="sng" algn="ctr">
                      <a:solidFill>
                        <a:srgbClr val="000000"/>
                      </a:solidFill>
                      <a:prstDash val="solid"/>
                      <a:round/>
                      <a:headEnd type="none" w="med" len="med"/>
                      <a:tailEnd type="none" w="med" len="med"/>
                    </a:lnR>
                    <a:lnT w="16983" cap="flat" cmpd="sng" algn="ctr">
                      <a:solidFill>
                        <a:srgbClr val="000000"/>
                      </a:solidFill>
                      <a:prstDash val="solid"/>
                      <a:round/>
                      <a:headEnd type="none" w="med" len="med"/>
                      <a:tailEnd type="none" w="med" len="med"/>
                    </a:lnT>
                    <a:lnB w="16983" cap="flat" cmpd="sng" algn="ctr">
                      <a:solidFill>
                        <a:srgbClr val="000000"/>
                      </a:solidFill>
                      <a:prstDash val="solid"/>
                      <a:round/>
                      <a:headEnd type="none" w="med" len="med"/>
                      <a:tailEnd type="none" w="med" len="med"/>
                    </a:lnB>
                    <a:solidFill>
                      <a:srgbClr val="FFFFFF"/>
                    </a:solidFill>
                  </a:tcPr>
                </a:tc>
                <a:tc vMerge="1">
                  <a:txBody>
                    <a:bodyPr/>
                    <a:lstStyle/>
                    <a:p>
                      <a:endParaRPr lang="en-US"/>
                    </a:p>
                  </a:txBody>
                  <a:tcPr anchor="ctr">
                    <a:lnL w="16983" cap="flat" cmpd="sng" algn="ctr">
                      <a:solidFill>
                        <a:srgbClr val="000000"/>
                      </a:solidFill>
                      <a:prstDash val="solid"/>
                      <a:round/>
                      <a:headEnd type="none" w="med" len="med"/>
                      <a:tailEnd type="none" w="med" len="med"/>
                    </a:lnL>
                    <a:lnR w="16983" cap="flat" cmpd="sng" algn="ctr">
                      <a:solidFill>
                        <a:srgbClr val="000000"/>
                      </a:solidFill>
                      <a:prstDash val="solid"/>
                      <a:round/>
                      <a:headEnd type="none" w="med" len="med"/>
                      <a:tailEnd type="none" w="med" len="med"/>
                    </a:lnR>
                    <a:lnT w="16983" cap="flat" cmpd="sng" algn="ctr">
                      <a:solidFill>
                        <a:srgbClr val="000000"/>
                      </a:solidFill>
                      <a:prstDash val="solid"/>
                      <a:round/>
                      <a:headEnd type="none" w="med" len="med"/>
                      <a:tailEnd type="none" w="med" len="med"/>
                    </a:lnT>
                    <a:lnB w="16983" cap="flat" cmpd="sng" algn="ctr">
                      <a:solidFill>
                        <a:srgbClr val="000000"/>
                      </a:solidFill>
                      <a:prstDash val="solid"/>
                      <a:round/>
                      <a:headEnd type="none" w="med" len="med"/>
                      <a:tailEnd type="none" w="med" len="med"/>
                    </a:lnB>
                    <a:solidFill>
                      <a:srgbClr val="FFFFFF"/>
                    </a:solidFill>
                  </a:tcPr>
                </a:tc>
                <a:tc>
                  <a:txBody>
                    <a:bodyPr/>
                    <a:lstStyle/>
                    <a:p>
                      <a:pPr marL="0" marR="0" indent="0" algn="l" rtl="0" fontAlgn="base">
                        <a:buNone/>
                      </a:pPr>
                      <a:r>
                        <a:rPr lang="en-US" sz="600" b="0" i="0">
                          <a:solidFill>
                            <a:srgbClr val="000000"/>
                          </a:solidFill>
                          <a:effectLst/>
                          <a:latin typeface="Arial"/>
                        </a:rPr>
                        <a:t>Encrypt / DRM handoff</a:t>
                      </a:r>
                      <a:endParaRPr lang="en-US"/>
                    </a:p>
                  </a:txBody>
                  <a:tcPr anchor="ctr">
                    <a:lnL w="16983" cap="flat" cmpd="sng" algn="ctr">
                      <a:solidFill>
                        <a:srgbClr val="000000"/>
                      </a:solidFill>
                      <a:prstDash val="solid"/>
                      <a:round/>
                      <a:headEnd type="none" w="med" len="med"/>
                      <a:tailEnd type="none" w="med" len="med"/>
                    </a:lnL>
                    <a:lnR w="16983" cap="flat" cmpd="sng" algn="ctr">
                      <a:solidFill>
                        <a:srgbClr val="000000"/>
                      </a:solidFill>
                      <a:prstDash val="solid"/>
                      <a:round/>
                      <a:headEnd type="none" w="med" len="med"/>
                      <a:tailEnd type="none" w="med" len="med"/>
                    </a:lnR>
                    <a:lnT w="16983" cap="flat" cmpd="sng" algn="ctr">
                      <a:solidFill>
                        <a:srgbClr val="000000"/>
                      </a:solidFill>
                      <a:prstDash val="solid"/>
                      <a:round/>
                      <a:headEnd type="none" w="med" len="med"/>
                      <a:tailEnd type="none" w="med" len="med"/>
                    </a:lnT>
                    <a:lnB w="16983" cap="flat" cmpd="sng" algn="ctr">
                      <a:solidFill>
                        <a:srgbClr val="000000"/>
                      </a:solidFill>
                      <a:prstDash val="solid"/>
                      <a:round/>
                      <a:headEnd type="none" w="med" len="med"/>
                      <a:tailEnd type="none" w="med" len="med"/>
                    </a:lnB>
                    <a:solidFill>
                      <a:srgbClr val="FFFFFF"/>
                    </a:solidFill>
                  </a:tcPr>
                </a:tc>
                <a:tc>
                  <a:txBody>
                    <a:bodyPr/>
                    <a:lstStyle/>
                    <a:p>
                      <a:pPr marL="0" lvl="0" indent="0" algn="ctr">
                        <a:buNone/>
                      </a:pPr>
                      <a:endParaRPr lang="en-US" sz="600" b="0" i="0">
                        <a:solidFill>
                          <a:srgbClr val="000000"/>
                        </a:solidFill>
                        <a:effectLst/>
                        <a:latin typeface="Arial"/>
                      </a:endParaRPr>
                    </a:p>
                  </a:txBody>
                  <a:tcPr anchor="ctr">
                    <a:lnL w="16983">
                      <a:solidFill>
                        <a:srgbClr val="000000"/>
                      </a:solidFill>
                    </a:lnL>
                    <a:lnR w="16983">
                      <a:solidFill>
                        <a:srgbClr val="000000"/>
                      </a:solidFill>
                    </a:lnR>
                    <a:lnT w="16983">
                      <a:solidFill>
                        <a:srgbClr val="000000"/>
                      </a:solidFill>
                    </a:lnT>
                    <a:lnB w="16983">
                      <a:solidFill>
                        <a:srgbClr val="000000"/>
                      </a:solidFill>
                    </a:lnB>
                    <a:solidFill>
                      <a:srgbClr val="FFFFFF"/>
                    </a:solidFill>
                  </a:tcPr>
                </a:tc>
                <a:extLst>
                  <a:ext uri="{0D108BD9-81ED-4DB2-BD59-A6C34878D82A}">
                    <a16:rowId xmlns:a16="http://schemas.microsoft.com/office/drawing/2014/main" val="3686966444"/>
                  </a:ext>
                </a:extLst>
              </a:tr>
              <a:tr h="0">
                <a:tc>
                  <a:txBody>
                    <a:bodyPr/>
                    <a:lstStyle/>
                    <a:p>
                      <a:pPr marL="0" marR="0" indent="0" algn="l" rtl="0" fontAlgn="base">
                        <a:buNone/>
                      </a:pPr>
                      <a:r>
                        <a:rPr lang="en-US" sz="600" b="0" i="0">
                          <a:solidFill>
                            <a:srgbClr val="000000"/>
                          </a:solidFill>
                          <a:effectLst/>
                          <a:latin typeface="Arial"/>
                        </a:rPr>
                        <a:t>D3-06</a:t>
                      </a:r>
                      <a:endParaRPr lang="en-US"/>
                    </a:p>
                  </a:txBody>
                  <a:tcPr anchor="ctr">
                    <a:lnL w="16983" cap="flat" cmpd="sng" algn="ctr">
                      <a:solidFill>
                        <a:srgbClr val="000000"/>
                      </a:solidFill>
                      <a:prstDash val="solid"/>
                      <a:round/>
                      <a:headEnd type="none" w="med" len="med"/>
                      <a:tailEnd type="none" w="med" len="med"/>
                    </a:lnL>
                    <a:lnR w="16983" cap="flat" cmpd="sng" algn="ctr">
                      <a:solidFill>
                        <a:srgbClr val="000000"/>
                      </a:solidFill>
                      <a:prstDash val="solid"/>
                      <a:round/>
                      <a:headEnd type="none" w="med" len="med"/>
                      <a:tailEnd type="none" w="med" len="med"/>
                    </a:lnR>
                    <a:lnT w="16983" cap="flat" cmpd="sng" algn="ctr">
                      <a:solidFill>
                        <a:srgbClr val="000000"/>
                      </a:solidFill>
                      <a:prstDash val="solid"/>
                      <a:round/>
                      <a:headEnd type="none" w="med" len="med"/>
                      <a:tailEnd type="none" w="med" len="med"/>
                    </a:lnT>
                    <a:lnB w="16983" cap="flat" cmpd="sng" algn="ctr">
                      <a:solidFill>
                        <a:srgbClr val="000000"/>
                      </a:solidFill>
                      <a:prstDash val="solid"/>
                      <a:round/>
                      <a:headEnd type="none" w="med" len="med"/>
                      <a:tailEnd type="none" w="med" len="med"/>
                    </a:lnB>
                    <a:solidFill>
                      <a:srgbClr val="FFFFFF"/>
                    </a:solidFill>
                  </a:tcPr>
                </a:tc>
                <a:tc vMerge="1">
                  <a:txBody>
                    <a:bodyPr/>
                    <a:lstStyle/>
                    <a:p>
                      <a:endParaRPr lang="en-US"/>
                    </a:p>
                  </a:txBody>
                  <a:tcPr anchor="ctr">
                    <a:lnL w="16983" cap="flat" cmpd="sng" algn="ctr">
                      <a:solidFill>
                        <a:srgbClr val="000000"/>
                      </a:solidFill>
                      <a:prstDash val="solid"/>
                      <a:round/>
                      <a:headEnd type="none" w="med" len="med"/>
                      <a:tailEnd type="none" w="med" len="med"/>
                    </a:lnL>
                    <a:lnR w="16983" cap="flat" cmpd="sng" algn="ctr">
                      <a:solidFill>
                        <a:srgbClr val="000000"/>
                      </a:solidFill>
                      <a:prstDash val="solid"/>
                      <a:round/>
                      <a:headEnd type="none" w="med" len="med"/>
                      <a:tailEnd type="none" w="med" len="med"/>
                    </a:lnR>
                    <a:lnT w="16983" cap="flat" cmpd="sng" algn="ctr">
                      <a:solidFill>
                        <a:srgbClr val="000000"/>
                      </a:solidFill>
                      <a:prstDash val="solid"/>
                      <a:round/>
                      <a:headEnd type="none" w="med" len="med"/>
                      <a:tailEnd type="none" w="med" len="med"/>
                    </a:lnT>
                    <a:lnB w="16983" cap="flat" cmpd="sng" algn="ctr">
                      <a:solidFill>
                        <a:srgbClr val="000000"/>
                      </a:solidFill>
                      <a:prstDash val="solid"/>
                      <a:round/>
                      <a:headEnd type="none" w="med" len="med"/>
                      <a:tailEnd type="none" w="med" len="med"/>
                    </a:lnB>
                    <a:solidFill>
                      <a:srgbClr val="FFFFFF"/>
                    </a:solidFill>
                  </a:tcPr>
                </a:tc>
                <a:tc>
                  <a:txBody>
                    <a:bodyPr/>
                    <a:lstStyle/>
                    <a:p>
                      <a:pPr marL="0" marR="0" indent="0" algn="l" rtl="0" fontAlgn="base">
                        <a:buNone/>
                      </a:pPr>
                      <a:r>
                        <a:rPr lang="en-US" sz="600" b="0" i="0">
                          <a:solidFill>
                            <a:srgbClr val="000000"/>
                          </a:solidFill>
                          <a:effectLst/>
                          <a:latin typeface="Arial"/>
                        </a:rPr>
                        <a:t>Approval workflow</a:t>
                      </a:r>
                      <a:endParaRPr lang="en-US"/>
                    </a:p>
                  </a:txBody>
                  <a:tcPr anchor="ctr">
                    <a:lnL w="16983" cap="flat" cmpd="sng" algn="ctr">
                      <a:solidFill>
                        <a:srgbClr val="000000"/>
                      </a:solidFill>
                      <a:prstDash val="solid"/>
                      <a:round/>
                      <a:headEnd type="none" w="med" len="med"/>
                      <a:tailEnd type="none" w="med" len="med"/>
                    </a:lnL>
                    <a:lnR w="16983" cap="flat" cmpd="sng" algn="ctr">
                      <a:solidFill>
                        <a:srgbClr val="000000"/>
                      </a:solidFill>
                      <a:prstDash val="solid"/>
                      <a:round/>
                      <a:headEnd type="none" w="med" len="med"/>
                      <a:tailEnd type="none" w="med" len="med"/>
                    </a:lnR>
                    <a:lnT w="16983" cap="flat" cmpd="sng" algn="ctr">
                      <a:solidFill>
                        <a:srgbClr val="000000"/>
                      </a:solidFill>
                      <a:prstDash val="solid"/>
                      <a:round/>
                      <a:headEnd type="none" w="med" len="med"/>
                      <a:tailEnd type="none" w="med" len="med"/>
                    </a:lnT>
                    <a:lnB w="16983" cap="flat" cmpd="sng" algn="ctr">
                      <a:solidFill>
                        <a:srgbClr val="000000"/>
                      </a:solidFill>
                      <a:prstDash val="solid"/>
                      <a:round/>
                      <a:headEnd type="none" w="med" len="med"/>
                      <a:tailEnd type="none" w="med" len="med"/>
                    </a:lnB>
                    <a:solidFill>
                      <a:srgbClr val="FFFFFF"/>
                    </a:solidFill>
                  </a:tcPr>
                </a:tc>
                <a:tc>
                  <a:txBody>
                    <a:bodyPr/>
                    <a:lstStyle/>
                    <a:p>
                      <a:pPr marL="0" lvl="0" indent="0" algn="ctr">
                        <a:buNone/>
                      </a:pPr>
                      <a:endParaRPr lang="en-US" sz="600" b="0" i="0">
                        <a:solidFill>
                          <a:srgbClr val="000000"/>
                        </a:solidFill>
                        <a:effectLst/>
                        <a:latin typeface="Arial"/>
                      </a:endParaRPr>
                    </a:p>
                  </a:txBody>
                  <a:tcPr anchor="ctr">
                    <a:lnL w="16983">
                      <a:solidFill>
                        <a:srgbClr val="000000"/>
                      </a:solidFill>
                    </a:lnL>
                    <a:lnR w="16983">
                      <a:solidFill>
                        <a:srgbClr val="000000"/>
                      </a:solidFill>
                    </a:lnR>
                    <a:lnT w="16983">
                      <a:solidFill>
                        <a:srgbClr val="000000"/>
                      </a:solidFill>
                    </a:lnT>
                    <a:lnB w="16983">
                      <a:solidFill>
                        <a:srgbClr val="000000"/>
                      </a:solidFill>
                    </a:lnB>
                    <a:solidFill>
                      <a:srgbClr val="FFFFFF"/>
                    </a:solidFill>
                  </a:tcPr>
                </a:tc>
                <a:extLst>
                  <a:ext uri="{0D108BD9-81ED-4DB2-BD59-A6C34878D82A}">
                    <a16:rowId xmlns:a16="http://schemas.microsoft.com/office/drawing/2014/main" val="1657876546"/>
                  </a:ext>
                </a:extLst>
              </a:tr>
              <a:tr h="0">
                <a:tc>
                  <a:txBody>
                    <a:bodyPr/>
                    <a:lstStyle/>
                    <a:p>
                      <a:pPr marL="0" marR="0" indent="0" algn="l" rtl="0" fontAlgn="base">
                        <a:buNone/>
                      </a:pPr>
                      <a:r>
                        <a:rPr lang="en-US" sz="600" b="0" i="0">
                          <a:solidFill>
                            <a:srgbClr val="000000"/>
                          </a:solidFill>
                          <a:effectLst/>
                          <a:latin typeface="Arial"/>
                        </a:rPr>
                        <a:t>D3-07</a:t>
                      </a:r>
                      <a:endParaRPr lang="en-US"/>
                    </a:p>
                  </a:txBody>
                  <a:tcPr anchor="ctr">
                    <a:lnL w="16983" cap="flat" cmpd="sng" algn="ctr">
                      <a:solidFill>
                        <a:srgbClr val="000000"/>
                      </a:solidFill>
                      <a:prstDash val="solid"/>
                      <a:round/>
                      <a:headEnd type="none" w="med" len="med"/>
                      <a:tailEnd type="none" w="med" len="med"/>
                    </a:lnL>
                    <a:lnR w="16983" cap="flat" cmpd="sng" algn="ctr">
                      <a:solidFill>
                        <a:srgbClr val="000000"/>
                      </a:solidFill>
                      <a:prstDash val="solid"/>
                      <a:round/>
                      <a:headEnd type="none" w="med" len="med"/>
                      <a:tailEnd type="none" w="med" len="med"/>
                    </a:lnR>
                    <a:lnT w="16983" cap="flat" cmpd="sng" algn="ctr">
                      <a:solidFill>
                        <a:srgbClr val="000000"/>
                      </a:solidFill>
                      <a:prstDash val="solid"/>
                      <a:round/>
                      <a:headEnd type="none" w="med" len="med"/>
                      <a:tailEnd type="none" w="med" len="med"/>
                    </a:lnT>
                    <a:lnB w="16983" cap="flat" cmpd="sng" algn="ctr">
                      <a:solidFill>
                        <a:srgbClr val="000000"/>
                      </a:solidFill>
                      <a:prstDash val="solid"/>
                      <a:round/>
                      <a:headEnd type="none" w="med" len="med"/>
                      <a:tailEnd type="none" w="med" len="med"/>
                    </a:lnB>
                    <a:solidFill>
                      <a:srgbClr val="FFFFFF"/>
                    </a:solidFill>
                  </a:tcPr>
                </a:tc>
                <a:tc vMerge="1">
                  <a:txBody>
                    <a:bodyPr/>
                    <a:lstStyle/>
                    <a:p>
                      <a:endParaRPr lang="en-US"/>
                    </a:p>
                  </a:txBody>
                  <a:tcPr anchor="ctr">
                    <a:lnL w="16983" cap="flat" cmpd="sng" algn="ctr">
                      <a:solidFill>
                        <a:srgbClr val="000000"/>
                      </a:solidFill>
                      <a:prstDash val="solid"/>
                      <a:round/>
                      <a:headEnd type="none" w="med" len="med"/>
                      <a:tailEnd type="none" w="med" len="med"/>
                    </a:lnL>
                    <a:lnR w="16983" cap="flat" cmpd="sng" algn="ctr">
                      <a:solidFill>
                        <a:srgbClr val="000000"/>
                      </a:solidFill>
                      <a:prstDash val="solid"/>
                      <a:round/>
                      <a:headEnd type="none" w="med" len="med"/>
                      <a:tailEnd type="none" w="med" len="med"/>
                    </a:lnR>
                    <a:lnT w="16983" cap="flat" cmpd="sng" algn="ctr">
                      <a:solidFill>
                        <a:srgbClr val="000000"/>
                      </a:solidFill>
                      <a:prstDash val="solid"/>
                      <a:round/>
                      <a:headEnd type="none" w="med" len="med"/>
                      <a:tailEnd type="none" w="med" len="med"/>
                    </a:lnT>
                    <a:lnB w="16983" cap="flat" cmpd="sng" algn="ctr">
                      <a:solidFill>
                        <a:srgbClr val="000000"/>
                      </a:solidFill>
                      <a:prstDash val="solid"/>
                      <a:round/>
                      <a:headEnd type="none" w="med" len="med"/>
                      <a:tailEnd type="none" w="med" len="med"/>
                    </a:lnB>
                    <a:solidFill>
                      <a:srgbClr val="FFFFFF"/>
                    </a:solidFill>
                  </a:tcPr>
                </a:tc>
                <a:tc>
                  <a:txBody>
                    <a:bodyPr/>
                    <a:lstStyle/>
                    <a:p>
                      <a:pPr marL="0" marR="0" indent="0" algn="l" rtl="0" fontAlgn="base">
                        <a:buNone/>
                      </a:pPr>
                      <a:r>
                        <a:rPr lang="en-US" sz="600" b="0" i="0">
                          <a:solidFill>
                            <a:srgbClr val="000000"/>
                          </a:solidFill>
                          <a:effectLst/>
                          <a:latin typeface="Arial"/>
                        </a:rPr>
                        <a:t>Original (shadow) copy retained</a:t>
                      </a:r>
                      <a:endParaRPr lang="en-US"/>
                    </a:p>
                  </a:txBody>
                  <a:tcPr anchor="ctr">
                    <a:lnL w="16983" cap="flat" cmpd="sng" algn="ctr">
                      <a:solidFill>
                        <a:srgbClr val="000000"/>
                      </a:solidFill>
                      <a:prstDash val="solid"/>
                      <a:round/>
                      <a:headEnd type="none" w="med" len="med"/>
                      <a:tailEnd type="none" w="med" len="med"/>
                    </a:lnL>
                    <a:lnR w="16983" cap="flat" cmpd="sng" algn="ctr">
                      <a:solidFill>
                        <a:srgbClr val="000000"/>
                      </a:solidFill>
                      <a:prstDash val="solid"/>
                      <a:round/>
                      <a:headEnd type="none" w="med" len="med"/>
                      <a:tailEnd type="none" w="med" len="med"/>
                    </a:lnR>
                    <a:lnT w="16983" cap="flat" cmpd="sng" algn="ctr">
                      <a:solidFill>
                        <a:srgbClr val="000000"/>
                      </a:solidFill>
                      <a:prstDash val="solid"/>
                      <a:round/>
                      <a:headEnd type="none" w="med" len="med"/>
                      <a:tailEnd type="none" w="med" len="med"/>
                    </a:lnT>
                    <a:lnB w="16983" cap="flat" cmpd="sng" algn="ctr">
                      <a:solidFill>
                        <a:srgbClr val="000000"/>
                      </a:solidFill>
                      <a:prstDash val="solid"/>
                      <a:round/>
                      <a:headEnd type="none" w="med" len="med"/>
                      <a:tailEnd type="none" w="med" len="med"/>
                    </a:lnB>
                    <a:solidFill>
                      <a:srgbClr val="FFFFFF"/>
                    </a:solidFill>
                  </a:tcPr>
                </a:tc>
                <a:tc>
                  <a:txBody>
                    <a:bodyPr/>
                    <a:lstStyle/>
                    <a:p>
                      <a:pPr marL="0" lvl="0" indent="0" algn="ctr">
                        <a:buNone/>
                      </a:pPr>
                      <a:r>
                        <a:rPr lang="en-US" sz="600" b="0" i="0" u="none" strike="noStrike" baseline="0" noProof="0">
                          <a:solidFill>
                            <a:srgbClr val="000000"/>
                          </a:solidFill>
                          <a:effectLst/>
                          <a:latin typeface="Arial"/>
                          <a:cs typeface="Arial"/>
                        </a:rPr>
                        <a:t>◐</a:t>
                      </a:r>
                      <a:endParaRPr lang="en-US"/>
                    </a:p>
                  </a:txBody>
                  <a:tcPr anchor="ctr">
                    <a:lnL w="16983">
                      <a:solidFill>
                        <a:srgbClr val="000000"/>
                      </a:solidFill>
                    </a:lnL>
                    <a:lnR w="16983">
                      <a:solidFill>
                        <a:srgbClr val="000000"/>
                      </a:solidFill>
                    </a:lnR>
                    <a:lnT w="16983">
                      <a:solidFill>
                        <a:srgbClr val="000000"/>
                      </a:solidFill>
                    </a:lnT>
                    <a:lnB w="16983">
                      <a:solidFill>
                        <a:srgbClr val="000000"/>
                      </a:solidFill>
                    </a:lnB>
                    <a:solidFill>
                      <a:srgbClr val="FFFFFF"/>
                    </a:solidFill>
                  </a:tcPr>
                </a:tc>
                <a:extLst>
                  <a:ext uri="{0D108BD9-81ED-4DB2-BD59-A6C34878D82A}">
                    <a16:rowId xmlns:a16="http://schemas.microsoft.com/office/drawing/2014/main" val="890279144"/>
                  </a:ext>
                </a:extLst>
              </a:tr>
              <a:tr h="0">
                <a:tc>
                  <a:txBody>
                    <a:bodyPr/>
                    <a:lstStyle/>
                    <a:p>
                      <a:pPr marL="0" marR="0" indent="0" algn="l" rtl="0" fontAlgn="base">
                        <a:buNone/>
                      </a:pPr>
                      <a:r>
                        <a:rPr lang="en-US" sz="600" b="0" i="0">
                          <a:solidFill>
                            <a:srgbClr val="000000"/>
                          </a:solidFill>
                          <a:effectLst/>
                          <a:latin typeface="Arial"/>
                        </a:rPr>
                        <a:t>D3-08</a:t>
                      </a:r>
                      <a:endParaRPr lang="en-US"/>
                    </a:p>
                  </a:txBody>
                  <a:tcPr anchor="ctr">
                    <a:lnL w="16983" cap="flat" cmpd="sng" algn="ctr">
                      <a:solidFill>
                        <a:srgbClr val="000000"/>
                      </a:solidFill>
                      <a:prstDash val="solid"/>
                      <a:round/>
                      <a:headEnd type="none" w="med" len="med"/>
                      <a:tailEnd type="none" w="med" len="med"/>
                    </a:lnL>
                    <a:lnR w="16983" cap="flat" cmpd="sng" algn="ctr">
                      <a:solidFill>
                        <a:srgbClr val="000000"/>
                      </a:solidFill>
                      <a:prstDash val="solid"/>
                      <a:round/>
                      <a:headEnd type="none" w="med" len="med"/>
                      <a:tailEnd type="none" w="med" len="med"/>
                    </a:lnR>
                    <a:lnT w="16983" cap="flat" cmpd="sng" algn="ctr">
                      <a:solidFill>
                        <a:srgbClr val="000000"/>
                      </a:solidFill>
                      <a:prstDash val="solid"/>
                      <a:round/>
                      <a:headEnd type="none" w="med" len="med"/>
                      <a:tailEnd type="none" w="med" len="med"/>
                    </a:lnT>
                    <a:lnB w="16983" cap="flat" cmpd="sng" algn="ctr">
                      <a:solidFill>
                        <a:srgbClr val="000000"/>
                      </a:solidFill>
                      <a:prstDash val="solid"/>
                      <a:round/>
                      <a:headEnd type="none" w="med" len="med"/>
                      <a:tailEnd type="none" w="med" len="med"/>
                    </a:lnB>
                    <a:solidFill>
                      <a:srgbClr val="FFFFFF"/>
                    </a:solidFill>
                  </a:tcPr>
                </a:tc>
                <a:tc vMerge="1">
                  <a:txBody>
                    <a:bodyPr/>
                    <a:lstStyle/>
                    <a:p>
                      <a:endParaRPr lang="en-US"/>
                    </a:p>
                  </a:txBody>
                  <a:tcPr anchor="ctr">
                    <a:lnL w="16983" cap="flat" cmpd="sng" algn="ctr">
                      <a:solidFill>
                        <a:srgbClr val="000000"/>
                      </a:solidFill>
                      <a:prstDash val="solid"/>
                      <a:round/>
                      <a:headEnd type="none" w="med" len="med"/>
                      <a:tailEnd type="none" w="med" len="med"/>
                    </a:lnL>
                    <a:lnR w="16983" cap="flat" cmpd="sng" algn="ctr">
                      <a:solidFill>
                        <a:srgbClr val="000000"/>
                      </a:solidFill>
                      <a:prstDash val="solid"/>
                      <a:round/>
                      <a:headEnd type="none" w="med" len="med"/>
                      <a:tailEnd type="none" w="med" len="med"/>
                    </a:lnR>
                    <a:lnT w="16983" cap="flat" cmpd="sng" algn="ctr">
                      <a:solidFill>
                        <a:srgbClr val="000000"/>
                      </a:solidFill>
                      <a:prstDash val="solid"/>
                      <a:round/>
                      <a:headEnd type="none" w="med" len="med"/>
                      <a:tailEnd type="none" w="med" len="med"/>
                    </a:lnT>
                    <a:lnB w="16983" cap="flat" cmpd="sng" algn="ctr">
                      <a:solidFill>
                        <a:srgbClr val="000000"/>
                      </a:solidFill>
                      <a:prstDash val="solid"/>
                      <a:round/>
                      <a:headEnd type="none" w="med" len="med"/>
                      <a:tailEnd type="none" w="med" len="med"/>
                    </a:lnB>
                    <a:solidFill>
                      <a:srgbClr val="FFFFFF"/>
                    </a:solidFill>
                  </a:tcPr>
                </a:tc>
                <a:tc>
                  <a:txBody>
                    <a:bodyPr/>
                    <a:lstStyle/>
                    <a:p>
                      <a:pPr marL="0" marR="0" indent="0" algn="l" rtl="0" fontAlgn="base">
                        <a:buNone/>
                      </a:pPr>
                      <a:r>
                        <a:rPr lang="en-US" sz="600" b="0" i="0">
                          <a:solidFill>
                            <a:srgbClr val="000000"/>
                          </a:solidFill>
                          <a:effectLst/>
                          <a:latin typeface="Arial"/>
                        </a:rPr>
                        <a:t>Watermark (print / screen)</a:t>
                      </a:r>
                      <a:endParaRPr lang="en-US"/>
                    </a:p>
                  </a:txBody>
                  <a:tcPr anchor="ctr">
                    <a:lnL w="16983" cap="flat" cmpd="sng" algn="ctr">
                      <a:solidFill>
                        <a:srgbClr val="000000"/>
                      </a:solidFill>
                      <a:prstDash val="solid"/>
                      <a:round/>
                      <a:headEnd type="none" w="med" len="med"/>
                      <a:tailEnd type="none" w="med" len="med"/>
                    </a:lnL>
                    <a:lnR w="16983" cap="flat" cmpd="sng" algn="ctr">
                      <a:solidFill>
                        <a:srgbClr val="000000"/>
                      </a:solidFill>
                      <a:prstDash val="solid"/>
                      <a:round/>
                      <a:headEnd type="none" w="med" len="med"/>
                      <a:tailEnd type="none" w="med" len="med"/>
                    </a:lnR>
                    <a:lnT w="16983" cap="flat" cmpd="sng" algn="ctr">
                      <a:solidFill>
                        <a:srgbClr val="000000"/>
                      </a:solidFill>
                      <a:prstDash val="solid"/>
                      <a:round/>
                      <a:headEnd type="none" w="med" len="med"/>
                      <a:tailEnd type="none" w="med" len="med"/>
                    </a:lnT>
                    <a:lnB w="16983" cap="flat" cmpd="sng" algn="ctr">
                      <a:solidFill>
                        <a:srgbClr val="000000"/>
                      </a:solidFill>
                      <a:prstDash val="solid"/>
                      <a:round/>
                      <a:headEnd type="none" w="med" len="med"/>
                      <a:tailEnd type="none" w="med" len="med"/>
                    </a:lnB>
                    <a:solidFill>
                      <a:srgbClr val="FFFFFF"/>
                    </a:solidFill>
                  </a:tcPr>
                </a:tc>
                <a:tc>
                  <a:txBody>
                    <a:bodyPr/>
                    <a:lstStyle/>
                    <a:p>
                      <a:pPr marL="0" lvl="0" indent="0" algn="ctr">
                        <a:buNone/>
                      </a:pPr>
                      <a:endParaRPr lang="en-US" sz="600" b="0" i="0">
                        <a:solidFill>
                          <a:srgbClr val="000000"/>
                        </a:solidFill>
                        <a:effectLst/>
                        <a:latin typeface="Arial"/>
                      </a:endParaRPr>
                    </a:p>
                  </a:txBody>
                  <a:tcPr anchor="ctr">
                    <a:lnL w="16983">
                      <a:solidFill>
                        <a:srgbClr val="000000"/>
                      </a:solidFill>
                    </a:lnL>
                    <a:lnR w="16983">
                      <a:solidFill>
                        <a:srgbClr val="000000"/>
                      </a:solidFill>
                    </a:lnR>
                    <a:lnT w="16983">
                      <a:solidFill>
                        <a:srgbClr val="000000"/>
                      </a:solidFill>
                    </a:lnT>
                    <a:lnB w="16983">
                      <a:solidFill>
                        <a:srgbClr val="000000"/>
                      </a:solidFill>
                    </a:lnB>
                    <a:solidFill>
                      <a:srgbClr val="FFFFFF"/>
                    </a:solidFill>
                  </a:tcPr>
                </a:tc>
                <a:extLst>
                  <a:ext uri="{0D108BD9-81ED-4DB2-BD59-A6C34878D82A}">
                    <a16:rowId xmlns:a16="http://schemas.microsoft.com/office/drawing/2014/main" val="3385069840"/>
                  </a:ext>
                </a:extLst>
              </a:tr>
              <a:tr h="0">
                <a:tc>
                  <a:txBody>
                    <a:bodyPr/>
                    <a:lstStyle/>
                    <a:p>
                      <a:pPr marL="0" marR="0" indent="0" algn="l" rtl="0" fontAlgn="base">
                        <a:buNone/>
                      </a:pPr>
                      <a:r>
                        <a:rPr lang="en-US" sz="600" b="0" i="0">
                          <a:solidFill>
                            <a:srgbClr val="000000"/>
                          </a:solidFill>
                          <a:effectLst/>
                          <a:latin typeface="Arial"/>
                        </a:rPr>
                        <a:t>D3-09</a:t>
                      </a:r>
                      <a:endParaRPr lang="en-US"/>
                    </a:p>
                  </a:txBody>
                  <a:tcPr anchor="ctr">
                    <a:lnL w="16983" cap="flat" cmpd="sng" algn="ctr">
                      <a:solidFill>
                        <a:srgbClr val="000000"/>
                      </a:solidFill>
                      <a:prstDash val="solid"/>
                      <a:round/>
                      <a:headEnd type="none" w="med" len="med"/>
                      <a:tailEnd type="none" w="med" len="med"/>
                    </a:lnL>
                    <a:lnR w="16983" cap="flat" cmpd="sng" algn="ctr">
                      <a:solidFill>
                        <a:srgbClr val="000000"/>
                      </a:solidFill>
                      <a:prstDash val="solid"/>
                      <a:round/>
                      <a:headEnd type="none" w="med" len="med"/>
                      <a:tailEnd type="none" w="med" len="med"/>
                    </a:lnR>
                    <a:lnT w="16983" cap="flat" cmpd="sng" algn="ctr">
                      <a:solidFill>
                        <a:srgbClr val="000000"/>
                      </a:solidFill>
                      <a:prstDash val="solid"/>
                      <a:round/>
                      <a:headEnd type="none" w="med" len="med"/>
                      <a:tailEnd type="none" w="med" len="med"/>
                    </a:lnT>
                    <a:lnB w="16983" cap="flat" cmpd="sng" algn="ctr">
                      <a:solidFill>
                        <a:srgbClr val="000000"/>
                      </a:solidFill>
                      <a:prstDash val="solid"/>
                      <a:round/>
                      <a:headEnd type="none" w="med" len="med"/>
                      <a:tailEnd type="none" w="med" len="med"/>
                    </a:lnB>
                    <a:solidFill>
                      <a:schemeClr val="bg1"/>
                    </a:solidFill>
                  </a:tcPr>
                </a:tc>
                <a:tc vMerge="1">
                  <a:txBody>
                    <a:bodyPr/>
                    <a:lstStyle/>
                    <a:p>
                      <a:endParaRPr lang="en-US"/>
                    </a:p>
                  </a:txBody>
                  <a:tcPr anchor="ctr">
                    <a:lnL w="16983" cap="flat" cmpd="sng" algn="ctr">
                      <a:solidFill>
                        <a:srgbClr val="000000"/>
                      </a:solidFill>
                      <a:prstDash val="solid"/>
                      <a:round/>
                      <a:headEnd type="none" w="med" len="med"/>
                      <a:tailEnd type="none" w="med" len="med"/>
                    </a:lnL>
                    <a:lnR w="16983" cap="flat" cmpd="sng" algn="ctr">
                      <a:solidFill>
                        <a:srgbClr val="000000"/>
                      </a:solidFill>
                      <a:prstDash val="solid"/>
                      <a:round/>
                      <a:headEnd type="none" w="med" len="med"/>
                      <a:tailEnd type="none" w="med" len="med"/>
                    </a:lnR>
                    <a:lnT w="16983" cap="flat" cmpd="sng" algn="ctr">
                      <a:solidFill>
                        <a:srgbClr val="000000"/>
                      </a:solidFill>
                      <a:prstDash val="solid"/>
                      <a:round/>
                      <a:headEnd type="none" w="med" len="med"/>
                      <a:tailEnd type="none" w="med" len="med"/>
                    </a:lnT>
                    <a:lnB w="16983" cap="flat" cmpd="sng" algn="ctr">
                      <a:solidFill>
                        <a:srgbClr val="000000"/>
                      </a:solidFill>
                      <a:prstDash val="solid"/>
                      <a:round/>
                      <a:headEnd type="none" w="med" len="med"/>
                      <a:tailEnd type="none" w="med" len="med"/>
                    </a:lnB>
                    <a:solidFill>
                      <a:schemeClr val="bg1"/>
                    </a:solidFill>
                  </a:tcPr>
                </a:tc>
                <a:tc>
                  <a:txBody>
                    <a:bodyPr/>
                    <a:lstStyle/>
                    <a:p>
                      <a:pPr marL="0" marR="0" indent="0" algn="l" rtl="0" fontAlgn="base">
                        <a:buNone/>
                      </a:pPr>
                      <a:r>
                        <a:rPr lang="en-US" sz="600" b="0" i="0">
                          <a:solidFill>
                            <a:srgbClr val="000000"/>
                          </a:solidFill>
                          <a:effectLst/>
                          <a:latin typeface="Arial"/>
                        </a:rPr>
                        <a:t>At-rest remediation (delete / quarantine / retention)</a:t>
                      </a:r>
                      <a:endParaRPr lang="en-US"/>
                    </a:p>
                  </a:txBody>
                  <a:tcPr anchor="ctr">
                    <a:lnL w="16983" cap="flat" cmpd="sng" algn="ctr">
                      <a:solidFill>
                        <a:srgbClr val="000000"/>
                      </a:solidFill>
                      <a:prstDash val="solid"/>
                      <a:round/>
                      <a:headEnd type="none" w="med" len="med"/>
                      <a:tailEnd type="none" w="med" len="med"/>
                    </a:lnL>
                    <a:lnR w="16983" cap="flat" cmpd="sng" algn="ctr">
                      <a:solidFill>
                        <a:srgbClr val="000000"/>
                      </a:solidFill>
                      <a:prstDash val="solid"/>
                      <a:round/>
                      <a:headEnd type="none" w="med" len="med"/>
                      <a:tailEnd type="none" w="med" len="med"/>
                    </a:lnR>
                    <a:lnT w="16983" cap="flat" cmpd="sng" algn="ctr">
                      <a:solidFill>
                        <a:srgbClr val="000000"/>
                      </a:solidFill>
                      <a:prstDash val="solid"/>
                      <a:round/>
                      <a:headEnd type="none" w="med" len="med"/>
                      <a:tailEnd type="none" w="med" len="med"/>
                    </a:lnT>
                    <a:lnB w="16983" cap="flat" cmpd="sng" algn="ctr">
                      <a:solidFill>
                        <a:srgbClr val="000000"/>
                      </a:solidFill>
                      <a:prstDash val="solid"/>
                      <a:round/>
                      <a:headEnd type="none" w="med" len="med"/>
                      <a:tailEnd type="none" w="med" len="med"/>
                    </a:lnB>
                    <a:solidFill>
                      <a:schemeClr val="bg1"/>
                    </a:solidFill>
                  </a:tcPr>
                </a:tc>
                <a:tc>
                  <a:txBody>
                    <a:bodyPr/>
                    <a:lstStyle/>
                    <a:p>
                      <a:pPr marL="0" lvl="0" indent="0" algn="ctr">
                        <a:buNone/>
                      </a:pPr>
                      <a:endParaRPr lang="en-US" sz="600" b="0" i="0">
                        <a:solidFill>
                          <a:srgbClr val="000000"/>
                        </a:solidFill>
                        <a:effectLst/>
                        <a:latin typeface="Arial"/>
                      </a:endParaRPr>
                    </a:p>
                  </a:txBody>
                  <a:tcPr anchor="ctr">
                    <a:lnL w="16983">
                      <a:solidFill>
                        <a:srgbClr val="000000"/>
                      </a:solidFill>
                    </a:lnL>
                    <a:lnR w="16983">
                      <a:solidFill>
                        <a:srgbClr val="000000"/>
                      </a:solidFill>
                    </a:lnR>
                    <a:lnT w="16983">
                      <a:solidFill>
                        <a:srgbClr val="000000"/>
                      </a:solidFill>
                    </a:lnT>
                    <a:lnB w="16983">
                      <a:solidFill>
                        <a:srgbClr val="000000"/>
                      </a:solidFill>
                    </a:lnB>
                    <a:solidFill>
                      <a:schemeClr val="bg1"/>
                    </a:solidFill>
                  </a:tcPr>
                </a:tc>
                <a:extLst>
                  <a:ext uri="{0D108BD9-81ED-4DB2-BD59-A6C34878D82A}">
                    <a16:rowId xmlns:a16="http://schemas.microsoft.com/office/drawing/2014/main" val="1540756716"/>
                  </a:ext>
                </a:extLst>
              </a:tr>
              <a:tr h="190500">
                <a:tc>
                  <a:txBody>
                    <a:bodyPr/>
                    <a:lstStyle/>
                    <a:p>
                      <a:pPr marL="0" marR="0" indent="0" algn="ctr" rtl="0" fontAlgn="base">
                        <a:buNone/>
                      </a:pPr>
                      <a:r>
                        <a:rPr lang="en-US" sz="600" b="1" i="0">
                          <a:solidFill>
                            <a:srgbClr val="000000"/>
                          </a:solidFill>
                          <a:effectLst/>
                          <a:latin typeface="Arial"/>
                        </a:rPr>
                        <a:t>D4</a:t>
                      </a:r>
                    </a:p>
                  </a:txBody>
                  <a:tcPr anchor="ctr">
                    <a:lnL w="16983" cap="flat" cmpd="sng" algn="ctr">
                      <a:solidFill>
                        <a:srgbClr val="000000"/>
                      </a:solidFill>
                      <a:prstDash val="solid"/>
                      <a:round/>
                      <a:headEnd type="none" w="med" len="med"/>
                      <a:tailEnd type="none" w="med" len="med"/>
                    </a:lnL>
                    <a:lnR w="16983" cap="flat" cmpd="sng" algn="ctr">
                      <a:solidFill>
                        <a:srgbClr val="000000"/>
                      </a:solidFill>
                      <a:prstDash val="solid"/>
                      <a:round/>
                      <a:headEnd type="none" w="med" len="med"/>
                      <a:tailEnd type="none" w="med" len="med"/>
                    </a:lnR>
                    <a:lnT w="16983" cap="flat" cmpd="sng" algn="ctr">
                      <a:solidFill>
                        <a:srgbClr val="000000"/>
                      </a:solidFill>
                      <a:prstDash val="solid"/>
                      <a:round/>
                      <a:headEnd type="none" w="med" len="med"/>
                      <a:tailEnd type="none" w="med" len="med"/>
                    </a:lnT>
                    <a:lnB w="16983" cap="flat" cmpd="sng" algn="ctr">
                      <a:solidFill>
                        <a:srgbClr val="000000"/>
                      </a:solidFill>
                      <a:prstDash val="solid"/>
                      <a:round/>
                      <a:headEnd type="none" w="med" len="med"/>
                      <a:tailEnd type="none" w="med" len="med"/>
                    </a:lnB>
                    <a:solidFill>
                      <a:schemeClr val="accent5">
                        <a:lumMod val="20000"/>
                        <a:lumOff val="80000"/>
                      </a:schemeClr>
                    </a:solidFill>
                  </a:tcPr>
                </a:tc>
                <a:tc gridSpan="2">
                  <a:txBody>
                    <a:bodyPr/>
                    <a:lstStyle/>
                    <a:p>
                      <a:pPr marL="0" marR="0" indent="0" algn="ctr" rtl="0" fontAlgn="base">
                        <a:buNone/>
                      </a:pPr>
                      <a:r>
                        <a:rPr lang="en-US" sz="600" b="1" i="0">
                          <a:solidFill>
                            <a:srgbClr val="000000"/>
                          </a:solidFill>
                          <a:effectLst/>
                          <a:latin typeface="Arial"/>
                        </a:rPr>
                        <a:t>AI-specific</a:t>
                      </a:r>
                    </a:p>
                  </a:txBody>
                  <a:tcPr anchor="ctr">
                    <a:lnL w="16983" cap="flat" cmpd="sng" algn="ctr">
                      <a:solidFill>
                        <a:srgbClr val="000000"/>
                      </a:solidFill>
                      <a:prstDash val="solid"/>
                      <a:round/>
                      <a:headEnd type="none" w="med" len="med"/>
                      <a:tailEnd type="none" w="med" len="med"/>
                    </a:lnL>
                    <a:lnR w="16983" cap="flat" cmpd="sng" algn="ctr">
                      <a:solidFill>
                        <a:srgbClr val="000000"/>
                      </a:solidFill>
                      <a:prstDash val="solid"/>
                      <a:round/>
                      <a:headEnd type="none" w="med" len="med"/>
                      <a:tailEnd type="none" w="med" len="med"/>
                    </a:lnR>
                    <a:lnT w="16983" cap="flat" cmpd="sng" algn="ctr">
                      <a:solidFill>
                        <a:srgbClr val="000000"/>
                      </a:solidFill>
                      <a:prstDash val="solid"/>
                      <a:round/>
                      <a:headEnd type="none" w="med" len="med"/>
                      <a:tailEnd type="none" w="med" len="med"/>
                    </a:lnT>
                    <a:lnB w="16983" cap="flat" cmpd="sng" algn="ctr">
                      <a:solidFill>
                        <a:srgbClr val="000000"/>
                      </a:solidFill>
                      <a:prstDash val="solid"/>
                      <a:round/>
                      <a:headEnd type="none" w="med" len="med"/>
                      <a:tailEnd type="none" w="med" len="med"/>
                    </a:lnB>
                    <a:solidFill>
                      <a:schemeClr val="accent5">
                        <a:lumMod val="20000"/>
                        <a:lumOff val="80000"/>
                      </a:schemeClr>
                    </a:solidFill>
                  </a:tcPr>
                </a:tc>
                <a:tc hMerge="1">
                  <a:txBody>
                    <a:bodyPr/>
                    <a:lstStyle/>
                    <a:p>
                      <a:endParaRPr lang="en-US"/>
                    </a:p>
                  </a:txBody>
                  <a:tcPr anchor="ctr">
                    <a:lnL w="16983" cap="flat" cmpd="sng" algn="ctr">
                      <a:solidFill>
                        <a:srgbClr val="000000"/>
                      </a:solidFill>
                      <a:prstDash val="solid"/>
                      <a:round/>
                      <a:headEnd type="none" w="med" len="med"/>
                      <a:tailEnd type="none" w="med" len="med"/>
                    </a:lnL>
                    <a:lnR w="16983" cap="flat" cmpd="sng" algn="ctr">
                      <a:solidFill>
                        <a:srgbClr val="000000"/>
                      </a:solidFill>
                      <a:prstDash val="solid"/>
                      <a:round/>
                      <a:headEnd type="none" w="med" len="med"/>
                      <a:tailEnd type="none" w="med" len="med"/>
                    </a:lnR>
                    <a:lnT w="16983" cap="flat" cmpd="sng" algn="ctr">
                      <a:solidFill>
                        <a:srgbClr val="000000"/>
                      </a:solidFill>
                      <a:prstDash val="solid"/>
                      <a:round/>
                      <a:headEnd type="none" w="med" len="med"/>
                      <a:tailEnd type="none" w="med" len="med"/>
                    </a:lnT>
                    <a:lnB w="16983" cap="flat" cmpd="sng" algn="ctr">
                      <a:solidFill>
                        <a:srgbClr val="000000"/>
                      </a:solidFill>
                      <a:prstDash val="solid"/>
                      <a:round/>
                      <a:headEnd type="none" w="med" len="med"/>
                      <a:tailEnd type="none" w="med" len="med"/>
                    </a:lnB>
                    <a:solidFill>
                      <a:schemeClr val="accent5">
                        <a:lumMod val="20000"/>
                        <a:lumOff val="80000"/>
                      </a:schemeClr>
                    </a:solidFill>
                  </a:tcPr>
                </a:tc>
                <a:tc>
                  <a:txBody>
                    <a:bodyPr/>
                    <a:lstStyle/>
                    <a:p>
                      <a:pPr marL="0" lvl="0" indent="0" algn="ctr">
                        <a:buNone/>
                      </a:pPr>
                      <a:endParaRPr lang="en-US" sz="600" b="1" i="0">
                        <a:solidFill>
                          <a:srgbClr val="000000"/>
                        </a:solidFill>
                        <a:effectLst/>
                        <a:latin typeface="Arial"/>
                      </a:endParaRPr>
                    </a:p>
                  </a:txBody>
                  <a:tcPr anchor="ctr">
                    <a:lnL w="16983">
                      <a:solidFill>
                        <a:srgbClr val="000000"/>
                      </a:solidFill>
                    </a:lnL>
                    <a:lnR w="16983">
                      <a:solidFill>
                        <a:srgbClr val="000000"/>
                      </a:solidFill>
                    </a:lnR>
                    <a:lnT w="16983">
                      <a:solidFill>
                        <a:srgbClr val="000000"/>
                      </a:solidFill>
                    </a:lnT>
                    <a:lnB w="16983">
                      <a:solidFill>
                        <a:srgbClr val="000000"/>
                      </a:solidFill>
                    </a:lnB>
                    <a:solidFill>
                      <a:schemeClr val="accent5">
                        <a:lumMod val="20000"/>
                        <a:lumOff val="80000"/>
                      </a:schemeClr>
                    </a:solidFill>
                  </a:tcPr>
                </a:tc>
                <a:extLst>
                  <a:ext uri="{0D108BD9-81ED-4DB2-BD59-A6C34878D82A}">
                    <a16:rowId xmlns:a16="http://schemas.microsoft.com/office/drawing/2014/main" val="3220569188"/>
                  </a:ext>
                </a:extLst>
              </a:tr>
              <a:tr h="0">
                <a:tc>
                  <a:txBody>
                    <a:bodyPr/>
                    <a:lstStyle/>
                    <a:p>
                      <a:pPr marL="0" marR="0" indent="0" algn="l" rtl="0" fontAlgn="base">
                        <a:buNone/>
                      </a:pPr>
                      <a:r>
                        <a:rPr lang="en-US" sz="600" b="0" i="0">
                          <a:solidFill>
                            <a:srgbClr val="000000"/>
                          </a:solidFill>
                          <a:effectLst/>
                          <a:latin typeface="Arial"/>
                        </a:rPr>
                        <a:t>D4-01</a:t>
                      </a:r>
                    </a:p>
                  </a:txBody>
                  <a:tcPr anchor="ctr">
                    <a:lnL w="16983" cap="flat" cmpd="sng" algn="ctr">
                      <a:solidFill>
                        <a:srgbClr val="000000"/>
                      </a:solidFill>
                      <a:prstDash val="solid"/>
                      <a:round/>
                      <a:headEnd type="none" w="med" len="med"/>
                      <a:tailEnd type="none" w="med" len="med"/>
                    </a:lnL>
                    <a:lnR w="16983" cap="flat" cmpd="sng" algn="ctr">
                      <a:solidFill>
                        <a:srgbClr val="000000"/>
                      </a:solidFill>
                      <a:prstDash val="solid"/>
                      <a:round/>
                      <a:headEnd type="none" w="med" len="med"/>
                      <a:tailEnd type="none" w="med" len="med"/>
                    </a:lnR>
                    <a:lnT w="16983" cap="flat" cmpd="sng" algn="ctr">
                      <a:solidFill>
                        <a:srgbClr val="000000"/>
                      </a:solidFill>
                      <a:prstDash val="solid"/>
                      <a:round/>
                      <a:headEnd type="none" w="med" len="med"/>
                      <a:tailEnd type="none" w="med" len="med"/>
                    </a:lnT>
                    <a:lnB w="16983" cap="flat" cmpd="sng" algn="ctr">
                      <a:solidFill>
                        <a:srgbClr val="000000"/>
                      </a:solidFill>
                      <a:prstDash val="solid"/>
                      <a:round/>
                      <a:headEnd type="none" w="med" len="med"/>
                      <a:tailEnd type="none" w="med" len="med"/>
                    </a:lnB>
                    <a:solidFill>
                      <a:srgbClr val="FFFFFF"/>
                    </a:solidFill>
                  </a:tcPr>
                </a:tc>
                <a:tc rowSpan="10">
                  <a:txBody>
                    <a:bodyPr/>
                    <a:lstStyle/>
                    <a:p>
                      <a:pPr marL="0" marR="0" indent="0" algn="ctr" rtl="0" fontAlgn="base">
                        <a:buNone/>
                      </a:pPr>
                      <a:r>
                        <a:rPr lang="en-US" sz="600" b="0" i="0">
                          <a:solidFill>
                            <a:srgbClr val="000000"/>
                          </a:solidFill>
                          <a:effectLst/>
                          <a:latin typeface="Arial"/>
                        </a:rPr>
                        <a:t>AI-specific</a:t>
                      </a:r>
                    </a:p>
                  </a:txBody>
                  <a:tcPr anchor="ctr">
                    <a:lnL w="16983" cap="flat" cmpd="sng" algn="ctr">
                      <a:solidFill>
                        <a:srgbClr val="000000"/>
                      </a:solidFill>
                      <a:prstDash val="solid"/>
                      <a:round/>
                      <a:headEnd type="none" w="med" len="med"/>
                      <a:tailEnd type="none" w="med" len="med"/>
                    </a:lnL>
                    <a:lnR w="16983" cap="flat" cmpd="sng" algn="ctr">
                      <a:solidFill>
                        <a:srgbClr val="000000"/>
                      </a:solidFill>
                      <a:prstDash val="solid"/>
                      <a:round/>
                      <a:headEnd type="none" w="med" len="med"/>
                      <a:tailEnd type="none" w="med" len="med"/>
                    </a:lnR>
                    <a:lnT w="16983" cap="flat" cmpd="sng" algn="ctr">
                      <a:solidFill>
                        <a:srgbClr val="000000"/>
                      </a:solidFill>
                      <a:prstDash val="solid"/>
                      <a:round/>
                      <a:headEnd type="none" w="med" len="med"/>
                      <a:tailEnd type="none" w="med" len="med"/>
                    </a:lnT>
                    <a:lnB w="16983" cap="flat" cmpd="sng" algn="ctr">
                      <a:solidFill>
                        <a:srgbClr val="000000"/>
                      </a:solidFill>
                      <a:prstDash val="solid"/>
                      <a:round/>
                      <a:headEnd type="none" w="med" len="med"/>
                      <a:tailEnd type="none" w="med" len="med"/>
                    </a:lnB>
                    <a:solidFill>
                      <a:srgbClr val="FFFFFF"/>
                    </a:solidFill>
                  </a:tcPr>
                </a:tc>
                <a:tc>
                  <a:txBody>
                    <a:bodyPr/>
                    <a:lstStyle/>
                    <a:p>
                      <a:pPr marL="0" marR="0" indent="0" algn="l" rtl="0" fontAlgn="base">
                        <a:buNone/>
                      </a:pPr>
                      <a:r>
                        <a:rPr lang="en-US" sz="600" b="0" i="0">
                          <a:solidFill>
                            <a:srgbClr val="000000"/>
                          </a:solidFill>
                          <a:effectLst/>
                          <a:latin typeface="Arial"/>
                        </a:rPr>
                        <a:t>Typed-prompt text inspection</a:t>
                      </a:r>
                    </a:p>
                  </a:txBody>
                  <a:tcPr anchor="ctr">
                    <a:lnL w="16983" cap="flat" cmpd="sng" algn="ctr">
                      <a:solidFill>
                        <a:srgbClr val="000000"/>
                      </a:solidFill>
                      <a:prstDash val="solid"/>
                      <a:round/>
                      <a:headEnd type="none" w="med" len="med"/>
                      <a:tailEnd type="none" w="med" len="med"/>
                    </a:lnL>
                    <a:lnR w="16983" cap="flat" cmpd="sng" algn="ctr">
                      <a:solidFill>
                        <a:srgbClr val="000000"/>
                      </a:solidFill>
                      <a:prstDash val="solid"/>
                      <a:round/>
                      <a:headEnd type="none" w="med" len="med"/>
                      <a:tailEnd type="none" w="med" len="med"/>
                    </a:lnR>
                    <a:lnT w="16983" cap="flat" cmpd="sng" algn="ctr">
                      <a:solidFill>
                        <a:srgbClr val="000000"/>
                      </a:solidFill>
                      <a:prstDash val="solid"/>
                      <a:round/>
                      <a:headEnd type="none" w="med" len="med"/>
                      <a:tailEnd type="none" w="med" len="med"/>
                    </a:lnT>
                    <a:lnB w="16983" cap="flat" cmpd="sng" algn="ctr">
                      <a:solidFill>
                        <a:srgbClr val="000000"/>
                      </a:solidFill>
                      <a:prstDash val="solid"/>
                      <a:round/>
                      <a:headEnd type="none" w="med" len="med"/>
                      <a:tailEnd type="none" w="med" len="med"/>
                    </a:lnB>
                    <a:solidFill>
                      <a:srgbClr val="FFFFFF"/>
                    </a:solidFill>
                  </a:tcPr>
                </a:tc>
                <a:tc>
                  <a:txBody>
                    <a:bodyPr/>
                    <a:lstStyle/>
                    <a:p>
                      <a:pPr lvl="0" algn="ctr">
                        <a:lnSpc>
                          <a:spcPct val="100000"/>
                        </a:lnSpc>
                        <a:spcBef>
                          <a:spcPts val="0"/>
                        </a:spcBef>
                        <a:spcAft>
                          <a:spcPts val="0"/>
                        </a:spcAft>
                        <a:buNone/>
                      </a:pPr>
                      <a:r>
                        <a:rPr lang="en-US" sz="600" b="0" i="0" u="none" strike="noStrike" noProof="0">
                          <a:solidFill>
                            <a:srgbClr val="000000"/>
                          </a:solidFill>
                          <a:effectLst/>
                          <a:latin typeface="Arial"/>
                          <a:cs typeface="Arial"/>
                        </a:rPr>
                        <a:t>●</a:t>
                      </a:r>
                    </a:p>
                  </a:txBody>
                  <a:tcPr anchor="ctr">
                    <a:lnL w="16983">
                      <a:solidFill>
                        <a:srgbClr val="000000"/>
                      </a:solidFill>
                    </a:lnL>
                    <a:lnR w="16983">
                      <a:solidFill>
                        <a:srgbClr val="000000"/>
                      </a:solidFill>
                    </a:lnR>
                    <a:lnT w="16983">
                      <a:solidFill>
                        <a:srgbClr val="000000"/>
                      </a:solidFill>
                    </a:lnT>
                    <a:lnB w="16983">
                      <a:solidFill>
                        <a:srgbClr val="000000"/>
                      </a:solidFill>
                    </a:lnB>
                    <a:solidFill>
                      <a:srgbClr val="FFFFFF"/>
                    </a:solidFill>
                  </a:tcPr>
                </a:tc>
                <a:extLst>
                  <a:ext uri="{0D108BD9-81ED-4DB2-BD59-A6C34878D82A}">
                    <a16:rowId xmlns:a16="http://schemas.microsoft.com/office/drawing/2014/main" val="938398346"/>
                  </a:ext>
                </a:extLst>
              </a:tr>
              <a:tr h="0">
                <a:tc>
                  <a:txBody>
                    <a:bodyPr/>
                    <a:lstStyle/>
                    <a:p>
                      <a:pPr marL="0" marR="0" indent="0" algn="l" rtl="0" fontAlgn="base">
                        <a:buNone/>
                      </a:pPr>
                      <a:r>
                        <a:rPr lang="en-US" sz="600" b="0" i="0">
                          <a:solidFill>
                            <a:srgbClr val="000000"/>
                          </a:solidFill>
                          <a:effectLst/>
                          <a:latin typeface="Arial"/>
                        </a:rPr>
                        <a:t>D4-02</a:t>
                      </a:r>
                    </a:p>
                  </a:txBody>
                  <a:tcPr anchor="ctr">
                    <a:lnL w="16983" cap="flat" cmpd="sng" algn="ctr">
                      <a:solidFill>
                        <a:srgbClr val="000000"/>
                      </a:solidFill>
                      <a:prstDash val="solid"/>
                      <a:round/>
                      <a:headEnd type="none" w="med" len="med"/>
                      <a:tailEnd type="none" w="med" len="med"/>
                    </a:lnL>
                    <a:lnR w="16983" cap="flat" cmpd="sng" algn="ctr">
                      <a:solidFill>
                        <a:srgbClr val="000000"/>
                      </a:solidFill>
                      <a:prstDash val="solid"/>
                      <a:round/>
                      <a:headEnd type="none" w="med" len="med"/>
                      <a:tailEnd type="none" w="med" len="med"/>
                    </a:lnR>
                    <a:lnT w="16983" cap="flat" cmpd="sng" algn="ctr">
                      <a:solidFill>
                        <a:srgbClr val="000000"/>
                      </a:solidFill>
                      <a:prstDash val="solid"/>
                      <a:round/>
                      <a:headEnd type="none" w="med" len="med"/>
                      <a:tailEnd type="none" w="med" len="med"/>
                    </a:lnT>
                    <a:lnB w="16983" cap="flat" cmpd="sng" algn="ctr">
                      <a:solidFill>
                        <a:srgbClr val="000000"/>
                      </a:solidFill>
                      <a:prstDash val="solid"/>
                      <a:round/>
                      <a:headEnd type="none" w="med" len="med"/>
                      <a:tailEnd type="none" w="med" len="med"/>
                    </a:lnB>
                    <a:solidFill>
                      <a:srgbClr val="FFFFFF"/>
                    </a:solidFill>
                  </a:tcPr>
                </a:tc>
                <a:tc vMerge="1">
                  <a:txBody>
                    <a:bodyPr/>
                    <a:lstStyle/>
                    <a:p>
                      <a:endParaRPr lang="en-US"/>
                    </a:p>
                  </a:txBody>
                  <a:tcPr anchor="ctr">
                    <a:lnL w="16983" cap="flat" cmpd="sng" algn="ctr">
                      <a:solidFill>
                        <a:srgbClr val="000000"/>
                      </a:solidFill>
                      <a:prstDash val="solid"/>
                      <a:round/>
                      <a:headEnd type="none" w="med" len="med"/>
                      <a:tailEnd type="none" w="med" len="med"/>
                    </a:lnL>
                    <a:lnR w="16983" cap="flat" cmpd="sng" algn="ctr">
                      <a:solidFill>
                        <a:srgbClr val="000000"/>
                      </a:solidFill>
                      <a:prstDash val="solid"/>
                      <a:round/>
                      <a:headEnd type="none" w="med" len="med"/>
                      <a:tailEnd type="none" w="med" len="med"/>
                    </a:lnR>
                    <a:lnT w="16983" cap="flat" cmpd="sng" algn="ctr">
                      <a:solidFill>
                        <a:srgbClr val="000000"/>
                      </a:solidFill>
                      <a:prstDash val="solid"/>
                      <a:round/>
                      <a:headEnd type="none" w="med" len="med"/>
                      <a:tailEnd type="none" w="med" len="med"/>
                    </a:lnT>
                    <a:lnB w="16983" cap="flat" cmpd="sng" algn="ctr">
                      <a:solidFill>
                        <a:srgbClr val="000000"/>
                      </a:solidFill>
                      <a:prstDash val="solid"/>
                      <a:round/>
                      <a:headEnd type="none" w="med" len="med"/>
                      <a:tailEnd type="none" w="med" len="med"/>
                    </a:lnB>
                    <a:solidFill>
                      <a:srgbClr val="FFFFFF"/>
                    </a:solidFill>
                  </a:tcPr>
                </a:tc>
                <a:tc>
                  <a:txBody>
                    <a:bodyPr/>
                    <a:lstStyle/>
                    <a:p>
                      <a:pPr marL="0" marR="0" indent="0" algn="l" rtl="0" fontAlgn="base">
                        <a:buNone/>
                      </a:pPr>
                      <a:r>
                        <a:rPr lang="en-US" sz="600" b="0" i="0">
                          <a:solidFill>
                            <a:srgbClr val="000000"/>
                          </a:solidFill>
                          <a:effectLst/>
                          <a:latin typeface="Arial"/>
                        </a:rPr>
                        <a:t>Attachment / image inspection on AI upload</a:t>
                      </a:r>
                    </a:p>
                  </a:txBody>
                  <a:tcPr anchor="ctr">
                    <a:lnL w="16983" cap="flat" cmpd="sng" algn="ctr">
                      <a:solidFill>
                        <a:srgbClr val="000000"/>
                      </a:solidFill>
                      <a:prstDash val="solid"/>
                      <a:round/>
                      <a:headEnd type="none" w="med" len="med"/>
                      <a:tailEnd type="none" w="med" len="med"/>
                    </a:lnL>
                    <a:lnR w="16983" cap="flat" cmpd="sng" algn="ctr">
                      <a:solidFill>
                        <a:srgbClr val="000000"/>
                      </a:solidFill>
                      <a:prstDash val="solid"/>
                      <a:round/>
                      <a:headEnd type="none" w="med" len="med"/>
                      <a:tailEnd type="none" w="med" len="med"/>
                    </a:lnR>
                    <a:lnT w="16983" cap="flat" cmpd="sng" algn="ctr">
                      <a:solidFill>
                        <a:srgbClr val="000000"/>
                      </a:solidFill>
                      <a:prstDash val="solid"/>
                      <a:round/>
                      <a:headEnd type="none" w="med" len="med"/>
                      <a:tailEnd type="none" w="med" len="med"/>
                    </a:lnT>
                    <a:lnB w="16983" cap="flat" cmpd="sng" algn="ctr">
                      <a:solidFill>
                        <a:srgbClr val="000000"/>
                      </a:solidFill>
                      <a:prstDash val="solid"/>
                      <a:round/>
                      <a:headEnd type="none" w="med" len="med"/>
                      <a:tailEnd type="none" w="med" len="med"/>
                    </a:lnB>
                    <a:solidFill>
                      <a:srgbClr val="FFFFFF"/>
                    </a:solidFill>
                  </a:tcPr>
                </a:tc>
                <a:tc>
                  <a:txBody>
                    <a:bodyPr/>
                    <a:lstStyle/>
                    <a:p>
                      <a:pPr marL="0" lvl="0" indent="0" algn="ctr">
                        <a:buNone/>
                      </a:pPr>
                      <a:endParaRPr lang="en-US" sz="600" b="0" i="0">
                        <a:solidFill>
                          <a:srgbClr val="000000"/>
                        </a:solidFill>
                        <a:effectLst/>
                        <a:latin typeface="Arial"/>
                      </a:endParaRPr>
                    </a:p>
                  </a:txBody>
                  <a:tcPr anchor="ctr">
                    <a:lnL w="16983">
                      <a:solidFill>
                        <a:srgbClr val="000000"/>
                      </a:solidFill>
                    </a:lnL>
                    <a:lnR w="16983">
                      <a:solidFill>
                        <a:srgbClr val="000000"/>
                      </a:solidFill>
                    </a:lnR>
                    <a:lnT w="16983">
                      <a:solidFill>
                        <a:srgbClr val="000000"/>
                      </a:solidFill>
                    </a:lnT>
                    <a:lnB w="16983">
                      <a:solidFill>
                        <a:srgbClr val="000000"/>
                      </a:solidFill>
                    </a:lnB>
                    <a:solidFill>
                      <a:srgbClr val="FFFFFF"/>
                    </a:solidFill>
                  </a:tcPr>
                </a:tc>
                <a:extLst>
                  <a:ext uri="{0D108BD9-81ED-4DB2-BD59-A6C34878D82A}">
                    <a16:rowId xmlns:a16="http://schemas.microsoft.com/office/drawing/2014/main" val="2156700342"/>
                  </a:ext>
                </a:extLst>
              </a:tr>
              <a:tr h="0">
                <a:tc>
                  <a:txBody>
                    <a:bodyPr/>
                    <a:lstStyle/>
                    <a:p>
                      <a:pPr marL="0" marR="0" indent="0" algn="l" rtl="0" fontAlgn="base">
                        <a:buNone/>
                      </a:pPr>
                      <a:r>
                        <a:rPr lang="en-US" sz="600" b="0" i="0">
                          <a:solidFill>
                            <a:srgbClr val="000000"/>
                          </a:solidFill>
                          <a:effectLst/>
                          <a:latin typeface="Arial"/>
                        </a:rPr>
                        <a:t>D4-03</a:t>
                      </a:r>
                    </a:p>
                  </a:txBody>
                  <a:tcPr anchor="ctr">
                    <a:lnL w="16983" cap="flat" cmpd="sng" algn="ctr">
                      <a:solidFill>
                        <a:srgbClr val="000000"/>
                      </a:solidFill>
                      <a:prstDash val="solid"/>
                      <a:round/>
                      <a:headEnd type="none" w="med" len="med"/>
                      <a:tailEnd type="none" w="med" len="med"/>
                    </a:lnL>
                    <a:lnR w="16983" cap="flat" cmpd="sng" algn="ctr">
                      <a:solidFill>
                        <a:srgbClr val="000000"/>
                      </a:solidFill>
                      <a:prstDash val="solid"/>
                      <a:round/>
                      <a:headEnd type="none" w="med" len="med"/>
                      <a:tailEnd type="none" w="med" len="med"/>
                    </a:lnR>
                    <a:lnT w="16983" cap="flat" cmpd="sng" algn="ctr">
                      <a:solidFill>
                        <a:srgbClr val="000000"/>
                      </a:solidFill>
                      <a:prstDash val="solid"/>
                      <a:round/>
                      <a:headEnd type="none" w="med" len="med"/>
                      <a:tailEnd type="none" w="med" len="med"/>
                    </a:lnT>
                    <a:lnB w="16983" cap="flat" cmpd="sng" algn="ctr">
                      <a:solidFill>
                        <a:srgbClr val="000000"/>
                      </a:solidFill>
                      <a:prstDash val="solid"/>
                      <a:round/>
                      <a:headEnd type="none" w="med" len="med"/>
                      <a:tailEnd type="none" w="med" len="med"/>
                    </a:lnB>
                    <a:solidFill>
                      <a:srgbClr val="FFFFFF"/>
                    </a:solidFill>
                  </a:tcPr>
                </a:tc>
                <a:tc vMerge="1">
                  <a:txBody>
                    <a:bodyPr/>
                    <a:lstStyle/>
                    <a:p>
                      <a:endParaRPr lang="en-US"/>
                    </a:p>
                  </a:txBody>
                  <a:tcPr anchor="ctr">
                    <a:lnL w="16983" cap="flat" cmpd="sng" algn="ctr">
                      <a:solidFill>
                        <a:srgbClr val="000000"/>
                      </a:solidFill>
                      <a:prstDash val="solid"/>
                      <a:round/>
                      <a:headEnd type="none" w="med" len="med"/>
                      <a:tailEnd type="none" w="med" len="med"/>
                    </a:lnL>
                    <a:lnR w="16983" cap="flat" cmpd="sng" algn="ctr">
                      <a:solidFill>
                        <a:srgbClr val="000000"/>
                      </a:solidFill>
                      <a:prstDash val="solid"/>
                      <a:round/>
                      <a:headEnd type="none" w="med" len="med"/>
                      <a:tailEnd type="none" w="med" len="med"/>
                    </a:lnR>
                    <a:lnT w="16983" cap="flat" cmpd="sng" algn="ctr">
                      <a:solidFill>
                        <a:srgbClr val="000000"/>
                      </a:solidFill>
                      <a:prstDash val="solid"/>
                      <a:round/>
                      <a:headEnd type="none" w="med" len="med"/>
                      <a:tailEnd type="none" w="med" len="med"/>
                    </a:lnT>
                    <a:lnB w="16983" cap="flat" cmpd="sng" algn="ctr">
                      <a:solidFill>
                        <a:srgbClr val="000000"/>
                      </a:solidFill>
                      <a:prstDash val="solid"/>
                      <a:round/>
                      <a:headEnd type="none" w="med" len="med"/>
                      <a:tailEnd type="none" w="med" len="med"/>
                    </a:lnB>
                    <a:solidFill>
                      <a:srgbClr val="FFFFFF"/>
                    </a:solidFill>
                  </a:tcPr>
                </a:tc>
                <a:tc>
                  <a:txBody>
                    <a:bodyPr/>
                    <a:lstStyle/>
                    <a:p>
                      <a:pPr marL="0" marR="0" indent="0" algn="l" rtl="0" fontAlgn="base">
                        <a:buNone/>
                      </a:pPr>
                      <a:r>
                        <a:rPr lang="en-US" sz="600" b="0" i="0">
                          <a:solidFill>
                            <a:srgbClr val="000000"/>
                          </a:solidFill>
                          <a:effectLst/>
                          <a:latin typeface="Arial"/>
                        </a:rPr>
                        <a:t>Response-side inspection &amp; filtering -- </a:t>
                      </a:r>
                      <a:r>
                        <a:rPr lang="ko-KR" altLang="en-US" sz="600" b="0" i="0">
                          <a:solidFill>
                            <a:srgbClr val="000000"/>
                          </a:solidFill>
                          <a:effectLst/>
                          <a:latin typeface="Arial"/>
                        </a:rPr>
                        <a:t>개발</a:t>
                      </a:r>
                      <a:r>
                        <a:rPr lang="en-US" sz="600" b="0" i="0">
                          <a:solidFill>
                            <a:srgbClr val="000000"/>
                          </a:solidFill>
                          <a:effectLst/>
                          <a:latin typeface="Arial"/>
                        </a:rPr>
                        <a:t> 중</a:t>
                      </a:r>
                    </a:p>
                  </a:txBody>
                  <a:tcPr anchor="ctr">
                    <a:lnL w="16983" cap="flat" cmpd="sng" algn="ctr">
                      <a:solidFill>
                        <a:srgbClr val="000000"/>
                      </a:solidFill>
                      <a:prstDash val="solid"/>
                      <a:round/>
                      <a:headEnd type="none" w="med" len="med"/>
                      <a:tailEnd type="none" w="med" len="med"/>
                    </a:lnL>
                    <a:lnR w="16983" cap="flat" cmpd="sng" algn="ctr">
                      <a:solidFill>
                        <a:srgbClr val="000000"/>
                      </a:solidFill>
                      <a:prstDash val="solid"/>
                      <a:round/>
                      <a:headEnd type="none" w="med" len="med"/>
                      <a:tailEnd type="none" w="med" len="med"/>
                    </a:lnR>
                    <a:lnT w="16983" cap="flat" cmpd="sng" algn="ctr">
                      <a:solidFill>
                        <a:srgbClr val="000000"/>
                      </a:solidFill>
                      <a:prstDash val="solid"/>
                      <a:round/>
                      <a:headEnd type="none" w="med" len="med"/>
                      <a:tailEnd type="none" w="med" len="med"/>
                    </a:lnT>
                    <a:lnB w="16983" cap="flat" cmpd="sng" algn="ctr">
                      <a:solidFill>
                        <a:srgbClr val="000000"/>
                      </a:solidFill>
                      <a:prstDash val="solid"/>
                      <a:round/>
                      <a:headEnd type="none" w="med" len="med"/>
                      <a:tailEnd type="none" w="med" len="med"/>
                    </a:lnB>
                    <a:solidFill>
                      <a:srgbClr val="FFFFFF"/>
                    </a:solidFill>
                  </a:tcPr>
                </a:tc>
                <a:tc>
                  <a:txBody>
                    <a:bodyPr/>
                    <a:lstStyle/>
                    <a:p>
                      <a:pPr marL="0" lvl="0" indent="0" algn="ctr">
                        <a:buNone/>
                      </a:pPr>
                      <a:r>
                        <a:rPr lang="en-US" sz="600" b="0" i="0" u="none" strike="noStrike" noProof="0">
                          <a:solidFill>
                            <a:srgbClr val="000000"/>
                          </a:solidFill>
                          <a:effectLst/>
                        </a:rPr>
                        <a:t>◐</a:t>
                      </a:r>
                      <a:endParaRPr lang="en-US"/>
                    </a:p>
                  </a:txBody>
                  <a:tcPr anchor="ctr">
                    <a:lnL w="16983">
                      <a:solidFill>
                        <a:srgbClr val="000000"/>
                      </a:solidFill>
                    </a:lnL>
                    <a:lnR w="16983">
                      <a:solidFill>
                        <a:srgbClr val="000000"/>
                      </a:solidFill>
                    </a:lnR>
                    <a:lnT w="16983">
                      <a:solidFill>
                        <a:srgbClr val="000000"/>
                      </a:solidFill>
                    </a:lnT>
                    <a:lnB w="16983">
                      <a:solidFill>
                        <a:srgbClr val="000000"/>
                      </a:solidFill>
                    </a:lnB>
                    <a:solidFill>
                      <a:srgbClr val="FFFFFF"/>
                    </a:solidFill>
                  </a:tcPr>
                </a:tc>
                <a:extLst>
                  <a:ext uri="{0D108BD9-81ED-4DB2-BD59-A6C34878D82A}">
                    <a16:rowId xmlns:a16="http://schemas.microsoft.com/office/drawing/2014/main" val="399838546"/>
                  </a:ext>
                </a:extLst>
              </a:tr>
              <a:tr h="0">
                <a:tc>
                  <a:txBody>
                    <a:bodyPr/>
                    <a:lstStyle/>
                    <a:p>
                      <a:pPr marL="0" marR="0" indent="0" algn="l" rtl="0" fontAlgn="base">
                        <a:buNone/>
                      </a:pPr>
                      <a:r>
                        <a:rPr lang="en-US" sz="600" b="0" i="0">
                          <a:solidFill>
                            <a:srgbClr val="000000"/>
                          </a:solidFill>
                          <a:effectLst/>
                          <a:latin typeface="Arial"/>
                        </a:rPr>
                        <a:t>D4-04</a:t>
                      </a:r>
                    </a:p>
                  </a:txBody>
                  <a:tcPr anchor="ctr">
                    <a:lnL w="16983" cap="flat" cmpd="sng" algn="ctr">
                      <a:solidFill>
                        <a:srgbClr val="000000"/>
                      </a:solidFill>
                      <a:prstDash val="solid"/>
                      <a:round/>
                      <a:headEnd type="none" w="med" len="med"/>
                      <a:tailEnd type="none" w="med" len="med"/>
                    </a:lnL>
                    <a:lnR w="16983" cap="flat" cmpd="sng" algn="ctr">
                      <a:solidFill>
                        <a:srgbClr val="000000"/>
                      </a:solidFill>
                      <a:prstDash val="solid"/>
                      <a:round/>
                      <a:headEnd type="none" w="med" len="med"/>
                      <a:tailEnd type="none" w="med" len="med"/>
                    </a:lnR>
                    <a:lnT w="16983" cap="flat" cmpd="sng" algn="ctr">
                      <a:solidFill>
                        <a:srgbClr val="000000"/>
                      </a:solidFill>
                      <a:prstDash val="solid"/>
                      <a:round/>
                      <a:headEnd type="none" w="med" len="med"/>
                      <a:tailEnd type="none" w="med" len="med"/>
                    </a:lnT>
                    <a:lnB w="16983" cap="flat" cmpd="sng" algn="ctr">
                      <a:solidFill>
                        <a:srgbClr val="000000"/>
                      </a:solidFill>
                      <a:prstDash val="solid"/>
                      <a:round/>
                      <a:headEnd type="none" w="med" len="med"/>
                      <a:tailEnd type="none" w="med" len="med"/>
                    </a:lnB>
                    <a:solidFill>
                      <a:srgbClr val="FFFFFF"/>
                    </a:solidFill>
                  </a:tcPr>
                </a:tc>
                <a:tc vMerge="1">
                  <a:txBody>
                    <a:bodyPr/>
                    <a:lstStyle/>
                    <a:p>
                      <a:endParaRPr lang="en-US"/>
                    </a:p>
                  </a:txBody>
                  <a:tcPr anchor="ctr">
                    <a:lnL w="16983" cap="flat" cmpd="sng" algn="ctr">
                      <a:solidFill>
                        <a:srgbClr val="000000"/>
                      </a:solidFill>
                      <a:prstDash val="solid"/>
                      <a:round/>
                      <a:headEnd type="none" w="med" len="med"/>
                      <a:tailEnd type="none" w="med" len="med"/>
                    </a:lnL>
                    <a:lnR w="16983" cap="flat" cmpd="sng" algn="ctr">
                      <a:solidFill>
                        <a:srgbClr val="000000"/>
                      </a:solidFill>
                      <a:prstDash val="solid"/>
                      <a:round/>
                      <a:headEnd type="none" w="med" len="med"/>
                      <a:tailEnd type="none" w="med" len="med"/>
                    </a:lnR>
                    <a:lnT w="16983" cap="flat" cmpd="sng" algn="ctr">
                      <a:solidFill>
                        <a:srgbClr val="000000"/>
                      </a:solidFill>
                      <a:prstDash val="solid"/>
                      <a:round/>
                      <a:headEnd type="none" w="med" len="med"/>
                      <a:tailEnd type="none" w="med" len="med"/>
                    </a:lnT>
                    <a:lnB w="16983" cap="flat" cmpd="sng" algn="ctr">
                      <a:solidFill>
                        <a:srgbClr val="000000"/>
                      </a:solidFill>
                      <a:prstDash val="solid"/>
                      <a:round/>
                      <a:headEnd type="none" w="med" len="med"/>
                      <a:tailEnd type="none" w="med" len="med"/>
                    </a:lnB>
                    <a:solidFill>
                      <a:srgbClr val="FFFFFF"/>
                    </a:solidFill>
                  </a:tcPr>
                </a:tc>
                <a:tc>
                  <a:txBody>
                    <a:bodyPr/>
                    <a:lstStyle/>
                    <a:p>
                      <a:pPr marL="0" marR="0" indent="0" algn="l" rtl="0" fontAlgn="base">
                        <a:buNone/>
                      </a:pPr>
                      <a:r>
                        <a:rPr lang="en-US" sz="600" b="0" i="0">
                          <a:solidFill>
                            <a:srgbClr val="000000"/>
                          </a:solidFill>
                          <a:effectLst/>
                          <a:latin typeface="Arial"/>
                        </a:rPr>
                        <a:t>Prompt injection / jailbreak detection</a:t>
                      </a:r>
                    </a:p>
                  </a:txBody>
                  <a:tcPr anchor="ctr">
                    <a:lnL w="16983" cap="flat" cmpd="sng" algn="ctr">
                      <a:solidFill>
                        <a:srgbClr val="000000"/>
                      </a:solidFill>
                      <a:prstDash val="solid"/>
                      <a:round/>
                      <a:headEnd type="none" w="med" len="med"/>
                      <a:tailEnd type="none" w="med" len="med"/>
                    </a:lnL>
                    <a:lnR w="16983" cap="flat" cmpd="sng" algn="ctr">
                      <a:solidFill>
                        <a:srgbClr val="000000"/>
                      </a:solidFill>
                      <a:prstDash val="solid"/>
                      <a:round/>
                      <a:headEnd type="none" w="med" len="med"/>
                      <a:tailEnd type="none" w="med" len="med"/>
                    </a:lnR>
                    <a:lnT w="16983" cap="flat" cmpd="sng" algn="ctr">
                      <a:solidFill>
                        <a:srgbClr val="000000"/>
                      </a:solidFill>
                      <a:prstDash val="solid"/>
                      <a:round/>
                      <a:headEnd type="none" w="med" len="med"/>
                      <a:tailEnd type="none" w="med" len="med"/>
                    </a:lnT>
                    <a:lnB w="16983" cap="flat" cmpd="sng" algn="ctr">
                      <a:solidFill>
                        <a:srgbClr val="000000"/>
                      </a:solidFill>
                      <a:prstDash val="solid"/>
                      <a:round/>
                      <a:headEnd type="none" w="med" len="med"/>
                      <a:tailEnd type="none" w="med" len="med"/>
                    </a:lnB>
                    <a:solidFill>
                      <a:srgbClr val="FFFFFF"/>
                    </a:solidFill>
                  </a:tcPr>
                </a:tc>
                <a:tc>
                  <a:txBody>
                    <a:bodyPr/>
                    <a:lstStyle/>
                    <a:p>
                      <a:pPr lvl="0" algn="ctr">
                        <a:lnSpc>
                          <a:spcPct val="100000"/>
                        </a:lnSpc>
                        <a:spcBef>
                          <a:spcPts val="0"/>
                        </a:spcBef>
                        <a:spcAft>
                          <a:spcPts val="0"/>
                        </a:spcAft>
                        <a:buNone/>
                      </a:pPr>
                      <a:r>
                        <a:rPr lang="en-US" sz="600" b="0" i="0" u="none" strike="noStrike" noProof="0">
                          <a:solidFill>
                            <a:srgbClr val="000000"/>
                          </a:solidFill>
                          <a:effectLst/>
                          <a:latin typeface="Arial"/>
                          <a:cs typeface="Arial"/>
                        </a:rPr>
                        <a:t>●</a:t>
                      </a:r>
                      <a:endParaRPr lang="en-US"/>
                    </a:p>
                  </a:txBody>
                  <a:tcPr anchor="ctr">
                    <a:lnL w="16983">
                      <a:solidFill>
                        <a:srgbClr val="000000"/>
                      </a:solidFill>
                    </a:lnL>
                    <a:lnR w="16983">
                      <a:solidFill>
                        <a:srgbClr val="000000"/>
                      </a:solidFill>
                    </a:lnR>
                    <a:lnT w="16983">
                      <a:solidFill>
                        <a:srgbClr val="000000"/>
                      </a:solidFill>
                    </a:lnT>
                    <a:lnB w="16983">
                      <a:solidFill>
                        <a:srgbClr val="000000"/>
                      </a:solidFill>
                    </a:lnB>
                    <a:solidFill>
                      <a:srgbClr val="FFFFFF"/>
                    </a:solidFill>
                  </a:tcPr>
                </a:tc>
                <a:extLst>
                  <a:ext uri="{0D108BD9-81ED-4DB2-BD59-A6C34878D82A}">
                    <a16:rowId xmlns:a16="http://schemas.microsoft.com/office/drawing/2014/main" val="3707521812"/>
                  </a:ext>
                </a:extLst>
              </a:tr>
              <a:tr h="0">
                <a:tc>
                  <a:txBody>
                    <a:bodyPr/>
                    <a:lstStyle/>
                    <a:p>
                      <a:pPr marL="0" marR="0" indent="0" algn="l" rtl="0" fontAlgn="base">
                        <a:buNone/>
                      </a:pPr>
                      <a:r>
                        <a:rPr lang="en-US" sz="600" b="0" i="0">
                          <a:solidFill>
                            <a:srgbClr val="000000"/>
                          </a:solidFill>
                          <a:effectLst/>
                          <a:latin typeface="Arial"/>
                        </a:rPr>
                        <a:t>D4-05</a:t>
                      </a:r>
                    </a:p>
                  </a:txBody>
                  <a:tcPr anchor="ctr">
                    <a:lnL w="16983" cap="flat" cmpd="sng" algn="ctr">
                      <a:solidFill>
                        <a:srgbClr val="000000"/>
                      </a:solidFill>
                      <a:prstDash val="solid"/>
                      <a:round/>
                      <a:headEnd type="none" w="med" len="med"/>
                      <a:tailEnd type="none" w="med" len="med"/>
                    </a:lnL>
                    <a:lnR w="16983" cap="flat" cmpd="sng" algn="ctr">
                      <a:solidFill>
                        <a:srgbClr val="000000"/>
                      </a:solidFill>
                      <a:prstDash val="solid"/>
                      <a:round/>
                      <a:headEnd type="none" w="med" len="med"/>
                      <a:tailEnd type="none" w="med" len="med"/>
                    </a:lnR>
                    <a:lnT w="16983" cap="flat" cmpd="sng" algn="ctr">
                      <a:solidFill>
                        <a:srgbClr val="000000"/>
                      </a:solidFill>
                      <a:prstDash val="solid"/>
                      <a:round/>
                      <a:headEnd type="none" w="med" len="med"/>
                      <a:tailEnd type="none" w="med" len="med"/>
                    </a:lnT>
                    <a:lnB w="16983" cap="flat" cmpd="sng" algn="ctr">
                      <a:solidFill>
                        <a:srgbClr val="000000"/>
                      </a:solidFill>
                      <a:prstDash val="solid"/>
                      <a:round/>
                      <a:headEnd type="none" w="med" len="med"/>
                      <a:tailEnd type="none" w="med" len="med"/>
                    </a:lnB>
                    <a:solidFill>
                      <a:srgbClr val="FFFFFF"/>
                    </a:solidFill>
                  </a:tcPr>
                </a:tc>
                <a:tc vMerge="1">
                  <a:txBody>
                    <a:bodyPr/>
                    <a:lstStyle/>
                    <a:p>
                      <a:endParaRPr lang="en-US"/>
                    </a:p>
                  </a:txBody>
                  <a:tcPr anchor="ctr">
                    <a:lnL w="16983" cap="flat" cmpd="sng" algn="ctr">
                      <a:solidFill>
                        <a:srgbClr val="000000"/>
                      </a:solidFill>
                      <a:prstDash val="solid"/>
                      <a:round/>
                      <a:headEnd type="none" w="med" len="med"/>
                      <a:tailEnd type="none" w="med" len="med"/>
                    </a:lnL>
                    <a:lnR w="16983" cap="flat" cmpd="sng" algn="ctr">
                      <a:solidFill>
                        <a:srgbClr val="000000"/>
                      </a:solidFill>
                      <a:prstDash val="solid"/>
                      <a:round/>
                      <a:headEnd type="none" w="med" len="med"/>
                      <a:tailEnd type="none" w="med" len="med"/>
                    </a:lnR>
                    <a:lnT w="16983" cap="flat" cmpd="sng" algn="ctr">
                      <a:solidFill>
                        <a:srgbClr val="000000"/>
                      </a:solidFill>
                      <a:prstDash val="solid"/>
                      <a:round/>
                      <a:headEnd type="none" w="med" len="med"/>
                      <a:tailEnd type="none" w="med" len="med"/>
                    </a:lnT>
                    <a:lnB w="16983" cap="flat" cmpd="sng" algn="ctr">
                      <a:solidFill>
                        <a:srgbClr val="000000"/>
                      </a:solidFill>
                      <a:prstDash val="solid"/>
                      <a:round/>
                      <a:headEnd type="none" w="med" len="med"/>
                      <a:tailEnd type="none" w="med" len="med"/>
                    </a:lnB>
                    <a:solidFill>
                      <a:srgbClr val="FFFFFF"/>
                    </a:solidFill>
                  </a:tcPr>
                </a:tc>
                <a:tc>
                  <a:txBody>
                    <a:bodyPr/>
                    <a:lstStyle/>
                    <a:p>
                      <a:pPr marL="0" marR="0" indent="0" algn="l" rtl="0" fontAlgn="base">
                        <a:buNone/>
                      </a:pPr>
                      <a:r>
                        <a:rPr lang="en-US" sz="600" b="0" i="0">
                          <a:solidFill>
                            <a:srgbClr val="000000"/>
                          </a:solidFill>
                          <a:effectLst/>
                          <a:latin typeface="Arial"/>
                        </a:rPr>
                        <a:t>AI agent action control</a:t>
                      </a:r>
                    </a:p>
                  </a:txBody>
                  <a:tcPr anchor="ctr">
                    <a:lnL w="16983" cap="flat" cmpd="sng" algn="ctr">
                      <a:solidFill>
                        <a:srgbClr val="000000"/>
                      </a:solidFill>
                      <a:prstDash val="solid"/>
                      <a:round/>
                      <a:headEnd type="none" w="med" len="med"/>
                      <a:tailEnd type="none" w="med" len="med"/>
                    </a:lnL>
                    <a:lnR w="16983" cap="flat" cmpd="sng" algn="ctr">
                      <a:solidFill>
                        <a:srgbClr val="000000"/>
                      </a:solidFill>
                      <a:prstDash val="solid"/>
                      <a:round/>
                      <a:headEnd type="none" w="med" len="med"/>
                      <a:tailEnd type="none" w="med" len="med"/>
                    </a:lnR>
                    <a:lnT w="16983" cap="flat" cmpd="sng" algn="ctr">
                      <a:solidFill>
                        <a:srgbClr val="000000"/>
                      </a:solidFill>
                      <a:prstDash val="solid"/>
                      <a:round/>
                      <a:headEnd type="none" w="med" len="med"/>
                      <a:tailEnd type="none" w="med" len="med"/>
                    </a:lnT>
                    <a:lnB w="16983" cap="flat" cmpd="sng" algn="ctr">
                      <a:solidFill>
                        <a:srgbClr val="000000"/>
                      </a:solidFill>
                      <a:prstDash val="solid"/>
                      <a:round/>
                      <a:headEnd type="none" w="med" len="med"/>
                      <a:tailEnd type="none" w="med" len="med"/>
                    </a:lnB>
                    <a:solidFill>
                      <a:srgbClr val="FFFFFF"/>
                    </a:solidFill>
                  </a:tcPr>
                </a:tc>
                <a:tc>
                  <a:txBody>
                    <a:bodyPr/>
                    <a:lstStyle/>
                    <a:p>
                      <a:pPr marL="0" lvl="0" indent="0" algn="ctr">
                        <a:buNone/>
                      </a:pPr>
                      <a:r>
                        <a:rPr lang="en-US" sz="600" b="0" i="0" u="none" strike="noStrike" noProof="0">
                          <a:solidFill>
                            <a:srgbClr val="000000"/>
                          </a:solidFill>
                          <a:effectLst/>
                        </a:rPr>
                        <a:t>◐</a:t>
                      </a:r>
                      <a:endParaRPr lang="en-US"/>
                    </a:p>
                  </a:txBody>
                  <a:tcPr anchor="ctr">
                    <a:lnL w="16983">
                      <a:solidFill>
                        <a:srgbClr val="000000"/>
                      </a:solidFill>
                    </a:lnL>
                    <a:lnR w="16983">
                      <a:solidFill>
                        <a:srgbClr val="000000"/>
                      </a:solidFill>
                    </a:lnR>
                    <a:lnT w="16983">
                      <a:solidFill>
                        <a:srgbClr val="000000"/>
                      </a:solidFill>
                    </a:lnT>
                    <a:lnB w="16983">
                      <a:solidFill>
                        <a:srgbClr val="000000"/>
                      </a:solidFill>
                    </a:lnB>
                    <a:solidFill>
                      <a:srgbClr val="FFFFFF"/>
                    </a:solidFill>
                  </a:tcPr>
                </a:tc>
                <a:extLst>
                  <a:ext uri="{0D108BD9-81ED-4DB2-BD59-A6C34878D82A}">
                    <a16:rowId xmlns:a16="http://schemas.microsoft.com/office/drawing/2014/main" val="2347661248"/>
                  </a:ext>
                </a:extLst>
              </a:tr>
              <a:tr h="0">
                <a:tc>
                  <a:txBody>
                    <a:bodyPr/>
                    <a:lstStyle/>
                    <a:p>
                      <a:pPr marL="0" marR="0" indent="0" algn="l" rtl="0" fontAlgn="base">
                        <a:buNone/>
                      </a:pPr>
                      <a:r>
                        <a:rPr lang="en-US" sz="600" b="0" i="0">
                          <a:solidFill>
                            <a:srgbClr val="000000"/>
                          </a:solidFill>
                          <a:effectLst/>
                          <a:latin typeface="Arial"/>
                        </a:rPr>
                        <a:t>D4-06</a:t>
                      </a:r>
                    </a:p>
                  </a:txBody>
                  <a:tcPr anchor="ctr">
                    <a:lnL w="16983" cap="flat" cmpd="sng" algn="ctr">
                      <a:solidFill>
                        <a:srgbClr val="000000"/>
                      </a:solidFill>
                      <a:prstDash val="solid"/>
                      <a:round/>
                      <a:headEnd type="none" w="med" len="med"/>
                      <a:tailEnd type="none" w="med" len="med"/>
                    </a:lnL>
                    <a:lnR w="16983" cap="flat" cmpd="sng" algn="ctr">
                      <a:solidFill>
                        <a:srgbClr val="000000"/>
                      </a:solidFill>
                      <a:prstDash val="solid"/>
                      <a:round/>
                      <a:headEnd type="none" w="med" len="med"/>
                      <a:tailEnd type="none" w="med" len="med"/>
                    </a:lnR>
                    <a:lnT w="16983" cap="flat" cmpd="sng" algn="ctr">
                      <a:solidFill>
                        <a:srgbClr val="000000"/>
                      </a:solidFill>
                      <a:prstDash val="solid"/>
                      <a:round/>
                      <a:headEnd type="none" w="med" len="med"/>
                      <a:tailEnd type="none" w="med" len="med"/>
                    </a:lnT>
                    <a:lnB w="16983" cap="flat" cmpd="sng" algn="ctr">
                      <a:solidFill>
                        <a:srgbClr val="000000"/>
                      </a:solidFill>
                      <a:prstDash val="solid"/>
                      <a:round/>
                      <a:headEnd type="none" w="med" len="med"/>
                      <a:tailEnd type="none" w="med" len="med"/>
                    </a:lnB>
                    <a:solidFill>
                      <a:srgbClr val="FFFFFF"/>
                    </a:solidFill>
                  </a:tcPr>
                </a:tc>
                <a:tc vMerge="1">
                  <a:txBody>
                    <a:bodyPr/>
                    <a:lstStyle/>
                    <a:p>
                      <a:endParaRPr lang="en-US"/>
                    </a:p>
                  </a:txBody>
                  <a:tcPr anchor="ctr">
                    <a:lnL w="16983" cap="flat" cmpd="sng" algn="ctr">
                      <a:solidFill>
                        <a:srgbClr val="000000"/>
                      </a:solidFill>
                      <a:prstDash val="solid"/>
                      <a:round/>
                      <a:headEnd type="none" w="med" len="med"/>
                      <a:tailEnd type="none" w="med" len="med"/>
                    </a:lnL>
                    <a:lnR w="16983" cap="flat" cmpd="sng" algn="ctr">
                      <a:solidFill>
                        <a:srgbClr val="000000"/>
                      </a:solidFill>
                      <a:prstDash val="solid"/>
                      <a:round/>
                      <a:headEnd type="none" w="med" len="med"/>
                      <a:tailEnd type="none" w="med" len="med"/>
                    </a:lnR>
                    <a:lnT w="16983" cap="flat" cmpd="sng" algn="ctr">
                      <a:solidFill>
                        <a:srgbClr val="000000"/>
                      </a:solidFill>
                      <a:prstDash val="solid"/>
                      <a:round/>
                      <a:headEnd type="none" w="med" len="med"/>
                      <a:tailEnd type="none" w="med" len="med"/>
                    </a:lnT>
                    <a:lnB w="16983" cap="flat" cmpd="sng" algn="ctr">
                      <a:solidFill>
                        <a:srgbClr val="000000"/>
                      </a:solidFill>
                      <a:prstDash val="solid"/>
                      <a:round/>
                      <a:headEnd type="none" w="med" len="med"/>
                      <a:tailEnd type="none" w="med" len="med"/>
                    </a:lnB>
                    <a:solidFill>
                      <a:srgbClr val="FFFFFF"/>
                    </a:solidFill>
                  </a:tcPr>
                </a:tc>
                <a:tc>
                  <a:txBody>
                    <a:bodyPr/>
                    <a:lstStyle/>
                    <a:p>
                      <a:pPr marL="0" marR="0" indent="0" algn="l" rtl="0" fontAlgn="base">
                        <a:buNone/>
                      </a:pPr>
                      <a:r>
                        <a:rPr lang="en-US" sz="600" b="0" i="0">
                          <a:solidFill>
                            <a:srgbClr val="000000"/>
                          </a:solidFill>
                          <a:effectLst/>
                          <a:latin typeface="Arial"/>
                        </a:rPr>
                        <a:t>Enforcement off corporate network </a:t>
                      </a:r>
                      <a:r>
                        <a:rPr lang="en-US" sz="600" b="0" i="0">
                          <a:solidFill>
                            <a:srgbClr val="0000FF"/>
                          </a:solidFill>
                          <a:effectLst/>
                          <a:latin typeface="Arial"/>
                        </a:rPr>
                        <a:t>– the cloud workspace can be reached from anywhere but only covers who go through </a:t>
                      </a:r>
                      <a:r>
                        <a:rPr lang="en-US" sz="600" b="0" i="0" err="1">
                          <a:solidFill>
                            <a:srgbClr val="0000FF"/>
                          </a:solidFill>
                          <a:effectLst/>
                          <a:latin typeface="Arial"/>
                        </a:rPr>
                        <a:t>itl</a:t>
                      </a:r>
                      <a:r>
                        <a:rPr lang="en-US" sz="600" b="0" i="0">
                          <a:solidFill>
                            <a:srgbClr val="0000FF"/>
                          </a:solidFill>
                          <a:effectLst/>
                          <a:latin typeface="Arial"/>
                        </a:rPr>
                        <a:t> direct use of ChatGPT bypasses it</a:t>
                      </a:r>
                    </a:p>
                  </a:txBody>
                  <a:tcPr anchor="ctr">
                    <a:lnL w="16983" cap="flat" cmpd="sng" algn="ctr">
                      <a:solidFill>
                        <a:srgbClr val="000000"/>
                      </a:solidFill>
                      <a:prstDash val="solid"/>
                      <a:round/>
                      <a:headEnd type="none" w="med" len="med"/>
                      <a:tailEnd type="none" w="med" len="med"/>
                    </a:lnL>
                    <a:lnR w="16983" cap="flat" cmpd="sng" algn="ctr">
                      <a:solidFill>
                        <a:srgbClr val="000000"/>
                      </a:solidFill>
                      <a:prstDash val="solid"/>
                      <a:round/>
                      <a:headEnd type="none" w="med" len="med"/>
                      <a:tailEnd type="none" w="med" len="med"/>
                    </a:lnR>
                    <a:lnT w="16983" cap="flat" cmpd="sng" algn="ctr">
                      <a:solidFill>
                        <a:srgbClr val="000000"/>
                      </a:solidFill>
                      <a:prstDash val="solid"/>
                      <a:round/>
                      <a:headEnd type="none" w="med" len="med"/>
                      <a:tailEnd type="none" w="med" len="med"/>
                    </a:lnT>
                    <a:lnB w="16983" cap="flat" cmpd="sng" algn="ctr">
                      <a:solidFill>
                        <a:srgbClr val="000000"/>
                      </a:solidFill>
                      <a:prstDash val="solid"/>
                      <a:round/>
                      <a:headEnd type="none" w="med" len="med"/>
                      <a:tailEnd type="none" w="med" len="med"/>
                    </a:lnB>
                    <a:solidFill>
                      <a:srgbClr val="FFFFFF"/>
                    </a:solidFill>
                  </a:tcPr>
                </a:tc>
                <a:tc>
                  <a:txBody>
                    <a:bodyPr/>
                    <a:lstStyle/>
                    <a:p>
                      <a:pPr marL="0" lvl="0" indent="0" algn="ctr">
                        <a:buNone/>
                      </a:pPr>
                      <a:r>
                        <a:rPr lang="en-US" sz="600" b="0" i="0" u="none" strike="noStrike" noProof="0">
                          <a:solidFill>
                            <a:srgbClr val="000000"/>
                          </a:solidFill>
                          <a:effectLst/>
                        </a:rPr>
                        <a:t>◐</a:t>
                      </a:r>
                      <a:endParaRPr lang="en-US"/>
                    </a:p>
                  </a:txBody>
                  <a:tcPr anchor="ctr">
                    <a:lnL w="16983">
                      <a:solidFill>
                        <a:srgbClr val="000000"/>
                      </a:solidFill>
                    </a:lnL>
                    <a:lnR w="16983">
                      <a:solidFill>
                        <a:srgbClr val="000000"/>
                      </a:solidFill>
                    </a:lnR>
                    <a:lnT w="16983">
                      <a:solidFill>
                        <a:srgbClr val="000000"/>
                      </a:solidFill>
                    </a:lnT>
                    <a:lnB w="16983">
                      <a:solidFill>
                        <a:srgbClr val="000000"/>
                      </a:solidFill>
                    </a:lnB>
                    <a:solidFill>
                      <a:srgbClr val="FFFFFF"/>
                    </a:solidFill>
                  </a:tcPr>
                </a:tc>
                <a:extLst>
                  <a:ext uri="{0D108BD9-81ED-4DB2-BD59-A6C34878D82A}">
                    <a16:rowId xmlns:a16="http://schemas.microsoft.com/office/drawing/2014/main" val="2371666715"/>
                  </a:ext>
                </a:extLst>
              </a:tr>
              <a:tr h="0">
                <a:tc>
                  <a:txBody>
                    <a:bodyPr/>
                    <a:lstStyle/>
                    <a:p>
                      <a:pPr marL="0" marR="0" indent="0" algn="l" rtl="0" fontAlgn="base">
                        <a:buNone/>
                      </a:pPr>
                      <a:r>
                        <a:rPr lang="en-US" sz="600" b="0" i="0">
                          <a:solidFill>
                            <a:srgbClr val="000000"/>
                          </a:solidFill>
                          <a:effectLst/>
                          <a:latin typeface="Arial"/>
                        </a:rPr>
                        <a:t>D4-07</a:t>
                      </a:r>
                    </a:p>
                  </a:txBody>
                  <a:tcPr anchor="ctr">
                    <a:lnL w="16983" cap="flat" cmpd="sng" algn="ctr">
                      <a:solidFill>
                        <a:srgbClr val="000000"/>
                      </a:solidFill>
                      <a:prstDash val="solid"/>
                      <a:round/>
                      <a:headEnd type="none" w="med" len="med"/>
                      <a:tailEnd type="none" w="med" len="med"/>
                    </a:lnL>
                    <a:lnR w="16983" cap="flat" cmpd="sng" algn="ctr">
                      <a:solidFill>
                        <a:srgbClr val="000000"/>
                      </a:solidFill>
                      <a:prstDash val="solid"/>
                      <a:round/>
                      <a:headEnd type="none" w="med" len="med"/>
                      <a:tailEnd type="none" w="med" len="med"/>
                    </a:lnR>
                    <a:lnT w="16983" cap="flat" cmpd="sng" algn="ctr">
                      <a:solidFill>
                        <a:srgbClr val="000000"/>
                      </a:solidFill>
                      <a:prstDash val="solid"/>
                      <a:round/>
                      <a:headEnd type="none" w="med" len="med"/>
                      <a:tailEnd type="none" w="med" len="med"/>
                    </a:lnT>
                    <a:lnB w="16983" cap="flat" cmpd="sng" algn="ctr">
                      <a:solidFill>
                        <a:srgbClr val="000000"/>
                      </a:solidFill>
                      <a:prstDash val="solid"/>
                      <a:round/>
                      <a:headEnd type="none" w="med" len="med"/>
                      <a:tailEnd type="none" w="med" len="med"/>
                    </a:lnB>
                    <a:solidFill>
                      <a:srgbClr val="FFFFFF"/>
                    </a:solidFill>
                  </a:tcPr>
                </a:tc>
                <a:tc vMerge="1">
                  <a:txBody>
                    <a:bodyPr/>
                    <a:lstStyle/>
                    <a:p>
                      <a:endParaRPr lang="en-US"/>
                    </a:p>
                  </a:txBody>
                  <a:tcPr anchor="ctr">
                    <a:lnL w="16983" cap="flat" cmpd="sng" algn="ctr">
                      <a:solidFill>
                        <a:srgbClr val="000000"/>
                      </a:solidFill>
                      <a:prstDash val="solid"/>
                      <a:round/>
                      <a:headEnd type="none" w="med" len="med"/>
                      <a:tailEnd type="none" w="med" len="med"/>
                    </a:lnL>
                    <a:lnR w="16983" cap="flat" cmpd="sng" algn="ctr">
                      <a:solidFill>
                        <a:srgbClr val="000000"/>
                      </a:solidFill>
                      <a:prstDash val="solid"/>
                      <a:round/>
                      <a:headEnd type="none" w="med" len="med"/>
                      <a:tailEnd type="none" w="med" len="med"/>
                    </a:lnR>
                    <a:lnT w="16983" cap="flat" cmpd="sng" algn="ctr">
                      <a:solidFill>
                        <a:srgbClr val="000000"/>
                      </a:solidFill>
                      <a:prstDash val="solid"/>
                      <a:round/>
                      <a:headEnd type="none" w="med" len="med"/>
                      <a:tailEnd type="none" w="med" len="med"/>
                    </a:lnT>
                    <a:lnB w="16983" cap="flat" cmpd="sng" algn="ctr">
                      <a:solidFill>
                        <a:srgbClr val="000000"/>
                      </a:solidFill>
                      <a:prstDash val="solid"/>
                      <a:round/>
                      <a:headEnd type="none" w="med" len="med"/>
                      <a:tailEnd type="none" w="med" len="med"/>
                    </a:lnB>
                    <a:solidFill>
                      <a:srgbClr val="FFFFFF"/>
                    </a:solidFill>
                  </a:tcPr>
                </a:tc>
                <a:tc>
                  <a:txBody>
                    <a:bodyPr/>
                    <a:lstStyle/>
                    <a:p>
                      <a:pPr marL="0" marR="0" indent="0" algn="l" rtl="0" fontAlgn="base">
                        <a:buNone/>
                      </a:pPr>
                      <a:r>
                        <a:rPr lang="en-US" sz="600" b="0" i="0">
                          <a:solidFill>
                            <a:srgbClr val="000000"/>
                          </a:solidFill>
                          <a:effectLst/>
                          <a:latin typeface="Arial"/>
                        </a:rPr>
                        <a:t>AI service coverage breadth</a:t>
                      </a:r>
                    </a:p>
                  </a:txBody>
                  <a:tcPr anchor="ctr">
                    <a:lnL w="16983" cap="flat" cmpd="sng" algn="ctr">
                      <a:solidFill>
                        <a:srgbClr val="000000"/>
                      </a:solidFill>
                      <a:prstDash val="solid"/>
                      <a:round/>
                      <a:headEnd type="none" w="med" len="med"/>
                      <a:tailEnd type="none" w="med" len="med"/>
                    </a:lnL>
                    <a:lnR w="16983" cap="flat" cmpd="sng" algn="ctr">
                      <a:solidFill>
                        <a:srgbClr val="000000"/>
                      </a:solidFill>
                      <a:prstDash val="solid"/>
                      <a:round/>
                      <a:headEnd type="none" w="med" len="med"/>
                      <a:tailEnd type="none" w="med" len="med"/>
                    </a:lnR>
                    <a:lnT w="16983" cap="flat" cmpd="sng" algn="ctr">
                      <a:solidFill>
                        <a:srgbClr val="000000"/>
                      </a:solidFill>
                      <a:prstDash val="solid"/>
                      <a:round/>
                      <a:headEnd type="none" w="med" len="med"/>
                      <a:tailEnd type="none" w="med" len="med"/>
                    </a:lnT>
                    <a:lnB w="16983" cap="flat" cmpd="sng" algn="ctr">
                      <a:solidFill>
                        <a:srgbClr val="000000"/>
                      </a:solidFill>
                      <a:prstDash val="solid"/>
                      <a:round/>
                      <a:headEnd type="none" w="med" len="med"/>
                      <a:tailEnd type="none" w="med" len="med"/>
                    </a:lnB>
                    <a:solidFill>
                      <a:srgbClr val="FFFFFF"/>
                    </a:solidFill>
                  </a:tcPr>
                </a:tc>
                <a:tc>
                  <a:txBody>
                    <a:bodyPr/>
                    <a:lstStyle/>
                    <a:p>
                      <a:pPr lvl="0" algn="ctr">
                        <a:lnSpc>
                          <a:spcPct val="100000"/>
                        </a:lnSpc>
                        <a:spcBef>
                          <a:spcPts val="0"/>
                        </a:spcBef>
                        <a:spcAft>
                          <a:spcPts val="0"/>
                        </a:spcAft>
                        <a:buNone/>
                      </a:pPr>
                      <a:r>
                        <a:rPr lang="en-US" sz="600" b="0" i="0" u="none" strike="noStrike" noProof="0">
                          <a:solidFill>
                            <a:srgbClr val="000000"/>
                          </a:solidFill>
                          <a:effectLst/>
                          <a:latin typeface="Arial"/>
                          <a:cs typeface="Arial"/>
                        </a:rPr>
                        <a:t>●</a:t>
                      </a:r>
                    </a:p>
                  </a:txBody>
                  <a:tcPr anchor="ctr">
                    <a:lnL w="16983">
                      <a:solidFill>
                        <a:srgbClr val="000000"/>
                      </a:solidFill>
                    </a:lnL>
                    <a:lnR w="16983">
                      <a:solidFill>
                        <a:srgbClr val="000000"/>
                      </a:solidFill>
                    </a:lnR>
                    <a:lnT w="16983">
                      <a:solidFill>
                        <a:srgbClr val="000000"/>
                      </a:solidFill>
                    </a:lnT>
                    <a:lnB w="16983">
                      <a:solidFill>
                        <a:srgbClr val="000000"/>
                      </a:solidFill>
                    </a:lnB>
                    <a:solidFill>
                      <a:srgbClr val="FFFFFF"/>
                    </a:solidFill>
                  </a:tcPr>
                </a:tc>
                <a:extLst>
                  <a:ext uri="{0D108BD9-81ED-4DB2-BD59-A6C34878D82A}">
                    <a16:rowId xmlns:a16="http://schemas.microsoft.com/office/drawing/2014/main" val="3098400772"/>
                  </a:ext>
                </a:extLst>
              </a:tr>
              <a:tr h="0">
                <a:tc>
                  <a:txBody>
                    <a:bodyPr/>
                    <a:lstStyle/>
                    <a:p>
                      <a:pPr marL="0" marR="0" indent="0" algn="l" rtl="0" fontAlgn="base">
                        <a:buNone/>
                      </a:pPr>
                      <a:r>
                        <a:rPr lang="en-US" sz="600" b="0" i="0">
                          <a:solidFill>
                            <a:srgbClr val="000000"/>
                          </a:solidFill>
                          <a:effectLst/>
                          <a:latin typeface="Arial"/>
                        </a:rPr>
                        <a:t>D4-08</a:t>
                      </a:r>
                    </a:p>
                  </a:txBody>
                  <a:tcPr anchor="ctr">
                    <a:lnL w="16983" cap="flat" cmpd="sng" algn="ctr">
                      <a:solidFill>
                        <a:srgbClr val="000000"/>
                      </a:solidFill>
                      <a:prstDash val="solid"/>
                      <a:round/>
                      <a:headEnd type="none" w="med" len="med"/>
                      <a:tailEnd type="none" w="med" len="med"/>
                    </a:lnL>
                    <a:lnR w="16983" cap="flat" cmpd="sng" algn="ctr">
                      <a:solidFill>
                        <a:srgbClr val="000000"/>
                      </a:solidFill>
                      <a:prstDash val="solid"/>
                      <a:round/>
                      <a:headEnd type="none" w="med" len="med"/>
                      <a:tailEnd type="none" w="med" len="med"/>
                    </a:lnR>
                    <a:lnT w="16983" cap="flat" cmpd="sng" algn="ctr">
                      <a:solidFill>
                        <a:srgbClr val="000000"/>
                      </a:solidFill>
                      <a:prstDash val="solid"/>
                      <a:round/>
                      <a:headEnd type="none" w="med" len="med"/>
                      <a:tailEnd type="none" w="med" len="med"/>
                    </a:lnT>
                    <a:lnB w="16983" cap="flat" cmpd="sng" algn="ctr">
                      <a:solidFill>
                        <a:srgbClr val="000000"/>
                      </a:solidFill>
                      <a:prstDash val="solid"/>
                      <a:round/>
                      <a:headEnd type="none" w="med" len="med"/>
                      <a:tailEnd type="none" w="med" len="med"/>
                    </a:lnB>
                    <a:solidFill>
                      <a:srgbClr val="FFFFFF"/>
                    </a:solidFill>
                  </a:tcPr>
                </a:tc>
                <a:tc vMerge="1">
                  <a:txBody>
                    <a:bodyPr/>
                    <a:lstStyle/>
                    <a:p>
                      <a:endParaRPr lang="en-US"/>
                    </a:p>
                  </a:txBody>
                  <a:tcPr anchor="ctr">
                    <a:lnL w="16983" cap="flat" cmpd="sng" algn="ctr">
                      <a:solidFill>
                        <a:srgbClr val="000000"/>
                      </a:solidFill>
                      <a:prstDash val="solid"/>
                      <a:round/>
                      <a:headEnd type="none" w="med" len="med"/>
                      <a:tailEnd type="none" w="med" len="med"/>
                    </a:lnL>
                    <a:lnR w="16983" cap="flat" cmpd="sng" algn="ctr">
                      <a:solidFill>
                        <a:srgbClr val="000000"/>
                      </a:solidFill>
                      <a:prstDash val="solid"/>
                      <a:round/>
                      <a:headEnd type="none" w="med" len="med"/>
                      <a:tailEnd type="none" w="med" len="med"/>
                    </a:lnR>
                    <a:lnT w="16983" cap="flat" cmpd="sng" algn="ctr">
                      <a:solidFill>
                        <a:srgbClr val="000000"/>
                      </a:solidFill>
                      <a:prstDash val="solid"/>
                      <a:round/>
                      <a:headEnd type="none" w="med" len="med"/>
                      <a:tailEnd type="none" w="med" len="med"/>
                    </a:lnT>
                    <a:lnB w="16983" cap="flat" cmpd="sng" algn="ctr">
                      <a:solidFill>
                        <a:srgbClr val="000000"/>
                      </a:solidFill>
                      <a:prstDash val="solid"/>
                      <a:round/>
                      <a:headEnd type="none" w="med" len="med"/>
                      <a:tailEnd type="none" w="med" len="med"/>
                    </a:lnB>
                    <a:solidFill>
                      <a:srgbClr val="FFFFFF"/>
                    </a:solidFill>
                  </a:tcPr>
                </a:tc>
                <a:tc>
                  <a:txBody>
                    <a:bodyPr/>
                    <a:lstStyle/>
                    <a:p>
                      <a:pPr marL="0" marR="0" indent="0" algn="l" rtl="0" fontAlgn="base">
                        <a:buNone/>
                      </a:pPr>
                      <a:r>
                        <a:rPr lang="en-US" sz="600" b="0" i="0">
                          <a:solidFill>
                            <a:srgbClr val="000000"/>
                          </a:solidFill>
                          <a:effectLst/>
                          <a:latin typeface="Arial"/>
                        </a:rPr>
                        <a:t>Shadow-AI discovery &amp; access control</a:t>
                      </a:r>
                    </a:p>
                  </a:txBody>
                  <a:tcPr anchor="ctr">
                    <a:lnL w="16983" cap="flat" cmpd="sng" algn="ctr">
                      <a:solidFill>
                        <a:srgbClr val="000000"/>
                      </a:solidFill>
                      <a:prstDash val="solid"/>
                      <a:round/>
                      <a:headEnd type="none" w="med" len="med"/>
                      <a:tailEnd type="none" w="med" len="med"/>
                    </a:lnL>
                    <a:lnR w="16983" cap="flat" cmpd="sng" algn="ctr">
                      <a:solidFill>
                        <a:srgbClr val="000000"/>
                      </a:solidFill>
                      <a:prstDash val="solid"/>
                      <a:round/>
                      <a:headEnd type="none" w="med" len="med"/>
                      <a:tailEnd type="none" w="med" len="med"/>
                    </a:lnR>
                    <a:lnT w="16983" cap="flat" cmpd="sng" algn="ctr">
                      <a:solidFill>
                        <a:srgbClr val="000000"/>
                      </a:solidFill>
                      <a:prstDash val="solid"/>
                      <a:round/>
                      <a:headEnd type="none" w="med" len="med"/>
                      <a:tailEnd type="none" w="med" len="med"/>
                    </a:lnT>
                    <a:lnB w="16983" cap="flat" cmpd="sng" algn="ctr">
                      <a:solidFill>
                        <a:srgbClr val="000000"/>
                      </a:solidFill>
                      <a:prstDash val="solid"/>
                      <a:round/>
                      <a:headEnd type="none" w="med" len="med"/>
                      <a:tailEnd type="none" w="med" len="med"/>
                    </a:lnB>
                    <a:solidFill>
                      <a:srgbClr val="FFFFFF"/>
                    </a:solidFill>
                  </a:tcPr>
                </a:tc>
                <a:tc>
                  <a:txBody>
                    <a:bodyPr/>
                    <a:lstStyle/>
                    <a:p>
                      <a:pPr marL="0" lvl="0" indent="0" algn="ctr">
                        <a:buNone/>
                      </a:pPr>
                      <a:endParaRPr lang="en-US" sz="600" b="0" i="0">
                        <a:solidFill>
                          <a:srgbClr val="000000"/>
                        </a:solidFill>
                        <a:effectLst/>
                        <a:latin typeface="Arial"/>
                      </a:endParaRPr>
                    </a:p>
                  </a:txBody>
                  <a:tcPr anchor="ctr">
                    <a:lnL w="16983">
                      <a:solidFill>
                        <a:srgbClr val="000000"/>
                      </a:solidFill>
                    </a:lnL>
                    <a:lnR w="16983">
                      <a:solidFill>
                        <a:srgbClr val="000000"/>
                      </a:solidFill>
                    </a:lnR>
                    <a:lnT w="16983">
                      <a:solidFill>
                        <a:srgbClr val="000000"/>
                      </a:solidFill>
                    </a:lnT>
                    <a:lnB w="16983">
                      <a:solidFill>
                        <a:srgbClr val="000000"/>
                      </a:solidFill>
                    </a:lnB>
                    <a:solidFill>
                      <a:srgbClr val="FFFFFF"/>
                    </a:solidFill>
                  </a:tcPr>
                </a:tc>
                <a:extLst>
                  <a:ext uri="{0D108BD9-81ED-4DB2-BD59-A6C34878D82A}">
                    <a16:rowId xmlns:a16="http://schemas.microsoft.com/office/drawing/2014/main" val="3357156236"/>
                  </a:ext>
                </a:extLst>
              </a:tr>
              <a:tr h="0">
                <a:tc>
                  <a:txBody>
                    <a:bodyPr/>
                    <a:lstStyle/>
                    <a:p>
                      <a:pPr marL="0" marR="0" indent="0" algn="l" rtl="0" fontAlgn="base">
                        <a:buNone/>
                      </a:pPr>
                      <a:r>
                        <a:rPr lang="en-US" sz="600" b="0" i="0">
                          <a:solidFill>
                            <a:srgbClr val="000000"/>
                          </a:solidFill>
                          <a:effectLst/>
                          <a:latin typeface="Arial"/>
                        </a:rPr>
                        <a:t>D4-09</a:t>
                      </a:r>
                    </a:p>
                  </a:txBody>
                  <a:tcPr anchor="ctr">
                    <a:lnL w="16983" cap="flat" cmpd="sng" algn="ctr">
                      <a:solidFill>
                        <a:srgbClr val="000000"/>
                      </a:solidFill>
                      <a:prstDash val="solid"/>
                      <a:round/>
                      <a:headEnd type="none" w="med" len="med"/>
                      <a:tailEnd type="none" w="med" len="med"/>
                    </a:lnL>
                    <a:lnR w="16983" cap="flat" cmpd="sng" algn="ctr">
                      <a:solidFill>
                        <a:srgbClr val="000000"/>
                      </a:solidFill>
                      <a:prstDash val="solid"/>
                      <a:round/>
                      <a:headEnd type="none" w="med" len="med"/>
                      <a:tailEnd type="none" w="med" len="med"/>
                    </a:lnR>
                    <a:lnT w="16983" cap="flat" cmpd="sng" algn="ctr">
                      <a:solidFill>
                        <a:srgbClr val="000000"/>
                      </a:solidFill>
                      <a:prstDash val="solid"/>
                      <a:round/>
                      <a:headEnd type="none" w="med" len="med"/>
                      <a:tailEnd type="none" w="med" len="med"/>
                    </a:lnT>
                    <a:lnB w="16983" cap="flat" cmpd="sng" algn="ctr">
                      <a:solidFill>
                        <a:srgbClr val="000000"/>
                      </a:solidFill>
                      <a:prstDash val="solid"/>
                      <a:round/>
                      <a:headEnd type="none" w="med" len="med"/>
                      <a:tailEnd type="none" w="med" len="med"/>
                    </a:lnB>
                    <a:solidFill>
                      <a:srgbClr val="FFFFFF"/>
                    </a:solidFill>
                  </a:tcPr>
                </a:tc>
                <a:tc vMerge="1">
                  <a:txBody>
                    <a:bodyPr/>
                    <a:lstStyle/>
                    <a:p>
                      <a:endParaRPr lang="en-US"/>
                    </a:p>
                  </a:txBody>
                  <a:tcPr anchor="ctr">
                    <a:lnL w="16983" cap="flat" cmpd="sng" algn="ctr">
                      <a:solidFill>
                        <a:srgbClr val="000000"/>
                      </a:solidFill>
                      <a:prstDash val="solid"/>
                      <a:round/>
                      <a:headEnd type="none" w="med" len="med"/>
                      <a:tailEnd type="none" w="med" len="med"/>
                    </a:lnL>
                    <a:lnR w="16983" cap="flat" cmpd="sng" algn="ctr">
                      <a:solidFill>
                        <a:srgbClr val="000000"/>
                      </a:solidFill>
                      <a:prstDash val="solid"/>
                      <a:round/>
                      <a:headEnd type="none" w="med" len="med"/>
                      <a:tailEnd type="none" w="med" len="med"/>
                    </a:lnR>
                    <a:lnT w="16983" cap="flat" cmpd="sng" algn="ctr">
                      <a:solidFill>
                        <a:srgbClr val="000000"/>
                      </a:solidFill>
                      <a:prstDash val="solid"/>
                      <a:round/>
                      <a:headEnd type="none" w="med" len="med"/>
                      <a:tailEnd type="none" w="med" len="med"/>
                    </a:lnT>
                    <a:lnB w="16983" cap="flat" cmpd="sng" algn="ctr">
                      <a:solidFill>
                        <a:srgbClr val="000000"/>
                      </a:solidFill>
                      <a:prstDash val="solid"/>
                      <a:round/>
                      <a:headEnd type="none" w="med" len="med"/>
                      <a:tailEnd type="none" w="med" len="med"/>
                    </a:lnB>
                    <a:solidFill>
                      <a:srgbClr val="FFFFFF"/>
                    </a:solidFill>
                  </a:tcPr>
                </a:tc>
                <a:tc>
                  <a:txBody>
                    <a:bodyPr/>
                    <a:lstStyle/>
                    <a:p>
                      <a:pPr marL="0" marR="0" indent="0" algn="l" rtl="0" fontAlgn="base">
                        <a:buNone/>
                      </a:pPr>
                      <a:r>
                        <a:rPr lang="en-US" sz="600" b="0" i="0">
                          <a:solidFill>
                            <a:srgbClr val="000000"/>
                          </a:solidFill>
                          <a:effectLst/>
                          <a:latin typeface="Arial"/>
                        </a:rPr>
                        <a:t>Usage governance (dept / time / budget)</a:t>
                      </a:r>
                    </a:p>
                  </a:txBody>
                  <a:tcPr anchor="ctr">
                    <a:lnL w="16983" cap="flat" cmpd="sng" algn="ctr">
                      <a:solidFill>
                        <a:srgbClr val="000000"/>
                      </a:solidFill>
                      <a:prstDash val="solid"/>
                      <a:round/>
                      <a:headEnd type="none" w="med" len="med"/>
                      <a:tailEnd type="none" w="med" len="med"/>
                    </a:lnL>
                    <a:lnR w="16983" cap="flat" cmpd="sng" algn="ctr">
                      <a:solidFill>
                        <a:srgbClr val="000000"/>
                      </a:solidFill>
                      <a:prstDash val="solid"/>
                      <a:round/>
                      <a:headEnd type="none" w="med" len="med"/>
                      <a:tailEnd type="none" w="med" len="med"/>
                    </a:lnR>
                    <a:lnT w="16983" cap="flat" cmpd="sng" algn="ctr">
                      <a:solidFill>
                        <a:srgbClr val="000000"/>
                      </a:solidFill>
                      <a:prstDash val="solid"/>
                      <a:round/>
                      <a:headEnd type="none" w="med" len="med"/>
                      <a:tailEnd type="none" w="med" len="med"/>
                    </a:lnT>
                    <a:lnB w="16983" cap="flat" cmpd="sng" algn="ctr">
                      <a:solidFill>
                        <a:srgbClr val="000000"/>
                      </a:solidFill>
                      <a:prstDash val="solid"/>
                      <a:round/>
                      <a:headEnd type="none" w="med" len="med"/>
                      <a:tailEnd type="none" w="med" len="med"/>
                    </a:lnB>
                    <a:solidFill>
                      <a:srgbClr val="FFFFFF"/>
                    </a:solidFill>
                  </a:tcPr>
                </a:tc>
                <a:tc>
                  <a:txBody>
                    <a:bodyPr/>
                    <a:lstStyle/>
                    <a:p>
                      <a:pPr lvl="0" algn="ctr">
                        <a:lnSpc>
                          <a:spcPct val="100000"/>
                        </a:lnSpc>
                        <a:spcBef>
                          <a:spcPts val="0"/>
                        </a:spcBef>
                        <a:spcAft>
                          <a:spcPts val="0"/>
                        </a:spcAft>
                        <a:buNone/>
                      </a:pPr>
                      <a:r>
                        <a:rPr lang="en-US" sz="600" b="0" i="0" u="none" strike="noStrike" noProof="0">
                          <a:solidFill>
                            <a:srgbClr val="000000"/>
                          </a:solidFill>
                          <a:effectLst/>
                          <a:latin typeface="Arial"/>
                          <a:cs typeface="Arial"/>
                        </a:rPr>
                        <a:t>●</a:t>
                      </a:r>
                    </a:p>
                  </a:txBody>
                  <a:tcPr anchor="ctr">
                    <a:lnL w="16983">
                      <a:solidFill>
                        <a:srgbClr val="000000"/>
                      </a:solidFill>
                    </a:lnL>
                    <a:lnR w="16983">
                      <a:solidFill>
                        <a:srgbClr val="000000"/>
                      </a:solidFill>
                    </a:lnR>
                    <a:lnT w="16983">
                      <a:solidFill>
                        <a:srgbClr val="000000"/>
                      </a:solidFill>
                    </a:lnT>
                    <a:lnB w="16983">
                      <a:solidFill>
                        <a:srgbClr val="000000"/>
                      </a:solidFill>
                    </a:lnB>
                    <a:solidFill>
                      <a:srgbClr val="FFFFFF"/>
                    </a:solidFill>
                  </a:tcPr>
                </a:tc>
                <a:extLst>
                  <a:ext uri="{0D108BD9-81ED-4DB2-BD59-A6C34878D82A}">
                    <a16:rowId xmlns:a16="http://schemas.microsoft.com/office/drawing/2014/main" val="125591599"/>
                  </a:ext>
                </a:extLst>
              </a:tr>
              <a:tr h="0">
                <a:tc>
                  <a:txBody>
                    <a:bodyPr/>
                    <a:lstStyle/>
                    <a:p>
                      <a:pPr marL="0" marR="0" indent="0" algn="l" rtl="0" fontAlgn="base">
                        <a:buNone/>
                      </a:pPr>
                      <a:r>
                        <a:rPr lang="en-US" sz="600" b="0" i="0">
                          <a:solidFill>
                            <a:srgbClr val="000000"/>
                          </a:solidFill>
                          <a:effectLst/>
                          <a:latin typeface="Arial"/>
                        </a:rPr>
                        <a:t>D4-10</a:t>
                      </a:r>
                    </a:p>
                  </a:txBody>
                  <a:tcPr anchor="ctr">
                    <a:lnL w="16983" cap="flat" cmpd="sng" algn="ctr">
                      <a:solidFill>
                        <a:srgbClr val="000000"/>
                      </a:solidFill>
                      <a:prstDash val="solid"/>
                      <a:round/>
                      <a:headEnd type="none" w="med" len="med"/>
                      <a:tailEnd type="none" w="med" len="med"/>
                    </a:lnL>
                    <a:lnR w="16983" cap="flat" cmpd="sng" algn="ctr">
                      <a:solidFill>
                        <a:srgbClr val="000000"/>
                      </a:solidFill>
                      <a:prstDash val="solid"/>
                      <a:round/>
                      <a:headEnd type="none" w="med" len="med"/>
                      <a:tailEnd type="none" w="med" len="med"/>
                    </a:lnR>
                    <a:lnT w="16983" cap="flat" cmpd="sng" algn="ctr">
                      <a:solidFill>
                        <a:srgbClr val="000000"/>
                      </a:solidFill>
                      <a:prstDash val="solid"/>
                      <a:round/>
                      <a:headEnd type="none" w="med" len="med"/>
                      <a:tailEnd type="none" w="med" len="med"/>
                    </a:lnT>
                    <a:lnB w="16983" cap="flat" cmpd="sng" algn="ctr">
                      <a:solidFill>
                        <a:srgbClr val="000000"/>
                      </a:solidFill>
                      <a:prstDash val="solid"/>
                      <a:round/>
                      <a:headEnd type="none" w="med" len="med"/>
                      <a:tailEnd type="none" w="med" len="med"/>
                    </a:lnB>
                    <a:solidFill>
                      <a:srgbClr val="FFFFFF"/>
                    </a:solidFill>
                  </a:tcPr>
                </a:tc>
                <a:tc vMerge="1">
                  <a:txBody>
                    <a:bodyPr/>
                    <a:lstStyle/>
                    <a:p>
                      <a:endParaRPr lang="en-US"/>
                    </a:p>
                  </a:txBody>
                  <a:tcPr anchor="ctr">
                    <a:lnL w="16983" cap="flat" cmpd="sng" algn="ctr">
                      <a:solidFill>
                        <a:srgbClr val="000000"/>
                      </a:solidFill>
                      <a:prstDash val="solid"/>
                      <a:round/>
                      <a:headEnd type="none" w="med" len="med"/>
                      <a:tailEnd type="none" w="med" len="med"/>
                    </a:lnL>
                    <a:lnR w="16983" cap="flat" cmpd="sng" algn="ctr">
                      <a:solidFill>
                        <a:srgbClr val="000000"/>
                      </a:solidFill>
                      <a:prstDash val="solid"/>
                      <a:round/>
                      <a:headEnd type="none" w="med" len="med"/>
                      <a:tailEnd type="none" w="med" len="med"/>
                    </a:lnR>
                    <a:lnT w="16983" cap="flat" cmpd="sng" algn="ctr">
                      <a:solidFill>
                        <a:srgbClr val="000000"/>
                      </a:solidFill>
                      <a:prstDash val="solid"/>
                      <a:round/>
                      <a:headEnd type="none" w="med" len="med"/>
                      <a:tailEnd type="none" w="med" len="med"/>
                    </a:lnT>
                    <a:lnB w="16983" cap="flat" cmpd="sng" algn="ctr">
                      <a:solidFill>
                        <a:srgbClr val="000000"/>
                      </a:solidFill>
                      <a:prstDash val="solid"/>
                      <a:round/>
                      <a:headEnd type="none" w="med" len="med"/>
                      <a:tailEnd type="none" w="med" len="med"/>
                    </a:lnB>
                    <a:solidFill>
                      <a:srgbClr val="FFFFFF"/>
                    </a:solidFill>
                  </a:tcPr>
                </a:tc>
                <a:tc>
                  <a:txBody>
                    <a:bodyPr/>
                    <a:lstStyle/>
                    <a:p>
                      <a:pPr marL="0" marR="0" indent="0" algn="l" rtl="0" fontAlgn="base">
                        <a:buNone/>
                      </a:pPr>
                      <a:r>
                        <a:rPr lang="en-US" sz="600" b="0" i="0">
                          <a:solidFill>
                            <a:srgbClr val="000000"/>
                          </a:solidFill>
                          <a:effectLst/>
                          <a:latin typeface="Arial"/>
                        </a:rPr>
                        <a:t>Full prompt + response audit log</a:t>
                      </a:r>
                    </a:p>
                  </a:txBody>
                  <a:tcPr anchor="ctr">
                    <a:lnL w="16983" cap="flat" cmpd="sng" algn="ctr">
                      <a:solidFill>
                        <a:srgbClr val="000000"/>
                      </a:solidFill>
                      <a:prstDash val="solid"/>
                      <a:round/>
                      <a:headEnd type="none" w="med" len="med"/>
                      <a:tailEnd type="none" w="med" len="med"/>
                    </a:lnL>
                    <a:lnR w="16983" cap="flat" cmpd="sng" algn="ctr">
                      <a:solidFill>
                        <a:srgbClr val="000000"/>
                      </a:solidFill>
                      <a:prstDash val="solid"/>
                      <a:round/>
                      <a:headEnd type="none" w="med" len="med"/>
                      <a:tailEnd type="none" w="med" len="med"/>
                    </a:lnR>
                    <a:lnT w="16983" cap="flat" cmpd="sng" algn="ctr">
                      <a:solidFill>
                        <a:srgbClr val="000000"/>
                      </a:solidFill>
                      <a:prstDash val="solid"/>
                      <a:round/>
                      <a:headEnd type="none" w="med" len="med"/>
                      <a:tailEnd type="none" w="med" len="med"/>
                    </a:lnT>
                    <a:lnB w="16983" cap="flat" cmpd="sng" algn="ctr">
                      <a:solidFill>
                        <a:srgbClr val="000000"/>
                      </a:solidFill>
                      <a:prstDash val="solid"/>
                      <a:round/>
                      <a:headEnd type="none" w="med" len="med"/>
                      <a:tailEnd type="none" w="med" len="med"/>
                    </a:lnB>
                    <a:solidFill>
                      <a:srgbClr val="FFFFFF"/>
                    </a:solidFill>
                  </a:tcPr>
                </a:tc>
                <a:tc>
                  <a:txBody>
                    <a:bodyPr/>
                    <a:lstStyle/>
                    <a:p>
                      <a:pPr lvl="0" algn="ctr">
                        <a:lnSpc>
                          <a:spcPct val="100000"/>
                        </a:lnSpc>
                        <a:spcBef>
                          <a:spcPts val="0"/>
                        </a:spcBef>
                        <a:spcAft>
                          <a:spcPts val="0"/>
                        </a:spcAft>
                        <a:buNone/>
                      </a:pPr>
                      <a:r>
                        <a:rPr lang="en-US" sz="600" b="0" i="0" u="none" strike="noStrike" noProof="0">
                          <a:solidFill>
                            <a:srgbClr val="000000"/>
                          </a:solidFill>
                          <a:effectLst/>
                          <a:latin typeface="Arial"/>
                          <a:cs typeface="Arial"/>
                        </a:rPr>
                        <a:t>●</a:t>
                      </a:r>
                    </a:p>
                  </a:txBody>
                  <a:tcPr anchor="ctr">
                    <a:lnL w="16983">
                      <a:solidFill>
                        <a:srgbClr val="000000"/>
                      </a:solidFill>
                    </a:lnL>
                    <a:lnR w="16983">
                      <a:solidFill>
                        <a:srgbClr val="000000"/>
                      </a:solidFill>
                    </a:lnR>
                    <a:lnT w="16983">
                      <a:solidFill>
                        <a:srgbClr val="000000"/>
                      </a:solidFill>
                    </a:lnT>
                    <a:lnB w="16983">
                      <a:solidFill>
                        <a:srgbClr val="000000"/>
                      </a:solidFill>
                    </a:lnB>
                    <a:solidFill>
                      <a:srgbClr val="FFFFFF"/>
                    </a:solidFill>
                  </a:tcPr>
                </a:tc>
                <a:extLst>
                  <a:ext uri="{0D108BD9-81ED-4DB2-BD59-A6C34878D82A}">
                    <a16:rowId xmlns:a16="http://schemas.microsoft.com/office/drawing/2014/main" val="1351620923"/>
                  </a:ext>
                </a:extLst>
              </a:tr>
            </a:tbl>
          </a:graphicData>
        </a:graphic>
      </p:graphicFrame>
      <p:graphicFrame>
        <p:nvGraphicFramePr>
          <p:cNvPr id="15" name="Table 14">
            <a:extLst>
              <a:ext uri="{FF2B5EF4-FFF2-40B4-BE49-F238E27FC236}">
                <a16:creationId xmlns:a16="http://schemas.microsoft.com/office/drawing/2014/main" id="{62CB9F93-E4FA-122C-3302-9EAB4F84FFD2}"/>
              </a:ext>
            </a:extLst>
          </p:cNvPr>
          <p:cNvGraphicFramePr>
            <a:graphicFrameLocks noGrp="1"/>
          </p:cNvGraphicFramePr>
          <p:nvPr>
            <p:extLst>
              <p:ext uri="{D42A27DB-BD31-4B8C-83A1-F6EECF244321}">
                <p14:modId xmlns:p14="http://schemas.microsoft.com/office/powerpoint/2010/main" val="3548476156"/>
              </p:ext>
            </p:extLst>
          </p:nvPr>
        </p:nvGraphicFramePr>
        <p:xfrm>
          <a:off x="8323881" y="1394848"/>
          <a:ext cx="5225207" cy="4609736"/>
        </p:xfrm>
        <a:graphic>
          <a:graphicData uri="http://schemas.openxmlformats.org/drawingml/2006/table">
            <a:tbl>
              <a:tblPr bandRow="1">
                <a:tableStyleId>{5C22544A-7EE6-4342-B048-85BDC9FD1C3A}</a:tableStyleId>
              </a:tblPr>
              <a:tblGrid>
                <a:gridCol w="457832">
                  <a:extLst>
                    <a:ext uri="{9D8B030D-6E8A-4147-A177-3AD203B41FA5}">
                      <a16:colId xmlns:a16="http://schemas.microsoft.com/office/drawing/2014/main" val="4005995359"/>
                    </a:ext>
                  </a:extLst>
                </a:gridCol>
                <a:gridCol w="988445">
                  <a:extLst>
                    <a:ext uri="{9D8B030D-6E8A-4147-A177-3AD203B41FA5}">
                      <a16:colId xmlns:a16="http://schemas.microsoft.com/office/drawing/2014/main" val="1823576433"/>
                    </a:ext>
                  </a:extLst>
                </a:gridCol>
                <a:gridCol w="2542373">
                  <a:extLst>
                    <a:ext uri="{9D8B030D-6E8A-4147-A177-3AD203B41FA5}">
                      <a16:colId xmlns:a16="http://schemas.microsoft.com/office/drawing/2014/main" val="2176432680"/>
                    </a:ext>
                  </a:extLst>
                </a:gridCol>
                <a:gridCol w="1236557">
                  <a:extLst>
                    <a:ext uri="{9D8B030D-6E8A-4147-A177-3AD203B41FA5}">
                      <a16:colId xmlns:a16="http://schemas.microsoft.com/office/drawing/2014/main" val="2059822618"/>
                    </a:ext>
                  </a:extLst>
                </a:gridCol>
              </a:tblGrid>
              <a:tr h="0">
                <a:tc>
                  <a:txBody>
                    <a:bodyPr/>
                    <a:lstStyle/>
                    <a:p>
                      <a:pPr marL="0" marR="0" indent="0" algn="ctr" rtl="0" fontAlgn="base">
                        <a:buNone/>
                      </a:pPr>
                      <a:r>
                        <a:rPr lang="en-US" sz="600" b="1" i="0">
                          <a:solidFill>
                            <a:srgbClr val="000000"/>
                          </a:solidFill>
                          <a:effectLst/>
                          <a:latin typeface="Arial"/>
                        </a:rPr>
                        <a:t>D5</a:t>
                      </a:r>
                      <a:endParaRPr lang="en-US" sz="900" b="0" i="0">
                        <a:solidFill>
                          <a:srgbClr val="000000"/>
                        </a:solidFill>
                        <a:effectLst/>
                        <a:latin typeface="Arial"/>
                      </a:endParaRPr>
                    </a:p>
                  </a:txBody>
                  <a:tcPr marL="122301" marR="122301" marT="61151" marB="61151" anchor="ctr">
                    <a:lnL w="22708" cap="flat" cmpd="sng" algn="ctr">
                      <a:solidFill>
                        <a:srgbClr val="000000"/>
                      </a:solidFill>
                      <a:prstDash val="solid"/>
                      <a:round/>
                      <a:headEnd type="none" w="med" len="med"/>
                      <a:tailEnd type="none" w="med" len="med"/>
                    </a:lnL>
                    <a:lnR w="22708" cap="flat" cmpd="sng" algn="ctr">
                      <a:solidFill>
                        <a:srgbClr val="000000"/>
                      </a:solidFill>
                      <a:prstDash val="solid"/>
                      <a:round/>
                      <a:headEnd type="none" w="med" len="med"/>
                      <a:tailEnd type="none" w="med" len="med"/>
                    </a:lnR>
                    <a:lnT w="22708" cap="flat" cmpd="sng" algn="ctr">
                      <a:solidFill>
                        <a:srgbClr val="000000"/>
                      </a:solidFill>
                      <a:prstDash val="solid"/>
                      <a:round/>
                      <a:headEnd type="none" w="med" len="med"/>
                      <a:tailEnd type="none" w="med" len="med"/>
                    </a:lnT>
                    <a:lnB w="22708" cap="flat" cmpd="sng" algn="ctr">
                      <a:solidFill>
                        <a:srgbClr val="000000"/>
                      </a:solidFill>
                      <a:prstDash val="solid"/>
                      <a:round/>
                      <a:headEnd type="none" w="med" len="med"/>
                      <a:tailEnd type="none" w="med" len="med"/>
                    </a:lnB>
                    <a:solidFill>
                      <a:srgbClr val="DBEEF4"/>
                    </a:solidFill>
                  </a:tcPr>
                </a:tc>
                <a:tc gridSpan="2">
                  <a:txBody>
                    <a:bodyPr/>
                    <a:lstStyle/>
                    <a:p>
                      <a:pPr marL="0" marR="0" indent="0" algn="ctr" rtl="0" fontAlgn="base">
                        <a:buNone/>
                      </a:pPr>
                      <a:r>
                        <a:rPr lang="en-US" sz="600" b="1" i="0">
                          <a:solidFill>
                            <a:srgbClr val="000000"/>
                          </a:solidFill>
                          <a:effectLst/>
                          <a:latin typeface="Arial"/>
                        </a:rPr>
                        <a:t>Ops &amp; deployment</a:t>
                      </a:r>
                      <a:endParaRPr lang="en-US" sz="900" b="0" i="0">
                        <a:solidFill>
                          <a:srgbClr val="000000"/>
                        </a:solidFill>
                        <a:effectLst/>
                        <a:latin typeface="Arial"/>
                      </a:endParaRPr>
                    </a:p>
                  </a:txBody>
                  <a:tcPr marL="122301" marR="122301" marT="61151" marB="61151" anchor="ctr">
                    <a:lnL w="22708" cap="flat" cmpd="sng" algn="ctr">
                      <a:solidFill>
                        <a:srgbClr val="000000"/>
                      </a:solidFill>
                      <a:prstDash val="solid"/>
                      <a:round/>
                      <a:headEnd type="none" w="med" len="med"/>
                      <a:tailEnd type="none" w="med" len="med"/>
                    </a:lnL>
                    <a:lnR w="22708" cap="flat" cmpd="sng" algn="ctr">
                      <a:solidFill>
                        <a:srgbClr val="000000"/>
                      </a:solidFill>
                      <a:prstDash val="solid"/>
                      <a:round/>
                      <a:headEnd type="none" w="med" len="med"/>
                      <a:tailEnd type="none" w="med" len="med"/>
                    </a:lnR>
                    <a:lnT w="22708" cap="flat" cmpd="sng" algn="ctr">
                      <a:solidFill>
                        <a:srgbClr val="000000"/>
                      </a:solidFill>
                      <a:prstDash val="solid"/>
                      <a:round/>
                      <a:headEnd type="none" w="med" len="med"/>
                      <a:tailEnd type="none" w="med" len="med"/>
                    </a:lnT>
                    <a:lnB w="22708" cap="flat" cmpd="sng" algn="ctr">
                      <a:solidFill>
                        <a:srgbClr val="000000"/>
                      </a:solidFill>
                      <a:prstDash val="solid"/>
                      <a:round/>
                      <a:headEnd type="none" w="med" len="med"/>
                      <a:tailEnd type="none" w="med" len="med"/>
                    </a:lnB>
                    <a:solidFill>
                      <a:srgbClr val="DBEEF4"/>
                    </a:solidFill>
                  </a:tcPr>
                </a:tc>
                <a:tc hMerge="1">
                  <a:txBody>
                    <a:bodyPr/>
                    <a:lstStyle/>
                    <a:p>
                      <a:endParaRPr lang="en-US"/>
                    </a:p>
                  </a:txBody>
                  <a:tcPr/>
                </a:tc>
                <a:tc>
                  <a:txBody>
                    <a:bodyPr/>
                    <a:lstStyle/>
                    <a:p>
                      <a:pPr marL="0" lvl="0" indent="0" algn="ctr">
                        <a:buNone/>
                      </a:pPr>
                      <a:r>
                        <a:rPr lang="en-US" sz="600" b="1" i="0">
                          <a:solidFill>
                            <a:srgbClr val="000000"/>
                          </a:solidFill>
                          <a:effectLst/>
                          <a:latin typeface="Arial"/>
                        </a:rPr>
                        <a:t>Availability</a:t>
                      </a:r>
                    </a:p>
                  </a:txBody>
                  <a:tcPr marL="122301" marR="122301" marT="61150" marB="61150" anchor="ctr">
                    <a:lnL w="22708" cap="flat" cmpd="sng" algn="ctr">
                      <a:solidFill>
                        <a:srgbClr val="000000"/>
                      </a:solidFill>
                      <a:prstDash val="solid"/>
                      <a:round/>
                      <a:headEnd type="none" w="med" len="med"/>
                      <a:tailEnd type="none" w="med" len="med"/>
                    </a:lnL>
                    <a:lnR w="22707">
                      <a:solidFill>
                        <a:srgbClr val="000000"/>
                      </a:solidFill>
                    </a:lnR>
                    <a:lnT w="22707">
                      <a:solidFill>
                        <a:srgbClr val="000000"/>
                      </a:solidFill>
                    </a:lnT>
                    <a:lnB w="22707">
                      <a:solidFill>
                        <a:srgbClr val="000000"/>
                      </a:solidFill>
                    </a:lnB>
                    <a:solidFill>
                      <a:srgbClr val="DBEEF4"/>
                    </a:solidFill>
                  </a:tcPr>
                </a:tc>
                <a:extLst>
                  <a:ext uri="{0D108BD9-81ED-4DB2-BD59-A6C34878D82A}">
                    <a16:rowId xmlns:a16="http://schemas.microsoft.com/office/drawing/2014/main" val="3745399362"/>
                  </a:ext>
                </a:extLst>
              </a:tr>
              <a:tr h="0">
                <a:tc>
                  <a:txBody>
                    <a:bodyPr/>
                    <a:lstStyle/>
                    <a:p>
                      <a:pPr marL="0" marR="0" indent="0" algn="l" rtl="0" fontAlgn="base">
                        <a:buNone/>
                      </a:pPr>
                      <a:r>
                        <a:rPr lang="en-US" sz="600" b="0" i="0">
                          <a:solidFill>
                            <a:srgbClr val="000000"/>
                          </a:solidFill>
                          <a:effectLst/>
                          <a:latin typeface="Arial"/>
                        </a:rPr>
                        <a:t>D5-01</a:t>
                      </a:r>
                      <a:endParaRPr lang="en-US" sz="900" b="0" i="0">
                        <a:solidFill>
                          <a:srgbClr val="000000"/>
                        </a:solidFill>
                        <a:effectLst/>
                        <a:latin typeface="Arial"/>
                      </a:endParaRPr>
                    </a:p>
                  </a:txBody>
                  <a:tcPr marL="122301" marR="122301" marT="61151" marB="61151" anchor="ctr">
                    <a:lnL w="22708" cap="flat" cmpd="sng" algn="ctr">
                      <a:solidFill>
                        <a:srgbClr val="000000"/>
                      </a:solidFill>
                      <a:prstDash val="solid"/>
                      <a:round/>
                      <a:headEnd type="none" w="med" len="med"/>
                      <a:tailEnd type="none" w="med" len="med"/>
                    </a:lnL>
                    <a:lnR w="22708" cap="flat" cmpd="sng" algn="ctr">
                      <a:solidFill>
                        <a:srgbClr val="000000"/>
                      </a:solidFill>
                      <a:prstDash val="solid"/>
                      <a:round/>
                      <a:headEnd type="none" w="med" len="med"/>
                      <a:tailEnd type="none" w="med" len="med"/>
                    </a:lnR>
                    <a:lnT w="22708" cap="flat" cmpd="sng" algn="ctr">
                      <a:solidFill>
                        <a:srgbClr val="000000"/>
                      </a:solidFill>
                      <a:prstDash val="solid"/>
                      <a:round/>
                      <a:headEnd type="none" w="med" len="med"/>
                      <a:tailEnd type="none" w="med" len="med"/>
                    </a:lnT>
                    <a:lnB w="22708" cap="flat" cmpd="sng" algn="ctr">
                      <a:solidFill>
                        <a:srgbClr val="000000"/>
                      </a:solidFill>
                      <a:prstDash val="solid"/>
                      <a:round/>
                      <a:headEnd type="none" w="med" len="med"/>
                      <a:tailEnd type="none" w="med" len="med"/>
                    </a:lnB>
                    <a:solidFill>
                      <a:srgbClr val="FFFFFF"/>
                    </a:solidFill>
                  </a:tcPr>
                </a:tc>
                <a:tc rowSpan="9">
                  <a:txBody>
                    <a:bodyPr/>
                    <a:lstStyle/>
                    <a:p>
                      <a:pPr marL="0" marR="0" indent="0" algn="ctr" rtl="0" fontAlgn="base">
                        <a:buNone/>
                      </a:pPr>
                      <a:r>
                        <a:rPr lang="en-US" sz="600" b="0" i="0">
                          <a:solidFill>
                            <a:srgbClr val="000000"/>
                          </a:solidFill>
                          <a:effectLst/>
                          <a:latin typeface="Arial"/>
                        </a:rPr>
                        <a:t>Ops &amp; deployment</a:t>
                      </a:r>
                      <a:endParaRPr lang="en-US" sz="900" b="0" i="0">
                        <a:solidFill>
                          <a:srgbClr val="000000"/>
                        </a:solidFill>
                        <a:effectLst/>
                        <a:latin typeface="Arial"/>
                      </a:endParaRPr>
                    </a:p>
                  </a:txBody>
                  <a:tcPr marL="122301" marR="122301" marT="61151" marB="61151" anchor="ctr">
                    <a:lnL w="22708" cap="flat" cmpd="sng" algn="ctr">
                      <a:solidFill>
                        <a:srgbClr val="000000"/>
                      </a:solidFill>
                      <a:prstDash val="solid"/>
                      <a:round/>
                      <a:headEnd type="none" w="med" len="med"/>
                      <a:tailEnd type="none" w="med" len="med"/>
                    </a:lnL>
                    <a:lnR w="22708" cap="flat" cmpd="sng" algn="ctr">
                      <a:solidFill>
                        <a:srgbClr val="000000"/>
                      </a:solidFill>
                      <a:prstDash val="solid"/>
                      <a:round/>
                      <a:headEnd type="none" w="med" len="med"/>
                      <a:tailEnd type="none" w="med" len="med"/>
                    </a:lnR>
                    <a:lnT w="22708" cap="flat" cmpd="sng" algn="ctr">
                      <a:solidFill>
                        <a:srgbClr val="000000"/>
                      </a:solidFill>
                      <a:prstDash val="solid"/>
                      <a:round/>
                      <a:headEnd type="none" w="med" len="med"/>
                      <a:tailEnd type="none" w="med" len="med"/>
                    </a:lnT>
                    <a:lnB w="22708" cap="flat" cmpd="sng" algn="ctr">
                      <a:solidFill>
                        <a:srgbClr val="000000"/>
                      </a:solidFill>
                      <a:prstDash val="solid"/>
                      <a:round/>
                      <a:headEnd type="none" w="med" len="med"/>
                      <a:tailEnd type="none" w="med" len="med"/>
                    </a:lnB>
                    <a:solidFill>
                      <a:srgbClr val="FFFFFF"/>
                    </a:solidFill>
                  </a:tcPr>
                </a:tc>
                <a:tc>
                  <a:txBody>
                    <a:bodyPr/>
                    <a:lstStyle/>
                    <a:p>
                      <a:pPr marL="0" marR="0" indent="0" algn="l" rtl="0" fontAlgn="base">
                        <a:buNone/>
                      </a:pPr>
                      <a:r>
                        <a:rPr lang="en-US" sz="600" b="0" i="0">
                          <a:solidFill>
                            <a:srgbClr val="000000"/>
                          </a:solidFill>
                          <a:effectLst/>
                          <a:latin typeface="Arial"/>
                        </a:rPr>
                        <a:t>Windows endpoint agent</a:t>
                      </a:r>
                      <a:endParaRPr lang="en-US" sz="900" b="0" i="0">
                        <a:solidFill>
                          <a:srgbClr val="000000"/>
                        </a:solidFill>
                        <a:effectLst/>
                        <a:latin typeface="Arial"/>
                      </a:endParaRPr>
                    </a:p>
                  </a:txBody>
                  <a:tcPr marL="122301" marR="122301" marT="61151" marB="61151" anchor="ctr">
                    <a:lnL w="22708" cap="flat" cmpd="sng" algn="ctr">
                      <a:solidFill>
                        <a:srgbClr val="000000"/>
                      </a:solidFill>
                      <a:prstDash val="solid"/>
                      <a:round/>
                      <a:headEnd type="none" w="med" len="med"/>
                      <a:tailEnd type="none" w="med" len="med"/>
                    </a:lnL>
                    <a:lnR w="22708" cap="flat" cmpd="sng" algn="ctr">
                      <a:solidFill>
                        <a:srgbClr val="000000"/>
                      </a:solidFill>
                      <a:prstDash val="solid"/>
                      <a:round/>
                      <a:headEnd type="none" w="med" len="med"/>
                      <a:tailEnd type="none" w="med" len="med"/>
                    </a:lnR>
                    <a:lnT w="22708" cap="flat" cmpd="sng" algn="ctr">
                      <a:solidFill>
                        <a:srgbClr val="000000"/>
                      </a:solidFill>
                      <a:prstDash val="solid"/>
                      <a:round/>
                      <a:headEnd type="none" w="med" len="med"/>
                      <a:tailEnd type="none" w="med" len="med"/>
                    </a:lnT>
                    <a:lnB w="22708" cap="flat" cmpd="sng" algn="ctr">
                      <a:solidFill>
                        <a:srgbClr val="000000"/>
                      </a:solidFill>
                      <a:prstDash val="solid"/>
                      <a:round/>
                      <a:headEnd type="none" w="med" len="med"/>
                      <a:tailEnd type="none" w="med" len="med"/>
                    </a:lnB>
                    <a:solidFill>
                      <a:srgbClr val="FFFFFF"/>
                    </a:solidFill>
                  </a:tcPr>
                </a:tc>
                <a:tc>
                  <a:txBody>
                    <a:bodyPr/>
                    <a:lstStyle/>
                    <a:p>
                      <a:pPr marL="0" lvl="0" indent="0" algn="ctr">
                        <a:buNone/>
                      </a:pPr>
                      <a:endParaRPr lang="en-US" sz="600" b="0" i="0">
                        <a:solidFill>
                          <a:srgbClr val="000000"/>
                        </a:solidFill>
                        <a:effectLst/>
                        <a:latin typeface="Arial"/>
                      </a:endParaRPr>
                    </a:p>
                  </a:txBody>
                  <a:tcPr marL="122301" marR="122301" marT="61150" marB="61150" anchor="ctr">
                    <a:lnL w="22708" cap="flat" cmpd="sng" algn="ctr">
                      <a:solidFill>
                        <a:srgbClr val="000000"/>
                      </a:solidFill>
                      <a:prstDash val="solid"/>
                      <a:round/>
                      <a:headEnd type="none" w="med" len="med"/>
                      <a:tailEnd type="none" w="med" len="med"/>
                    </a:lnL>
                    <a:lnR w="22707">
                      <a:solidFill>
                        <a:srgbClr val="000000"/>
                      </a:solidFill>
                    </a:lnR>
                    <a:lnT w="22707">
                      <a:solidFill>
                        <a:srgbClr val="000000"/>
                      </a:solidFill>
                    </a:lnT>
                    <a:lnB w="22707">
                      <a:solidFill>
                        <a:srgbClr val="000000"/>
                      </a:solidFill>
                    </a:lnB>
                    <a:solidFill>
                      <a:srgbClr val="FFFFFF"/>
                    </a:solidFill>
                  </a:tcPr>
                </a:tc>
                <a:extLst>
                  <a:ext uri="{0D108BD9-81ED-4DB2-BD59-A6C34878D82A}">
                    <a16:rowId xmlns:a16="http://schemas.microsoft.com/office/drawing/2014/main" val="2992521911"/>
                  </a:ext>
                </a:extLst>
              </a:tr>
              <a:tr h="0">
                <a:tc>
                  <a:txBody>
                    <a:bodyPr/>
                    <a:lstStyle/>
                    <a:p>
                      <a:pPr marL="0" marR="0" indent="0" algn="l" rtl="0" fontAlgn="base">
                        <a:buNone/>
                      </a:pPr>
                      <a:r>
                        <a:rPr lang="en-US" sz="600" b="0" i="0">
                          <a:solidFill>
                            <a:srgbClr val="000000"/>
                          </a:solidFill>
                          <a:effectLst/>
                          <a:latin typeface="Arial"/>
                        </a:rPr>
                        <a:t>D5-02</a:t>
                      </a:r>
                      <a:endParaRPr lang="en-US" sz="900" b="0" i="0">
                        <a:solidFill>
                          <a:srgbClr val="000000"/>
                        </a:solidFill>
                        <a:effectLst/>
                        <a:latin typeface="Arial"/>
                      </a:endParaRPr>
                    </a:p>
                  </a:txBody>
                  <a:tcPr marL="122301" marR="122301" marT="61151" marB="61151" anchor="ctr">
                    <a:lnL w="22708" cap="flat" cmpd="sng" algn="ctr">
                      <a:solidFill>
                        <a:srgbClr val="000000"/>
                      </a:solidFill>
                      <a:prstDash val="solid"/>
                      <a:round/>
                      <a:headEnd type="none" w="med" len="med"/>
                      <a:tailEnd type="none" w="med" len="med"/>
                    </a:lnL>
                    <a:lnR w="22708" cap="flat" cmpd="sng" algn="ctr">
                      <a:solidFill>
                        <a:srgbClr val="000000"/>
                      </a:solidFill>
                      <a:prstDash val="solid"/>
                      <a:round/>
                      <a:headEnd type="none" w="med" len="med"/>
                      <a:tailEnd type="none" w="med" len="med"/>
                    </a:lnR>
                    <a:lnT w="22708" cap="flat" cmpd="sng" algn="ctr">
                      <a:solidFill>
                        <a:srgbClr val="000000"/>
                      </a:solidFill>
                      <a:prstDash val="solid"/>
                      <a:round/>
                      <a:headEnd type="none" w="med" len="med"/>
                      <a:tailEnd type="none" w="med" len="med"/>
                    </a:lnT>
                    <a:lnB w="22708" cap="flat" cmpd="sng" algn="ctr">
                      <a:solidFill>
                        <a:srgbClr val="000000"/>
                      </a:solidFill>
                      <a:prstDash val="solid"/>
                      <a:round/>
                      <a:headEnd type="none" w="med" len="med"/>
                      <a:tailEnd type="none" w="med" len="med"/>
                    </a:lnB>
                    <a:solidFill>
                      <a:srgbClr val="FFFFFF"/>
                    </a:solidFill>
                  </a:tcPr>
                </a:tc>
                <a:tc vMerge="1">
                  <a:txBody>
                    <a:bodyPr/>
                    <a:lstStyle/>
                    <a:p>
                      <a:endParaRPr lang="en-US"/>
                    </a:p>
                  </a:txBody>
                  <a:tcPr/>
                </a:tc>
                <a:tc>
                  <a:txBody>
                    <a:bodyPr/>
                    <a:lstStyle/>
                    <a:p>
                      <a:pPr marL="0" marR="0" indent="0" algn="l" rtl="0" fontAlgn="base">
                        <a:buNone/>
                      </a:pPr>
                      <a:r>
                        <a:rPr lang="en-US" sz="600" b="0" i="0">
                          <a:solidFill>
                            <a:srgbClr val="000000"/>
                          </a:solidFill>
                          <a:effectLst/>
                          <a:latin typeface="Arial"/>
                        </a:rPr>
                        <a:t>macOS endpoint agent</a:t>
                      </a:r>
                      <a:endParaRPr lang="en-US" sz="900" b="0" i="0">
                        <a:solidFill>
                          <a:srgbClr val="000000"/>
                        </a:solidFill>
                        <a:effectLst/>
                        <a:latin typeface="Arial"/>
                      </a:endParaRPr>
                    </a:p>
                  </a:txBody>
                  <a:tcPr marL="122301" marR="122301" marT="61151" marB="61151" anchor="ctr">
                    <a:lnL w="22708" cap="flat" cmpd="sng" algn="ctr">
                      <a:solidFill>
                        <a:srgbClr val="000000"/>
                      </a:solidFill>
                      <a:prstDash val="solid"/>
                      <a:round/>
                      <a:headEnd type="none" w="med" len="med"/>
                      <a:tailEnd type="none" w="med" len="med"/>
                    </a:lnL>
                    <a:lnR w="22708" cap="flat" cmpd="sng" algn="ctr">
                      <a:solidFill>
                        <a:srgbClr val="000000"/>
                      </a:solidFill>
                      <a:prstDash val="solid"/>
                      <a:round/>
                      <a:headEnd type="none" w="med" len="med"/>
                      <a:tailEnd type="none" w="med" len="med"/>
                    </a:lnR>
                    <a:lnT w="22708" cap="flat" cmpd="sng" algn="ctr">
                      <a:solidFill>
                        <a:srgbClr val="000000"/>
                      </a:solidFill>
                      <a:prstDash val="solid"/>
                      <a:round/>
                      <a:headEnd type="none" w="med" len="med"/>
                      <a:tailEnd type="none" w="med" len="med"/>
                    </a:lnT>
                    <a:lnB w="22708" cap="flat" cmpd="sng" algn="ctr">
                      <a:solidFill>
                        <a:srgbClr val="000000"/>
                      </a:solidFill>
                      <a:prstDash val="solid"/>
                      <a:round/>
                      <a:headEnd type="none" w="med" len="med"/>
                      <a:tailEnd type="none" w="med" len="med"/>
                    </a:lnB>
                    <a:solidFill>
                      <a:srgbClr val="FFFFFF"/>
                    </a:solidFill>
                  </a:tcPr>
                </a:tc>
                <a:tc>
                  <a:txBody>
                    <a:bodyPr/>
                    <a:lstStyle/>
                    <a:p>
                      <a:pPr marL="0" lvl="0" indent="0" algn="ctr">
                        <a:buNone/>
                      </a:pPr>
                      <a:endParaRPr lang="en-US" sz="600" b="0" i="0">
                        <a:solidFill>
                          <a:srgbClr val="000000"/>
                        </a:solidFill>
                        <a:effectLst/>
                        <a:latin typeface="Arial"/>
                      </a:endParaRPr>
                    </a:p>
                  </a:txBody>
                  <a:tcPr marL="122301" marR="122301" marT="61150" marB="61150" anchor="ctr">
                    <a:lnL w="22708" cap="flat" cmpd="sng" algn="ctr">
                      <a:solidFill>
                        <a:srgbClr val="000000"/>
                      </a:solidFill>
                      <a:prstDash val="solid"/>
                      <a:round/>
                      <a:headEnd type="none" w="med" len="med"/>
                      <a:tailEnd type="none" w="med" len="med"/>
                    </a:lnL>
                    <a:lnR w="22707">
                      <a:solidFill>
                        <a:srgbClr val="000000"/>
                      </a:solidFill>
                    </a:lnR>
                    <a:lnT w="22707">
                      <a:solidFill>
                        <a:srgbClr val="000000"/>
                      </a:solidFill>
                    </a:lnT>
                    <a:lnB w="22707">
                      <a:solidFill>
                        <a:srgbClr val="000000"/>
                      </a:solidFill>
                    </a:lnB>
                    <a:solidFill>
                      <a:srgbClr val="FFFFFF"/>
                    </a:solidFill>
                  </a:tcPr>
                </a:tc>
                <a:extLst>
                  <a:ext uri="{0D108BD9-81ED-4DB2-BD59-A6C34878D82A}">
                    <a16:rowId xmlns:a16="http://schemas.microsoft.com/office/drawing/2014/main" val="1297400449"/>
                  </a:ext>
                </a:extLst>
              </a:tr>
              <a:tr h="0">
                <a:tc>
                  <a:txBody>
                    <a:bodyPr/>
                    <a:lstStyle/>
                    <a:p>
                      <a:pPr marL="0" marR="0" indent="0" algn="l" rtl="0" fontAlgn="base">
                        <a:buNone/>
                      </a:pPr>
                      <a:r>
                        <a:rPr lang="en-US" sz="600" b="0" i="0">
                          <a:solidFill>
                            <a:srgbClr val="000000"/>
                          </a:solidFill>
                          <a:effectLst/>
                          <a:latin typeface="Arial"/>
                        </a:rPr>
                        <a:t>D5-03</a:t>
                      </a:r>
                      <a:endParaRPr lang="en-US" sz="900" b="0" i="0">
                        <a:solidFill>
                          <a:srgbClr val="000000"/>
                        </a:solidFill>
                        <a:effectLst/>
                        <a:latin typeface="Arial"/>
                      </a:endParaRPr>
                    </a:p>
                  </a:txBody>
                  <a:tcPr marL="122301" marR="122301" marT="61151" marB="61151" anchor="ctr">
                    <a:lnL w="22708" cap="flat" cmpd="sng" algn="ctr">
                      <a:solidFill>
                        <a:srgbClr val="000000"/>
                      </a:solidFill>
                      <a:prstDash val="solid"/>
                      <a:round/>
                      <a:headEnd type="none" w="med" len="med"/>
                      <a:tailEnd type="none" w="med" len="med"/>
                    </a:lnL>
                    <a:lnR w="22708" cap="flat" cmpd="sng" algn="ctr">
                      <a:solidFill>
                        <a:srgbClr val="000000"/>
                      </a:solidFill>
                      <a:prstDash val="solid"/>
                      <a:round/>
                      <a:headEnd type="none" w="med" len="med"/>
                      <a:tailEnd type="none" w="med" len="med"/>
                    </a:lnR>
                    <a:lnT w="22708" cap="flat" cmpd="sng" algn="ctr">
                      <a:solidFill>
                        <a:srgbClr val="000000"/>
                      </a:solidFill>
                      <a:prstDash val="solid"/>
                      <a:round/>
                      <a:headEnd type="none" w="med" len="med"/>
                      <a:tailEnd type="none" w="med" len="med"/>
                    </a:lnT>
                    <a:lnB w="22708" cap="flat" cmpd="sng" algn="ctr">
                      <a:solidFill>
                        <a:srgbClr val="000000"/>
                      </a:solidFill>
                      <a:prstDash val="solid"/>
                      <a:round/>
                      <a:headEnd type="none" w="med" len="med"/>
                      <a:tailEnd type="none" w="med" len="med"/>
                    </a:lnB>
                    <a:solidFill>
                      <a:srgbClr val="FFFFFF"/>
                    </a:solidFill>
                  </a:tcPr>
                </a:tc>
                <a:tc vMerge="1">
                  <a:txBody>
                    <a:bodyPr/>
                    <a:lstStyle/>
                    <a:p>
                      <a:endParaRPr lang="en-US"/>
                    </a:p>
                  </a:txBody>
                  <a:tcPr/>
                </a:tc>
                <a:tc>
                  <a:txBody>
                    <a:bodyPr/>
                    <a:lstStyle/>
                    <a:p>
                      <a:pPr marL="0" marR="0" indent="0" algn="l" rtl="0" fontAlgn="base">
                        <a:buNone/>
                      </a:pPr>
                      <a:r>
                        <a:rPr lang="en-US" sz="600" b="0" i="0">
                          <a:solidFill>
                            <a:srgbClr val="000000"/>
                          </a:solidFill>
                          <a:effectLst/>
                          <a:latin typeface="Arial"/>
                        </a:rPr>
                        <a:t>Linux endpoint agent</a:t>
                      </a:r>
                      <a:endParaRPr lang="en-US" sz="900" b="0" i="0">
                        <a:solidFill>
                          <a:srgbClr val="000000"/>
                        </a:solidFill>
                        <a:effectLst/>
                        <a:latin typeface="Arial"/>
                      </a:endParaRPr>
                    </a:p>
                  </a:txBody>
                  <a:tcPr marL="122301" marR="122301" marT="61151" marB="61151" anchor="ctr">
                    <a:lnL w="22708" cap="flat" cmpd="sng" algn="ctr">
                      <a:solidFill>
                        <a:srgbClr val="000000"/>
                      </a:solidFill>
                      <a:prstDash val="solid"/>
                      <a:round/>
                      <a:headEnd type="none" w="med" len="med"/>
                      <a:tailEnd type="none" w="med" len="med"/>
                    </a:lnL>
                    <a:lnR w="22708" cap="flat" cmpd="sng" algn="ctr">
                      <a:solidFill>
                        <a:srgbClr val="000000"/>
                      </a:solidFill>
                      <a:prstDash val="solid"/>
                      <a:round/>
                      <a:headEnd type="none" w="med" len="med"/>
                      <a:tailEnd type="none" w="med" len="med"/>
                    </a:lnR>
                    <a:lnT w="22708" cap="flat" cmpd="sng" algn="ctr">
                      <a:solidFill>
                        <a:srgbClr val="000000"/>
                      </a:solidFill>
                      <a:prstDash val="solid"/>
                      <a:round/>
                      <a:headEnd type="none" w="med" len="med"/>
                      <a:tailEnd type="none" w="med" len="med"/>
                    </a:lnT>
                    <a:lnB w="22708" cap="flat" cmpd="sng" algn="ctr">
                      <a:solidFill>
                        <a:srgbClr val="000000"/>
                      </a:solidFill>
                      <a:prstDash val="solid"/>
                      <a:round/>
                      <a:headEnd type="none" w="med" len="med"/>
                      <a:tailEnd type="none" w="med" len="med"/>
                    </a:lnB>
                    <a:solidFill>
                      <a:srgbClr val="FFFFFF"/>
                    </a:solidFill>
                  </a:tcPr>
                </a:tc>
                <a:tc>
                  <a:txBody>
                    <a:bodyPr/>
                    <a:lstStyle/>
                    <a:p>
                      <a:pPr marL="0" lvl="0" indent="0" algn="ctr">
                        <a:buNone/>
                      </a:pPr>
                      <a:endParaRPr lang="en-US" sz="600" b="0" i="0">
                        <a:solidFill>
                          <a:srgbClr val="000000"/>
                        </a:solidFill>
                        <a:effectLst/>
                        <a:latin typeface="Arial"/>
                      </a:endParaRPr>
                    </a:p>
                  </a:txBody>
                  <a:tcPr marL="122301" marR="122301" marT="61150" marB="61150" anchor="ctr">
                    <a:lnL w="22708" cap="flat" cmpd="sng" algn="ctr">
                      <a:solidFill>
                        <a:srgbClr val="000000"/>
                      </a:solidFill>
                      <a:prstDash val="solid"/>
                      <a:round/>
                      <a:headEnd type="none" w="med" len="med"/>
                      <a:tailEnd type="none" w="med" len="med"/>
                    </a:lnL>
                    <a:lnR w="22707">
                      <a:solidFill>
                        <a:srgbClr val="000000"/>
                      </a:solidFill>
                    </a:lnR>
                    <a:lnT w="22707">
                      <a:solidFill>
                        <a:srgbClr val="000000"/>
                      </a:solidFill>
                    </a:lnT>
                    <a:lnB w="22707">
                      <a:solidFill>
                        <a:srgbClr val="000000"/>
                      </a:solidFill>
                    </a:lnB>
                    <a:solidFill>
                      <a:srgbClr val="FFFFFF"/>
                    </a:solidFill>
                  </a:tcPr>
                </a:tc>
                <a:extLst>
                  <a:ext uri="{0D108BD9-81ED-4DB2-BD59-A6C34878D82A}">
                    <a16:rowId xmlns:a16="http://schemas.microsoft.com/office/drawing/2014/main" val="3793168808"/>
                  </a:ext>
                </a:extLst>
              </a:tr>
              <a:tr h="0">
                <a:tc>
                  <a:txBody>
                    <a:bodyPr/>
                    <a:lstStyle/>
                    <a:p>
                      <a:pPr marL="0" marR="0" indent="0" algn="l" rtl="0" fontAlgn="base">
                        <a:buNone/>
                      </a:pPr>
                      <a:r>
                        <a:rPr lang="en-US" sz="600" b="0" i="0">
                          <a:solidFill>
                            <a:srgbClr val="000000"/>
                          </a:solidFill>
                          <a:effectLst/>
                          <a:latin typeface="Arial"/>
                        </a:rPr>
                        <a:t>D5-04</a:t>
                      </a:r>
                      <a:endParaRPr lang="en-US" sz="900" b="0" i="0">
                        <a:solidFill>
                          <a:srgbClr val="000000"/>
                        </a:solidFill>
                        <a:effectLst/>
                        <a:latin typeface="Arial"/>
                      </a:endParaRPr>
                    </a:p>
                  </a:txBody>
                  <a:tcPr marL="122301" marR="122301" marT="61151" marB="61151" anchor="ctr">
                    <a:lnL w="22708" cap="flat" cmpd="sng" algn="ctr">
                      <a:solidFill>
                        <a:srgbClr val="000000"/>
                      </a:solidFill>
                      <a:prstDash val="solid"/>
                      <a:round/>
                      <a:headEnd type="none" w="med" len="med"/>
                      <a:tailEnd type="none" w="med" len="med"/>
                    </a:lnL>
                    <a:lnR w="22708" cap="flat" cmpd="sng" algn="ctr">
                      <a:solidFill>
                        <a:srgbClr val="000000"/>
                      </a:solidFill>
                      <a:prstDash val="solid"/>
                      <a:round/>
                      <a:headEnd type="none" w="med" len="med"/>
                      <a:tailEnd type="none" w="med" len="med"/>
                    </a:lnR>
                    <a:lnT w="22708" cap="flat" cmpd="sng" algn="ctr">
                      <a:solidFill>
                        <a:srgbClr val="000000"/>
                      </a:solidFill>
                      <a:prstDash val="solid"/>
                      <a:round/>
                      <a:headEnd type="none" w="med" len="med"/>
                      <a:tailEnd type="none" w="med" len="med"/>
                    </a:lnT>
                    <a:lnB w="22708" cap="flat" cmpd="sng" algn="ctr">
                      <a:solidFill>
                        <a:srgbClr val="000000"/>
                      </a:solidFill>
                      <a:prstDash val="solid"/>
                      <a:round/>
                      <a:headEnd type="none" w="med" len="med"/>
                      <a:tailEnd type="none" w="med" len="med"/>
                    </a:lnB>
                    <a:solidFill>
                      <a:srgbClr val="FFFFFF"/>
                    </a:solidFill>
                  </a:tcPr>
                </a:tc>
                <a:tc vMerge="1">
                  <a:txBody>
                    <a:bodyPr/>
                    <a:lstStyle/>
                    <a:p>
                      <a:endParaRPr lang="en-US"/>
                    </a:p>
                  </a:txBody>
                  <a:tcPr/>
                </a:tc>
                <a:tc>
                  <a:txBody>
                    <a:bodyPr/>
                    <a:lstStyle/>
                    <a:p>
                      <a:pPr marL="0" marR="0" indent="0" algn="l" rtl="0" fontAlgn="base">
                        <a:buNone/>
                      </a:pPr>
                      <a:r>
                        <a:rPr lang="en-US" sz="600" b="0" i="0">
                          <a:solidFill>
                            <a:srgbClr val="000000"/>
                          </a:solidFill>
                          <a:effectLst/>
                          <a:latin typeface="Arial"/>
                        </a:rPr>
                        <a:t>VDI support</a:t>
                      </a:r>
                      <a:endParaRPr lang="en-US" sz="900" b="0" i="0">
                        <a:solidFill>
                          <a:srgbClr val="000000"/>
                        </a:solidFill>
                        <a:effectLst/>
                        <a:latin typeface="Arial"/>
                      </a:endParaRPr>
                    </a:p>
                  </a:txBody>
                  <a:tcPr marL="122301" marR="122301" marT="61151" marB="61151" anchor="ctr">
                    <a:lnL w="22708" cap="flat" cmpd="sng" algn="ctr">
                      <a:solidFill>
                        <a:srgbClr val="000000"/>
                      </a:solidFill>
                      <a:prstDash val="solid"/>
                      <a:round/>
                      <a:headEnd type="none" w="med" len="med"/>
                      <a:tailEnd type="none" w="med" len="med"/>
                    </a:lnL>
                    <a:lnR w="22708" cap="flat" cmpd="sng" algn="ctr">
                      <a:solidFill>
                        <a:srgbClr val="000000"/>
                      </a:solidFill>
                      <a:prstDash val="solid"/>
                      <a:round/>
                      <a:headEnd type="none" w="med" len="med"/>
                      <a:tailEnd type="none" w="med" len="med"/>
                    </a:lnR>
                    <a:lnT w="22708" cap="flat" cmpd="sng" algn="ctr">
                      <a:solidFill>
                        <a:srgbClr val="000000"/>
                      </a:solidFill>
                      <a:prstDash val="solid"/>
                      <a:round/>
                      <a:headEnd type="none" w="med" len="med"/>
                      <a:tailEnd type="none" w="med" len="med"/>
                    </a:lnT>
                    <a:lnB w="22708" cap="flat" cmpd="sng" algn="ctr">
                      <a:solidFill>
                        <a:srgbClr val="000000"/>
                      </a:solidFill>
                      <a:prstDash val="solid"/>
                      <a:round/>
                      <a:headEnd type="none" w="med" len="med"/>
                      <a:tailEnd type="none" w="med" len="med"/>
                    </a:lnB>
                    <a:solidFill>
                      <a:srgbClr val="FFFFFF"/>
                    </a:solidFill>
                  </a:tcPr>
                </a:tc>
                <a:tc>
                  <a:txBody>
                    <a:bodyPr/>
                    <a:lstStyle/>
                    <a:p>
                      <a:pPr marL="0" lvl="0" indent="0" algn="ctr">
                        <a:buNone/>
                      </a:pPr>
                      <a:endParaRPr lang="en-US" sz="600" b="0" i="0">
                        <a:solidFill>
                          <a:srgbClr val="000000"/>
                        </a:solidFill>
                        <a:effectLst/>
                        <a:latin typeface="Arial"/>
                      </a:endParaRPr>
                    </a:p>
                  </a:txBody>
                  <a:tcPr marL="122301" marR="122301" marT="61150" marB="61150" anchor="ctr">
                    <a:lnL w="22708" cap="flat" cmpd="sng" algn="ctr">
                      <a:solidFill>
                        <a:srgbClr val="000000"/>
                      </a:solidFill>
                      <a:prstDash val="solid"/>
                      <a:round/>
                      <a:headEnd type="none" w="med" len="med"/>
                      <a:tailEnd type="none" w="med" len="med"/>
                    </a:lnL>
                    <a:lnR w="22707">
                      <a:solidFill>
                        <a:srgbClr val="000000"/>
                      </a:solidFill>
                    </a:lnR>
                    <a:lnT w="22707">
                      <a:solidFill>
                        <a:srgbClr val="000000"/>
                      </a:solidFill>
                    </a:lnT>
                    <a:lnB w="22707">
                      <a:solidFill>
                        <a:srgbClr val="000000"/>
                      </a:solidFill>
                    </a:lnB>
                    <a:solidFill>
                      <a:srgbClr val="FFFFFF"/>
                    </a:solidFill>
                  </a:tcPr>
                </a:tc>
                <a:extLst>
                  <a:ext uri="{0D108BD9-81ED-4DB2-BD59-A6C34878D82A}">
                    <a16:rowId xmlns:a16="http://schemas.microsoft.com/office/drawing/2014/main" val="2771789862"/>
                  </a:ext>
                </a:extLst>
              </a:tr>
              <a:tr h="0">
                <a:tc>
                  <a:txBody>
                    <a:bodyPr/>
                    <a:lstStyle/>
                    <a:p>
                      <a:pPr marL="0" marR="0" indent="0" algn="l" rtl="0" fontAlgn="base">
                        <a:buNone/>
                      </a:pPr>
                      <a:r>
                        <a:rPr lang="en-US" sz="600" b="0" i="0">
                          <a:solidFill>
                            <a:srgbClr val="000000"/>
                          </a:solidFill>
                          <a:effectLst/>
                          <a:latin typeface="Arial"/>
                        </a:rPr>
                        <a:t>D5-05</a:t>
                      </a:r>
                      <a:endParaRPr lang="en-US" sz="900" b="0" i="0">
                        <a:solidFill>
                          <a:srgbClr val="000000"/>
                        </a:solidFill>
                        <a:effectLst/>
                        <a:latin typeface="Arial"/>
                      </a:endParaRPr>
                    </a:p>
                  </a:txBody>
                  <a:tcPr marL="122301" marR="122301" marT="61151" marB="61151" anchor="ctr">
                    <a:lnL w="22708" cap="flat" cmpd="sng" algn="ctr">
                      <a:solidFill>
                        <a:srgbClr val="000000"/>
                      </a:solidFill>
                      <a:prstDash val="solid"/>
                      <a:round/>
                      <a:headEnd type="none" w="med" len="med"/>
                      <a:tailEnd type="none" w="med" len="med"/>
                    </a:lnL>
                    <a:lnR w="22708" cap="flat" cmpd="sng" algn="ctr">
                      <a:solidFill>
                        <a:srgbClr val="000000"/>
                      </a:solidFill>
                      <a:prstDash val="solid"/>
                      <a:round/>
                      <a:headEnd type="none" w="med" len="med"/>
                      <a:tailEnd type="none" w="med" len="med"/>
                    </a:lnR>
                    <a:lnT w="22708" cap="flat" cmpd="sng" algn="ctr">
                      <a:solidFill>
                        <a:srgbClr val="000000"/>
                      </a:solidFill>
                      <a:prstDash val="solid"/>
                      <a:round/>
                      <a:headEnd type="none" w="med" len="med"/>
                      <a:tailEnd type="none" w="med" len="med"/>
                    </a:lnT>
                    <a:lnB w="22708" cap="flat" cmpd="sng" algn="ctr">
                      <a:solidFill>
                        <a:srgbClr val="000000"/>
                      </a:solidFill>
                      <a:prstDash val="solid"/>
                      <a:round/>
                      <a:headEnd type="none" w="med" len="med"/>
                      <a:tailEnd type="none" w="med" len="med"/>
                    </a:lnB>
                    <a:solidFill>
                      <a:srgbClr val="FFFFFF"/>
                    </a:solidFill>
                  </a:tcPr>
                </a:tc>
                <a:tc vMerge="1">
                  <a:txBody>
                    <a:bodyPr/>
                    <a:lstStyle/>
                    <a:p>
                      <a:endParaRPr lang="en-US"/>
                    </a:p>
                  </a:txBody>
                  <a:tcPr/>
                </a:tc>
                <a:tc>
                  <a:txBody>
                    <a:bodyPr/>
                    <a:lstStyle/>
                    <a:p>
                      <a:pPr marL="0" marR="0" indent="0" algn="l" rtl="0" fontAlgn="base">
                        <a:buNone/>
                      </a:pPr>
                      <a:r>
                        <a:rPr lang="en-US" sz="600" b="0" i="0">
                          <a:solidFill>
                            <a:srgbClr val="000000"/>
                          </a:solidFill>
                          <a:effectLst/>
                          <a:latin typeface="Arial"/>
                        </a:rPr>
                        <a:t>Cloud / SaaS delivery option</a:t>
                      </a:r>
                      <a:endParaRPr lang="en-US" sz="900" b="0" i="0">
                        <a:solidFill>
                          <a:srgbClr val="000000"/>
                        </a:solidFill>
                        <a:effectLst/>
                        <a:latin typeface="Arial"/>
                      </a:endParaRPr>
                    </a:p>
                  </a:txBody>
                  <a:tcPr marL="122301" marR="122301" marT="61151" marB="61151" anchor="ctr">
                    <a:lnL w="22708" cap="flat" cmpd="sng" algn="ctr">
                      <a:solidFill>
                        <a:srgbClr val="000000"/>
                      </a:solidFill>
                      <a:prstDash val="solid"/>
                      <a:round/>
                      <a:headEnd type="none" w="med" len="med"/>
                      <a:tailEnd type="none" w="med" len="med"/>
                    </a:lnL>
                    <a:lnR w="22708" cap="flat" cmpd="sng" algn="ctr">
                      <a:solidFill>
                        <a:srgbClr val="000000"/>
                      </a:solidFill>
                      <a:prstDash val="solid"/>
                      <a:round/>
                      <a:headEnd type="none" w="med" len="med"/>
                      <a:tailEnd type="none" w="med" len="med"/>
                    </a:lnR>
                    <a:lnT w="22708" cap="flat" cmpd="sng" algn="ctr">
                      <a:solidFill>
                        <a:srgbClr val="000000"/>
                      </a:solidFill>
                      <a:prstDash val="solid"/>
                      <a:round/>
                      <a:headEnd type="none" w="med" len="med"/>
                      <a:tailEnd type="none" w="med" len="med"/>
                    </a:lnT>
                    <a:lnB w="22708" cap="flat" cmpd="sng" algn="ctr">
                      <a:solidFill>
                        <a:srgbClr val="000000"/>
                      </a:solidFill>
                      <a:prstDash val="solid"/>
                      <a:round/>
                      <a:headEnd type="none" w="med" len="med"/>
                      <a:tailEnd type="none" w="med" len="med"/>
                    </a:lnB>
                    <a:solidFill>
                      <a:srgbClr val="FFFFFF"/>
                    </a:solidFill>
                  </a:tcPr>
                </a:tc>
                <a:tc>
                  <a:txBody>
                    <a:bodyPr/>
                    <a:lstStyle/>
                    <a:p>
                      <a:pPr lvl="0" algn="ctr">
                        <a:lnSpc>
                          <a:spcPct val="100000"/>
                        </a:lnSpc>
                        <a:spcBef>
                          <a:spcPts val="0"/>
                        </a:spcBef>
                        <a:spcAft>
                          <a:spcPts val="0"/>
                        </a:spcAft>
                        <a:buNone/>
                      </a:pPr>
                      <a:r>
                        <a:rPr lang="en-US" sz="600" b="0" i="0" u="none" strike="noStrike" noProof="0">
                          <a:solidFill>
                            <a:srgbClr val="000000"/>
                          </a:solidFill>
                          <a:effectLst/>
                          <a:latin typeface="Arial"/>
                          <a:cs typeface="Arial"/>
                        </a:rPr>
                        <a:t>●</a:t>
                      </a:r>
                    </a:p>
                  </a:txBody>
                  <a:tcPr marL="122301" marR="122301" marT="61150" marB="61150" anchor="ctr">
                    <a:lnL w="22708" cap="flat" cmpd="sng" algn="ctr">
                      <a:solidFill>
                        <a:srgbClr val="000000"/>
                      </a:solidFill>
                      <a:prstDash val="solid"/>
                      <a:round/>
                      <a:headEnd type="none" w="med" len="med"/>
                      <a:tailEnd type="none" w="med" len="med"/>
                    </a:lnL>
                    <a:lnR w="22707">
                      <a:solidFill>
                        <a:srgbClr val="000000"/>
                      </a:solidFill>
                    </a:lnR>
                    <a:lnT w="22707">
                      <a:solidFill>
                        <a:srgbClr val="000000"/>
                      </a:solidFill>
                    </a:lnT>
                    <a:lnB w="22707">
                      <a:solidFill>
                        <a:srgbClr val="000000"/>
                      </a:solidFill>
                    </a:lnB>
                    <a:solidFill>
                      <a:srgbClr val="FFFFFF"/>
                    </a:solidFill>
                  </a:tcPr>
                </a:tc>
                <a:extLst>
                  <a:ext uri="{0D108BD9-81ED-4DB2-BD59-A6C34878D82A}">
                    <a16:rowId xmlns:a16="http://schemas.microsoft.com/office/drawing/2014/main" val="777260650"/>
                  </a:ext>
                </a:extLst>
              </a:tr>
              <a:tr h="0">
                <a:tc>
                  <a:txBody>
                    <a:bodyPr/>
                    <a:lstStyle/>
                    <a:p>
                      <a:pPr marL="0" marR="0" indent="0" algn="l" rtl="0" fontAlgn="base">
                        <a:buNone/>
                      </a:pPr>
                      <a:r>
                        <a:rPr lang="en-US" sz="600" b="0" i="0">
                          <a:solidFill>
                            <a:srgbClr val="000000"/>
                          </a:solidFill>
                          <a:effectLst/>
                          <a:latin typeface="Arial"/>
                        </a:rPr>
                        <a:t>D5-06</a:t>
                      </a:r>
                      <a:endParaRPr lang="en-US" sz="900" b="0" i="0">
                        <a:solidFill>
                          <a:srgbClr val="000000"/>
                        </a:solidFill>
                        <a:effectLst/>
                        <a:latin typeface="Arial"/>
                      </a:endParaRPr>
                    </a:p>
                  </a:txBody>
                  <a:tcPr marL="122301" marR="122301" marT="61151" marB="61151" anchor="ctr">
                    <a:lnL w="22708" cap="flat" cmpd="sng" algn="ctr">
                      <a:solidFill>
                        <a:srgbClr val="000000"/>
                      </a:solidFill>
                      <a:prstDash val="solid"/>
                      <a:round/>
                      <a:headEnd type="none" w="med" len="med"/>
                      <a:tailEnd type="none" w="med" len="med"/>
                    </a:lnL>
                    <a:lnR w="22708" cap="flat" cmpd="sng" algn="ctr">
                      <a:solidFill>
                        <a:srgbClr val="000000"/>
                      </a:solidFill>
                      <a:prstDash val="solid"/>
                      <a:round/>
                      <a:headEnd type="none" w="med" len="med"/>
                      <a:tailEnd type="none" w="med" len="med"/>
                    </a:lnR>
                    <a:lnT w="22708" cap="flat" cmpd="sng" algn="ctr">
                      <a:solidFill>
                        <a:srgbClr val="000000"/>
                      </a:solidFill>
                      <a:prstDash val="solid"/>
                      <a:round/>
                      <a:headEnd type="none" w="med" len="med"/>
                      <a:tailEnd type="none" w="med" len="med"/>
                    </a:lnT>
                    <a:lnB w="22708" cap="flat" cmpd="sng" algn="ctr">
                      <a:solidFill>
                        <a:srgbClr val="000000"/>
                      </a:solidFill>
                      <a:prstDash val="solid"/>
                      <a:round/>
                      <a:headEnd type="none" w="med" len="med"/>
                      <a:tailEnd type="none" w="med" len="med"/>
                    </a:lnB>
                    <a:solidFill>
                      <a:srgbClr val="FFFFFF"/>
                    </a:solidFill>
                  </a:tcPr>
                </a:tc>
                <a:tc vMerge="1">
                  <a:txBody>
                    <a:bodyPr/>
                    <a:lstStyle/>
                    <a:p>
                      <a:endParaRPr lang="en-US"/>
                    </a:p>
                  </a:txBody>
                  <a:tcPr/>
                </a:tc>
                <a:tc>
                  <a:txBody>
                    <a:bodyPr/>
                    <a:lstStyle/>
                    <a:p>
                      <a:pPr marL="0" marR="0" indent="0" algn="l" rtl="0" fontAlgn="base">
                        <a:buNone/>
                      </a:pPr>
                      <a:r>
                        <a:rPr lang="en-US" sz="600" b="0" i="0">
                          <a:solidFill>
                            <a:srgbClr val="000000"/>
                          </a:solidFill>
                          <a:effectLst/>
                          <a:latin typeface="Arial"/>
                        </a:rPr>
                        <a:t>Central console &amp; dashboard / reporting</a:t>
                      </a:r>
                      <a:endParaRPr lang="en-US" sz="900" b="0" i="0">
                        <a:solidFill>
                          <a:srgbClr val="000000"/>
                        </a:solidFill>
                        <a:effectLst/>
                        <a:latin typeface="Arial"/>
                      </a:endParaRPr>
                    </a:p>
                  </a:txBody>
                  <a:tcPr marL="122301" marR="122301" marT="61151" marB="61151" anchor="ctr">
                    <a:lnL w="22708" cap="flat" cmpd="sng" algn="ctr">
                      <a:solidFill>
                        <a:srgbClr val="000000"/>
                      </a:solidFill>
                      <a:prstDash val="solid"/>
                      <a:round/>
                      <a:headEnd type="none" w="med" len="med"/>
                      <a:tailEnd type="none" w="med" len="med"/>
                    </a:lnL>
                    <a:lnR w="22708" cap="flat" cmpd="sng" algn="ctr">
                      <a:solidFill>
                        <a:srgbClr val="000000"/>
                      </a:solidFill>
                      <a:prstDash val="solid"/>
                      <a:round/>
                      <a:headEnd type="none" w="med" len="med"/>
                      <a:tailEnd type="none" w="med" len="med"/>
                    </a:lnR>
                    <a:lnT w="22708" cap="flat" cmpd="sng" algn="ctr">
                      <a:solidFill>
                        <a:srgbClr val="000000"/>
                      </a:solidFill>
                      <a:prstDash val="solid"/>
                      <a:round/>
                      <a:headEnd type="none" w="med" len="med"/>
                      <a:tailEnd type="none" w="med" len="med"/>
                    </a:lnT>
                    <a:lnB w="22708" cap="flat" cmpd="sng" algn="ctr">
                      <a:solidFill>
                        <a:srgbClr val="000000"/>
                      </a:solidFill>
                      <a:prstDash val="solid"/>
                      <a:round/>
                      <a:headEnd type="none" w="med" len="med"/>
                      <a:tailEnd type="none" w="med" len="med"/>
                    </a:lnB>
                    <a:solidFill>
                      <a:srgbClr val="FFFFFF"/>
                    </a:solidFill>
                  </a:tcPr>
                </a:tc>
                <a:tc>
                  <a:txBody>
                    <a:bodyPr/>
                    <a:lstStyle/>
                    <a:p>
                      <a:pPr lvl="0" algn="ctr">
                        <a:lnSpc>
                          <a:spcPct val="100000"/>
                        </a:lnSpc>
                        <a:spcBef>
                          <a:spcPts val="0"/>
                        </a:spcBef>
                        <a:spcAft>
                          <a:spcPts val="0"/>
                        </a:spcAft>
                        <a:buNone/>
                      </a:pPr>
                      <a:r>
                        <a:rPr lang="en-US" sz="600" b="0" i="0" u="none" strike="noStrike" noProof="0">
                          <a:solidFill>
                            <a:srgbClr val="000000"/>
                          </a:solidFill>
                          <a:effectLst/>
                          <a:latin typeface="Arial"/>
                          <a:cs typeface="Arial"/>
                        </a:rPr>
                        <a:t>●</a:t>
                      </a:r>
                    </a:p>
                  </a:txBody>
                  <a:tcPr marL="122301" marR="122301" marT="61150" marB="61150" anchor="ctr">
                    <a:lnL w="22708" cap="flat" cmpd="sng" algn="ctr">
                      <a:solidFill>
                        <a:srgbClr val="000000"/>
                      </a:solidFill>
                      <a:prstDash val="solid"/>
                      <a:round/>
                      <a:headEnd type="none" w="med" len="med"/>
                      <a:tailEnd type="none" w="med" len="med"/>
                    </a:lnL>
                    <a:lnR w="22707">
                      <a:solidFill>
                        <a:srgbClr val="000000"/>
                      </a:solidFill>
                    </a:lnR>
                    <a:lnT w="22707">
                      <a:solidFill>
                        <a:srgbClr val="000000"/>
                      </a:solidFill>
                    </a:lnT>
                    <a:lnB w="22707">
                      <a:solidFill>
                        <a:srgbClr val="000000"/>
                      </a:solidFill>
                    </a:lnB>
                    <a:solidFill>
                      <a:srgbClr val="FFFFFF"/>
                    </a:solidFill>
                  </a:tcPr>
                </a:tc>
                <a:extLst>
                  <a:ext uri="{0D108BD9-81ED-4DB2-BD59-A6C34878D82A}">
                    <a16:rowId xmlns:a16="http://schemas.microsoft.com/office/drawing/2014/main" val="1919998362"/>
                  </a:ext>
                </a:extLst>
              </a:tr>
              <a:tr h="0">
                <a:tc>
                  <a:txBody>
                    <a:bodyPr/>
                    <a:lstStyle/>
                    <a:p>
                      <a:pPr marL="0" marR="0" indent="0" algn="l" rtl="0" fontAlgn="base">
                        <a:buNone/>
                      </a:pPr>
                      <a:r>
                        <a:rPr lang="en-US" sz="600" b="0" i="0">
                          <a:solidFill>
                            <a:srgbClr val="000000"/>
                          </a:solidFill>
                          <a:effectLst/>
                          <a:latin typeface="Arial"/>
                        </a:rPr>
                        <a:t>D5-07</a:t>
                      </a:r>
                      <a:endParaRPr lang="en-US" sz="900" b="0" i="0">
                        <a:solidFill>
                          <a:srgbClr val="000000"/>
                        </a:solidFill>
                        <a:effectLst/>
                        <a:latin typeface="Arial"/>
                      </a:endParaRPr>
                    </a:p>
                  </a:txBody>
                  <a:tcPr marL="122301" marR="122301" marT="61151" marB="61151" anchor="ctr">
                    <a:lnL w="22708" cap="flat" cmpd="sng" algn="ctr">
                      <a:solidFill>
                        <a:srgbClr val="000000"/>
                      </a:solidFill>
                      <a:prstDash val="solid"/>
                      <a:round/>
                      <a:headEnd type="none" w="med" len="med"/>
                      <a:tailEnd type="none" w="med" len="med"/>
                    </a:lnL>
                    <a:lnR w="22708" cap="flat" cmpd="sng" algn="ctr">
                      <a:solidFill>
                        <a:srgbClr val="000000"/>
                      </a:solidFill>
                      <a:prstDash val="solid"/>
                      <a:round/>
                      <a:headEnd type="none" w="med" len="med"/>
                      <a:tailEnd type="none" w="med" len="med"/>
                    </a:lnR>
                    <a:lnT w="22708" cap="flat" cmpd="sng" algn="ctr">
                      <a:solidFill>
                        <a:srgbClr val="000000"/>
                      </a:solidFill>
                      <a:prstDash val="solid"/>
                      <a:round/>
                      <a:headEnd type="none" w="med" len="med"/>
                      <a:tailEnd type="none" w="med" len="med"/>
                    </a:lnT>
                    <a:lnB w="22708" cap="flat" cmpd="sng" algn="ctr">
                      <a:solidFill>
                        <a:srgbClr val="000000"/>
                      </a:solidFill>
                      <a:prstDash val="solid"/>
                      <a:round/>
                      <a:headEnd type="none" w="med" len="med"/>
                      <a:tailEnd type="none" w="med" len="med"/>
                    </a:lnB>
                    <a:solidFill>
                      <a:srgbClr val="FFFFFF"/>
                    </a:solidFill>
                  </a:tcPr>
                </a:tc>
                <a:tc vMerge="1">
                  <a:txBody>
                    <a:bodyPr/>
                    <a:lstStyle/>
                    <a:p>
                      <a:endParaRPr lang="en-US"/>
                    </a:p>
                  </a:txBody>
                  <a:tcPr/>
                </a:tc>
                <a:tc>
                  <a:txBody>
                    <a:bodyPr/>
                    <a:lstStyle/>
                    <a:p>
                      <a:pPr marL="0" marR="0" indent="0" algn="l" rtl="0" fontAlgn="base">
                        <a:buNone/>
                      </a:pPr>
                      <a:r>
                        <a:rPr lang="en-US" sz="600" b="0" i="0">
                          <a:solidFill>
                            <a:srgbClr val="000000"/>
                          </a:solidFill>
                          <a:effectLst/>
                          <a:latin typeface="Arial"/>
                        </a:rPr>
                        <a:t>Policy authoring model (templates / GUI / code) -- </a:t>
                      </a:r>
                      <a:r>
                        <a:rPr lang="en-US" sz="600" b="0" i="0" err="1">
                          <a:solidFill>
                            <a:srgbClr val="000000"/>
                          </a:solidFill>
                          <a:effectLst/>
                          <a:latin typeface="Arial"/>
                        </a:rPr>
                        <a:t>organizaton</a:t>
                      </a:r>
                      <a:r>
                        <a:rPr lang="en-US" sz="600" b="0" i="0">
                          <a:solidFill>
                            <a:srgbClr val="000000"/>
                          </a:solidFill>
                          <a:effectLst/>
                          <a:latin typeface="Arial"/>
                        </a:rPr>
                        <a:t> specific rules and RBAC</a:t>
                      </a:r>
                      <a:endParaRPr lang="en-US" sz="900" b="0" i="0">
                        <a:solidFill>
                          <a:srgbClr val="000000"/>
                        </a:solidFill>
                        <a:effectLst/>
                        <a:latin typeface="Arial"/>
                      </a:endParaRPr>
                    </a:p>
                  </a:txBody>
                  <a:tcPr marL="122301" marR="122301" marT="61151" marB="61151" anchor="ctr">
                    <a:lnL w="22708" cap="flat" cmpd="sng" algn="ctr">
                      <a:solidFill>
                        <a:srgbClr val="000000"/>
                      </a:solidFill>
                      <a:prstDash val="solid"/>
                      <a:round/>
                      <a:headEnd type="none" w="med" len="med"/>
                      <a:tailEnd type="none" w="med" len="med"/>
                    </a:lnL>
                    <a:lnR w="22708" cap="flat" cmpd="sng" algn="ctr">
                      <a:solidFill>
                        <a:srgbClr val="000000"/>
                      </a:solidFill>
                      <a:prstDash val="solid"/>
                      <a:round/>
                      <a:headEnd type="none" w="med" len="med"/>
                      <a:tailEnd type="none" w="med" len="med"/>
                    </a:lnR>
                    <a:lnT w="22708" cap="flat" cmpd="sng" algn="ctr">
                      <a:solidFill>
                        <a:srgbClr val="000000"/>
                      </a:solidFill>
                      <a:prstDash val="solid"/>
                      <a:round/>
                      <a:headEnd type="none" w="med" len="med"/>
                      <a:tailEnd type="none" w="med" len="med"/>
                    </a:lnT>
                    <a:lnB w="22708" cap="flat" cmpd="sng" algn="ctr">
                      <a:solidFill>
                        <a:srgbClr val="000000"/>
                      </a:solidFill>
                      <a:prstDash val="solid"/>
                      <a:round/>
                      <a:headEnd type="none" w="med" len="med"/>
                      <a:tailEnd type="none" w="med" len="med"/>
                    </a:lnB>
                    <a:solidFill>
                      <a:srgbClr val="FFFFFF"/>
                    </a:solidFill>
                  </a:tcPr>
                </a:tc>
                <a:tc>
                  <a:txBody>
                    <a:bodyPr/>
                    <a:lstStyle/>
                    <a:p>
                      <a:pPr marL="0" lvl="0" indent="0" algn="ctr">
                        <a:buNone/>
                      </a:pPr>
                      <a:r>
                        <a:rPr lang="en-US" sz="600" b="0" i="0" u="none" strike="noStrike" noProof="0">
                          <a:solidFill>
                            <a:srgbClr val="000000"/>
                          </a:solidFill>
                          <a:effectLst/>
                        </a:rPr>
                        <a:t>◐</a:t>
                      </a:r>
                      <a:endParaRPr lang="en-US"/>
                    </a:p>
                  </a:txBody>
                  <a:tcPr marL="122301" marR="122301" marT="61150" marB="61150" anchor="ctr">
                    <a:lnL w="22708" cap="flat" cmpd="sng" algn="ctr">
                      <a:solidFill>
                        <a:srgbClr val="000000"/>
                      </a:solidFill>
                      <a:prstDash val="solid"/>
                      <a:round/>
                      <a:headEnd type="none" w="med" len="med"/>
                      <a:tailEnd type="none" w="med" len="med"/>
                    </a:lnL>
                    <a:lnR w="22707">
                      <a:solidFill>
                        <a:srgbClr val="000000"/>
                      </a:solidFill>
                    </a:lnR>
                    <a:lnT w="22707">
                      <a:solidFill>
                        <a:srgbClr val="000000"/>
                      </a:solidFill>
                    </a:lnT>
                    <a:lnB w="22707">
                      <a:solidFill>
                        <a:srgbClr val="000000"/>
                      </a:solidFill>
                    </a:lnB>
                    <a:solidFill>
                      <a:srgbClr val="FFFFFF"/>
                    </a:solidFill>
                  </a:tcPr>
                </a:tc>
                <a:extLst>
                  <a:ext uri="{0D108BD9-81ED-4DB2-BD59-A6C34878D82A}">
                    <a16:rowId xmlns:a16="http://schemas.microsoft.com/office/drawing/2014/main" val="2091853011"/>
                  </a:ext>
                </a:extLst>
              </a:tr>
              <a:tr h="0">
                <a:tc>
                  <a:txBody>
                    <a:bodyPr/>
                    <a:lstStyle/>
                    <a:p>
                      <a:pPr marL="0" marR="0" indent="0" algn="l" rtl="0" fontAlgn="base">
                        <a:buNone/>
                      </a:pPr>
                      <a:r>
                        <a:rPr lang="en-US" sz="600" b="0" i="0">
                          <a:solidFill>
                            <a:srgbClr val="000000"/>
                          </a:solidFill>
                          <a:effectLst/>
                          <a:latin typeface="Arial"/>
                        </a:rPr>
                        <a:t>D5-08</a:t>
                      </a:r>
                      <a:endParaRPr lang="en-US" sz="900" b="0" i="0">
                        <a:solidFill>
                          <a:srgbClr val="000000"/>
                        </a:solidFill>
                        <a:effectLst/>
                        <a:latin typeface="Arial"/>
                      </a:endParaRPr>
                    </a:p>
                  </a:txBody>
                  <a:tcPr marL="122301" marR="122301" marT="61151" marB="61151" anchor="ctr">
                    <a:lnL w="22708" cap="flat" cmpd="sng" algn="ctr">
                      <a:solidFill>
                        <a:srgbClr val="000000"/>
                      </a:solidFill>
                      <a:prstDash val="solid"/>
                      <a:round/>
                      <a:headEnd type="none" w="med" len="med"/>
                      <a:tailEnd type="none" w="med" len="med"/>
                    </a:lnL>
                    <a:lnR w="22708" cap="flat" cmpd="sng" algn="ctr">
                      <a:solidFill>
                        <a:srgbClr val="000000"/>
                      </a:solidFill>
                      <a:prstDash val="solid"/>
                      <a:round/>
                      <a:headEnd type="none" w="med" len="med"/>
                      <a:tailEnd type="none" w="med" len="med"/>
                    </a:lnR>
                    <a:lnT w="22708" cap="flat" cmpd="sng" algn="ctr">
                      <a:solidFill>
                        <a:srgbClr val="000000"/>
                      </a:solidFill>
                      <a:prstDash val="solid"/>
                      <a:round/>
                      <a:headEnd type="none" w="med" len="med"/>
                      <a:tailEnd type="none" w="med" len="med"/>
                    </a:lnT>
                    <a:lnB w="22708" cap="flat" cmpd="sng" algn="ctr">
                      <a:solidFill>
                        <a:srgbClr val="000000"/>
                      </a:solidFill>
                      <a:prstDash val="solid"/>
                      <a:round/>
                      <a:headEnd type="none" w="med" len="med"/>
                      <a:tailEnd type="none" w="med" len="med"/>
                    </a:lnB>
                    <a:solidFill>
                      <a:srgbClr val="FFFFFF"/>
                    </a:solidFill>
                  </a:tcPr>
                </a:tc>
                <a:tc vMerge="1">
                  <a:txBody>
                    <a:bodyPr/>
                    <a:lstStyle/>
                    <a:p>
                      <a:endParaRPr lang="en-US"/>
                    </a:p>
                  </a:txBody>
                  <a:tcPr/>
                </a:tc>
                <a:tc>
                  <a:txBody>
                    <a:bodyPr/>
                    <a:lstStyle/>
                    <a:p>
                      <a:pPr marL="0" marR="0" indent="0" algn="l" rtl="0" fontAlgn="base">
                        <a:buNone/>
                      </a:pPr>
                      <a:r>
                        <a:rPr lang="en-US" sz="600" b="0" i="0">
                          <a:solidFill>
                            <a:srgbClr val="000000"/>
                          </a:solidFill>
                          <a:effectLst/>
                          <a:latin typeface="Arial"/>
                        </a:rPr>
                        <a:t>Integrations (SIEM / NAC / MIP / API)</a:t>
                      </a:r>
                      <a:endParaRPr lang="en-US" sz="900" b="0" i="0">
                        <a:solidFill>
                          <a:srgbClr val="000000"/>
                        </a:solidFill>
                        <a:effectLst/>
                        <a:latin typeface="Arial"/>
                      </a:endParaRPr>
                    </a:p>
                  </a:txBody>
                  <a:tcPr marL="122301" marR="122301" marT="61151" marB="61151" anchor="ctr">
                    <a:lnL w="22708" cap="flat" cmpd="sng" algn="ctr">
                      <a:solidFill>
                        <a:srgbClr val="000000"/>
                      </a:solidFill>
                      <a:prstDash val="solid"/>
                      <a:round/>
                      <a:headEnd type="none" w="med" len="med"/>
                      <a:tailEnd type="none" w="med" len="med"/>
                    </a:lnL>
                    <a:lnR w="22708" cap="flat" cmpd="sng" algn="ctr">
                      <a:solidFill>
                        <a:srgbClr val="000000"/>
                      </a:solidFill>
                      <a:prstDash val="solid"/>
                      <a:round/>
                      <a:headEnd type="none" w="med" len="med"/>
                      <a:tailEnd type="none" w="med" len="med"/>
                    </a:lnR>
                    <a:lnT w="22708" cap="flat" cmpd="sng" algn="ctr">
                      <a:solidFill>
                        <a:srgbClr val="000000"/>
                      </a:solidFill>
                      <a:prstDash val="solid"/>
                      <a:round/>
                      <a:headEnd type="none" w="med" len="med"/>
                      <a:tailEnd type="none" w="med" len="med"/>
                    </a:lnT>
                    <a:lnB w="22708" cap="flat" cmpd="sng" algn="ctr">
                      <a:solidFill>
                        <a:srgbClr val="000000"/>
                      </a:solidFill>
                      <a:prstDash val="solid"/>
                      <a:round/>
                      <a:headEnd type="none" w="med" len="med"/>
                      <a:tailEnd type="none" w="med" len="med"/>
                    </a:lnB>
                    <a:solidFill>
                      <a:srgbClr val="FFFFFF"/>
                    </a:solidFill>
                  </a:tcPr>
                </a:tc>
                <a:tc>
                  <a:txBody>
                    <a:bodyPr/>
                    <a:lstStyle/>
                    <a:p>
                      <a:pPr marL="0" lvl="0" indent="0" algn="ctr">
                        <a:buNone/>
                      </a:pPr>
                      <a:endParaRPr lang="en-US" sz="600" b="0" i="0">
                        <a:solidFill>
                          <a:srgbClr val="000000"/>
                        </a:solidFill>
                        <a:effectLst/>
                        <a:latin typeface="Arial"/>
                      </a:endParaRPr>
                    </a:p>
                  </a:txBody>
                  <a:tcPr marL="122301" marR="122301" marT="61150" marB="61150" anchor="ctr">
                    <a:lnL w="22708" cap="flat" cmpd="sng" algn="ctr">
                      <a:solidFill>
                        <a:srgbClr val="000000"/>
                      </a:solidFill>
                      <a:prstDash val="solid"/>
                      <a:round/>
                      <a:headEnd type="none" w="med" len="med"/>
                      <a:tailEnd type="none" w="med" len="med"/>
                    </a:lnL>
                    <a:lnR w="22707">
                      <a:solidFill>
                        <a:srgbClr val="000000"/>
                      </a:solidFill>
                    </a:lnR>
                    <a:lnT w="22707">
                      <a:solidFill>
                        <a:srgbClr val="000000"/>
                      </a:solidFill>
                    </a:lnT>
                    <a:lnB w="22707">
                      <a:solidFill>
                        <a:srgbClr val="000000"/>
                      </a:solidFill>
                    </a:lnB>
                    <a:solidFill>
                      <a:srgbClr val="FFFFFF"/>
                    </a:solidFill>
                  </a:tcPr>
                </a:tc>
                <a:extLst>
                  <a:ext uri="{0D108BD9-81ED-4DB2-BD59-A6C34878D82A}">
                    <a16:rowId xmlns:a16="http://schemas.microsoft.com/office/drawing/2014/main" val="2978256189"/>
                  </a:ext>
                </a:extLst>
              </a:tr>
              <a:tr h="0">
                <a:tc>
                  <a:txBody>
                    <a:bodyPr/>
                    <a:lstStyle/>
                    <a:p>
                      <a:pPr marL="0" marR="0" indent="0" algn="l" rtl="0" fontAlgn="base">
                        <a:buNone/>
                      </a:pPr>
                      <a:r>
                        <a:rPr lang="en-US" sz="600" b="0" i="0">
                          <a:solidFill>
                            <a:srgbClr val="000000"/>
                          </a:solidFill>
                          <a:effectLst/>
                          <a:latin typeface="Arial"/>
                        </a:rPr>
                        <a:t>D5-09</a:t>
                      </a:r>
                      <a:endParaRPr lang="en-US" sz="900" b="0" i="0">
                        <a:solidFill>
                          <a:srgbClr val="000000"/>
                        </a:solidFill>
                        <a:effectLst/>
                        <a:latin typeface="Arial"/>
                      </a:endParaRPr>
                    </a:p>
                  </a:txBody>
                  <a:tcPr marL="122301" marR="122301" marT="61151" marB="61151" anchor="ctr">
                    <a:lnL w="22708" cap="flat" cmpd="sng" algn="ctr">
                      <a:solidFill>
                        <a:srgbClr val="000000"/>
                      </a:solidFill>
                      <a:prstDash val="solid"/>
                      <a:round/>
                      <a:headEnd type="none" w="med" len="med"/>
                      <a:tailEnd type="none" w="med" len="med"/>
                    </a:lnL>
                    <a:lnR w="22708" cap="flat" cmpd="sng" algn="ctr">
                      <a:solidFill>
                        <a:srgbClr val="000000"/>
                      </a:solidFill>
                      <a:prstDash val="solid"/>
                      <a:round/>
                      <a:headEnd type="none" w="med" len="med"/>
                      <a:tailEnd type="none" w="med" len="med"/>
                    </a:lnR>
                    <a:lnT w="22708" cap="flat" cmpd="sng" algn="ctr">
                      <a:solidFill>
                        <a:srgbClr val="000000"/>
                      </a:solidFill>
                      <a:prstDash val="solid"/>
                      <a:round/>
                      <a:headEnd type="none" w="med" len="med"/>
                      <a:tailEnd type="none" w="med" len="med"/>
                    </a:lnT>
                    <a:lnB w="22708" cap="flat" cmpd="sng" algn="ctr">
                      <a:solidFill>
                        <a:srgbClr val="000000"/>
                      </a:solidFill>
                      <a:prstDash val="solid"/>
                      <a:round/>
                      <a:headEnd type="none" w="med" len="med"/>
                      <a:tailEnd type="none" w="med" len="med"/>
                    </a:lnB>
                    <a:solidFill>
                      <a:srgbClr val="FFFFFF"/>
                    </a:solidFill>
                  </a:tcPr>
                </a:tc>
                <a:tc vMerge="1">
                  <a:txBody>
                    <a:bodyPr/>
                    <a:lstStyle/>
                    <a:p>
                      <a:endParaRPr lang="en-US"/>
                    </a:p>
                  </a:txBody>
                  <a:tcPr/>
                </a:tc>
                <a:tc>
                  <a:txBody>
                    <a:bodyPr/>
                    <a:lstStyle/>
                    <a:p>
                      <a:pPr marL="0" marR="0" indent="0" algn="l" rtl="0" fontAlgn="base">
                        <a:buNone/>
                      </a:pPr>
                      <a:r>
                        <a:rPr lang="en-US" sz="600" b="0" i="0">
                          <a:solidFill>
                            <a:srgbClr val="000000"/>
                          </a:solidFill>
                          <a:effectLst/>
                          <a:latin typeface="Arial"/>
                        </a:rPr>
                        <a:t>AI processing kept on-prem (no external AI API)</a:t>
                      </a:r>
                      <a:r>
                        <a:rPr lang="en-US" sz="600" b="0" i="0">
                          <a:solidFill>
                            <a:srgbClr val="0000FF"/>
                          </a:solidFill>
                          <a:effectLst/>
                          <a:latin typeface="Arial"/>
                        </a:rPr>
                        <a:t> -- guardrail and logs stay in an isolated domestic instance but cleaned prompts still go to external LLMs; on-prem installation unconfirmed</a:t>
                      </a:r>
                      <a:endParaRPr lang="en-US" sz="900" b="0" i="0">
                        <a:solidFill>
                          <a:srgbClr val="0000FF"/>
                        </a:solidFill>
                        <a:effectLst/>
                        <a:latin typeface="Arial"/>
                      </a:endParaRPr>
                    </a:p>
                  </a:txBody>
                  <a:tcPr marL="122301" marR="122301" marT="61151" marB="61151" anchor="ctr">
                    <a:lnL w="22708" cap="flat" cmpd="sng" algn="ctr">
                      <a:solidFill>
                        <a:srgbClr val="000000"/>
                      </a:solidFill>
                      <a:prstDash val="solid"/>
                      <a:round/>
                      <a:headEnd type="none" w="med" len="med"/>
                      <a:tailEnd type="none" w="med" len="med"/>
                    </a:lnL>
                    <a:lnR w="22708" cap="flat" cmpd="sng" algn="ctr">
                      <a:solidFill>
                        <a:srgbClr val="000000"/>
                      </a:solidFill>
                      <a:prstDash val="solid"/>
                      <a:round/>
                      <a:headEnd type="none" w="med" len="med"/>
                      <a:tailEnd type="none" w="med" len="med"/>
                    </a:lnR>
                    <a:lnT w="22708" cap="flat" cmpd="sng" algn="ctr">
                      <a:solidFill>
                        <a:srgbClr val="000000"/>
                      </a:solidFill>
                      <a:prstDash val="solid"/>
                      <a:round/>
                      <a:headEnd type="none" w="med" len="med"/>
                      <a:tailEnd type="none" w="med" len="med"/>
                    </a:lnT>
                    <a:lnB w="22708" cap="flat" cmpd="sng" algn="ctr">
                      <a:solidFill>
                        <a:srgbClr val="000000"/>
                      </a:solidFill>
                      <a:prstDash val="solid"/>
                      <a:round/>
                      <a:headEnd type="none" w="med" len="med"/>
                      <a:tailEnd type="none" w="med" len="med"/>
                    </a:lnB>
                    <a:solidFill>
                      <a:srgbClr val="FFFFFF"/>
                    </a:solidFill>
                  </a:tcPr>
                </a:tc>
                <a:tc>
                  <a:txBody>
                    <a:bodyPr/>
                    <a:lstStyle/>
                    <a:p>
                      <a:pPr marL="0" lvl="0" indent="0" algn="ctr">
                        <a:buNone/>
                      </a:pPr>
                      <a:r>
                        <a:rPr lang="en-US" sz="600" b="0" i="0" u="none" strike="noStrike" noProof="0">
                          <a:solidFill>
                            <a:srgbClr val="000000"/>
                          </a:solidFill>
                          <a:effectLst/>
                        </a:rPr>
                        <a:t>◐</a:t>
                      </a:r>
                      <a:endParaRPr lang="en-US"/>
                    </a:p>
                  </a:txBody>
                  <a:tcPr marL="122301" marR="122301" marT="61150" marB="61150" anchor="ctr">
                    <a:lnL w="22708" cap="flat" cmpd="sng" algn="ctr">
                      <a:solidFill>
                        <a:srgbClr val="000000"/>
                      </a:solidFill>
                      <a:prstDash val="solid"/>
                      <a:round/>
                      <a:headEnd type="none" w="med" len="med"/>
                      <a:tailEnd type="none" w="med" len="med"/>
                    </a:lnL>
                    <a:lnR w="22707">
                      <a:solidFill>
                        <a:srgbClr val="000000"/>
                      </a:solidFill>
                    </a:lnR>
                    <a:lnT w="22707">
                      <a:solidFill>
                        <a:srgbClr val="000000"/>
                      </a:solidFill>
                    </a:lnT>
                    <a:lnB w="22707">
                      <a:solidFill>
                        <a:srgbClr val="000000"/>
                      </a:solidFill>
                    </a:lnB>
                    <a:solidFill>
                      <a:srgbClr val="FFFFFF"/>
                    </a:solidFill>
                  </a:tcPr>
                </a:tc>
                <a:extLst>
                  <a:ext uri="{0D108BD9-81ED-4DB2-BD59-A6C34878D82A}">
                    <a16:rowId xmlns:a16="http://schemas.microsoft.com/office/drawing/2014/main" val="2687681092"/>
                  </a:ext>
                </a:extLst>
              </a:tr>
              <a:tr h="0">
                <a:tc>
                  <a:txBody>
                    <a:bodyPr/>
                    <a:lstStyle/>
                    <a:p>
                      <a:pPr marL="0" marR="0" indent="0" algn="ctr" rtl="0" fontAlgn="base">
                        <a:buNone/>
                      </a:pPr>
                      <a:r>
                        <a:rPr lang="en-US" sz="600" b="1" i="0">
                          <a:solidFill>
                            <a:srgbClr val="000000"/>
                          </a:solidFill>
                          <a:effectLst/>
                          <a:latin typeface="Arial"/>
                        </a:rPr>
                        <a:t>D6</a:t>
                      </a:r>
                      <a:endParaRPr lang="en-US" sz="900" b="0" i="0">
                        <a:solidFill>
                          <a:srgbClr val="000000"/>
                        </a:solidFill>
                        <a:effectLst/>
                        <a:latin typeface="Arial"/>
                      </a:endParaRPr>
                    </a:p>
                  </a:txBody>
                  <a:tcPr marL="122301" marR="122301" marT="61151" marB="61151" anchor="ctr">
                    <a:lnL w="22708" cap="flat" cmpd="sng" algn="ctr">
                      <a:solidFill>
                        <a:srgbClr val="000000"/>
                      </a:solidFill>
                      <a:prstDash val="solid"/>
                      <a:round/>
                      <a:headEnd type="none" w="med" len="med"/>
                      <a:tailEnd type="none" w="med" len="med"/>
                    </a:lnL>
                    <a:lnR w="22708" cap="flat" cmpd="sng" algn="ctr">
                      <a:solidFill>
                        <a:srgbClr val="000000"/>
                      </a:solidFill>
                      <a:prstDash val="solid"/>
                      <a:round/>
                      <a:headEnd type="none" w="med" len="med"/>
                      <a:tailEnd type="none" w="med" len="med"/>
                    </a:lnR>
                    <a:lnT w="22708" cap="flat" cmpd="sng" algn="ctr">
                      <a:solidFill>
                        <a:srgbClr val="000000"/>
                      </a:solidFill>
                      <a:prstDash val="solid"/>
                      <a:round/>
                      <a:headEnd type="none" w="med" len="med"/>
                      <a:tailEnd type="none" w="med" len="med"/>
                    </a:lnT>
                    <a:lnB w="22708" cap="flat" cmpd="sng" algn="ctr">
                      <a:solidFill>
                        <a:srgbClr val="000000"/>
                      </a:solidFill>
                      <a:prstDash val="solid"/>
                      <a:round/>
                      <a:headEnd type="none" w="med" len="med"/>
                      <a:tailEnd type="none" w="med" len="med"/>
                    </a:lnB>
                    <a:solidFill>
                      <a:srgbClr val="DBEEF4"/>
                    </a:solidFill>
                  </a:tcPr>
                </a:tc>
                <a:tc gridSpan="2">
                  <a:txBody>
                    <a:bodyPr/>
                    <a:lstStyle/>
                    <a:p>
                      <a:pPr marL="0" marR="0" indent="0" algn="ctr" rtl="0" fontAlgn="base">
                        <a:buNone/>
                      </a:pPr>
                      <a:r>
                        <a:rPr lang="en-US" sz="600" b="1" i="0">
                          <a:solidFill>
                            <a:srgbClr val="000000"/>
                          </a:solidFill>
                          <a:effectLst/>
                          <a:latin typeface="Arial"/>
                        </a:rPr>
                        <a:t>Compliance &amp; certification</a:t>
                      </a:r>
                      <a:endParaRPr lang="en-US" sz="900" b="0" i="0">
                        <a:solidFill>
                          <a:srgbClr val="000000"/>
                        </a:solidFill>
                        <a:effectLst/>
                        <a:latin typeface="Arial"/>
                      </a:endParaRPr>
                    </a:p>
                  </a:txBody>
                  <a:tcPr marL="122301" marR="122301" marT="61151" marB="61151" anchor="ctr">
                    <a:lnL w="22708" cap="flat" cmpd="sng" algn="ctr">
                      <a:solidFill>
                        <a:srgbClr val="000000"/>
                      </a:solidFill>
                      <a:prstDash val="solid"/>
                      <a:round/>
                      <a:headEnd type="none" w="med" len="med"/>
                      <a:tailEnd type="none" w="med" len="med"/>
                    </a:lnL>
                    <a:lnR w="22708" cap="flat" cmpd="sng" algn="ctr">
                      <a:solidFill>
                        <a:srgbClr val="000000"/>
                      </a:solidFill>
                      <a:prstDash val="solid"/>
                      <a:round/>
                      <a:headEnd type="none" w="med" len="med"/>
                      <a:tailEnd type="none" w="med" len="med"/>
                    </a:lnR>
                    <a:lnT w="22708" cap="flat" cmpd="sng" algn="ctr">
                      <a:solidFill>
                        <a:srgbClr val="000000"/>
                      </a:solidFill>
                      <a:prstDash val="solid"/>
                      <a:round/>
                      <a:headEnd type="none" w="med" len="med"/>
                      <a:tailEnd type="none" w="med" len="med"/>
                    </a:lnT>
                    <a:lnB w="22708" cap="flat" cmpd="sng" algn="ctr">
                      <a:solidFill>
                        <a:srgbClr val="000000"/>
                      </a:solidFill>
                      <a:prstDash val="solid"/>
                      <a:round/>
                      <a:headEnd type="none" w="med" len="med"/>
                      <a:tailEnd type="none" w="med" len="med"/>
                    </a:lnB>
                    <a:solidFill>
                      <a:srgbClr val="DBEEF4"/>
                    </a:solidFill>
                  </a:tcPr>
                </a:tc>
                <a:tc hMerge="1">
                  <a:txBody>
                    <a:bodyPr/>
                    <a:lstStyle/>
                    <a:p>
                      <a:endParaRPr lang="en-US"/>
                    </a:p>
                  </a:txBody>
                  <a:tcPr/>
                </a:tc>
                <a:tc>
                  <a:txBody>
                    <a:bodyPr/>
                    <a:lstStyle/>
                    <a:p>
                      <a:pPr marL="0" lvl="0" indent="0" algn="ctr">
                        <a:buNone/>
                      </a:pPr>
                      <a:endParaRPr lang="en-US" sz="600" b="1" i="0">
                        <a:solidFill>
                          <a:srgbClr val="000000"/>
                        </a:solidFill>
                        <a:effectLst/>
                        <a:latin typeface="Arial"/>
                      </a:endParaRPr>
                    </a:p>
                  </a:txBody>
                  <a:tcPr marL="122301" marR="122301" marT="61150" marB="61150" anchor="ctr">
                    <a:lnL w="22708" cap="flat" cmpd="sng" algn="ctr">
                      <a:solidFill>
                        <a:srgbClr val="000000"/>
                      </a:solidFill>
                      <a:prstDash val="solid"/>
                      <a:round/>
                      <a:headEnd type="none" w="med" len="med"/>
                      <a:tailEnd type="none" w="med" len="med"/>
                    </a:lnL>
                    <a:lnR w="22707">
                      <a:solidFill>
                        <a:srgbClr val="000000"/>
                      </a:solidFill>
                    </a:lnR>
                    <a:lnT w="22707">
                      <a:solidFill>
                        <a:srgbClr val="000000"/>
                      </a:solidFill>
                    </a:lnT>
                    <a:lnB w="22707">
                      <a:solidFill>
                        <a:srgbClr val="000000"/>
                      </a:solidFill>
                    </a:lnB>
                    <a:solidFill>
                      <a:srgbClr val="DBEEF4"/>
                    </a:solidFill>
                  </a:tcPr>
                </a:tc>
                <a:extLst>
                  <a:ext uri="{0D108BD9-81ED-4DB2-BD59-A6C34878D82A}">
                    <a16:rowId xmlns:a16="http://schemas.microsoft.com/office/drawing/2014/main" val="2931082408"/>
                  </a:ext>
                </a:extLst>
              </a:tr>
              <a:tr h="0">
                <a:tc>
                  <a:txBody>
                    <a:bodyPr/>
                    <a:lstStyle/>
                    <a:p>
                      <a:pPr marL="0" marR="0" indent="0" algn="l" rtl="0" fontAlgn="base">
                        <a:buNone/>
                      </a:pPr>
                      <a:r>
                        <a:rPr lang="en-US" sz="600" b="0" i="0">
                          <a:solidFill>
                            <a:srgbClr val="000000"/>
                          </a:solidFill>
                          <a:effectLst/>
                          <a:latin typeface="Arial"/>
                        </a:rPr>
                        <a:t>D6-01</a:t>
                      </a:r>
                      <a:endParaRPr lang="en-US" sz="900" b="0" i="0">
                        <a:solidFill>
                          <a:srgbClr val="000000"/>
                        </a:solidFill>
                        <a:effectLst/>
                        <a:latin typeface="Arial"/>
                      </a:endParaRPr>
                    </a:p>
                  </a:txBody>
                  <a:tcPr marL="122301" marR="122301" marT="61151" marB="61151" anchor="ctr">
                    <a:lnL w="22708" cap="flat" cmpd="sng" algn="ctr">
                      <a:solidFill>
                        <a:srgbClr val="000000"/>
                      </a:solidFill>
                      <a:prstDash val="solid"/>
                      <a:round/>
                      <a:headEnd type="none" w="med" len="med"/>
                      <a:tailEnd type="none" w="med" len="med"/>
                    </a:lnL>
                    <a:lnR w="22708" cap="flat" cmpd="sng" algn="ctr">
                      <a:solidFill>
                        <a:srgbClr val="000000"/>
                      </a:solidFill>
                      <a:prstDash val="solid"/>
                      <a:round/>
                      <a:headEnd type="none" w="med" len="med"/>
                      <a:tailEnd type="none" w="med" len="med"/>
                    </a:lnR>
                    <a:lnT w="22708" cap="flat" cmpd="sng" algn="ctr">
                      <a:solidFill>
                        <a:srgbClr val="000000"/>
                      </a:solidFill>
                      <a:prstDash val="solid"/>
                      <a:round/>
                      <a:headEnd type="none" w="med" len="med"/>
                      <a:tailEnd type="none" w="med" len="med"/>
                    </a:lnT>
                    <a:lnB w="22708" cap="flat" cmpd="sng" algn="ctr">
                      <a:solidFill>
                        <a:srgbClr val="000000"/>
                      </a:solidFill>
                      <a:prstDash val="solid"/>
                      <a:round/>
                      <a:headEnd type="none" w="med" len="med"/>
                      <a:tailEnd type="none" w="med" len="med"/>
                    </a:lnB>
                    <a:solidFill>
                      <a:srgbClr val="FFFFFF"/>
                    </a:solidFill>
                  </a:tcPr>
                </a:tc>
                <a:tc rowSpan="8">
                  <a:txBody>
                    <a:bodyPr/>
                    <a:lstStyle/>
                    <a:p>
                      <a:pPr marL="0" marR="0" indent="0" algn="ctr" rtl="0" fontAlgn="base">
                        <a:buNone/>
                      </a:pPr>
                      <a:r>
                        <a:rPr lang="en-US" sz="600" b="0" i="0">
                          <a:solidFill>
                            <a:srgbClr val="000000"/>
                          </a:solidFill>
                          <a:effectLst/>
                          <a:latin typeface="Arial"/>
                        </a:rPr>
                        <a:t>Compliance &amp; certification</a:t>
                      </a:r>
                      <a:endParaRPr lang="en-US" sz="900" b="0" i="0">
                        <a:solidFill>
                          <a:srgbClr val="000000"/>
                        </a:solidFill>
                        <a:effectLst/>
                        <a:latin typeface="Arial"/>
                      </a:endParaRPr>
                    </a:p>
                  </a:txBody>
                  <a:tcPr marL="122301" marR="122301" marT="61151" marB="61151" anchor="ctr">
                    <a:lnL w="22708" cap="flat" cmpd="sng" algn="ctr">
                      <a:solidFill>
                        <a:srgbClr val="000000"/>
                      </a:solidFill>
                      <a:prstDash val="solid"/>
                      <a:round/>
                      <a:headEnd type="none" w="med" len="med"/>
                      <a:tailEnd type="none" w="med" len="med"/>
                    </a:lnL>
                    <a:lnR w="22708" cap="flat" cmpd="sng" algn="ctr">
                      <a:solidFill>
                        <a:srgbClr val="000000"/>
                      </a:solidFill>
                      <a:prstDash val="solid"/>
                      <a:round/>
                      <a:headEnd type="none" w="med" len="med"/>
                      <a:tailEnd type="none" w="med" len="med"/>
                    </a:lnR>
                    <a:lnT w="22708" cap="flat" cmpd="sng" algn="ctr">
                      <a:solidFill>
                        <a:srgbClr val="000000"/>
                      </a:solidFill>
                      <a:prstDash val="solid"/>
                      <a:round/>
                      <a:headEnd type="none" w="med" len="med"/>
                      <a:tailEnd type="none" w="med" len="med"/>
                    </a:lnT>
                    <a:lnB w="22707">
                      <a:solidFill>
                        <a:srgbClr val="000000"/>
                      </a:solidFill>
                    </a:lnB>
                    <a:solidFill>
                      <a:srgbClr val="FFFFFF"/>
                    </a:solidFill>
                  </a:tcPr>
                </a:tc>
                <a:tc>
                  <a:txBody>
                    <a:bodyPr/>
                    <a:lstStyle/>
                    <a:p>
                      <a:pPr marL="0" marR="0" indent="0" algn="l" rtl="0" fontAlgn="base">
                        <a:buNone/>
                      </a:pPr>
                      <a:r>
                        <a:rPr lang="en-US" sz="600" b="0" i="0" err="1">
                          <a:solidFill>
                            <a:srgbClr val="000000"/>
                          </a:solidFill>
                          <a:effectLst/>
                          <a:latin typeface="Arial"/>
                        </a:rPr>
                        <a:t>보안기능확인서</a:t>
                      </a:r>
                      <a:r>
                        <a:rPr lang="en-US" sz="600" b="0" i="0">
                          <a:solidFill>
                            <a:srgbClr val="000000"/>
                          </a:solidFill>
                          <a:effectLst/>
                          <a:latin typeface="Arial"/>
                        </a:rPr>
                        <a:t> / CC (</a:t>
                      </a:r>
                      <a:r>
                        <a:rPr lang="en-US" sz="600" b="0" i="0" err="1">
                          <a:solidFill>
                            <a:srgbClr val="000000"/>
                          </a:solidFill>
                          <a:effectLst/>
                          <a:latin typeface="Arial"/>
                        </a:rPr>
                        <a:t>자료유출방지</a:t>
                      </a:r>
                      <a:r>
                        <a:rPr lang="en-US" sz="600" b="0" i="0">
                          <a:solidFill>
                            <a:srgbClr val="000000"/>
                          </a:solidFill>
                          <a:effectLst/>
                          <a:latin typeface="Arial"/>
                        </a:rPr>
                        <a:t>)</a:t>
                      </a:r>
                      <a:endParaRPr lang="en-US" sz="900" b="0" i="0">
                        <a:solidFill>
                          <a:srgbClr val="000000"/>
                        </a:solidFill>
                        <a:effectLst/>
                        <a:latin typeface="Arial"/>
                      </a:endParaRPr>
                    </a:p>
                  </a:txBody>
                  <a:tcPr marL="122301" marR="122301" marT="61151" marB="61151" anchor="ctr">
                    <a:lnL w="22708" cap="flat" cmpd="sng" algn="ctr">
                      <a:solidFill>
                        <a:srgbClr val="000000"/>
                      </a:solidFill>
                      <a:prstDash val="solid"/>
                      <a:round/>
                      <a:headEnd type="none" w="med" len="med"/>
                      <a:tailEnd type="none" w="med" len="med"/>
                    </a:lnL>
                    <a:lnR w="22708" cap="flat" cmpd="sng" algn="ctr">
                      <a:solidFill>
                        <a:srgbClr val="000000"/>
                      </a:solidFill>
                      <a:prstDash val="solid"/>
                      <a:round/>
                      <a:headEnd type="none" w="med" len="med"/>
                      <a:tailEnd type="none" w="med" len="med"/>
                    </a:lnR>
                    <a:lnT w="22708" cap="flat" cmpd="sng" algn="ctr">
                      <a:solidFill>
                        <a:srgbClr val="000000"/>
                      </a:solidFill>
                      <a:prstDash val="solid"/>
                      <a:round/>
                      <a:headEnd type="none" w="med" len="med"/>
                      <a:tailEnd type="none" w="med" len="med"/>
                    </a:lnT>
                    <a:lnB w="22708" cap="flat" cmpd="sng" algn="ctr">
                      <a:solidFill>
                        <a:srgbClr val="000000"/>
                      </a:solidFill>
                      <a:prstDash val="solid"/>
                      <a:round/>
                      <a:headEnd type="none" w="med" len="med"/>
                      <a:tailEnd type="none" w="med" len="med"/>
                    </a:lnB>
                    <a:solidFill>
                      <a:srgbClr val="FFFFFF"/>
                    </a:solidFill>
                  </a:tcPr>
                </a:tc>
                <a:tc>
                  <a:txBody>
                    <a:bodyPr/>
                    <a:lstStyle/>
                    <a:p>
                      <a:pPr marL="0" lvl="0" indent="0" algn="ctr">
                        <a:buNone/>
                      </a:pPr>
                      <a:endParaRPr lang="en-US" sz="600" b="0" i="0">
                        <a:solidFill>
                          <a:srgbClr val="000000"/>
                        </a:solidFill>
                        <a:effectLst/>
                        <a:latin typeface="Arial"/>
                      </a:endParaRPr>
                    </a:p>
                  </a:txBody>
                  <a:tcPr marL="122301" marR="122301" marT="61150" marB="61150" anchor="ctr">
                    <a:lnL w="22708" cap="flat" cmpd="sng" algn="ctr">
                      <a:solidFill>
                        <a:srgbClr val="000000"/>
                      </a:solidFill>
                      <a:prstDash val="solid"/>
                      <a:round/>
                      <a:headEnd type="none" w="med" len="med"/>
                      <a:tailEnd type="none" w="med" len="med"/>
                    </a:lnL>
                    <a:lnR w="22707">
                      <a:solidFill>
                        <a:srgbClr val="000000"/>
                      </a:solidFill>
                    </a:lnR>
                    <a:lnT w="22707">
                      <a:solidFill>
                        <a:srgbClr val="000000"/>
                      </a:solidFill>
                    </a:lnT>
                    <a:lnB w="22707">
                      <a:solidFill>
                        <a:srgbClr val="000000"/>
                      </a:solidFill>
                    </a:lnB>
                    <a:solidFill>
                      <a:srgbClr val="FFFFFF"/>
                    </a:solidFill>
                  </a:tcPr>
                </a:tc>
                <a:extLst>
                  <a:ext uri="{0D108BD9-81ED-4DB2-BD59-A6C34878D82A}">
                    <a16:rowId xmlns:a16="http://schemas.microsoft.com/office/drawing/2014/main" val="172888888"/>
                  </a:ext>
                </a:extLst>
              </a:tr>
              <a:tr h="0">
                <a:tc>
                  <a:txBody>
                    <a:bodyPr/>
                    <a:lstStyle/>
                    <a:p>
                      <a:pPr marL="0" marR="0" indent="0" algn="l" rtl="0" fontAlgn="base">
                        <a:buNone/>
                      </a:pPr>
                      <a:r>
                        <a:rPr lang="en-US" sz="600" b="0" i="0">
                          <a:solidFill>
                            <a:srgbClr val="000000"/>
                          </a:solidFill>
                          <a:effectLst/>
                          <a:latin typeface="Arial"/>
                        </a:rPr>
                        <a:t>D6-02</a:t>
                      </a:r>
                      <a:endParaRPr lang="en-US" sz="900" b="0" i="0">
                        <a:solidFill>
                          <a:srgbClr val="000000"/>
                        </a:solidFill>
                        <a:effectLst/>
                        <a:latin typeface="Arial"/>
                      </a:endParaRPr>
                    </a:p>
                  </a:txBody>
                  <a:tcPr marL="122301" marR="122301" marT="61151" marB="61151" anchor="ctr">
                    <a:lnL w="22708" cap="flat" cmpd="sng" algn="ctr">
                      <a:solidFill>
                        <a:srgbClr val="000000"/>
                      </a:solidFill>
                      <a:prstDash val="solid"/>
                      <a:round/>
                      <a:headEnd type="none" w="med" len="med"/>
                      <a:tailEnd type="none" w="med" len="med"/>
                    </a:lnL>
                    <a:lnR w="22708" cap="flat" cmpd="sng" algn="ctr">
                      <a:solidFill>
                        <a:srgbClr val="000000"/>
                      </a:solidFill>
                      <a:prstDash val="solid"/>
                      <a:round/>
                      <a:headEnd type="none" w="med" len="med"/>
                      <a:tailEnd type="none" w="med" len="med"/>
                    </a:lnR>
                    <a:lnT w="22708" cap="flat" cmpd="sng" algn="ctr">
                      <a:solidFill>
                        <a:srgbClr val="000000"/>
                      </a:solidFill>
                      <a:prstDash val="solid"/>
                      <a:round/>
                      <a:headEnd type="none" w="med" len="med"/>
                      <a:tailEnd type="none" w="med" len="med"/>
                    </a:lnT>
                    <a:lnB w="22708" cap="flat" cmpd="sng" algn="ctr">
                      <a:solidFill>
                        <a:srgbClr val="000000"/>
                      </a:solidFill>
                      <a:prstDash val="solid"/>
                      <a:round/>
                      <a:headEnd type="none" w="med" len="med"/>
                      <a:tailEnd type="none" w="med" len="med"/>
                    </a:lnB>
                    <a:solidFill>
                      <a:srgbClr val="FFFFFF"/>
                    </a:solidFill>
                  </a:tcPr>
                </a:tc>
                <a:tc vMerge="1">
                  <a:txBody>
                    <a:bodyPr/>
                    <a:lstStyle/>
                    <a:p>
                      <a:endParaRPr lang="en-US"/>
                    </a:p>
                  </a:txBody>
                  <a:tcPr/>
                </a:tc>
                <a:tc>
                  <a:txBody>
                    <a:bodyPr/>
                    <a:lstStyle/>
                    <a:p>
                      <a:pPr marL="0" marR="0" indent="0" algn="l" rtl="0" fontAlgn="base">
                        <a:buNone/>
                      </a:pPr>
                      <a:r>
                        <a:rPr lang="en-US" sz="600" b="0" i="0">
                          <a:solidFill>
                            <a:srgbClr val="000000"/>
                          </a:solidFill>
                          <a:effectLst/>
                          <a:latin typeface="Arial"/>
                        </a:rPr>
                        <a:t>GS </a:t>
                      </a:r>
                      <a:r>
                        <a:rPr lang="en-US" sz="600" b="0" i="0" err="1">
                          <a:solidFill>
                            <a:srgbClr val="000000"/>
                          </a:solidFill>
                          <a:effectLst/>
                          <a:latin typeface="Arial"/>
                        </a:rPr>
                        <a:t>인증</a:t>
                      </a:r>
                      <a:endParaRPr lang="en-US" sz="900" b="0" i="0" err="1">
                        <a:solidFill>
                          <a:srgbClr val="000000"/>
                        </a:solidFill>
                        <a:effectLst/>
                        <a:latin typeface="Arial"/>
                      </a:endParaRPr>
                    </a:p>
                  </a:txBody>
                  <a:tcPr marL="122301" marR="122301" marT="61151" marB="61151" anchor="ctr">
                    <a:lnL w="22708" cap="flat" cmpd="sng" algn="ctr">
                      <a:solidFill>
                        <a:srgbClr val="000000"/>
                      </a:solidFill>
                      <a:prstDash val="solid"/>
                      <a:round/>
                      <a:headEnd type="none" w="med" len="med"/>
                      <a:tailEnd type="none" w="med" len="med"/>
                    </a:lnL>
                    <a:lnR w="22708" cap="flat" cmpd="sng" algn="ctr">
                      <a:solidFill>
                        <a:srgbClr val="000000"/>
                      </a:solidFill>
                      <a:prstDash val="solid"/>
                      <a:round/>
                      <a:headEnd type="none" w="med" len="med"/>
                      <a:tailEnd type="none" w="med" len="med"/>
                    </a:lnR>
                    <a:lnT w="22708" cap="flat" cmpd="sng" algn="ctr">
                      <a:solidFill>
                        <a:srgbClr val="000000"/>
                      </a:solidFill>
                      <a:prstDash val="solid"/>
                      <a:round/>
                      <a:headEnd type="none" w="med" len="med"/>
                      <a:tailEnd type="none" w="med" len="med"/>
                    </a:lnT>
                    <a:lnB w="22708" cap="flat" cmpd="sng" algn="ctr">
                      <a:solidFill>
                        <a:srgbClr val="000000"/>
                      </a:solidFill>
                      <a:prstDash val="solid"/>
                      <a:round/>
                      <a:headEnd type="none" w="med" len="med"/>
                      <a:tailEnd type="none" w="med" len="med"/>
                    </a:lnB>
                    <a:solidFill>
                      <a:srgbClr val="FFFFFF"/>
                    </a:solidFill>
                  </a:tcPr>
                </a:tc>
                <a:tc>
                  <a:txBody>
                    <a:bodyPr/>
                    <a:lstStyle/>
                    <a:p>
                      <a:pPr lvl="0" algn="ctr">
                        <a:lnSpc>
                          <a:spcPct val="100000"/>
                        </a:lnSpc>
                        <a:spcBef>
                          <a:spcPts val="0"/>
                        </a:spcBef>
                        <a:spcAft>
                          <a:spcPts val="0"/>
                        </a:spcAft>
                        <a:buNone/>
                      </a:pPr>
                      <a:r>
                        <a:rPr lang="en-US" sz="600" b="0" i="0" u="none" strike="noStrike" noProof="0">
                          <a:solidFill>
                            <a:srgbClr val="000000"/>
                          </a:solidFill>
                          <a:effectLst/>
                          <a:latin typeface="Arial"/>
                          <a:cs typeface="Arial"/>
                        </a:rPr>
                        <a:t>●</a:t>
                      </a:r>
                    </a:p>
                  </a:txBody>
                  <a:tcPr marL="122301" marR="122301" marT="61150" marB="61150" anchor="ctr">
                    <a:lnL w="22708" cap="flat" cmpd="sng" algn="ctr">
                      <a:solidFill>
                        <a:srgbClr val="000000"/>
                      </a:solidFill>
                      <a:prstDash val="solid"/>
                      <a:round/>
                      <a:headEnd type="none" w="med" len="med"/>
                      <a:tailEnd type="none" w="med" len="med"/>
                    </a:lnL>
                    <a:lnR w="22707">
                      <a:solidFill>
                        <a:srgbClr val="000000"/>
                      </a:solidFill>
                    </a:lnR>
                    <a:lnT w="22707">
                      <a:solidFill>
                        <a:srgbClr val="000000"/>
                      </a:solidFill>
                    </a:lnT>
                    <a:lnB w="22707">
                      <a:solidFill>
                        <a:srgbClr val="000000"/>
                      </a:solidFill>
                    </a:lnB>
                    <a:solidFill>
                      <a:srgbClr val="FFFFFF"/>
                    </a:solidFill>
                  </a:tcPr>
                </a:tc>
                <a:extLst>
                  <a:ext uri="{0D108BD9-81ED-4DB2-BD59-A6C34878D82A}">
                    <a16:rowId xmlns:a16="http://schemas.microsoft.com/office/drawing/2014/main" val="978643293"/>
                  </a:ext>
                </a:extLst>
              </a:tr>
              <a:tr h="0">
                <a:tc>
                  <a:txBody>
                    <a:bodyPr/>
                    <a:lstStyle/>
                    <a:p>
                      <a:pPr marL="0" marR="0" indent="0" algn="l" rtl="0" fontAlgn="base">
                        <a:buNone/>
                      </a:pPr>
                      <a:r>
                        <a:rPr lang="en-US" sz="600" b="0" i="0">
                          <a:solidFill>
                            <a:srgbClr val="000000"/>
                          </a:solidFill>
                          <a:effectLst/>
                          <a:latin typeface="Arial"/>
                        </a:rPr>
                        <a:t>D6-03</a:t>
                      </a:r>
                      <a:endParaRPr lang="en-US" sz="900" b="0" i="0">
                        <a:solidFill>
                          <a:srgbClr val="000000"/>
                        </a:solidFill>
                        <a:effectLst/>
                        <a:latin typeface="Arial"/>
                      </a:endParaRPr>
                    </a:p>
                  </a:txBody>
                  <a:tcPr marL="122301" marR="122301" marT="61151" marB="61151" anchor="ctr">
                    <a:lnL w="22708" cap="flat" cmpd="sng" algn="ctr">
                      <a:solidFill>
                        <a:srgbClr val="000000"/>
                      </a:solidFill>
                      <a:prstDash val="solid"/>
                      <a:round/>
                      <a:headEnd type="none" w="med" len="med"/>
                      <a:tailEnd type="none" w="med" len="med"/>
                    </a:lnL>
                    <a:lnR w="22708" cap="flat" cmpd="sng" algn="ctr">
                      <a:solidFill>
                        <a:srgbClr val="000000"/>
                      </a:solidFill>
                      <a:prstDash val="solid"/>
                      <a:round/>
                      <a:headEnd type="none" w="med" len="med"/>
                      <a:tailEnd type="none" w="med" len="med"/>
                    </a:lnR>
                    <a:lnT w="22708" cap="flat" cmpd="sng" algn="ctr">
                      <a:solidFill>
                        <a:srgbClr val="000000"/>
                      </a:solidFill>
                      <a:prstDash val="solid"/>
                      <a:round/>
                      <a:headEnd type="none" w="med" len="med"/>
                      <a:tailEnd type="none" w="med" len="med"/>
                    </a:lnT>
                    <a:lnB w="22708" cap="flat" cmpd="sng" algn="ctr">
                      <a:solidFill>
                        <a:srgbClr val="000000"/>
                      </a:solidFill>
                      <a:prstDash val="solid"/>
                      <a:round/>
                      <a:headEnd type="none" w="med" len="med"/>
                      <a:tailEnd type="none" w="med" len="med"/>
                    </a:lnB>
                    <a:solidFill>
                      <a:srgbClr val="FFFFFF"/>
                    </a:solidFill>
                  </a:tcPr>
                </a:tc>
                <a:tc vMerge="1">
                  <a:txBody>
                    <a:bodyPr/>
                    <a:lstStyle/>
                    <a:p>
                      <a:endParaRPr lang="en-US"/>
                    </a:p>
                  </a:txBody>
                  <a:tcPr/>
                </a:tc>
                <a:tc>
                  <a:txBody>
                    <a:bodyPr/>
                    <a:lstStyle/>
                    <a:p>
                      <a:pPr marL="0" marR="0" indent="0" algn="l" rtl="0" fontAlgn="base">
                        <a:buNone/>
                      </a:pPr>
                      <a:r>
                        <a:rPr lang="en-US" sz="600" b="0" i="0" err="1">
                          <a:solidFill>
                            <a:srgbClr val="000000"/>
                          </a:solidFill>
                          <a:effectLst/>
                          <a:latin typeface="Arial"/>
                        </a:rPr>
                        <a:t>조달청</a:t>
                      </a:r>
                      <a:r>
                        <a:rPr lang="en-US" sz="600" b="0" i="0">
                          <a:solidFill>
                            <a:srgbClr val="000000"/>
                          </a:solidFill>
                          <a:effectLst/>
                          <a:latin typeface="Arial"/>
                        </a:rPr>
                        <a:t> </a:t>
                      </a:r>
                      <a:r>
                        <a:rPr lang="en-US" sz="600" b="0" i="0" err="1">
                          <a:solidFill>
                            <a:srgbClr val="000000"/>
                          </a:solidFill>
                          <a:effectLst/>
                          <a:latin typeface="Arial"/>
                        </a:rPr>
                        <a:t>등록</a:t>
                      </a:r>
                      <a:r>
                        <a:rPr lang="en-US" sz="600" b="0" i="0">
                          <a:solidFill>
                            <a:srgbClr val="000000"/>
                          </a:solidFill>
                          <a:effectLst/>
                          <a:latin typeface="Arial"/>
                        </a:rPr>
                        <a:t> (</a:t>
                      </a:r>
                      <a:r>
                        <a:rPr lang="en-US" sz="600" b="0" i="0" err="1">
                          <a:solidFill>
                            <a:srgbClr val="000000"/>
                          </a:solidFill>
                          <a:effectLst/>
                          <a:latin typeface="Arial"/>
                        </a:rPr>
                        <a:t>나라장터</a:t>
                      </a:r>
                      <a:r>
                        <a:rPr lang="en-US" sz="600" b="0" i="0">
                          <a:solidFill>
                            <a:srgbClr val="000000"/>
                          </a:solidFill>
                          <a:effectLst/>
                          <a:latin typeface="Arial"/>
                        </a:rPr>
                        <a:t> / </a:t>
                      </a:r>
                      <a:r>
                        <a:rPr lang="en-US" sz="600" b="0" i="0" err="1">
                          <a:solidFill>
                            <a:srgbClr val="000000"/>
                          </a:solidFill>
                          <a:effectLst/>
                          <a:latin typeface="Arial"/>
                        </a:rPr>
                        <a:t>디지털서비스몰</a:t>
                      </a:r>
                      <a:r>
                        <a:rPr lang="en-US" sz="600" b="0" i="0">
                          <a:solidFill>
                            <a:srgbClr val="000000"/>
                          </a:solidFill>
                          <a:effectLst/>
                          <a:latin typeface="Arial"/>
                        </a:rPr>
                        <a:t>)</a:t>
                      </a:r>
                      <a:endParaRPr lang="en-US" sz="900" b="0" i="0">
                        <a:solidFill>
                          <a:srgbClr val="000000"/>
                        </a:solidFill>
                        <a:effectLst/>
                        <a:latin typeface="Arial"/>
                      </a:endParaRPr>
                    </a:p>
                  </a:txBody>
                  <a:tcPr marL="122301" marR="122301" marT="61151" marB="61151" anchor="ctr">
                    <a:lnL w="22708" cap="flat" cmpd="sng" algn="ctr">
                      <a:solidFill>
                        <a:srgbClr val="000000"/>
                      </a:solidFill>
                      <a:prstDash val="solid"/>
                      <a:round/>
                      <a:headEnd type="none" w="med" len="med"/>
                      <a:tailEnd type="none" w="med" len="med"/>
                    </a:lnL>
                    <a:lnR w="22708" cap="flat" cmpd="sng" algn="ctr">
                      <a:solidFill>
                        <a:srgbClr val="000000"/>
                      </a:solidFill>
                      <a:prstDash val="solid"/>
                      <a:round/>
                      <a:headEnd type="none" w="med" len="med"/>
                      <a:tailEnd type="none" w="med" len="med"/>
                    </a:lnR>
                    <a:lnT w="22708" cap="flat" cmpd="sng" algn="ctr">
                      <a:solidFill>
                        <a:srgbClr val="000000"/>
                      </a:solidFill>
                      <a:prstDash val="solid"/>
                      <a:round/>
                      <a:headEnd type="none" w="med" len="med"/>
                      <a:tailEnd type="none" w="med" len="med"/>
                    </a:lnT>
                    <a:lnB w="22708" cap="flat" cmpd="sng" algn="ctr">
                      <a:solidFill>
                        <a:srgbClr val="000000"/>
                      </a:solidFill>
                      <a:prstDash val="solid"/>
                      <a:round/>
                      <a:headEnd type="none" w="med" len="med"/>
                      <a:tailEnd type="none" w="med" len="med"/>
                    </a:lnB>
                    <a:solidFill>
                      <a:srgbClr val="FFFFFF"/>
                    </a:solidFill>
                  </a:tcPr>
                </a:tc>
                <a:tc>
                  <a:txBody>
                    <a:bodyPr/>
                    <a:lstStyle/>
                    <a:p>
                      <a:pPr lvl="0" algn="ctr">
                        <a:lnSpc>
                          <a:spcPct val="100000"/>
                        </a:lnSpc>
                        <a:spcBef>
                          <a:spcPts val="0"/>
                        </a:spcBef>
                        <a:spcAft>
                          <a:spcPts val="0"/>
                        </a:spcAft>
                        <a:buNone/>
                      </a:pPr>
                      <a:r>
                        <a:rPr lang="en-US" sz="600" b="0" i="0" u="none" strike="noStrike" noProof="0">
                          <a:solidFill>
                            <a:srgbClr val="000000"/>
                          </a:solidFill>
                          <a:effectLst/>
                          <a:latin typeface="Arial"/>
                          <a:cs typeface="Arial"/>
                        </a:rPr>
                        <a:t>●</a:t>
                      </a:r>
                    </a:p>
                  </a:txBody>
                  <a:tcPr marL="122301" marR="122301" marT="61150" marB="61150" anchor="ctr">
                    <a:lnL w="22708" cap="flat" cmpd="sng" algn="ctr">
                      <a:solidFill>
                        <a:srgbClr val="000000"/>
                      </a:solidFill>
                      <a:prstDash val="solid"/>
                      <a:round/>
                      <a:headEnd type="none" w="med" len="med"/>
                      <a:tailEnd type="none" w="med" len="med"/>
                    </a:lnL>
                    <a:lnR w="22707">
                      <a:solidFill>
                        <a:srgbClr val="000000"/>
                      </a:solidFill>
                    </a:lnR>
                    <a:lnT w="22707">
                      <a:solidFill>
                        <a:srgbClr val="000000"/>
                      </a:solidFill>
                    </a:lnT>
                    <a:lnB w="22707">
                      <a:solidFill>
                        <a:srgbClr val="000000"/>
                      </a:solidFill>
                    </a:lnB>
                    <a:solidFill>
                      <a:srgbClr val="FFFFFF"/>
                    </a:solidFill>
                  </a:tcPr>
                </a:tc>
                <a:extLst>
                  <a:ext uri="{0D108BD9-81ED-4DB2-BD59-A6C34878D82A}">
                    <a16:rowId xmlns:a16="http://schemas.microsoft.com/office/drawing/2014/main" val="2072173500"/>
                  </a:ext>
                </a:extLst>
              </a:tr>
              <a:tr h="0">
                <a:tc>
                  <a:txBody>
                    <a:bodyPr/>
                    <a:lstStyle/>
                    <a:p>
                      <a:pPr marL="0" marR="0" indent="0" algn="l" rtl="0" fontAlgn="base">
                        <a:buNone/>
                      </a:pPr>
                      <a:r>
                        <a:rPr lang="en-US" sz="600" b="0" i="0">
                          <a:solidFill>
                            <a:srgbClr val="000000"/>
                          </a:solidFill>
                          <a:effectLst/>
                          <a:latin typeface="Arial"/>
                        </a:rPr>
                        <a:t>D6-04</a:t>
                      </a:r>
                      <a:endParaRPr lang="en-US" sz="900" b="0" i="0">
                        <a:solidFill>
                          <a:srgbClr val="000000"/>
                        </a:solidFill>
                        <a:effectLst/>
                        <a:latin typeface="Arial"/>
                      </a:endParaRPr>
                    </a:p>
                  </a:txBody>
                  <a:tcPr marL="122301" marR="122301" marT="61151" marB="61151" anchor="ctr">
                    <a:lnL w="22708" cap="flat" cmpd="sng" algn="ctr">
                      <a:solidFill>
                        <a:srgbClr val="000000"/>
                      </a:solidFill>
                      <a:prstDash val="solid"/>
                      <a:round/>
                      <a:headEnd type="none" w="med" len="med"/>
                      <a:tailEnd type="none" w="med" len="med"/>
                    </a:lnL>
                    <a:lnR w="22708" cap="flat" cmpd="sng" algn="ctr">
                      <a:solidFill>
                        <a:srgbClr val="000000"/>
                      </a:solidFill>
                      <a:prstDash val="solid"/>
                      <a:round/>
                      <a:headEnd type="none" w="med" len="med"/>
                      <a:tailEnd type="none" w="med" len="med"/>
                    </a:lnR>
                    <a:lnT w="22708" cap="flat" cmpd="sng" algn="ctr">
                      <a:solidFill>
                        <a:srgbClr val="000000"/>
                      </a:solidFill>
                      <a:prstDash val="solid"/>
                      <a:round/>
                      <a:headEnd type="none" w="med" len="med"/>
                      <a:tailEnd type="none" w="med" len="med"/>
                    </a:lnT>
                    <a:lnB w="22708" cap="flat" cmpd="sng" algn="ctr">
                      <a:solidFill>
                        <a:srgbClr val="000000"/>
                      </a:solidFill>
                      <a:prstDash val="solid"/>
                      <a:round/>
                      <a:headEnd type="none" w="med" len="med"/>
                      <a:tailEnd type="none" w="med" len="med"/>
                    </a:lnB>
                    <a:solidFill>
                      <a:srgbClr val="FFFFFF"/>
                    </a:solidFill>
                  </a:tcPr>
                </a:tc>
                <a:tc vMerge="1">
                  <a:txBody>
                    <a:bodyPr/>
                    <a:lstStyle/>
                    <a:p>
                      <a:endParaRPr lang="en-US"/>
                    </a:p>
                  </a:txBody>
                  <a:tcPr/>
                </a:tc>
                <a:tc>
                  <a:txBody>
                    <a:bodyPr/>
                    <a:lstStyle/>
                    <a:p>
                      <a:pPr marL="0" marR="0" indent="0" algn="l" rtl="0" fontAlgn="base">
                        <a:buNone/>
                      </a:pPr>
                      <a:r>
                        <a:rPr lang="en-US" sz="600" b="0" i="0">
                          <a:solidFill>
                            <a:srgbClr val="000000"/>
                          </a:solidFill>
                          <a:effectLst/>
                          <a:latin typeface="Arial"/>
                        </a:rPr>
                        <a:t>N2SF / CSO grade support</a:t>
                      </a:r>
                      <a:endParaRPr lang="en-US" sz="900" b="0" i="0">
                        <a:solidFill>
                          <a:srgbClr val="000000"/>
                        </a:solidFill>
                        <a:effectLst/>
                        <a:latin typeface="Arial"/>
                      </a:endParaRPr>
                    </a:p>
                  </a:txBody>
                  <a:tcPr marL="122301" marR="122301" marT="61151" marB="61151" anchor="ctr">
                    <a:lnL w="22708" cap="flat" cmpd="sng" algn="ctr">
                      <a:solidFill>
                        <a:srgbClr val="000000"/>
                      </a:solidFill>
                      <a:prstDash val="solid"/>
                      <a:round/>
                      <a:headEnd type="none" w="med" len="med"/>
                      <a:tailEnd type="none" w="med" len="med"/>
                    </a:lnL>
                    <a:lnR w="22708" cap="flat" cmpd="sng" algn="ctr">
                      <a:solidFill>
                        <a:srgbClr val="000000"/>
                      </a:solidFill>
                      <a:prstDash val="solid"/>
                      <a:round/>
                      <a:headEnd type="none" w="med" len="med"/>
                      <a:tailEnd type="none" w="med" len="med"/>
                    </a:lnR>
                    <a:lnT w="22708" cap="flat" cmpd="sng" algn="ctr">
                      <a:solidFill>
                        <a:srgbClr val="000000"/>
                      </a:solidFill>
                      <a:prstDash val="solid"/>
                      <a:round/>
                      <a:headEnd type="none" w="med" len="med"/>
                      <a:tailEnd type="none" w="med" len="med"/>
                    </a:lnT>
                    <a:lnB w="22708" cap="flat" cmpd="sng" algn="ctr">
                      <a:solidFill>
                        <a:srgbClr val="000000"/>
                      </a:solidFill>
                      <a:prstDash val="solid"/>
                      <a:round/>
                      <a:headEnd type="none" w="med" len="med"/>
                      <a:tailEnd type="none" w="med" len="med"/>
                    </a:lnB>
                    <a:solidFill>
                      <a:srgbClr val="FFFFFF"/>
                    </a:solidFill>
                  </a:tcPr>
                </a:tc>
                <a:tc>
                  <a:txBody>
                    <a:bodyPr/>
                    <a:lstStyle/>
                    <a:p>
                      <a:pPr marL="0" lvl="0" indent="0" algn="ctr">
                        <a:buNone/>
                      </a:pPr>
                      <a:endParaRPr lang="en-US" sz="600" b="0" i="0">
                        <a:solidFill>
                          <a:srgbClr val="000000"/>
                        </a:solidFill>
                        <a:effectLst/>
                        <a:latin typeface="Arial"/>
                      </a:endParaRPr>
                    </a:p>
                  </a:txBody>
                  <a:tcPr marL="122301" marR="122301" marT="61150" marB="61150" anchor="ctr">
                    <a:lnL w="22708" cap="flat" cmpd="sng" algn="ctr">
                      <a:solidFill>
                        <a:srgbClr val="000000"/>
                      </a:solidFill>
                      <a:prstDash val="solid"/>
                      <a:round/>
                      <a:headEnd type="none" w="med" len="med"/>
                      <a:tailEnd type="none" w="med" len="med"/>
                    </a:lnL>
                    <a:lnR w="22707">
                      <a:solidFill>
                        <a:srgbClr val="000000"/>
                      </a:solidFill>
                    </a:lnR>
                    <a:lnT w="22707">
                      <a:solidFill>
                        <a:srgbClr val="000000"/>
                      </a:solidFill>
                    </a:lnT>
                    <a:lnB w="22707">
                      <a:solidFill>
                        <a:srgbClr val="000000"/>
                      </a:solidFill>
                    </a:lnB>
                    <a:solidFill>
                      <a:srgbClr val="FFFFFF"/>
                    </a:solidFill>
                  </a:tcPr>
                </a:tc>
                <a:extLst>
                  <a:ext uri="{0D108BD9-81ED-4DB2-BD59-A6C34878D82A}">
                    <a16:rowId xmlns:a16="http://schemas.microsoft.com/office/drawing/2014/main" val="1245563839"/>
                  </a:ext>
                </a:extLst>
              </a:tr>
              <a:tr h="0">
                <a:tc>
                  <a:txBody>
                    <a:bodyPr/>
                    <a:lstStyle/>
                    <a:p>
                      <a:pPr marL="0" marR="0" indent="0" algn="l" rtl="0" fontAlgn="base">
                        <a:buNone/>
                      </a:pPr>
                      <a:r>
                        <a:rPr lang="en-US" sz="600" b="0" i="0">
                          <a:solidFill>
                            <a:srgbClr val="000000"/>
                          </a:solidFill>
                          <a:effectLst/>
                          <a:latin typeface="Arial"/>
                        </a:rPr>
                        <a:t>D6-05</a:t>
                      </a:r>
                      <a:endParaRPr lang="en-US" sz="900" b="0" i="0">
                        <a:solidFill>
                          <a:srgbClr val="000000"/>
                        </a:solidFill>
                        <a:effectLst/>
                        <a:latin typeface="Arial"/>
                      </a:endParaRPr>
                    </a:p>
                  </a:txBody>
                  <a:tcPr marL="122301" marR="122301" marT="61151" marB="61151" anchor="ctr">
                    <a:lnL w="22708" cap="flat" cmpd="sng" algn="ctr">
                      <a:solidFill>
                        <a:srgbClr val="000000"/>
                      </a:solidFill>
                      <a:prstDash val="solid"/>
                      <a:round/>
                      <a:headEnd type="none" w="med" len="med"/>
                      <a:tailEnd type="none" w="med" len="med"/>
                    </a:lnL>
                    <a:lnR w="22708" cap="flat" cmpd="sng" algn="ctr">
                      <a:solidFill>
                        <a:srgbClr val="000000"/>
                      </a:solidFill>
                      <a:prstDash val="solid"/>
                      <a:round/>
                      <a:headEnd type="none" w="med" len="med"/>
                      <a:tailEnd type="none" w="med" len="med"/>
                    </a:lnR>
                    <a:lnT w="22708" cap="flat" cmpd="sng" algn="ctr">
                      <a:solidFill>
                        <a:srgbClr val="000000"/>
                      </a:solidFill>
                      <a:prstDash val="solid"/>
                      <a:round/>
                      <a:headEnd type="none" w="med" len="med"/>
                      <a:tailEnd type="none" w="med" len="med"/>
                    </a:lnT>
                    <a:lnB w="22708" cap="flat" cmpd="sng" algn="ctr">
                      <a:solidFill>
                        <a:srgbClr val="000000"/>
                      </a:solidFill>
                      <a:prstDash val="solid"/>
                      <a:round/>
                      <a:headEnd type="none" w="med" len="med"/>
                      <a:tailEnd type="none" w="med" len="med"/>
                    </a:lnB>
                    <a:solidFill>
                      <a:srgbClr val="FFFFFF"/>
                    </a:solidFill>
                  </a:tcPr>
                </a:tc>
                <a:tc vMerge="1">
                  <a:txBody>
                    <a:bodyPr/>
                    <a:lstStyle/>
                    <a:p>
                      <a:endParaRPr lang="en-US"/>
                    </a:p>
                  </a:txBody>
                  <a:tcPr/>
                </a:tc>
                <a:tc>
                  <a:txBody>
                    <a:bodyPr/>
                    <a:lstStyle/>
                    <a:p>
                      <a:pPr marL="0" marR="0" indent="0" algn="l" rtl="0" fontAlgn="base">
                        <a:buNone/>
                      </a:pPr>
                      <a:r>
                        <a:rPr lang="en-US" sz="600" b="0" i="0">
                          <a:solidFill>
                            <a:srgbClr val="000000"/>
                          </a:solidFill>
                          <a:effectLst/>
                          <a:latin typeface="Arial"/>
                        </a:rPr>
                        <a:t>ISMS-P control alignment</a:t>
                      </a:r>
                      <a:endParaRPr lang="en-US" sz="900" b="0" i="0">
                        <a:solidFill>
                          <a:srgbClr val="000000"/>
                        </a:solidFill>
                        <a:effectLst/>
                        <a:latin typeface="Arial"/>
                      </a:endParaRPr>
                    </a:p>
                  </a:txBody>
                  <a:tcPr marL="122301" marR="122301" marT="61151" marB="61151" anchor="ctr">
                    <a:lnL w="22708" cap="flat" cmpd="sng" algn="ctr">
                      <a:solidFill>
                        <a:srgbClr val="000000"/>
                      </a:solidFill>
                      <a:prstDash val="solid"/>
                      <a:round/>
                      <a:headEnd type="none" w="med" len="med"/>
                      <a:tailEnd type="none" w="med" len="med"/>
                    </a:lnL>
                    <a:lnR w="22708" cap="flat" cmpd="sng" algn="ctr">
                      <a:solidFill>
                        <a:srgbClr val="000000"/>
                      </a:solidFill>
                      <a:prstDash val="solid"/>
                      <a:round/>
                      <a:headEnd type="none" w="med" len="med"/>
                      <a:tailEnd type="none" w="med" len="med"/>
                    </a:lnR>
                    <a:lnT w="22708" cap="flat" cmpd="sng" algn="ctr">
                      <a:solidFill>
                        <a:srgbClr val="000000"/>
                      </a:solidFill>
                      <a:prstDash val="solid"/>
                      <a:round/>
                      <a:headEnd type="none" w="med" len="med"/>
                      <a:tailEnd type="none" w="med" len="med"/>
                    </a:lnT>
                    <a:lnB w="22708" cap="flat" cmpd="sng" algn="ctr">
                      <a:solidFill>
                        <a:srgbClr val="000000"/>
                      </a:solidFill>
                      <a:prstDash val="solid"/>
                      <a:round/>
                      <a:headEnd type="none" w="med" len="med"/>
                      <a:tailEnd type="none" w="med" len="med"/>
                    </a:lnB>
                    <a:solidFill>
                      <a:srgbClr val="FFFFFF"/>
                    </a:solidFill>
                  </a:tcPr>
                </a:tc>
                <a:tc>
                  <a:txBody>
                    <a:bodyPr/>
                    <a:lstStyle/>
                    <a:p>
                      <a:pPr marL="0" lvl="0" indent="0" algn="ctr">
                        <a:buNone/>
                      </a:pPr>
                      <a:endParaRPr lang="en-US" sz="600" b="0" i="0">
                        <a:solidFill>
                          <a:srgbClr val="000000"/>
                        </a:solidFill>
                        <a:effectLst/>
                        <a:latin typeface="Arial"/>
                      </a:endParaRPr>
                    </a:p>
                  </a:txBody>
                  <a:tcPr marL="122301" marR="122301" marT="61150" marB="61150" anchor="ctr">
                    <a:lnL w="22708" cap="flat" cmpd="sng" algn="ctr">
                      <a:solidFill>
                        <a:srgbClr val="000000"/>
                      </a:solidFill>
                      <a:prstDash val="solid"/>
                      <a:round/>
                      <a:headEnd type="none" w="med" len="med"/>
                      <a:tailEnd type="none" w="med" len="med"/>
                    </a:lnL>
                    <a:lnR w="22707">
                      <a:solidFill>
                        <a:srgbClr val="000000"/>
                      </a:solidFill>
                    </a:lnR>
                    <a:lnT w="22707">
                      <a:solidFill>
                        <a:srgbClr val="000000"/>
                      </a:solidFill>
                    </a:lnT>
                    <a:lnB w="22707">
                      <a:solidFill>
                        <a:srgbClr val="000000"/>
                      </a:solidFill>
                    </a:lnB>
                    <a:solidFill>
                      <a:srgbClr val="FFFFFF"/>
                    </a:solidFill>
                  </a:tcPr>
                </a:tc>
                <a:extLst>
                  <a:ext uri="{0D108BD9-81ED-4DB2-BD59-A6C34878D82A}">
                    <a16:rowId xmlns:a16="http://schemas.microsoft.com/office/drawing/2014/main" val="1286513775"/>
                  </a:ext>
                </a:extLst>
              </a:tr>
              <a:tr h="0">
                <a:tc>
                  <a:txBody>
                    <a:bodyPr/>
                    <a:lstStyle/>
                    <a:p>
                      <a:pPr marL="0" marR="0" indent="0" algn="l" rtl="0" fontAlgn="base">
                        <a:buNone/>
                      </a:pPr>
                      <a:r>
                        <a:rPr lang="en-US" sz="600" b="0" i="0">
                          <a:solidFill>
                            <a:srgbClr val="000000"/>
                          </a:solidFill>
                          <a:effectLst/>
                          <a:latin typeface="Arial"/>
                        </a:rPr>
                        <a:t>D6-06</a:t>
                      </a:r>
                      <a:endParaRPr lang="en-US" sz="900" b="0" i="0">
                        <a:solidFill>
                          <a:srgbClr val="000000"/>
                        </a:solidFill>
                        <a:effectLst/>
                        <a:latin typeface="Arial"/>
                      </a:endParaRPr>
                    </a:p>
                  </a:txBody>
                  <a:tcPr marL="122301" marR="122301" marT="61151" marB="61151" anchor="ctr">
                    <a:lnL w="22708" cap="flat" cmpd="sng" algn="ctr">
                      <a:solidFill>
                        <a:srgbClr val="000000"/>
                      </a:solidFill>
                      <a:prstDash val="solid"/>
                      <a:round/>
                      <a:headEnd type="none" w="med" len="med"/>
                      <a:tailEnd type="none" w="med" len="med"/>
                    </a:lnL>
                    <a:lnR w="22708" cap="flat" cmpd="sng" algn="ctr">
                      <a:solidFill>
                        <a:srgbClr val="000000"/>
                      </a:solidFill>
                      <a:prstDash val="solid"/>
                      <a:round/>
                      <a:headEnd type="none" w="med" len="med"/>
                      <a:tailEnd type="none" w="med" len="med"/>
                    </a:lnR>
                    <a:lnT w="22708" cap="flat" cmpd="sng" algn="ctr">
                      <a:solidFill>
                        <a:srgbClr val="000000"/>
                      </a:solidFill>
                      <a:prstDash val="solid"/>
                      <a:round/>
                      <a:headEnd type="none" w="med" len="med"/>
                      <a:tailEnd type="none" w="med" len="med"/>
                    </a:lnT>
                    <a:lnB w="22708" cap="flat" cmpd="sng" algn="ctr">
                      <a:solidFill>
                        <a:srgbClr val="000000"/>
                      </a:solidFill>
                      <a:prstDash val="solid"/>
                      <a:round/>
                      <a:headEnd type="none" w="med" len="med"/>
                      <a:tailEnd type="none" w="med" len="med"/>
                    </a:lnB>
                    <a:solidFill>
                      <a:srgbClr val="FFFFFF"/>
                    </a:solidFill>
                  </a:tcPr>
                </a:tc>
                <a:tc vMerge="1">
                  <a:txBody>
                    <a:bodyPr/>
                    <a:lstStyle/>
                    <a:p>
                      <a:endParaRPr lang="en-US"/>
                    </a:p>
                  </a:txBody>
                  <a:tcPr/>
                </a:tc>
                <a:tc>
                  <a:txBody>
                    <a:bodyPr/>
                    <a:lstStyle/>
                    <a:p>
                      <a:pPr marL="0" marR="0" indent="0" algn="l" rtl="0" fontAlgn="base">
                        <a:buNone/>
                      </a:pPr>
                      <a:r>
                        <a:rPr lang="en-US" sz="600" b="0" i="0">
                          <a:solidFill>
                            <a:srgbClr val="000000"/>
                          </a:solidFill>
                          <a:effectLst/>
                          <a:latin typeface="Arial"/>
                        </a:rPr>
                        <a:t>KCMVP-verified crypto module</a:t>
                      </a:r>
                      <a:endParaRPr lang="en-US" sz="900" b="0" i="0">
                        <a:solidFill>
                          <a:srgbClr val="000000"/>
                        </a:solidFill>
                        <a:effectLst/>
                        <a:latin typeface="Arial"/>
                      </a:endParaRPr>
                    </a:p>
                  </a:txBody>
                  <a:tcPr marL="122301" marR="122301" marT="61151" marB="61151" anchor="ctr">
                    <a:lnL w="22708" cap="flat" cmpd="sng" algn="ctr">
                      <a:solidFill>
                        <a:srgbClr val="000000"/>
                      </a:solidFill>
                      <a:prstDash val="solid"/>
                      <a:round/>
                      <a:headEnd type="none" w="med" len="med"/>
                      <a:tailEnd type="none" w="med" len="med"/>
                    </a:lnL>
                    <a:lnR w="22708" cap="flat" cmpd="sng" algn="ctr">
                      <a:solidFill>
                        <a:srgbClr val="000000"/>
                      </a:solidFill>
                      <a:prstDash val="solid"/>
                      <a:round/>
                      <a:headEnd type="none" w="med" len="med"/>
                      <a:tailEnd type="none" w="med" len="med"/>
                    </a:lnR>
                    <a:lnT w="22708" cap="flat" cmpd="sng" algn="ctr">
                      <a:solidFill>
                        <a:srgbClr val="000000"/>
                      </a:solidFill>
                      <a:prstDash val="solid"/>
                      <a:round/>
                      <a:headEnd type="none" w="med" len="med"/>
                      <a:tailEnd type="none" w="med" len="med"/>
                    </a:lnT>
                    <a:lnB w="22708" cap="flat" cmpd="sng" algn="ctr">
                      <a:solidFill>
                        <a:srgbClr val="000000"/>
                      </a:solidFill>
                      <a:prstDash val="solid"/>
                      <a:round/>
                      <a:headEnd type="none" w="med" len="med"/>
                      <a:tailEnd type="none" w="med" len="med"/>
                    </a:lnB>
                    <a:solidFill>
                      <a:srgbClr val="FFFFFF"/>
                    </a:solidFill>
                  </a:tcPr>
                </a:tc>
                <a:tc>
                  <a:txBody>
                    <a:bodyPr/>
                    <a:lstStyle/>
                    <a:p>
                      <a:pPr marL="0" lvl="0" indent="0" algn="ctr">
                        <a:buNone/>
                      </a:pPr>
                      <a:endParaRPr lang="en-US" sz="600" b="0" i="0">
                        <a:solidFill>
                          <a:srgbClr val="000000"/>
                        </a:solidFill>
                        <a:effectLst/>
                        <a:latin typeface="Arial"/>
                      </a:endParaRPr>
                    </a:p>
                  </a:txBody>
                  <a:tcPr marL="122301" marR="122301" marT="61150" marB="61150" anchor="ctr">
                    <a:lnL w="22708" cap="flat" cmpd="sng" algn="ctr">
                      <a:solidFill>
                        <a:srgbClr val="000000"/>
                      </a:solidFill>
                      <a:prstDash val="solid"/>
                      <a:round/>
                      <a:headEnd type="none" w="med" len="med"/>
                      <a:tailEnd type="none" w="med" len="med"/>
                    </a:lnL>
                    <a:lnR w="22707">
                      <a:solidFill>
                        <a:srgbClr val="000000"/>
                      </a:solidFill>
                    </a:lnR>
                    <a:lnT w="22707">
                      <a:solidFill>
                        <a:srgbClr val="000000"/>
                      </a:solidFill>
                    </a:lnT>
                    <a:lnB w="22707">
                      <a:solidFill>
                        <a:srgbClr val="000000"/>
                      </a:solidFill>
                    </a:lnB>
                    <a:solidFill>
                      <a:srgbClr val="FFFFFF"/>
                    </a:solidFill>
                  </a:tcPr>
                </a:tc>
                <a:extLst>
                  <a:ext uri="{0D108BD9-81ED-4DB2-BD59-A6C34878D82A}">
                    <a16:rowId xmlns:a16="http://schemas.microsoft.com/office/drawing/2014/main" val="1448454012"/>
                  </a:ext>
                </a:extLst>
              </a:tr>
              <a:tr h="0">
                <a:tc>
                  <a:txBody>
                    <a:bodyPr/>
                    <a:lstStyle/>
                    <a:p>
                      <a:pPr marL="0" marR="0" indent="0" algn="l" rtl="0" fontAlgn="base">
                        <a:buNone/>
                      </a:pPr>
                      <a:r>
                        <a:rPr lang="en-US" sz="600" b="0" i="0">
                          <a:solidFill>
                            <a:srgbClr val="000000"/>
                          </a:solidFill>
                          <a:effectLst/>
                          <a:latin typeface="Arial"/>
                        </a:rPr>
                        <a:t>D6-07</a:t>
                      </a:r>
                      <a:endParaRPr lang="en-US" sz="900" b="0" i="0">
                        <a:solidFill>
                          <a:srgbClr val="000000"/>
                        </a:solidFill>
                        <a:effectLst/>
                        <a:latin typeface="Arial"/>
                      </a:endParaRPr>
                    </a:p>
                  </a:txBody>
                  <a:tcPr marL="122301" marR="122301" marT="61151" marB="61151" anchor="ctr">
                    <a:lnL w="22708" cap="flat" cmpd="sng" algn="ctr">
                      <a:solidFill>
                        <a:srgbClr val="000000"/>
                      </a:solidFill>
                      <a:prstDash val="solid"/>
                      <a:round/>
                      <a:headEnd type="none" w="med" len="med"/>
                      <a:tailEnd type="none" w="med" len="med"/>
                    </a:lnL>
                    <a:lnR w="22708" cap="flat" cmpd="sng" algn="ctr">
                      <a:solidFill>
                        <a:srgbClr val="000000"/>
                      </a:solidFill>
                      <a:prstDash val="solid"/>
                      <a:round/>
                      <a:headEnd type="none" w="med" len="med"/>
                      <a:tailEnd type="none" w="med" len="med"/>
                    </a:lnR>
                    <a:lnT w="22708" cap="flat" cmpd="sng" algn="ctr">
                      <a:solidFill>
                        <a:srgbClr val="000000"/>
                      </a:solidFill>
                      <a:prstDash val="solid"/>
                      <a:round/>
                      <a:headEnd type="none" w="med" len="med"/>
                      <a:tailEnd type="none" w="med" len="med"/>
                    </a:lnT>
                    <a:lnB w="22708" cap="flat" cmpd="sng" algn="ctr">
                      <a:solidFill>
                        <a:srgbClr val="000000"/>
                      </a:solidFill>
                      <a:prstDash val="solid"/>
                      <a:round/>
                      <a:headEnd type="none" w="med" len="med"/>
                      <a:tailEnd type="none" w="med" len="med"/>
                    </a:lnB>
                    <a:solidFill>
                      <a:srgbClr val="FFFFFF"/>
                    </a:solidFill>
                  </a:tcPr>
                </a:tc>
                <a:tc vMerge="1">
                  <a:txBody>
                    <a:bodyPr/>
                    <a:lstStyle/>
                    <a:p>
                      <a:endParaRPr lang="en-US"/>
                    </a:p>
                  </a:txBody>
                  <a:tcPr/>
                </a:tc>
                <a:tc>
                  <a:txBody>
                    <a:bodyPr/>
                    <a:lstStyle/>
                    <a:p>
                      <a:pPr marL="0" marR="0" indent="0" algn="l" rtl="0" fontAlgn="base">
                        <a:buNone/>
                      </a:pPr>
                      <a:r>
                        <a:rPr lang="en-US" sz="600" b="0" i="0">
                          <a:solidFill>
                            <a:srgbClr val="000000"/>
                          </a:solidFill>
                          <a:effectLst/>
                          <a:latin typeface="Arial"/>
                        </a:rPr>
                        <a:t>Independent analyst recognition</a:t>
                      </a:r>
                      <a:endParaRPr lang="en-US" sz="900" b="0" i="0">
                        <a:solidFill>
                          <a:srgbClr val="000000"/>
                        </a:solidFill>
                        <a:effectLst/>
                        <a:latin typeface="Arial"/>
                      </a:endParaRPr>
                    </a:p>
                  </a:txBody>
                  <a:tcPr marL="122301" marR="122301" marT="61151" marB="61151" anchor="ctr">
                    <a:lnL w="22708" cap="flat" cmpd="sng" algn="ctr">
                      <a:solidFill>
                        <a:srgbClr val="000000"/>
                      </a:solidFill>
                      <a:prstDash val="solid"/>
                      <a:round/>
                      <a:headEnd type="none" w="med" len="med"/>
                      <a:tailEnd type="none" w="med" len="med"/>
                    </a:lnL>
                    <a:lnR w="22708" cap="flat" cmpd="sng" algn="ctr">
                      <a:solidFill>
                        <a:srgbClr val="000000"/>
                      </a:solidFill>
                      <a:prstDash val="solid"/>
                      <a:round/>
                      <a:headEnd type="none" w="med" len="med"/>
                      <a:tailEnd type="none" w="med" len="med"/>
                    </a:lnR>
                    <a:lnT w="22708" cap="flat" cmpd="sng" algn="ctr">
                      <a:solidFill>
                        <a:srgbClr val="000000"/>
                      </a:solidFill>
                      <a:prstDash val="solid"/>
                      <a:round/>
                      <a:headEnd type="none" w="med" len="med"/>
                      <a:tailEnd type="none" w="med" len="med"/>
                    </a:lnT>
                    <a:lnB w="22708" cap="flat" cmpd="sng" algn="ctr">
                      <a:solidFill>
                        <a:srgbClr val="000000"/>
                      </a:solidFill>
                      <a:prstDash val="solid"/>
                      <a:round/>
                      <a:headEnd type="none" w="med" len="med"/>
                      <a:tailEnd type="none" w="med" len="med"/>
                    </a:lnB>
                    <a:solidFill>
                      <a:srgbClr val="FFFFFF"/>
                    </a:solidFill>
                  </a:tcPr>
                </a:tc>
                <a:tc>
                  <a:txBody>
                    <a:bodyPr/>
                    <a:lstStyle/>
                    <a:p>
                      <a:pPr marL="0" lvl="0" indent="0" algn="ctr">
                        <a:buNone/>
                      </a:pPr>
                      <a:endParaRPr lang="en-US" sz="600" b="0" i="0">
                        <a:solidFill>
                          <a:srgbClr val="000000"/>
                        </a:solidFill>
                        <a:effectLst/>
                        <a:latin typeface="Arial"/>
                      </a:endParaRPr>
                    </a:p>
                  </a:txBody>
                  <a:tcPr marL="122301" marR="122301" marT="61150" marB="61150" anchor="ctr">
                    <a:lnL w="22708" cap="flat" cmpd="sng" algn="ctr">
                      <a:solidFill>
                        <a:srgbClr val="000000"/>
                      </a:solidFill>
                      <a:prstDash val="solid"/>
                      <a:round/>
                      <a:headEnd type="none" w="med" len="med"/>
                      <a:tailEnd type="none" w="med" len="med"/>
                    </a:lnL>
                    <a:lnR w="22707">
                      <a:solidFill>
                        <a:srgbClr val="000000"/>
                      </a:solidFill>
                    </a:lnR>
                    <a:lnT w="22707">
                      <a:solidFill>
                        <a:srgbClr val="000000"/>
                      </a:solidFill>
                    </a:lnT>
                    <a:lnB w="22707"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4278082283"/>
                  </a:ext>
                </a:extLst>
              </a:tr>
              <a:tr h="0">
                <a:tc>
                  <a:txBody>
                    <a:bodyPr/>
                    <a:lstStyle/>
                    <a:p>
                      <a:pPr marL="0" lvl="0" indent="0" algn="l">
                        <a:buNone/>
                      </a:pPr>
                      <a:r>
                        <a:rPr lang="en-US" sz="600" b="0" i="0">
                          <a:solidFill>
                            <a:srgbClr val="000000"/>
                          </a:solidFill>
                          <a:effectLst/>
                          <a:latin typeface="Arial"/>
                        </a:rPr>
                        <a:t>D6-08</a:t>
                      </a:r>
                    </a:p>
                  </a:txBody>
                  <a:tcPr marL="122301" marR="122301" marT="61150" marB="61150" anchor="ctr">
                    <a:lnL w="22707">
                      <a:solidFill>
                        <a:srgbClr val="000000"/>
                      </a:solidFill>
                    </a:lnL>
                    <a:lnR w="22707">
                      <a:solidFill>
                        <a:srgbClr val="000000"/>
                      </a:solidFill>
                    </a:lnR>
                    <a:lnT w="22708" cap="flat" cmpd="sng" algn="ctr">
                      <a:solidFill>
                        <a:srgbClr val="000000"/>
                      </a:solidFill>
                      <a:prstDash val="solid"/>
                      <a:round/>
                      <a:headEnd type="none" w="med" len="med"/>
                      <a:tailEnd type="none" w="med" len="med"/>
                    </a:lnT>
                    <a:lnB w="22707">
                      <a:solidFill>
                        <a:srgbClr val="000000"/>
                      </a:solidFill>
                    </a:lnB>
                    <a:solidFill>
                      <a:srgbClr val="FFFFFF"/>
                    </a:solidFill>
                  </a:tcPr>
                </a:tc>
                <a:tc vMerge="1">
                  <a:txBody>
                    <a:bodyPr/>
                    <a:lstStyle/>
                    <a:p>
                      <a:endParaRPr lang="en-US"/>
                    </a:p>
                  </a:txBody>
                  <a:tcPr marL="122301" marR="122301" marT="61150" marB="61150" anchor="ctr">
                    <a:lnL w="22707">
                      <a:solidFill>
                        <a:srgbClr val="000000"/>
                      </a:solidFill>
                    </a:lnL>
                    <a:lnR w="22707">
                      <a:solidFill>
                        <a:srgbClr val="000000"/>
                      </a:solidFill>
                    </a:lnR>
                    <a:lnT w="22707">
                      <a:solidFill>
                        <a:srgbClr val="000000"/>
                      </a:solidFill>
                    </a:lnT>
                    <a:lnB w="22707">
                      <a:solidFill>
                        <a:srgbClr val="000000"/>
                      </a:solidFill>
                    </a:lnB>
                    <a:solidFill>
                      <a:srgbClr val="FFFFFF"/>
                    </a:solidFill>
                  </a:tcPr>
                </a:tc>
                <a:tc>
                  <a:txBody>
                    <a:bodyPr/>
                    <a:lstStyle/>
                    <a:p>
                      <a:pPr marL="0" lvl="0" indent="0" algn="l">
                        <a:buNone/>
                      </a:pPr>
                      <a:r>
                        <a:rPr lang="en-US" sz="600" b="0" i="0">
                          <a:solidFill>
                            <a:srgbClr val="000000"/>
                          </a:solidFill>
                          <a:effectLst/>
                          <a:latin typeface="Arial"/>
                        </a:rPr>
                        <a:t>Others (please state) -</a:t>
                      </a:r>
                      <a:r>
                        <a:rPr lang="en-US" sz="600" b="0" i="0">
                          <a:solidFill>
                            <a:srgbClr val="0000FF"/>
                          </a:solidFill>
                          <a:effectLst/>
                          <a:latin typeface="Arial"/>
                        </a:rPr>
                        <a:t>- </a:t>
                      </a:r>
                      <a:r>
                        <a:rPr lang="ko-KR" altLang="en-US" sz="600" b="0" i="0" u="none" strike="noStrike" noProof="0">
                          <a:solidFill>
                            <a:srgbClr val="0000FF"/>
                          </a:solidFill>
                          <a:effectLst/>
                        </a:rPr>
                        <a:t>창업기업제품</a:t>
                      </a:r>
                      <a:r>
                        <a:rPr lang="en-US" sz="600" b="0" i="0" u="none" strike="noStrike" noProof="0">
                          <a:solidFill>
                            <a:srgbClr val="0000FF"/>
                          </a:solidFill>
                          <a:effectLst/>
                        </a:rPr>
                        <a:t> certification; hosted on CSAP-certified IaaS (the IaaS is certified, not necessarily SAIFE X itself); maps itself to the AI</a:t>
                      </a:r>
                      <a:r>
                        <a:rPr lang="ko-KR" altLang="en-US" sz="600" b="0" i="0" u="none" strike="noStrike" noProof="0">
                          <a:solidFill>
                            <a:srgbClr val="0000FF"/>
                          </a:solidFill>
                          <a:effectLst/>
                        </a:rPr>
                        <a:t>보안</a:t>
                      </a:r>
                      <a:r>
                        <a:rPr lang="en-US" sz="600" b="0" i="0" u="none" strike="noStrike" noProof="0">
                          <a:solidFill>
                            <a:srgbClr val="0000FF"/>
                          </a:solidFill>
                          <a:effectLst/>
                        </a:rPr>
                        <a:t> </a:t>
                      </a:r>
                      <a:r>
                        <a:rPr lang="ko-KR" altLang="en-US" sz="600" b="0" i="0" u="none" strike="noStrike" noProof="0">
                          <a:solidFill>
                            <a:srgbClr val="0000FF"/>
                          </a:solidFill>
                          <a:effectLst/>
                        </a:rPr>
                        <a:t>가이드북</a:t>
                      </a:r>
                      <a:r>
                        <a:rPr lang="en-US" sz="600" b="0" i="0" u="none" strike="noStrike" noProof="0">
                          <a:solidFill>
                            <a:srgbClr val="0000FF"/>
                          </a:solidFill>
                          <a:effectLst/>
                        </a:rPr>
                        <a:t>, </a:t>
                      </a:r>
                      <a:r>
                        <a:rPr lang="ko-KR" altLang="en-US" sz="600" b="0" i="0" u="none" strike="noStrike" noProof="0">
                          <a:solidFill>
                            <a:srgbClr val="0000FF"/>
                          </a:solidFill>
                          <a:effectLst/>
                        </a:rPr>
                        <a:t>감사원</a:t>
                      </a:r>
                      <a:r>
                        <a:rPr lang="en-US" sz="600" b="0" i="0" u="none" strike="noStrike" noProof="0">
                          <a:solidFill>
                            <a:srgbClr val="0000FF"/>
                          </a:solidFill>
                          <a:effectLst/>
                        </a:rPr>
                        <a:t> audit requirements, </a:t>
                      </a:r>
                      <a:r>
                        <a:rPr lang="ko-KR" altLang="en-US" sz="600" b="0" i="0" u="none" strike="noStrike" noProof="0">
                          <a:solidFill>
                            <a:srgbClr val="0000FF"/>
                          </a:solidFill>
                          <a:effectLst/>
                        </a:rPr>
                        <a:t>공공기관</a:t>
                      </a:r>
                      <a:r>
                        <a:rPr lang="en-US" sz="600" b="0" i="0" u="none" strike="noStrike" noProof="0">
                          <a:solidFill>
                            <a:srgbClr val="0000FF"/>
                          </a:solidFill>
                          <a:effectLst/>
                        </a:rPr>
                        <a:t> </a:t>
                      </a:r>
                      <a:r>
                        <a:rPr lang="ko-KR" altLang="en-US" sz="600" b="0" i="0" u="none" strike="noStrike" noProof="0">
                          <a:solidFill>
                            <a:srgbClr val="0000FF"/>
                          </a:solidFill>
                          <a:effectLst/>
                        </a:rPr>
                        <a:t>경영평가</a:t>
                      </a:r>
                      <a:r>
                        <a:rPr lang="en-US" sz="600" b="0" i="0" u="none" strike="noStrike" noProof="0">
                          <a:solidFill>
                            <a:srgbClr val="0000FF"/>
                          </a:solidFill>
                          <a:effectLst/>
                        </a:rPr>
                        <a:t>, and </a:t>
                      </a:r>
                      <a:r>
                        <a:rPr lang="ko-KR" altLang="en-US" sz="600" b="0" i="0" u="none" strike="noStrike" noProof="0">
                          <a:solidFill>
                            <a:srgbClr val="0000FF"/>
                          </a:solidFill>
                          <a:effectLst/>
                        </a:rPr>
                        <a:t>금융보안원</a:t>
                      </a:r>
                      <a:r>
                        <a:rPr lang="en-US" sz="600" b="0" i="0" u="none" strike="noStrike" noProof="0">
                          <a:solidFill>
                            <a:srgbClr val="0000FF"/>
                          </a:solidFill>
                          <a:effectLst/>
                        </a:rPr>
                        <a:t> guidelines</a:t>
                      </a:r>
                      <a:endParaRPr lang="en-US" sz="600" b="0" i="0">
                        <a:solidFill>
                          <a:srgbClr val="0000FF"/>
                        </a:solidFill>
                        <a:effectLst/>
                        <a:latin typeface="Arial"/>
                      </a:endParaRPr>
                    </a:p>
                  </a:txBody>
                  <a:tcPr marL="122301" marR="122301" marT="61150" marB="61150" anchor="ctr">
                    <a:lnL w="22707">
                      <a:solidFill>
                        <a:srgbClr val="000000"/>
                      </a:solidFill>
                    </a:lnL>
                    <a:lnR w="22707">
                      <a:solidFill>
                        <a:srgbClr val="000000"/>
                      </a:solidFill>
                    </a:lnR>
                    <a:lnT w="22708" cap="flat" cmpd="sng" algn="ctr">
                      <a:solidFill>
                        <a:srgbClr val="000000"/>
                      </a:solidFill>
                      <a:prstDash val="solid"/>
                      <a:round/>
                      <a:headEnd type="none" w="med" len="med"/>
                      <a:tailEnd type="none" w="med" len="med"/>
                    </a:lnT>
                    <a:lnB w="22707">
                      <a:solidFill>
                        <a:srgbClr val="000000"/>
                      </a:solidFill>
                    </a:lnB>
                    <a:solidFill>
                      <a:srgbClr val="FFFFFF"/>
                    </a:solidFill>
                  </a:tcPr>
                </a:tc>
                <a:tc>
                  <a:txBody>
                    <a:bodyPr/>
                    <a:lstStyle/>
                    <a:p>
                      <a:pPr lvl="0" algn="ctr">
                        <a:lnSpc>
                          <a:spcPct val="100000"/>
                        </a:lnSpc>
                        <a:spcBef>
                          <a:spcPts val="0"/>
                        </a:spcBef>
                        <a:spcAft>
                          <a:spcPts val="0"/>
                        </a:spcAft>
                        <a:buNone/>
                      </a:pPr>
                      <a:r>
                        <a:rPr lang="en-US" sz="600" b="0" i="0" u="none" strike="noStrike" noProof="0">
                          <a:solidFill>
                            <a:srgbClr val="000000"/>
                          </a:solidFill>
                          <a:effectLst/>
                          <a:latin typeface="Arial"/>
                          <a:cs typeface="Arial"/>
                        </a:rPr>
                        <a:t>●</a:t>
                      </a:r>
                    </a:p>
                  </a:txBody>
                  <a:tcPr marL="122301" marR="122301" marT="61150" marB="61150" anchor="ctr">
                    <a:lnL w="22707">
                      <a:solidFill>
                        <a:srgbClr val="000000"/>
                      </a:solidFill>
                    </a:lnL>
                    <a:lnR w="22707">
                      <a:solidFill>
                        <a:srgbClr val="000000"/>
                      </a:solidFill>
                    </a:lnR>
                    <a:lnT w="22707">
                      <a:solidFill>
                        <a:srgbClr val="000000"/>
                      </a:solidFill>
                    </a:lnT>
                    <a:lnB w="22707">
                      <a:solidFill>
                        <a:srgbClr val="000000"/>
                      </a:solidFill>
                    </a:lnB>
                    <a:solidFill>
                      <a:srgbClr val="FFFFFF"/>
                    </a:solidFill>
                  </a:tcPr>
                </a:tc>
                <a:extLst>
                  <a:ext uri="{0D108BD9-81ED-4DB2-BD59-A6C34878D82A}">
                    <a16:rowId xmlns:a16="http://schemas.microsoft.com/office/drawing/2014/main" val="2817717725"/>
                  </a:ext>
                </a:extLst>
              </a:tr>
            </a:tbl>
          </a:graphicData>
        </a:graphic>
      </p:graphicFrame>
      <p:sp>
        <p:nvSpPr>
          <p:cNvPr id="8" name="TextBox 7">
            <a:extLst>
              <a:ext uri="{FF2B5EF4-FFF2-40B4-BE49-F238E27FC236}">
                <a16:creationId xmlns:a16="http://schemas.microsoft.com/office/drawing/2014/main" id="{BECB01F2-EAAA-A7C2-E6E3-9BF27BE52B3B}"/>
              </a:ext>
            </a:extLst>
          </p:cNvPr>
          <p:cNvSpPr txBox="1"/>
          <p:nvPr/>
        </p:nvSpPr>
        <p:spPr>
          <a:xfrm>
            <a:off x="169346" y="6239335"/>
            <a:ext cx="5752453"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200">
                <a:ea typeface="맑은 고딕"/>
              </a:rPr>
              <a:t>(The letters marked in </a:t>
            </a:r>
            <a:r>
              <a:rPr lang="en-US" sz="1200">
                <a:solidFill>
                  <a:srgbClr val="0000FF"/>
                </a:solidFill>
                <a:ea typeface="맑은 고딕"/>
              </a:rPr>
              <a:t>blue color</a:t>
            </a:r>
            <a:r>
              <a:rPr lang="en-US" sz="1200">
                <a:ea typeface="맑은 고딕"/>
              </a:rPr>
              <a:t> are specifically for </a:t>
            </a:r>
            <a:r>
              <a:rPr lang="ko-KR" altLang="en-US" sz="1200" err="1">
                <a:solidFill>
                  <a:srgbClr val="000000"/>
                </a:solidFill>
                <a:latin typeface="맑은 고딕"/>
                <a:ea typeface="맑은 고딕"/>
                <a:cs typeface="Arial"/>
              </a:rPr>
              <a:t>이로운앤컴퍼니</a:t>
            </a:r>
            <a:r>
              <a:rPr lang="en-US" sz="1200">
                <a:ea typeface="맑은 고딕"/>
              </a:rPr>
              <a:t>)</a:t>
            </a:r>
          </a:p>
        </p:txBody>
      </p:sp>
    </p:spTree>
    <p:extLst>
      <p:ext uri="{BB962C8B-B14F-4D97-AF65-F5344CB8AC3E}">
        <p14:creationId xmlns:p14="http://schemas.microsoft.com/office/powerpoint/2010/main" val="302931646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8DF3AD-288B-D689-F38A-352B51F85F94}"/>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4A47589-7477-20BF-5628-8720035F8EDA}"/>
              </a:ext>
            </a:extLst>
          </p:cNvPr>
          <p:cNvSpPr>
            <a:spLocks noGrp="1"/>
          </p:cNvSpPr>
          <p:nvPr>
            <p:ph type="sldNum" sz="quarter" idx="4"/>
          </p:nvPr>
        </p:nvSpPr>
        <p:spPr/>
        <p:txBody>
          <a:bodyPr/>
          <a:lstStyle/>
          <a:p>
            <a:fld id="{4EA1E582-E1CC-4474-812F-1657BC5920B7}" type="slidenum">
              <a:rPr lang="ko-KR" altLang="en-US" smtClean="0"/>
              <a:t>9</a:t>
            </a:fld>
            <a:endParaRPr lang="ko-KR" altLang="en-US"/>
          </a:p>
        </p:txBody>
      </p:sp>
      <p:sp>
        <p:nvSpPr>
          <p:cNvPr id="5" name="Text Placeholder 4">
            <a:extLst>
              <a:ext uri="{FF2B5EF4-FFF2-40B4-BE49-F238E27FC236}">
                <a16:creationId xmlns:a16="http://schemas.microsoft.com/office/drawing/2014/main" id="{C4A7E028-E5FF-C7A7-A61E-116525D8269D}"/>
              </a:ext>
            </a:extLst>
          </p:cNvPr>
          <p:cNvSpPr>
            <a:spLocks noGrp="1"/>
          </p:cNvSpPr>
          <p:nvPr>
            <p:ph type="body" sz="quarter" idx="11"/>
          </p:nvPr>
        </p:nvSpPr>
        <p:spPr/>
        <p:txBody>
          <a:bodyPr lIns="91440" tIns="45720" rIns="91440" bIns="45720" anchor="ctr" anchorCtr="0"/>
          <a:lstStyle/>
          <a:p>
            <a:r>
              <a:rPr lang="en-US">
                <a:ea typeface="KoPub돋움체 Bold"/>
              </a:rPr>
              <a:t>Product portfolio</a:t>
            </a:r>
            <a:endParaRPr lang="en-US"/>
          </a:p>
        </p:txBody>
      </p:sp>
      <p:sp>
        <p:nvSpPr>
          <p:cNvPr id="7" name="제목 3">
            <a:extLst>
              <a:ext uri="{FF2B5EF4-FFF2-40B4-BE49-F238E27FC236}">
                <a16:creationId xmlns:a16="http://schemas.microsoft.com/office/drawing/2014/main" id="{3DA85868-AAB2-5A2C-7284-10CBC0C8E5A9}"/>
              </a:ext>
            </a:extLst>
          </p:cNvPr>
          <p:cNvSpPr txBox="1">
            <a:spLocks/>
          </p:cNvSpPr>
          <p:nvPr/>
        </p:nvSpPr>
        <p:spPr>
          <a:xfrm>
            <a:off x="286194" y="265704"/>
            <a:ext cx="10666268" cy="464670"/>
          </a:xfrm>
          <a:prstGeom prst="rect">
            <a:avLst/>
          </a:prstGeom>
        </p:spPr>
        <p:txBody>
          <a:bodyPr lIns="91440" tIns="45720" rIns="91440" bIns="45720" anchor="ctr" anchorCtr="0"/>
          <a:lstStyle>
            <a:lvl1pPr algn="l" rtl="0" eaLnBrk="1" fontAlgn="base" latinLnBrk="1" hangingPunct="1">
              <a:spcBef>
                <a:spcPct val="0"/>
              </a:spcBef>
              <a:spcAft>
                <a:spcPct val="0"/>
              </a:spcAft>
              <a:defRPr lang="ko-KR" altLang="en-US" sz="2400" b="1" kern="1200" baseline="0" dirty="0">
                <a:ln>
                  <a:solidFill>
                    <a:schemeClr val="accent1">
                      <a:alpha val="0"/>
                    </a:schemeClr>
                  </a:solidFill>
                </a:ln>
                <a:solidFill>
                  <a:srgbClr val="144772"/>
                </a:solidFill>
                <a:effectLst>
                  <a:glow rad="127000">
                    <a:schemeClr val="bg1"/>
                  </a:glow>
                  <a:outerShdw blurRad="38100" dist="38100" dir="2700000" algn="tl" rotWithShape="0">
                    <a:prstClr val="black">
                      <a:alpha val="40000"/>
                    </a:prstClr>
                  </a:outerShdw>
                </a:effectLst>
                <a:latin typeface="Pretendard Black" panose="02000A03000000020004" pitchFamily="50" charset="-127"/>
                <a:ea typeface="Pretendard Black" panose="02000A03000000020004" pitchFamily="50" charset="-127"/>
                <a:cs typeface="Pretendard Black" panose="02000A03000000020004" pitchFamily="50" charset="-127"/>
              </a:defRPr>
            </a:lvl1pPr>
            <a:lvl2pPr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2pPr>
            <a:lvl3pPr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3pPr>
            <a:lvl4pPr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4pPr>
            <a:lvl5pPr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5pPr>
            <a:lvl6pPr marL="457200"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6pPr>
            <a:lvl7pPr marL="914400"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7pPr>
            <a:lvl8pPr marL="1371600"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8pPr>
            <a:lvl9pPr marL="1828800"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9pPr>
          </a:lstStyle>
          <a:p>
            <a:r>
              <a:rPr lang="ko-KR" altLang="en-US">
                <a:ln>
                  <a:solidFill>
                    <a:srgbClr val="4F81BD">
                      <a:alpha val="0"/>
                    </a:srgbClr>
                  </a:solidFill>
                </a:ln>
                <a:effectLst>
                  <a:glow rad="127000">
                    <a:prstClr val="white"/>
                  </a:glow>
                  <a:outerShdw blurRad="38100" dist="38100" dir="2700000" algn="tl" rotWithShape="0">
                    <a:prstClr val="black">
                      <a:alpha val="40000"/>
                    </a:prstClr>
                  </a:outerShdw>
                </a:effectLst>
                <a:ea typeface="Pretendard Black"/>
              </a:rPr>
              <a:t>Somansa (윤석)</a:t>
            </a:r>
            <a:endParaRPr lang="en-US" altLang="ko-KR"/>
          </a:p>
        </p:txBody>
      </p:sp>
      <p:graphicFrame>
        <p:nvGraphicFramePr>
          <p:cNvPr id="6" name="표 5">
            <a:extLst>
              <a:ext uri="{FF2B5EF4-FFF2-40B4-BE49-F238E27FC236}">
                <a16:creationId xmlns:a16="http://schemas.microsoft.com/office/drawing/2014/main" id="{6B71FD8C-3D10-C174-B011-E1C4E0569EF6}"/>
              </a:ext>
            </a:extLst>
          </p:cNvPr>
          <p:cNvGraphicFramePr>
            <a:graphicFrameLocks noGrp="1"/>
          </p:cNvGraphicFramePr>
          <p:nvPr/>
        </p:nvGraphicFramePr>
        <p:xfrm>
          <a:off x="571500" y="1576387"/>
          <a:ext cx="11049000" cy="3705225"/>
        </p:xfrm>
        <a:graphic>
          <a:graphicData uri="http://schemas.openxmlformats.org/drawingml/2006/table">
            <a:tbl>
              <a:tblPr bandRow="1">
                <a:tableStyleId>{5C22544A-7EE6-4342-B048-85BDC9FD1C3A}</a:tableStyleId>
              </a:tblPr>
              <a:tblGrid>
                <a:gridCol w="2428875">
                  <a:extLst>
                    <a:ext uri="{9D8B030D-6E8A-4147-A177-3AD203B41FA5}">
                      <a16:colId xmlns:a16="http://schemas.microsoft.com/office/drawing/2014/main" val="2337133080"/>
                    </a:ext>
                  </a:extLst>
                </a:gridCol>
                <a:gridCol w="2190750">
                  <a:extLst>
                    <a:ext uri="{9D8B030D-6E8A-4147-A177-3AD203B41FA5}">
                      <a16:colId xmlns:a16="http://schemas.microsoft.com/office/drawing/2014/main" val="534602126"/>
                    </a:ext>
                  </a:extLst>
                </a:gridCol>
                <a:gridCol w="6429375">
                  <a:extLst>
                    <a:ext uri="{9D8B030D-6E8A-4147-A177-3AD203B41FA5}">
                      <a16:colId xmlns:a16="http://schemas.microsoft.com/office/drawing/2014/main" val="3223890994"/>
                    </a:ext>
                  </a:extLst>
                </a:gridCol>
              </a:tblGrid>
              <a:tr h="371475">
                <a:tc>
                  <a:txBody>
                    <a:bodyPr/>
                    <a:lstStyle/>
                    <a:p>
                      <a:pPr algn="l">
                        <a:buNone/>
                      </a:pPr>
                      <a:r>
                        <a:rPr lang="ko-KR" sz="1300" b="1">
                          <a:solidFill>
                            <a:srgbClr val="144772"/>
                          </a:solidFill>
                          <a:effectLst/>
                          <a:latin typeface="Arial" panose="020B0604020202020204" pitchFamily="34" charset="0"/>
                          <a:ea typeface="Arial" panose="020B0604020202020204" pitchFamily="34" charset="0"/>
                        </a:rPr>
                        <a:t>Product</a:t>
                      </a:r>
                      <a:endParaRPr lang="ko-KR" sz="1300" b="1">
                        <a:solidFill>
                          <a:srgbClr val="144772"/>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DDECF2"/>
                    </a:solidFill>
                  </a:tcPr>
                </a:tc>
                <a:tc>
                  <a:txBody>
                    <a:bodyPr/>
                    <a:lstStyle/>
                    <a:p>
                      <a:pPr algn="l">
                        <a:buNone/>
                      </a:pPr>
                      <a:r>
                        <a:rPr lang="ko-KR" sz="1300" b="1">
                          <a:solidFill>
                            <a:srgbClr val="144772"/>
                          </a:solidFill>
                          <a:effectLst/>
                          <a:latin typeface="Arial" panose="020B0604020202020204" pitchFamily="34" charset="0"/>
                          <a:ea typeface="Arial" panose="020B0604020202020204" pitchFamily="34" charset="0"/>
                        </a:rPr>
                        <a:t>Protection point</a:t>
                      </a:r>
                      <a:endParaRPr lang="ko-KR" sz="1300" b="1">
                        <a:solidFill>
                          <a:srgbClr val="144772"/>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DDECF2"/>
                    </a:solidFill>
                  </a:tcPr>
                </a:tc>
                <a:tc>
                  <a:txBody>
                    <a:bodyPr/>
                    <a:lstStyle/>
                    <a:p>
                      <a:pPr algn="l">
                        <a:buNone/>
                      </a:pPr>
                      <a:r>
                        <a:rPr lang="ko-KR" sz="1300" b="1">
                          <a:solidFill>
                            <a:srgbClr val="144772"/>
                          </a:solidFill>
                          <a:effectLst/>
                          <a:latin typeface="Arial" panose="020B0604020202020204" pitchFamily="34" charset="0"/>
                          <a:ea typeface="Arial" panose="020B0604020202020204" pitchFamily="34" charset="0"/>
                        </a:rPr>
                        <a:t>Documented role</a:t>
                      </a:r>
                      <a:endParaRPr lang="ko-KR" sz="1300" b="1">
                        <a:solidFill>
                          <a:srgbClr val="144772"/>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DDECF2"/>
                    </a:solidFill>
                  </a:tcPr>
                </a:tc>
                <a:extLst>
                  <a:ext uri="{0D108BD9-81ED-4DB2-BD59-A6C34878D82A}">
                    <a16:rowId xmlns:a16="http://schemas.microsoft.com/office/drawing/2014/main" val="2946399791"/>
                  </a:ext>
                </a:extLst>
              </a:tr>
              <a:tr h="666750">
                <a:tc>
                  <a:txBody>
                    <a:bodyPr/>
                    <a:lstStyle/>
                    <a:p>
                      <a:pPr algn="l">
                        <a:buNone/>
                      </a:pPr>
                      <a:r>
                        <a:rPr lang="ko-KR" sz="1400" b="1">
                          <a:solidFill>
                            <a:srgbClr val="243447"/>
                          </a:solidFill>
                          <a:effectLst/>
                          <a:latin typeface="Arial" panose="020B0604020202020204" pitchFamily="34" charset="0"/>
                          <a:ea typeface="Arial" panose="020B0604020202020204" pitchFamily="34" charset="0"/>
                        </a:rPr>
                        <a:t>Privacy-i</a:t>
                      </a:r>
                      <a:endParaRPr lang="ko-KR" sz="1400" b="1">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400">
                          <a:solidFill>
                            <a:srgbClr val="243447"/>
                          </a:solidFill>
                          <a:effectLst/>
                          <a:latin typeface="Arial" panose="020B0604020202020204" pitchFamily="34" charset="0"/>
                          <a:ea typeface="Arial" panose="020B0604020202020204" pitchFamily="34" charset="0"/>
                        </a:rPr>
                        <a:t>Employee PC</a:t>
                      </a:r>
                      <a:endParaRPr lang="ko-KR" sz="1400">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400">
                          <a:solidFill>
                            <a:srgbClr val="243447"/>
                          </a:solidFill>
                          <a:effectLst/>
                          <a:latin typeface="Arial" panose="020B0604020202020204" pitchFamily="34" charset="0"/>
                          <a:ea typeface="Arial" panose="020B0604020202020204" pitchFamily="34" charset="0"/>
                        </a:rPr>
                        <a:t>Discovery, encryption, media and print controls. [S1,S2]</a:t>
                      </a:r>
                      <a:endParaRPr lang="ko-KR" sz="1400">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578939668"/>
                  </a:ext>
                </a:extLst>
              </a:tr>
              <a:tr h="666750">
                <a:tc>
                  <a:txBody>
                    <a:bodyPr/>
                    <a:lstStyle/>
                    <a:p>
                      <a:pPr algn="l">
                        <a:buNone/>
                      </a:pPr>
                      <a:r>
                        <a:rPr lang="ko-KR" sz="1400" b="1">
                          <a:solidFill>
                            <a:srgbClr val="243447"/>
                          </a:solidFill>
                          <a:effectLst/>
                          <a:latin typeface="Arial" panose="020B0604020202020204" pitchFamily="34" charset="0"/>
                          <a:ea typeface="Arial" panose="020B0604020202020204" pitchFamily="34" charset="0"/>
                        </a:rPr>
                        <a:t>Mail-i</a:t>
                      </a:r>
                      <a:endParaRPr lang="ko-KR" sz="1400" b="1">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400">
                          <a:solidFill>
                            <a:srgbClr val="243447"/>
                          </a:solidFill>
                          <a:effectLst/>
                          <a:latin typeface="Arial" panose="020B0604020202020204" pitchFamily="34" charset="0"/>
                          <a:ea typeface="Arial" panose="020B0604020202020204" pitchFamily="34" charset="0"/>
                        </a:rPr>
                        <a:t>Network egress</a:t>
                      </a:r>
                      <a:endParaRPr lang="ko-KR" sz="1400">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400">
                          <a:solidFill>
                            <a:srgbClr val="243447"/>
                          </a:solidFill>
                          <a:effectLst/>
                          <a:latin typeface="Arial" panose="020B0604020202020204" pitchFamily="34" charset="0"/>
                          <a:ea typeface="Arial" panose="020B0604020202020204" pitchFamily="34" charset="0"/>
                        </a:rPr>
                        <a:t>TLS inspection, outbound control and original-content logs. [S16]</a:t>
                      </a:r>
                      <a:endParaRPr lang="ko-KR" sz="1400">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642722147"/>
                  </a:ext>
                </a:extLst>
              </a:tr>
              <a:tr h="666750">
                <a:tc>
                  <a:txBody>
                    <a:bodyPr/>
                    <a:lstStyle/>
                    <a:p>
                      <a:pPr algn="l">
                        <a:buNone/>
                      </a:pPr>
                      <a:r>
                        <a:rPr lang="ko-KR" sz="1400" b="1">
                          <a:solidFill>
                            <a:srgbClr val="243447"/>
                          </a:solidFill>
                          <a:effectLst/>
                          <a:latin typeface="Arial" panose="020B0604020202020204" pitchFamily="34" charset="0"/>
                          <a:ea typeface="Arial" panose="020B0604020202020204" pitchFamily="34" charset="0"/>
                        </a:rPr>
                        <a:t>Server-i</a:t>
                      </a:r>
                      <a:endParaRPr lang="ko-KR" sz="1400" b="1">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400">
                          <a:solidFill>
                            <a:srgbClr val="243447"/>
                          </a:solidFill>
                          <a:effectLst/>
                          <a:latin typeface="Arial" panose="020B0604020202020204" pitchFamily="34" charset="0"/>
                          <a:ea typeface="Arial" panose="020B0604020202020204" pitchFamily="34" charset="0"/>
                        </a:rPr>
                        <a:t>Server / DB / storage</a:t>
                      </a:r>
                      <a:endParaRPr lang="ko-KR" sz="1400">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400">
                          <a:solidFill>
                            <a:srgbClr val="243447"/>
                          </a:solidFill>
                          <a:effectLst/>
                          <a:latin typeface="Arial" panose="020B0604020202020204" pitchFamily="34" charset="0"/>
                          <a:ea typeface="Arial" panose="020B0604020202020204" pitchFamily="34" charset="0"/>
                        </a:rPr>
                        <a:t>Sensitive-data discovery and remediation. [S6,S7]</a:t>
                      </a:r>
                      <a:endParaRPr lang="ko-KR" sz="1400">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661794406"/>
                  </a:ext>
                </a:extLst>
              </a:tr>
              <a:tr h="666750">
                <a:tc>
                  <a:txBody>
                    <a:bodyPr/>
                    <a:lstStyle/>
                    <a:p>
                      <a:pPr algn="l">
                        <a:buNone/>
                      </a:pPr>
                      <a:r>
                        <a:rPr lang="ko-KR" sz="1400" b="1">
                          <a:solidFill>
                            <a:srgbClr val="243447"/>
                          </a:solidFill>
                          <a:effectLst/>
                          <a:latin typeface="Arial" panose="020B0604020202020204" pitchFamily="34" charset="0"/>
                          <a:ea typeface="Arial" panose="020B0604020202020204" pitchFamily="34" charset="0"/>
                        </a:rPr>
                        <a:t>WebKeeper AI DLP</a:t>
                      </a:r>
                      <a:endParaRPr lang="ko-KR" sz="1400" b="1">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400">
                          <a:solidFill>
                            <a:srgbClr val="243447"/>
                          </a:solidFill>
                          <a:effectLst/>
                          <a:latin typeface="Arial" panose="020B0604020202020204" pitchFamily="34" charset="0"/>
                          <a:ea typeface="Arial" panose="020B0604020202020204" pitchFamily="34" charset="0"/>
                        </a:rPr>
                        <a:t>GenAI services</a:t>
                      </a:r>
                      <a:endParaRPr lang="ko-KR" sz="1400">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400">
                          <a:solidFill>
                            <a:srgbClr val="243447"/>
                          </a:solidFill>
                          <a:effectLst/>
                          <a:latin typeface="Arial" panose="020B0604020202020204" pitchFamily="34" charset="0"/>
                          <a:ea typeface="Arial" panose="020B0604020202020204" pitchFamily="34" charset="0"/>
                        </a:rPr>
                        <a:t>Input / upload controls. 2026 material adds LLM semantic detection. [S5,S14]</a:t>
                      </a:r>
                      <a:endParaRPr lang="ko-KR" sz="1400">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768382675"/>
                  </a:ext>
                </a:extLst>
              </a:tr>
              <a:tr h="666750">
                <a:tc>
                  <a:txBody>
                    <a:bodyPr/>
                    <a:lstStyle/>
                    <a:p>
                      <a:pPr algn="l">
                        <a:buNone/>
                      </a:pPr>
                      <a:r>
                        <a:rPr lang="ko-KR" sz="1400" b="1">
                          <a:solidFill>
                            <a:srgbClr val="243447"/>
                          </a:solidFill>
                          <a:effectLst/>
                          <a:latin typeface="Arial" panose="020B0604020202020204" pitchFamily="34" charset="0"/>
                          <a:ea typeface="Arial" panose="020B0604020202020204" pitchFamily="34" charset="0"/>
                        </a:rPr>
                        <a:t>Privacy-i AIDR</a:t>
                      </a:r>
                      <a:endParaRPr lang="ko-KR" sz="1400" b="1">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400">
                          <a:solidFill>
                            <a:srgbClr val="243447"/>
                          </a:solidFill>
                          <a:effectLst/>
                          <a:latin typeface="Arial" panose="020B0604020202020204" pitchFamily="34" charset="0"/>
                          <a:ea typeface="Arial" panose="020B0604020202020204" pitchFamily="34" charset="0"/>
                        </a:rPr>
                        <a:t>AI agents (announced)</a:t>
                      </a:r>
                      <a:endParaRPr lang="ko-KR" sz="1400">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400">
                          <a:solidFill>
                            <a:srgbClr val="243447"/>
                          </a:solidFill>
                          <a:effectLst/>
                          <a:latin typeface="Arial" panose="020B0604020202020204" pitchFamily="34" charset="0"/>
                          <a:ea typeface="Arial" panose="020B0604020202020204" pitchFamily="34" charset="0"/>
                        </a:rPr>
                        <a:t>Agent inventory, activity visibility and permissions. Availability needs confirmation. [S15,S17]</a:t>
                      </a:r>
                      <a:endParaRPr lang="ko-KR" sz="1400">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3887167094"/>
                  </a:ext>
                </a:extLst>
              </a:tr>
            </a:tbl>
          </a:graphicData>
        </a:graphic>
      </p:graphicFrame>
      <p:sp>
        <p:nvSpPr>
          <p:cNvPr id="8" name="TextBox 7">
            <a:extLst>
              <a:ext uri="{FF2B5EF4-FFF2-40B4-BE49-F238E27FC236}">
                <a16:creationId xmlns:a16="http://schemas.microsoft.com/office/drawing/2014/main" id="{0463FBA9-4F32-DA5C-1E5C-FFBEB6636E7D}"/>
              </a:ext>
            </a:extLst>
          </p:cNvPr>
          <p:cNvSpPr txBox="1"/>
          <p:nvPr/>
        </p:nvSpPr>
        <p:spPr>
          <a:xfrm>
            <a:off x="568476" y="1257904"/>
            <a:ext cx="10631714" cy="56938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ko-KR" sz="1300" err="1">
                <a:solidFill>
                  <a:srgbClr val="5E6C7A"/>
                </a:solidFill>
                <a:latin typeface="Arial"/>
                <a:ea typeface="맑은 고딕"/>
                <a:cs typeface="Arial"/>
              </a:rPr>
              <a:t>Protection</a:t>
            </a:r>
            <a:r>
              <a:rPr lang="ko-KR" sz="1300">
                <a:solidFill>
                  <a:srgbClr val="5E6C7A"/>
                </a:solidFill>
                <a:latin typeface="Arial"/>
                <a:ea typeface="맑은 고딕"/>
                <a:cs typeface="Arial"/>
              </a:rPr>
              <a:t> </a:t>
            </a:r>
            <a:r>
              <a:rPr lang="ko-KR" sz="1300" err="1">
                <a:solidFill>
                  <a:srgbClr val="5E6C7A"/>
                </a:solidFill>
                <a:latin typeface="Arial"/>
                <a:ea typeface="맑은 고딕"/>
                <a:cs typeface="Arial"/>
              </a:rPr>
              <a:t>spans</a:t>
            </a:r>
            <a:r>
              <a:rPr lang="ko-KR" sz="1300">
                <a:solidFill>
                  <a:srgbClr val="5E6C7A"/>
                </a:solidFill>
                <a:latin typeface="Arial"/>
                <a:ea typeface="맑은 고딕"/>
                <a:cs typeface="Arial"/>
              </a:rPr>
              <a:t> </a:t>
            </a:r>
            <a:r>
              <a:rPr lang="ko-KR" sz="1300" err="1">
                <a:solidFill>
                  <a:srgbClr val="5E6C7A"/>
                </a:solidFill>
                <a:latin typeface="Arial"/>
                <a:ea typeface="맑은 고딕"/>
                <a:cs typeface="Arial"/>
              </a:rPr>
              <a:t>employee</a:t>
            </a:r>
            <a:r>
              <a:rPr lang="ko-KR" sz="1300">
                <a:solidFill>
                  <a:srgbClr val="5E6C7A"/>
                </a:solidFill>
                <a:latin typeface="Arial"/>
                <a:ea typeface="맑은 고딕"/>
                <a:cs typeface="Arial"/>
              </a:rPr>
              <a:t> </a:t>
            </a:r>
            <a:r>
              <a:rPr lang="ko-KR" sz="1300" err="1">
                <a:solidFill>
                  <a:srgbClr val="5E6C7A"/>
                </a:solidFill>
                <a:latin typeface="Arial"/>
                <a:ea typeface="맑은 고딕"/>
                <a:cs typeface="Arial"/>
              </a:rPr>
              <a:t>devices</a:t>
            </a:r>
            <a:r>
              <a:rPr lang="ko-KR" sz="1300">
                <a:solidFill>
                  <a:srgbClr val="5E6C7A"/>
                </a:solidFill>
                <a:latin typeface="Arial"/>
                <a:ea typeface="맑은 고딕"/>
                <a:cs typeface="Arial"/>
              </a:rPr>
              <a:t>, </a:t>
            </a:r>
            <a:r>
              <a:rPr lang="ko-KR" sz="1300" err="1">
                <a:solidFill>
                  <a:srgbClr val="5E6C7A"/>
                </a:solidFill>
                <a:latin typeface="Arial"/>
                <a:ea typeface="맑은 고딕"/>
                <a:cs typeface="Arial"/>
              </a:rPr>
              <a:t>network</a:t>
            </a:r>
            <a:r>
              <a:rPr lang="ko-KR" sz="1300">
                <a:solidFill>
                  <a:srgbClr val="5E6C7A"/>
                </a:solidFill>
                <a:latin typeface="Arial"/>
                <a:ea typeface="맑은 고딕"/>
                <a:cs typeface="Arial"/>
              </a:rPr>
              <a:t> </a:t>
            </a:r>
            <a:r>
              <a:rPr lang="ko-KR" sz="1300" err="1">
                <a:solidFill>
                  <a:srgbClr val="5E6C7A"/>
                </a:solidFill>
                <a:latin typeface="Arial"/>
                <a:ea typeface="맑은 고딕"/>
                <a:cs typeface="Arial"/>
              </a:rPr>
              <a:t>traffic</a:t>
            </a:r>
            <a:r>
              <a:rPr lang="ko-KR" sz="1300">
                <a:solidFill>
                  <a:srgbClr val="5E6C7A"/>
                </a:solidFill>
                <a:latin typeface="Arial"/>
                <a:ea typeface="맑은 고딕"/>
                <a:cs typeface="Arial"/>
              </a:rPr>
              <a:t>, </a:t>
            </a:r>
            <a:r>
              <a:rPr lang="ko-KR" sz="1300" err="1">
                <a:solidFill>
                  <a:srgbClr val="5E6C7A"/>
                </a:solidFill>
                <a:latin typeface="Arial"/>
                <a:ea typeface="맑은 고딕"/>
                <a:cs typeface="Arial"/>
              </a:rPr>
              <a:t>stored</a:t>
            </a:r>
            <a:r>
              <a:rPr lang="ko-KR" sz="1300">
                <a:solidFill>
                  <a:srgbClr val="5E6C7A"/>
                </a:solidFill>
                <a:latin typeface="Arial"/>
                <a:ea typeface="맑은 고딕"/>
                <a:cs typeface="Arial"/>
              </a:rPr>
              <a:t> </a:t>
            </a:r>
            <a:r>
              <a:rPr lang="ko-KR" sz="1300" err="1">
                <a:solidFill>
                  <a:srgbClr val="5E6C7A"/>
                </a:solidFill>
                <a:latin typeface="Arial"/>
                <a:ea typeface="맑은 고딕"/>
                <a:cs typeface="Arial"/>
              </a:rPr>
              <a:t>data</a:t>
            </a:r>
            <a:r>
              <a:rPr lang="ko-KR" sz="1300">
                <a:solidFill>
                  <a:srgbClr val="5E6C7A"/>
                </a:solidFill>
                <a:latin typeface="Arial"/>
                <a:ea typeface="맑은 고딕"/>
                <a:cs typeface="Arial"/>
              </a:rPr>
              <a:t> and AI </a:t>
            </a:r>
            <a:r>
              <a:rPr lang="ko-KR" sz="1300" err="1">
                <a:solidFill>
                  <a:srgbClr val="5E6C7A"/>
                </a:solidFill>
                <a:latin typeface="Arial"/>
                <a:ea typeface="맑은 고딕"/>
                <a:cs typeface="Arial"/>
              </a:rPr>
              <a:t>use</a:t>
            </a:r>
            <a:r>
              <a:rPr lang="ko-KR" sz="1300">
                <a:solidFill>
                  <a:srgbClr val="5E6C7A"/>
                </a:solidFill>
                <a:latin typeface="Arial"/>
                <a:ea typeface="맑은 고딕"/>
                <a:cs typeface="Arial"/>
              </a:rPr>
              <a:t>.</a:t>
            </a:r>
            <a:endParaRPr lang="ko-KR">
              <a:ea typeface="맑은 고딕"/>
            </a:endParaRPr>
          </a:p>
          <a:p>
            <a:pPr algn="l"/>
            <a:endParaRPr lang="ko-KR" altLang="en-US">
              <a:ea typeface="맑은 고딕"/>
            </a:endParaRPr>
          </a:p>
        </p:txBody>
      </p:sp>
      <p:sp>
        <p:nvSpPr>
          <p:cNvPr id="9" name="TextBox 8">
            <a:extLst>
              <a:ext uri="{FF2B5EF4-FFF2-40B4-BE49-F238E27FC236}">
                <a16:creationId xmlns:a16="http://schemas.microsoft.com/office/drawing/2014/main" id="{F4440076-3F74-04A5-6503-25AD027989E7}"/>
              </a:ext>
            </a:extLst>
          </p:cNvPr>
          <p:cNvSpPr txBox="1"/>
          <p:nvPr/>
        </p:nvSpPr>
        <p:spPr>
          <a:xfrm>
            <a:off x="568960" y="5511800"/>
            <a:ext cx="11054080" cy="103105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ltLang="ko-KR" sz="1500" b="1" err="1">
                <a:solidFill>
                  <a:srgbClr val="136F73"/>
                </a:solidFill>
                <a:latin typeface="Arial"/>
                <a:ea typeface="Arial"/>
              </a:rPr>
              <a:t>Deployment</a:t>
            </a:r>
            <a:r>
              <a:rPr lang="ko-KR" altLang="en-US" sz="1500" b="1">
                <a:solidFill>
                  <a:srgbClr val="136F73"/>
                </a:solidFill>
                <a:latin typeface="Arial"/>
                <a:ea typeface="Arial"/>
              </a:rPr>
              <a:t> </a:t>
            </a:r>
            <a:r>
              <a:rPr lang="en-US" altLang="ko-KR" sz="1500" b="1" err="1">
                <a:solidFill>
                  <a:srgbClr val="136F73"/>
                </a:solidFill>
                <a:latin typeface="Arial"/>
                <a:ea typeface="Arial"/>
              </a:rPr>
              <a:t>option</a:t>
            </a:r>
            <a:r>
              <a:rPr lang="en-US" altLang="ko-KR" sz="1500" b="1">
                <a:solidFill>
                  <a:srgbClr val="136F73"/>
                </a:solidFill>
                <a:latin typeface="Arial"/>
                <a:ea typeface="Arial"/>
              </a:rPr>
              <a:t>:</a:t>
            </a:r>
            <a:r>
              <a:rPr lang="ko-KR" altLang="en-US" sz="1500" b="1">
                <a:solidFill>
                  <a:srgbClr val="136F73"/>
                </a:solidFill>
                <a:latin typeface="Arial"/>
                <a:ea typeface="Arial"/>
              </a:rPr>
              <a:t> </a:t>
            </a:r>
            <a:r>
              <a:rPr lang="en-US" altLang="ko-KR" sz="1500" b="1" err="1">
                <a:solidFill>
                  <a:srgbClr val="136F73"/>
                </a:solidFill>
                <a:latin typeface="Arial"/>
                <a:ea typeface="Arial"/>
              </a:rPr>
              <a:t>Privacy-i</a:t>
            </a:r>
            <a:r>
              <a:rPr lang="ko-KR" altLang="en-US" sz="1500" b="1">
                <a:solidFill>
                  <a:srgbClr val="136F73"/>
                </a:solidFill>
                <a:latin typeface="Arial"/>
                <a:ea typeface="Arial"/>
              </a:rPr>
              <a:t> </a:t>
            </a:r>
            <a:r>
              <a:rPr lang="en-US" altLang="ko-KR" sz="1500" b="1">
                <a:solidFill>
                  <a:srgbClr val="136F73"/>
                </a:solidFill>
                <a:latin typeface="Arial"/>
                <a:ea typeface="Arial"/>
              </a:rPr>
              <a:t>Cloud</a:t>
            </a:r>
            <a:r>
              <a:rPr lang="ko-KR" altLang="en-US" sz="1500" b="1">
                <a:solidFill>
                  <a:srgbClr val="136F73"/>
                </a:solidFill>
                <a:latin typeface="Arial"/>
                <a:ea typeface="Arial"/>
              </a:rPr>
              <a:t> </a:t>
            </a:r>
            <a:r>
              <a:rPr lang="en-US" altLang="ko-KR" sz="1500" b="1">
                <a:solidFill>
                  <a:srgbClr val="136F73"/>
                </a:solidFill>
                <a:latin typeface="Arial"/>
                <a:ea typeface="Arial"/>
              </a:rPr>
              <a:t>hosts</a:t>
            </a:r>
            <a:r>
              <a:rPr lang="ko-KR" altLang="en-US" sz="1500" b="1">
                <a:solidFill>
                  <a:srgbClr val="136F73"/>
                </a:solidFill>
                <a:latin typeface="Arial"/>
                <a:ea typeface="Arial"/>
              </a:rPr>
              <a:t> </a:t>
            </a:r>
            <a:r>
              <a:rPr lang="en-US" altLang="ko-KR" sz="1500" b="1">
                <a:solidFill>
                  <a:srgbClr val="136F73"/>
                </a:solidFill>
                <a:latin typeface="Arial"/>
                <a:ea typeface="Arial"/>
              </a:rPr>
              <a:t>management</a:t>
            </a:r>
            <a:r>
              <a:rPr lang="ko-KR" altLang="en-US" sz="1500" b="1">
                <a:solidFill>
                  <a:srgbClr val="136F73"/>
                </a:solidFill>
                <a:latin typeface="Arial"/>
                <a:ea typeface="Arial"/>
              </a:rPr>
              <a:t> </a:t>
            </a:r>
            <a:r>
              <a:rPr lang="en-US" altLang="ko-KR" sz="1500" b="1">
                <a:solidFill>
                  <a:srgbClr val="136F73"/>
                </a:solidFill>
                <a:latin typeface="Arial"/>
                <a:ea typeface="Arial"/>
              </a:rPr>
              <a:t>in</a:t>
            </a:r>
            <a:r>
              <a:rPr lang="ko-KR" altLang="en-US" sz="1500" b="1">
                <a:solidFill>
                  <a:srgbClr val="136F73"/>
                </a:solidFill>
                <a:latin typeface="Arial"/>
                <a:ea typeface="Arial"/>
              </a:rPr>
              <a:t> </a:t>
            </a:r>
            <a:r>
              <a:rPr lang="en-US" altLang="ko-KR" sz="1500" b="1">
                <a:solidFill>
                  <a:srgbClr val="136F73"/>
                </a:solidFill>
                <a:latin typeface="Arial"/>
                <a:ea typeface="Arial"/>
              </a:rPr>
              <a:t>the</a:t>
            </a:r>
            <a:r>
              <a:rPr lang="ko-KR" altLang="en-US" sz="1500" b="1">
                <a:solidFill>
                  <a:srgbClr val="136F73"/>
                </a:solidFill>
                <a:latin typeface="Arial"/>
                <a:ea typeface="Arial"/>
              </a:rPr>
              <a:t> </a:t>
            </a:r>
            <a:r>
              <a:rPr lang="en-US" altLang="ko-KR" sz="1500" b="1">
                <a:solidFill>
                  <a:srgbClr val="136F73"/>
                </a:solidFill>
                <a:latin typeface="Arial"/>
                <a:ea typeface="Arial"/>
              </a:rPr>
              <a:t>cloud</a:t>
            </a:r>
            <a:r>
              <a:rPr lang="ko-KR" altLang="en-US" sz="1500" b="1">
                <a:solidFill>
                  <a:srgbClr val="136F73"/>
                </a:solidFill>
                <a:latin typeface="Arial"/>
                <a:ea typeface="Arial"/>
              </a:rPr>
              <a:t> </a:t>
            </a:r>
            <a:r>
              <a:rPr lang="en-US" altLang="ko-KR" sz="1500" b="1">
                <a:solidFill>
                  <a:srgbClr val="136F73"/>
                </a:solidFill>
                <a:latin typeface="Arial"/>
                <a:ea typeface="Arial"/>
              </a:rPr>
              <a:t>but</a:t>
            </a:r>
            <a:r>
              <a:rPr lang="ko-KR" altLang="en-US" sz="1500" b="1">
                <a:solidFill>
                  <a:srgbClr val="136F73"/>
                </a:solidFill>
                <a:latin typeface="Arial"/>
                <a:ea typeface="Arial"/>
              </a:rPr>
              <a:t> </a:t>
            </a:r>
            <a:r>
              <a:rPr lang="en-US" altLang="ko-KR" sz="1500" b="1">
                <a:solidFill>
                  <a:srgbClr val="136F73"/>
                </a:solidFill>
                <a:latin typeface="Arial"/>
                <a:ea typeface="Arial"/>
              </a:rPr>
              <a:t>still</a:t>
            </a:r>
            <a:r>
              <a:rPr lang="ko-KR" altLang="en-US" sz="1500" b="1">
                <a:solidFill>
                  <a:srgbClr val="136F73"/>
                </a:solidFill>
                <a:latin typeface="Arial"/>
                <a:ea typeface="Arial"/>
              </a:rPr>
              <a:t> </a:t>
            </a:r>
            <a:r>
              <a:rPr lang="en-US" altLang="ko-KR" sz="1500" b="1">
                <a:solidFill>
                  <a:srgbClr val="136F73"/>
                </a:solidFill>
                <a:latin typeface="Arial"/>
                <a:ea typeface="Arial"/>
              </a:rPr>
              <a:t>requires</a:t>
            </a:r>
            <a:r>
              <a:rPr lang="ko-KR" altLang="en-US" sz="1500" b="1">
                <a:solidFill>
                  <a:srgbClr val="136F73"/>
                </a:solidFill>
                <a:latin typeface="Arial"/>
                <a:ea typeface="Arial"/>
              </a:rPr>
              <a:t> </a:t>
            </a:r>
            <a:r>
              <a:rPr lang="en-US" altLang="ko-KR" sz="1500" b="1">
                <a:solidFill>
                  <a:srgbClr val="136F73"/>
                </a:solidFill>
                <a:latin typeface="Arial"/>
                <a:ea typeface="Arial"/>
              </a:rPr>
              <a:t>endpoint</a:t>
            </a:r>
            <a:r>
              <a:rPr lang="ko-KR" altLang="en-US" sz="1500" b="1">
                <a:solidFill>
                  <a:srgbClr val="136F73"/>
                </a:solidFill>
                <a:latin typeface="Arial"/>
                <a:ea typeface="Arial"/>
              </a:rPr>
              <a:t> </a:t>
            </a:r>
            <a:r>
              <a:rPr lang="en-US" altLang="ko-KR" sz="1500" b="1">
                <a:solidFill>
                  <a:srgbClr val="136F73"/>
                </a:solidFill>
                <a:latin typeface="Arial"/>
                <a:ea typeface="Arial"/>
              </a:rPr>
              <a:t>agents</a:t>
            </a:r>
            <a:r>
              <a:rPr lang="ko-KR" altLang="en-US" sz="1500" b="1">
                <a:solidFill>
                  <a:srgbClr val="136F73"/>
                </a:solidFill>
                <a:latin typeface="Arial"/>
                <a:ea typeface="Arial"/>
              </a:rPr>
              <a:t> </a:t>
            </a:r>
            <a:r>
              <a:rPr lang="ko-KR" sz="1500" b="1">
                <a:solidFill>
                  <a:srgbClr val="136F73"/>
                </a:solidFill>
                <a:latin typeface="Arial"/>
                <a:ea typeface="Arial"/>
              </a:rPr>
              <a:t>and </a:t>
            </a:r>
            <a:r>
              <a:rPr lang="en-US" altLang="ko-KR" sz="1500" b="1">
                <a:solidFill>
                  <a:srgbClr val="136F73"/>
                </a:solidFill>
                <a:latin typeface="Arial"/>
                <a:ea typeface="Arial"/>
              </a:rPr>
              <a:t>module</a:t>
            </a:r>
            <a:r>
              <a:rPr lang="ko-KR" altLang="en-US" sz="1500" b="1">
                <a:solidFill>
                  <a:srgbClr val="136F73"/>
                </a:solidFill>
                <a:latin typeface="Arial"/>
                <a:ea typeface="Arial"/>
              </a:rPr>
              <a:t> </a:t>
            </a:r>
            <a:r>
              <a:rPr lang="en-US" altLang="ko-KR" sz="1500" b="1">
                <a:solidFill>
                  <a:srgbClr val="136F73"/>
                </a:solidFill>
                <a:latin typeface="Arial"/>
                <a:ea typeface="Arial"/>
              </a:rPr>
              <a:t>selection</a:t>
            </a:r>
            <a:r>
              <a:rPr lang="ko-KR" sz="1500" b="1">
                <a:solidFill>
                  <a:srgbClr val="136F73"/>
                </a:solidFill>
                <a:latin typeface="Arial"/>
                <a:ea typeface="Arial"/>
              </a:rPr>
              <a:t>.</a:t>
            </a:r>
            <a:r>
              <a:rPr lang="ko-KR" altLang="en-US" sz="1500" b="1">
                <a:solidFill>
                  <a:srgbClr val="136F73"/>
                </a:solidFill>
                <a:latin typeface="Arial"/>
                <a:ea typeface="Arial"/>
              </a:rPr>
              <a:t> </a:t>
            </a:r>
            <a:r>
              <a:rPr lang="en-US" altLang="ko-KR" sz="1500" b="1">
                <a:solidFill>
                  <a:srgbClr val="136F73"/>
                </a:solidFill>
                <a:latin typeface="Arial"/>
                <a:ea typeface="Arial"/>
              </a:rPr>
              <a:t>[S10]</a:t>
            </a:r>
            <a:endParaRPr lang="ko-KR" altLang="en-US"/>
          </a:p>
          <a:p>
            <a:pPr algn="l"/>
            <a:endParaRPr lang="ko-KR" sz="1300">
              <a:solidFill>
                <a:srgbClr val="5E6C7A"/>
              </a:solidFill>
              <a:latin typeface="Arial"/>
              <a:ea typeface="Arial"/>
              <a:cs typeface="Arial"/>
            </a:endParaRPr>
          </a:p>
          <a:p>
            <a:pPr algn="ctr"/>
            <a:endParaRPr lang="ko-KR" altLang="en-US"/>
          </a:p>
        </p:txBody>
      </p:sp>
    </p:spTree>
    <p:extLst>
      <p:ext uri="{BB962C8B-B14F-4D97-AF65-F5344CB8AC3E}">
        <p14:creationId xmlns:p14="http://schemas.microsoft.com/office/powerpoint/2010/main" val="352624989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F740FA-337F-8126-7265-4087164F3921}"/>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0F107E3-12FE-3D72-BA43-BC18FBCF6209}"/>
              </a:ext>
            </a:extLst>
          </p:cNvPr>
          <p:cNvSpPr>
            <a:spLocks noGrp="1"/>
          </p:cNvSpPr>
          <p:nvPr>
            <p:ph type="sldNum" sz="quarter" idx="4"/>
          </p:nvPr>
        </p:nvSpPr>
        <p:spPr/>
        <p:txBody>
          <a:bodyPr/>
          <a:lstStyle/>
          <a:p>
            <a:fld id="{4EA1E582-E1CC-4474-812F-1657BC5920B7}" type="slidenum">
              <a:rPr lang="ko-KR" altLang="en-US" smtClean="0"/>
              <a:t>10</a:t>
            </a:fld>
            <a:endParaRPr lang="ko-KR" altLang="en-US"/>
          </a:p>
        </p:txBody>
      </p:sp>
      <p:sp>
        <p:nvSpPr>
          <p:cNvPr id="5" name="Text Placeholder 4">
            <a:extLst>
              <a:ext uri="{FF2B5EF4-FFF2-40B4-BE49-F238E27FC236}">
                <a16:creationId xmlns:a16="http://schemas.microsoft.com/office/drawing/2014/main" id="{29A26CE9-69C6-70F1-B7BA-26C52EA840FE}"/>
              </a:ext>
            </a:extLst>
          </p:cNvPr>
          <p:cNvSpPr>
            <a:spLocks noGrp="1"/>
          </p:cNvSpPr>
          <p:nvPr>
            <p:ph type="body" sz="quarter" idx="11"/>
          </p:nvPr>
        </p:nvSpPr>
        <p:spPr>
          <a:xfrm>
            <a:off x="285075" y="1184798"/>
            <a:ext cx="11465393" cy="401637"/>
          </a:xfrm>
        </p:spPr>
        <p:txBody>
          <a:bodyPr lIns="91440" tIns="45720" rIns="91440" bIns="45720" anchor="ctr" anchorCtr="0"/>
          <a:lstStyle/>
          <a:p>
            <a:r>
              <a:rPr lang="en-US">
                <a:latin typeface="KoPub돋움체 Bold"/>
                <a:ea typeface="KoPub돋움체 Bold"/>
              </a:rPr>
              <a:t>Mail-</a:t>
            </a:r>
            <a:r>
              <a:rPr lang="en-US" err="1">
                <a:latin typeface="KoPub돋움체 Bold"/>
                <a:ea typeface="KoPub돋움체 Bold"/>
              </a:rPr>
              <a:t>i</a:t>
            </a:r>
            <a:r>
              <a:rPr lang="en-US">
                <a:latin typeface="KoPub돋움체 Bold"/>
                <a:ea typeface="KoPub돋움체 Bold"/>
              </a:rPr>
              <a:t> inspection and evidence</a:t>
            </a:r>
            <a:endParaRPr lang="ko-KR"/>
          </a:p>
          <a:p>
            <a:endParaRPr lang="en-US"/>
          </a:p>
        </p:txBody>
      </p:sp>
      <p:sp>
        <p:nvSpPr>
          <p:cNvPr id="7" name="제목 3">
            <a:extLst>
              <a:ext uri="{FF2B5EF4-FFF2-40B4-BE49-F238E27FC236}">
                <a16:creationId xmlns:a16="http://schemas.microsoft.com/office/drawing/2014/main" id="{25DE25C5-A374-AD46-B31C-AADE6CF6D905}"/>
              </a:ext>
            </a:extLst>
          </p:cNvPr>
          <p:cNvSpPr txBox="1">
            <a:spLocks/>
          </p:cNvSpPr>
          <p:nvPr/>
        </p:nvSpPr>
        <p:spPr>
          <a:xfrm>
            <a:off x="286194" y="265704"/>
            <a:ext cx="10666268" cy="464670"/>
          </a:xfrm>
          <a:prstGeom prst="rect">
            <a:avLst/>
          </a:prstGeom>
        </p:spPr>
        <p:txBody>
          <a:bodyPr lIns="91440" tIns="45720" rIns="91440" bIns="45720" anchor="ctr" anchorCtr="0"/>
          <a:lstStyle>
            <a:lvl1pPr algn="l" rtl="0" eaLnBrk="1" fontAlgn="base" latinLnBrk="1" hangingPunct="1">
              <a:spcBef>
                <a:spcPct val="0"/>
              </a:spcBef>
              <a:spcAft>
                <a:spcPct val="0"/>
              </a:spcAft>
              <a:defRPr lang="ko-KR" altLang="en-US" sz="2400" b="1" kern="1200" baseline="0" dirty="0">
                <a:ln>
                  <a:solidFill>
                    <a:schemeClr val="accent1">
                      <a:alpha val="0"/>
                    </a:schemeClr>
                  </a:solidFill>
                </a:ln>
                <a:solidFill>
                  <a:srgbClr val="144772"/>
                </a:solidFill>
                <a:effectLst>
                  <a:glow rad="127000">
                    <a:schemeClr val="bg1"/>
                  </a:glow>
                  <a:outerShdw blurRad="38100" dist="38100" dir="2700000" algn="tl" rotWithShape="0">
                    <a:prstClr val="black">
                      <a:alpha val="40000"/>
                    </a:prstClr>
                  </a:outerShdw>
                </a:effectLst>
                <a:latin typeface="Pretendard Black" panose="02000A03000000020004" pitchFamily="50" charset="-127"/>
                <a:ea typeface="Pretendard Black" panose="02000A03000000020004" pitchFamily="50" charset="-127"/>
                <a:cs typeface="Pretendard Black" panose="02000A03000000020004" pitchFamily="50" charset="-127"/>
              </a:defRPr>
            </a:lvl1pPr>
            <a:lvl2pPr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2pPr>
            <a:lvl3pPr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3pPr>
            <a:lvl4pPr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4pPr>
            <a:lvl5pPr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5pPr>
            <a:lvl6pPr marL="457200"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6pPr>
            <a:lvl7pPr marL="914400"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7pPr>
            <a:lvl8pPr marL="1371600"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8pPr>
            <a:lvl9pPr marL="1828800"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9pPr>
          </a:lstStyle>
          <a:p>
            <a:r>
              <a:rPr lang="ko-KR" altLang="en-US">
                <a:ln>
                  <a:solidFill>
                    <a:srgbClr val="4F81BD">
                      <a:alpha val="0"/>
                    </a:srgbClr>
                  </a:solidFill>
                </a:ln>
                <a:effectLst>
                  <a:glow rad="127000">
                    <a:prstClr val="white"/>
                  </a:glow>
                  <a:outerShdw blurRad="38100" dist="38100" dir="2700000" algn="tl" rotWithShape="0">
                    <a:prstClr val="black">
                      <a:alpha val="40000"/>
                    </a:prstClr>
                  </a:outerShdw>
                </a:effectLst>
                <a:ea typeface="Pretendard Black"/>
              </a:rPr>
              <a:t>Somansa (윤석)</a:t>
            </a:r>
            <a:endParaRPr lang="en-US" altLang="ko-KR"/>
          </a:p>
        </p:txBody>
      </p:sp>
      <p:sp>
        <p:nvSpPr>
          <p:cNvPr id="8" name="TextBox 7">
            <a:extLst>
              <a:ext uri="{FF2B5EF4-FFF2-40B4-BE49-F238E27FC236}">
                <a16:creationId xmlns:a16="http://schemas.microsoft.com/office/drawing/2014/main" id="{19F225B8-169D-B8A2-C2E9-A83C350D5FB6}"/>
              </a:ext>
            </a:extLst>
          </p:cNvPr>
          <p:cNvSpPr txBox="1"/>
          <p:nvPr/>
        </p:nvSpPr>
        <p:spPr>
          <a:xfrm>
            <a:off x="568476" y="1257904"/>
            <a:ext cx="10631714" cy="76944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ltLang="ko-KR" sz="1300">
                <a:solidFill>
                  <a:srgbClr val="5E6C7A"/>
                </a:solidFill>
                <a:latin typeface="Arial"/>
                <a:ea typeface="맑은 고딕"/>
                <a:cs typeface="Arial"/>
              </a:rPr>
              <a:t>The</a:t>
            </a:r>
            <a:r>
              <a:rPr lang="ko-KR" altLang="en-US" sz="1300">
                <a:solidFill>
                  <a:srgbClr val="5E6C7A"/>
                </a:solidFill>
                <a:latin typeface="Arial"/>
                <a:ea typeface="맑은 고딕"/>
                <a:cs typeface="Arial"/>
              </a:rPr>
              <a:t> </a:t>
            </a:r>
            <a:r>
              <a:rPr lang="en-US" altLang="ko-KR" sz="1300">
                <a:solidFill>
                  <a:srgbClr val="5E6C7A"/>
                </a:solidFill>
                <a:latin typeface="Arial"/>
                <a:ea typeface="맑은 고딕"/>
                <a:cs typeface="Arial"/>
              </a:rPr>
              <a:t>supplied</a:t>
            </a:r>
            <a:r>
              <a:rPr lang="ko-KR" altLang="en-US" sz="1300">
                <a:solidFill>
                  <a:srgbClr val="5E6C7A"/>
                </a:solidFill>
                <a:latin typeface="Arial"/>
                <a:ea typeface="맑은 고딕"/>
                <a:cs typeface="Arial"/>
              </a:rPr>
              <a:t> </a:t>
            </a:r>
            <a:r>
              <a:rPr lang="en-US" altLang="ko-KR" sz="1300">
                <a:solidFill>
                  <a:srgbClr val="5E6C7A"/>
                </a:solidFill>
                <a:latin typeface="Arial"/>
                <a:ea typeface="맑은 고딕"/>
                <a:cs typeface="Arial"/>
              </a:rPr>
              <a:t>brochure</a:t>
            </a:r>
            <a:r>
              <a:rPr lang="ko-KR" altLang="en-US" sz="1300">
                <a:solidFill>
                  <a:srgbClr val="5E6C7A"/>
                </a:solidFill>
                <a:latin typeface="Arial"/>
                <a:ea typeface="맑은 고딕"/>
                <a:cs typeface="Arial"/>
              </a:rPr>
              <a:t> </a:t>
            </a:r>
            <a:r>
              <a:rPr lang="en-US" altLang="ko-KR" sz="1300">
                <a:solidFill>
                  <a:srgbClr val="5E6C7A"/>
                </a:solidFill>
                <a:latin typeface="Arial"/>
                <a:ea typeface="맑은 고딕"/>
                <a:cs typeface="Arial"/>
              </a:rPr>
              <a:t>describes</a:t>
            </a:r>
            <a:r>
              <a:rPr lang="ko-KR" altLang="en-US" sz="1300">
                <a:solidFill>
                  <a:srgbClr val="5E6C7A"/>
                </a:solidFill>
                <a:latin typeface="Arial"/>
                <a:ea typeface="맑은 고딕"/>
                <a:cs typeface="Arial"/>
              </a:rPr>
              <a:t> </a:t>
            </a:r>
            <a:r>
              <a:rPr lang="en-US" altLang="ko-KR" sz="1300">
                <a:solidFill>
                  <a:srgbClr val="5E6C7A"/>
                </a:solidFill>
                <a:latin typeface="Arial"/>
                <a:ea typeface="맑은 고딕"/>
                <a:cs typeface="Arial"/>
              </a:rPr>
              <a:t>an</a:t>
            </a:r>
            <a:r>
              <a:rPr lang="ko-KR" altLang="en-US" sz="1300">
                <a:solidFill>
                  <a:srgbClr val="5E6C7A"/>
                </a:solidFill>
                <a:latin typeface="Arial"/>
                <a:ea typeface="맑은 고딕"/>
                <a:cs typeface="Arial"/>
              </a:rPr>
              <a:t> </a:t>
            </a:r>
            <a:r>
              <a:rPr lang="en-US" altLang="ko-KR" sz="1300">
                <a:solidFill>
                  <a:srgbClr val="5E6C7A"/>
                </a:solidFill>
                <a:latin typeface="Arial"/>
                <a:ea typeface="맑은 고딕"/>
                <a:cs typeface="Arial"/>
              </a:rPr>
              <a:t>integrated</a:t>
            </a:r>
            <a:r>
              <a:rPr lang="ko-KR" altLang="en-US" sz="1300">
                <a:solidFill>
                  <a:srgbClr val="5E6C7A"/>
                </a:solidFill>
                <a:latin typeface="Arial"/>
                <a:ea typeface="맑은 고딕"/>
                <a:cs typeface="Arial"/>
              </a:rPr>
              <a:t> </a:t>
            </a:r>
            <a:r>
              <a:rPr lang="en-US" altLang="ko-KR" sz="1300">
                <a:solidFill>
                  <a:srgbClr val="5E6C7A"/>
                </a:solidFill>
                <a:latin typeface="Arial"/>
                <a:ea typeface="맑은 고딕"/>
                <a:cs typeface="Arial"/>
              </a:rPr>
              <a:t>TLS</a:t>
            </a:r>
            <a:r>
              <a:rPr lang="ko-KR" altLang="en-US" sz="1300">
                <a:solidFill>
                  <a:srgbClr val="5E6C7A"/>
                </a:solidFill>
                <a:latin typeface="Arial"/>
                <a:ea typeface="맑은 고딕"/>
                <a:cs typeface="Arial"/>
              </a:rPr>
              <a:t> </a:t>
            </a:r>
            <a:r>
              <a:rPr lang="en-US" altLang="ko-KR" sz="1300">
                <a:solidFill>
                  <a:srgbClr val="5E6C7A"/>
                </a:solidFill>
                <a:latin typeface="Arial"/>
                <a:ea typeface="맑은 고딕"/>
                <a:cs typeface="Arial"/>
              </a:rPr>
              <a:t>inspection</a:t>
            </a:r>
            <a:r>
              <a:rPr lang="ko-KR" altLang="en-US" sz="1300">
                <a:solidFill>
                  <a:srgbClr val="5E6C7A"/>
                </a:solidFill>
                <a:latin typeface="Arial"/>
                <a:ea typeface="맑은 고딕"/>
                <a:cs typeface="Arial"/>
              </a:rPr>
              <a:t> </a:t>
            </a:r>
            <a:r>
              <a:rPr lang="ko-KR" sz="1300">
                <a:solidFill>
                  <a:srgbClr val="5E6C7A"/>
                </a:solidFill>
                <a:latin typeface="Arial"/>
                <a:ea typeface="맑은 고딕"/>
                <a:cs typeface="Arial"/>
              </a:rPr>
              <a:t>and </a:t>
            </a:r>
            <a:r>
              <a:rPr lang="en-US" altLang="ko-KR" sz="1300">
                <a:solidFill>
                  <a:srgbClr val="5E6C7A"/>
                </a:solidFill>
                <a:latin typeface="Arial"/>
                <a:ea typeface="맑은 고딕"/>
                <a:cs typeface="Arial"/>
              </a:rPr>
              <a:t>network</a:t>
            </a:r>
            <a:r>
              <a:rPr lang="ko-KR" altLang="en-US" sz="1300">
                <a:solidFill>
                  <a:srgbClr val="5E6C7A"/>
                </a:solidFill>
                <a:latin typeface="Arial"/>
                <a:ea typeface="맑은 고딕"/>
                <a:cs typeface="Arial"/>
              </a:rPr>
              <a:t> </a:t>
            </a:r>
            <a:r>
              <a:rPr lang="en-US" altLang="ko-KR" sz="1300">
                <a:solidFill>
                  <a:srgbClr val="5E6C7A"/>
                </a:solidFill>
                <a:latin typeface="Arial"/>
                <a:ea typeface="맑은 고딕"/>
                <a:cs typeface="Arial"/>
              </a:rPr>
              <a:t>DLP</a:t>
            </a:r>
            <a:r>
              <a:rPr lang="ko-KR" altLang="en-US" sz="1300">
                <a:solidFill>
                  <a:srgbClr val="5E6C7A"/>
                </a:solidFill>
                <a:latin typeface="Arial"/>
                <a:ea typeface="맑은 고딕"/>
                <a:cs typeface="Arial"/>
              </a:rPr>
              <a:t> </a:t>
            </a:r>
            <a:r>
              <a:rPr lang="en-US" altLang="ko-KR" sz="1300">
                <a:solidFill>
                  <a:srgbClr val="5E6C7A"/>
                </a:solidFill>
                <a:latin typeface="Arial"/>
                <a:ea typeface="맑은 고딕"/>
                <a:cs typeface="Arial"/>
              </a:rPr>
              <a:t>appliance.</a:t>
            </a:r>
            <a:r>
              <a:rPr lang="ko-KR" altLang="en-US" sz="1300">
                <a:solidFill>
                  <a:srgbClr val="5E6C7A"/>
                </a:solidFill>
                <a:latin typeface="Arial"/>
                <a:ea typeface="맑은 고딕"/>
                <a:cs typeface="Arial"/>
              </a:rPr>
              <a:t> </a:t>
            </a:r>
            <a:r>
              <a:rPr lang="en-US" altLang="ko-KR" sz="1300">
                <a:solidFill>
                  <a:srgbClr val="5E6C7A"/>
                </a:solidFill>
                <a:latin typeface="Arial"/>
                <a:ea typeface="맑은 고딕"/>
                <a:cs typeface="Arial"/>
              </a:rPr>
              <a:t>[S16]</a:t>
            </a:r>
            <a:endParaRPr lang="ko-KR" altLang="en-US"/>
          </a:p>
          <a:p>
            <a:r>
              <a:rPr lang="ko-KR" sz="1300">
                <a:solidFill>
                  <a:srgbClr val="5E6C7A"/>
                </a:solidFill>
                <a:latin typeface="Arial"/>
                <a:ea typeface="맑은 고딕"/>
                <a:cs typeface="Arial"/>
              </a:rPr>
              <a:t>.</a:t>
            </a:r>
            <a:endParaRPr lang="ko-KR">
              <a:ea typeface="맑은 고딕"/>
            </a:endParaRPr>
          </a:p>
          <a:p>
            <a:pPr algn="l"/>
            <a:endParaRPr lang="ko-KR" altLang="en-US">
              <a:ea typeface="맑은 고딕"/>
            </a:endParaRPr>
          </a:p>
        </p:txBody>
      </p:sp>
      <p:pic>
        <p:nvPicPr>
          <p:cNvPr id="4" name="그림 3">
            <a:extLst>
              <a:ext uri="{FF2B5EF4-FFF2-40B4-BE49-F238E27FC236}">
                <a16:creationId xmlns:a16="http://schemas.microsoft.com/office/drawing/2014/main" id="{BC43396A-639E-9D07-99BD-506F4C6BDBCE}"/>
              </a:ext>
            </a:extLst>
          </p:cNvPr>
          <p:cNvPicPr>
            <a:picLocks noChangeAspect="1"/>
          </p:cNvPicPr>
          <p:nvPr/>
        </p:nvPicPr>
        <p:blipFill>
          <a:blip r:embed="rId3"/>
          <a:stretch>
            <a:fillRect/>
          </a:stretch>
        </p:blipFill>
        <p:spPr>
          <a:xfrm>
            <a:off x="1148080" y="1822480"/>
            <a:ext cx="9458960" cy="3202879"/>
          </a:xfrm>
          <a:prstGeom prst="rect">
            <a:avLst/>
          </a:prstGeom>
        </p:spPr>
      </p:pic>
      <p:graphicFrame>
        <p:nvGraphicFramePr>
          <p:cNvPr id="11" name="표 10">
            <a:extLst>
              <a:ext uri="{FF2B5EF4-FFF2-40B4-BE49-F238E27FC236}">
                <a16:creationId xmlns:a16="http://schemas.microsoft.com/office/drawing/2014/main" id="{3E874BFE-0AFD-F040-3A03-AD07F83B6CA6}"/>
              </a:ext>
            </a:extLst>
          </p:cNvPr>
          <p:cNvGraphicFramePr>
            <a:graphicFrameLocks noGrp="1"/>
          </p:cNvGraphicFramePr>
          <p:nvPr>
            <p:extLst>
              <p:ext uri="{D42A27DB-BD31-4B8C-83A1-F6EECF244321}">
                <p14:modId xmlns:p14="http://schemas.microsoft.com/office/powerpoint/2010/main" val="1486040643"/>
              </p:ext>
            </p:extLst>
          </p:nvPr>
        </p:nvGraphicFramePr>
        <p:xfrm>
          <a:off x="571500" y="5302567"/>
          <a:ext cx="11048999" cy="1190625"/>
        </p:xfrm>
        <a:graphic>
          <a:graphicData uri="http://schemas.openxmlformats.org/drawingml/2006/table">
            <a:tbl>
              <a:tblPr bandRow="1">
                <a:tableStyleId>{5C22544A-7EE6-4342-B048-85BDC9FD1C3A}</a:tableStyleId>
              </a:tblPr>
              <a:tblGrid>
                <a:gridCol w="3683042">
                  <a:extLst>
                    <a:ext uri="{9D8B030D-6E8A-4147-A177-3AD203B41FA5}">
                      <a16:colId xmlns:a16="http://schemas.microsoft.com/office/drawing/2014/main" val="898638073"/>
                    </a:ext>
                  </a:extLst>
                </a:gridCol>
                <a:gridCol w="3683042">
                  <a:extLst>
                    <a:ext uri="{9D8B030D-6E8A-4147-A177-3AD203B41FA5}">
                      <a16:colId xmlns:a16="http://schemas.microsoft.com/office/drawing/2014/main" val="913279754"/>
                    </a:ext>
                  </a:extLst>
                </a:gridCol>
                <a:gridCol w="3682915">
                  <a:extLst>
                    <a:ext uri="{9D8B030D-6E8A-4147-A177-3AD203B41FA5}">
                      <a16:colId xmlns:a16="http://schemas.microsoft.com/office/drawing/2014/main" val="3450485630"/>
                    </a:ext>
                  </a:extLst>
                </a:gridCol>
              </a:tblGrid>
              <a:tr h="333375">
                <a:tc>
                  <a:txBody>
                    <a:bodyPr/>
                    <a:lstStyle/>
                    <a:p>
                      <a:pPr algn="l">
                        <a:buNone/>
                      </a:pPr>
                      <a:r>
                        <a:rPr lang="ko-KR" sz="1500" b="1">
                          <a:solidFill>
                            <a:srgbClr val="144772"/>
                          </a:solidFill>
                          <a:effectLst/>
                          <a:latin typeface="Arial" panose="020B0604020202020204" pitchFamily="34" charset="0"/>
                          <a:ea typeface="Arial" panose="020B0604020202020204" pitchFamily="34" charset="0"/>
                        </a:rPr>
                        <a:t>Inspect</a:t>
                      </a:r>
                      <a:endParaRPr lang="ko-KR" sz="1500" b="1">
                        <a:solidFill>
                          <a:srgbClr val="144772"/>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DDECF2"/>
                    </a:solidFill>
                  </a:tcPr>
                </a:tc>
                <a:tc>
                  <a:txBody>
                    <a:bodyPr/>
                    <a:lstStyle/>
                    <a:p>
                      <a:pPr algn="l">
                        <a:buNone/>
                      </a:pPr>
                      <a:r>
                        <a:rPr lang="ko-KR" sz="1500" b="1">
                          <a:solidFill>
                            <a:srgbClr val="144772"/>
                          </a:solidFill>
                          <a:effectLst/>
                          <a:latin typeface="Arial" panose="020B0604020202020204" pitchFamily="34" charset="0"/>
                          <a:ea typeface="Arial" panose="020B0604020202020204" pitchFamily="34" charset="0"/>
                        </a:rPr>
                        <a:t>Decide</a:t>
                      </a:r>
                      <a:endParaRPr lang="ko-KR" sz="1500" b="1">
                        <a:solidFill>
                          <a:srgbClr val="144772"/>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DDECF2"/>
                    </a:solidFill>
                  </a:tcPr>
                </a:tc>
                <a:tc>
                  <a:txBody>
                    <a:bodyPr/>
                    <a:lstStyle/>
                    <a:p>
                      <a:pPr algn="l">
                        <a:buNone/>
                      </a:pPr>
                      <a:r>
                        <a:rPr lang="ko-KR" sz="1500" b="1">
                          <a:solidFill>
                            <a:srgbClr val="144772"/>
                          </a:solidFill>
                          <a:effectLst/>
                          <a:latin typeface="Arial" panose="020B0604020202020204" pitchFamily="34" charset="0"/>
                          <a:ea typeface="Arial" panose="020B0604020202020204" pitchFamily="34" charset="0"/>
                        </a:rPr>
                        <a:t>Investigate</a:t>
                      </a:r>
                      <a:endParaRPr lang="ko-KR" sz="1500" b="1">
                        <a:solidFill>
                          <a:srgbClr val="144772"/>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DDECF2"/>
                    </a:solidFill>
                  </a:tcPr>
                </a:tc>
                <a:extLst>
                  <a:ext uri="{0D108BD9-81ED-4DB2-BD59-A6C34878D82A}">
                    <a16:rowId xmlns:a16="http://schemas.microsoft.com/office/drawing/2014/main" val="1282559317"/>
                  </a:ext>
                </a:extLst>
              </a:tr>
              <a:tr h="857250">
                <a:tc>
                  <a:txBody>
                    <a:bodyPr/>
                    <a:lstStyle/>
                    <a:p>
                      <a:pPr algn="l">
                        <a:buNone/>
                      </a:pPr>
                      <a:r>
                        <a:rPr lang="ko-KR" sz="1300">
                          <a:solidFill>
                            <a:srgbClr val="243447"/>
                          </a:solidFill>
                          <a:effectLst/>
                          <a:latin typeface="Arial" panose="020B0604020202020204" pitchFamily="34" charset="0"/>
                          <a:ea typeface="Arial" panose="020B0604020202020204" pitchFamily="34" charset="0"/>
                        </a:rPr>
                        <a:t>Decrypt supported HTTPS traffic and inspect the outgoing content.</a:t>
                      </a:r>
                      <a:endParaRPr lang="ko-KR" sz="1300">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a:solidFill>
                            <a:srgbClr val="243447"/>
                          </a:solidFill>
                          <a:effectLst/>
                          <a:latin typeface="Arial" panose="020B0604020202020204" pitchFamily="34" charset="0"/>
                          <a:ea typeface="Arial" panose="020B0604020202020204" pitchFamily="34" charset="0"/>
                        </a:rPr>
                        <a:t>Use personal-data patterns and keywords to allow or block transmission.</a:t>
                      </a:r>
                      <a:endParaRPr lang="ko-KR" sz="1300">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a:solidFill>
                            <a:srgbClr val="243447"/>
                          </a:solidFill>
                          <a:effectLst/>
                          <a:latin typeface="Arial" panose="020B0604020202020204" pitchFamily="34" charset="0"/>
                          <a:ea typeface="Arial" panose="020B0604020202020204" pitchFamily="34" charset="0"/>
                        </a:rPr>
                        <a:t>Retain original data and reconstruct ChatGPT questions and answers.</a:t>
                      </a:r>
                      <a:endParaRPr lang="ko-KR" sz="1300">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88139027"/>
                  </a:ext>
                </a:extLst>
              </a:tr>
            </a:tbl>
          </a:graphicData>
        </a:graphic>
      </p:graphicFrame>
      <p:sp>
        <p:nvSpPr>
          <p:cNvPr id="12" name="TextBox 11">
            <a:extLst>
              <a:ext uri="{FF2B5EF4-FFF2-40B4-BE49-F238E27FC236}">
                <a16:creationId xmlns:a16="http://schemas.microsoft.com/office/drawing/2014/main" id="{1BDA908C-78E7-4B45-377B-FFA1CFC1CA7E}"/>
              </a:ext>
            </a:extLst>
          </p:cNvPr>
          <p:cNvSpPr txBox="1"/>
          <p:nvPr/>
        </p:nvSpPr>
        <p:spPr>
          <a:xfrm>
            <a:off x="568475" y="4915504"/>
            <a:ext cx="10631714" cy="96949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300">
                <a:solidFill>
                  <a:srgbClr val="5E6C7A"/>
                </a:solidFill>
                <a:latin typeface="Arial"/>
                <a:ea typeface="맑은 고딕"/>
                <a:cs typeface="Arial"/>
              </a:rPr>
              <a:t>Vendor diagram, PDF p. 2. The advertised 30% performance lead lacks a disclosed comparative test in this brochure.</a:t>
            </a:r>
            <a:endParaRPr lang="ko-KR"/>
          </a:p>
          <a:p>
            <a:endParaRPr lang="en-US" altLang="ko-KR" sz="1300">
              <a:solidFill>
                <a:srgbClr val="5E6C7A"/>
              </a:solidFill>
              <a:latin typeface="Arial"/>
              <a:ea typeface="맑은 고딕"/>
              <a:cs typeface="Arial"/>
            </a:endParaRPr>
          </a:p>
          <a:p>
            <a:r>
              <a:rPr lang="ko-KR" sz="1300">
                <a:solidFill>
                  <a:srgbClr val="5E6C7A"/>
                </a:solidFill>
                <a:latin typeface="Arial"/>
                <a:ea typeface="맑은 고딕"/>
                <a:cs typeface="Arial"/>
              </a:rPr>
              <a:t>.</a:t>
            </a:r>
            <a:endParaRPr lang="ko-KR">
              <a:ea typeface="맑은 고딕"/>
            </a:endParaRPr>
          </a:p>
          <a:p>
            <a:pPr algn="l"/>
            <a:endParaRPr lang="ko-KR" altLang="en-US">
              <a:ea typeface="맑은 고딕"/>
            </a:endParaRPr>
          </a:p>
        </p:txBody>
      </p:sp>
    </p:spTree>
    <p:extLst>
      <p:ext uri="{BB962C8B-B14F-4D97-AF65-F5344CB8AC3E}">
        <p14:creationId xmlns:p14="http://schemas.microsoft.com/office/powerpoint/2010/main" val="367190582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F27E71-DB01-D464-EDD1-9FA3B40E378E}"/>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DE6D3CA-1887-6259-9194-7D15426AB6A5}"/>
              </a:ext>
            </a:extLst>
          </p:cNvPr>
          <p:cNvSpPr>
            <a:spLocks noGrp="1"/>
          </p:cNvSpPr>
          <p:nvPr>
            <p:ph type="sldNum" sz="quarter" idx="4"/>
          </p:nvPr>
        </p:nvSpPr>
        <p:spPr/>
        <p:txBody>
          <a:bodyPr/>
          <a:lstStyle/>
          <a:p>
            <a:fld id="{4EA1E582-E1CC-4474-812F-1657BC5920B7}" type="slidenum">
              <a:rPr lang="ko-KR" altLang="en-US" smtClean="0"/>
              <a:t>11</a:t>
            </a:fld>
            <a:endParaRPr lang="ko-KR" altLang="en-US"/>
          </a:p>
        </p:txBody>
      </p:sp>
      <p:sp>
        <p:nvSpPr>
          <p:cNvPr id="5" name="Text Placeholder 4">
            <a:extLst>
              <a:ext uri="{FF2B5EF4-FFF2-40B4-BE49-F238E27FC236}">
                <a16:creationId xmlns:a16="http://schemas.microsoft.com/office/drawing/2014/main" id="{12FDDF51-C8EB-8A69-2DF6-6FD62AC1433C}"/>
              </a:ext>
            </a:extLst>
          </p:cNvPr>
          <p:cNvSpPr>
            <a:spLocks noGrp="1"/>
          </p:cNvSpPr>
          <p:nvPr>
            <p:ph type="body" sz="quarter" idx="11"/>
          </p:nvPr>
        </p:nvSpPr>
        <p:spPr>
          <a:xfrm>
            <a:off x="285075" y="1184798"/>
            <a:ext cx="11465393" cy="401637"/>
          </a:xfrm>
        </p:spPr>
        <p:txBody>
          <a:bodyPr lIns="91440" tIns="45720" rIns="91440" bIns="45720" anchor="ctr" anchorCtr="0"/>
          <a:lstStyle/>
          <a:p>
            <a:r>
              <a:rPr lang="en-US">
                <a:ea typeface="KoPub돋움체 Bold"/>
              </a:rPr>
              <a:t>Deployment boundaries</a:t>
            </a:r>
            <a:endParaRPr lang="ko-KR"/>
          </a:p>
          <a:p>
            <a:endParaRPr lang="en-US"/>
          </a:p>
        </p:txBody>
      </p:sp>
      <p:sp>
        <p:nvSpPr>
          <p:cNvPr id="7" name="제목 3">
            <a:extLst>
              <a:ext uri="{FF2B5EF4-FFF2-40B4-BE49-F238E27FC236}">
                <a16:creationId xmlns:a16="http://schemas.microsoft.com/office/drawing/2014/main" id="{153F1AE4-4D7D-2761-64C7-DFA7A7E88F76}"/>
              </a:ext>
            </a:extLst>
          </p:cNvPr>
          <p:cNvSpPr txBox="1">
            <a:spLocks/>
          </p:cNvSpPr>
          <p:nvPr/>
        </p:nvSpPr>
        <p:spPr>
          <a:xfrm>
            <a:off x="286194" y="265704"/>
            <a:ext cx="10666268" cy="464670"/>
          </a:xfrm>
          <a:prstGeom prst="rect">
            <a:avLst/>
          </a:prstGeom>
        </p:spPr>
        <p:txBody>
          <a:bodyPr lIns="91440" tIns="45720" rIns="91440" bIns="45720" anchor="ctr" anchorCtr="0"/>
          <a:lstStyle>
            <a:lvl1pPr algn="l" rtl="0" eaLnBrk="1" fontAlgn="base" latinLnBrk="1" hangingPunct="1">
              <a:spcBef>
                <a:spcPct val="0"/>
              </a:spcBef>
              <a:spcAft>
                <a:spcPct val="0"/>
              </a:spcAft>
              <a:defRPr lang="ko-KR" altLang="en-US" sz="2400" b="1" kern="1200" baseline="0" dirty="0">
                <a:ln>
                  <a:solidFill>
                    <a:schemeClr val="accent1">
                      <a:alpha val="0"/>
                    </a:schemeClr>
                  </a:solidFill>
                </a:ln>
                <a:solidFill>
                  <a:srgbClr val="144772"/>
                </a:solidFill>
                <a:effectLst>
                  <a:glow rad="127000">
                    <a:schemeClr val="bg1"/>
                  </a:glow>
                  <a:outerShdw blurRad="38100" dist="38100" dir="2700000" algn="tl" rotWithShape="0">
                    <a:prstClr val="black">
                      <a:alpha val="40000"/>
                    </a:prstClr>
                  </a:outerShdw>
                </a:effectLst>
                <a:latin typeface="Pretendard Black" panose="02000A03000000020004" pitchFamily="50" charset="-127"/>
                <a:ea typeface="Pretendard Black" panose="02000A03000000020004" pitchFamily="50" charset="-127"/>
                <a:cs typeface="Pretendard Black" panose="02000A03000000020004" pitchFamily="50" charset="-127"/>
              </a:defRPr>
            </a:lvl1pPr>
            <a:lvl2pPr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2pPr>
            <a:lvl3pPr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3pPr>
            <a:lvl4pPr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4pPr>
            <a:lvl5pPr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5pPr>
            <a:lvl6pPr marL="457200"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6pPr>
            <a:lvl7pPr marL="914400"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7pPr>
            <a:lvl8pPr marL="1371600"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8pPr>
            <a:lvl9pPr marL="1828800"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9pPr>
          </a:lstStyle>
          <a:p>
            <a:r>
              <a:rPr lang="ko-KR" altLang="en-US">
                <a:ln>
                  <a:solidFill>
                    <a:srgbClr val="4F81BD">
                      <a:alpha val="0"/>
                    </a:srgbClr>
                  </a:solidFill>
                </a:ln>
                <a:effectLst>
                  <a:glow rad="127000">
                    <a:prstClr val="white"/>
                  </a:glow>
                  <a:outerShdw blurRad="38100" dist="38100" dir="2700000" algn="tl" rotWithShape="0">
                    <a:prstClr val="black">
                      <a:alpha val="40000"/>
                    </a:prstClr>
                  </a:outerShdw>
                </a:effectLst>
                <a:ea typeface="Pretendard Black"/>
              </a:rPr>
              <a:t>Somansa (윤석)</a:t>
            </a:r>
            <a:endParaRPr lang="en-US" altLang="ko-KR"/>
          </a:p>
        </p:txBody>
      </p:sp>
      <p:sp>
        <p:nvSpPr>
          <p:cNvPr id="8" name="TextBox 7">
            <a:extLst>
              <a:ext uri="{FF2B5EF4-FFF2-40B4-BE49-F238E27FC236}">
                <a16:creationId xmlns:a16="http://schemas.microsoft.com/office/drawing/2014/main" id="{740D3777-D132-C854-CB64-4A209F66A29C}"/>
              </a:ext>
            </a:extLst>
          </p:cNvPr>
          <p:cNvSpPr txBox="1"/>
          <p:nvPr/>
        </p:nvSpPr>
        <p:spPr>
          <a:xfrm>
            <a:off x="568476" y="1257904"/>
            <a:ext cx="10631714" cy="96949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300">
                <a:solidFill>
                  <a:srgbClr val="5E6C7A"/>
                </a:solidFill>
                <a:latin typeface="Arial"/>
                <a:ea typeface="맑은 고딕"/>
                <a:cs typeface="Arial"/>
              </a:rPr>
              <a:t>A product portfolio requires an</a:t>
            </a:r>
            <a:r>
              <a:rPr lang="en-US" altLang="ko-KR" sz="1300">
                <a:solidFill>
                  <a:srgbClr val="5E6C7A"/>
                </a:solidFill>
                <a:latin typeface="Arial"/>
                <a:ea typeface="맑은 고딕"/>
                <a:cs typeface="Arial"/>
              </a:rPr>
              <a:t> </a:t>
            </a:r>
            <a:r>
              <a:rPr lang="en-US" sz="1300">
                <a:solidFill>
                  <a:srgbClr val="5E6C7A"/>
                </a:solidFill>
                <a:latin typeface="Arial"/>
                <a:ea typeface="맑은 고딕"/>
                <a:cs typeface="Arial"/>
              </a:rPr>
              <a:t>explicit </a:t>
            </a:r>
            <a:r>
              <a:rPr lang="en-US" altLang="ko-KR" sz="1300">
                <a:solidFill>
                  <a:srgbClr val="5E6C7A"/>
                </a:solidFill>
                <a:latin typeface="Arial"/>
                <a:ea typeface="맑은 고딕"/>
                <a:cs typeface="Arial"/>
              </a:rPr>
              <a:t>installation, </a:t>
            </a:r>
            <a:r>
              <a:rPr lang="en-US" sz="1300">
                <a:solidFill>
                  <a:srgbClr val="5E6C7A"/>
                </a:solidFill>
                <a:latin typeface="Arial"/>
                <a:ea typeface="맑은 고딕"/>
                <a:cs typeface="Arial"/>
              </a:rPr>
              <a:t>routing</a:t>
            </a:r>
            <a:r>
              <a:rPr lang="en-US" altLang="ko-KR" sz="1300">
                <a:solidFill>
                  <a:srgbClr val="5E6C7A"/>
                </a:solidFill>
                <a:latin typeface="Arial"/>
                <a:ea typeface="맑은 고딕"/>
                <a:cs typeface="Arial"/>
              </a:rPr>
              <a:t> and </a:t>
            </a:r>
            <a:r>
              <a:rPr lang="en-US" sz="1300">
                <a:solidFill>
                  <a:srgbClr val="5E6C7A"/>
                </a:solidFill>
                <a:latin typeface="Arial"/>
                <a:ea typeface="맑은 고딕"/>
                <a:cs typeface="Arial"/>
              </a:rPr>
              <a:t>licensing plan.</a:t>
            </a:r>
            <a:endParaRPr lang="ko-KR"/>
          </a:p>
          <a:p>
            <a:endParaRPr lang="en-US" altLang="ko-KR" sz="1300">
              <a:solidFill>
                <a:srgbClr val="5E6C7A"/>
              </a:solidFill>
              <a:latin typeface="Arial"/>
              <a:ea typeface="맑은 고딕"/>
              <a:cs typeface="Arial"/>
            </a:endParaRPr>
          </a:p>
          <a:p>
            <a:r>
              <a:rPr lang="ko-KR" sz="1300">
                <a:solidFill>
                  <a:srgbClr val="5E6C7A"/>
                </a:solidFill>
                <a:latin typeface="Arial"/>
                <a:ea typeface="맑은 고딕"/>
                <a:cs typeface="Arial"/>
              </a:rPr>
              <a:t>.</a:t>
            </a:r>
            <a:endParaRPr lang="ko-KR">
              <a:ea typeface="맑은 고딕"/>
            </a:endParaRPr>
          </a:p>
          <a:p>
            <a:pPr algn="l"/>
            <a:endParaRPr lang="ko-KR" altLang="en-US">
              <a:ea typeface="맑은 고딕"/>
            </a:endParaRPr>
          </a:p>
        </p:txBody>
      </p:sp>
      <p:sp>
        <p:nvSpPr>
          <p:cNvPr id="12" name="TextBox 11">
            <a:extLst>
              <a:ext uri="{FF2B5EF4-FFF2-40B4-BE49-F238E27FC236}">
                <a16:creationId xmlns:a16="http://schemas.microsoft.com/office/drawing/2014/main" id="{C728F20B-112D-1451-B4E8-31A04A80D7AF}"/>
              </a:ext>
            </a:extLst>
          </p:cNvPr>
          <p:cNvSpPr txBox="1"/>
          <p:nvPr/>
        </p:nvSpPr>
        <p:spPr>
          <a:xfrm>
            <a:off x="568475" y="5880704"/>
            <a:ext cx="10631714"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ltLang="ko-KR" sz="1500" b="1">
                <a:solidFill>
                  <a:srgbClr val="136F73"/>
                </a:solidFill>
                <a:latin typeface="Arial"/>
                <a:ea typeface="맑은 고딕"/>
                <a:cs typeface="Arial"/>
              </a:rPr>
              <a:t>Our</a:t>
            </a:r>
            <a:r>
              <a:rPr lang="ko-KR" altLang="en-US" sz="1500" b="1">
                <a:solidFill>
                  <a:srgbClr val="136F73"/>
                </a:solidFill>
                <a:latin typeface="Arial"/>
                <a:ea typeface="맑은 고딕"/>
                <a:cs typeface="Arial"/>
              </a:rPr>
              <a:t> </a:t>
            </a:r>
            <a:r>
              <a:rPr lang="en-US" altLang="ko-KR" sz="1500" b="1">
                <a:solidFill>
                  <a:srgbClr val="136F73"/>
                </a:solidFill>
                <a:latin typeface="Arial"/>
                <a:ea typeface="맑은 고딕"/>
                <a:cs typeface="Arial"/>
              </a:rPr>
              <a:t>direction:</a:t>
            </a:r>
            <a:r>
              <a:rPr lang="ko-KR" altLang="en-US" sz="1500" b="1">
                <a:solidFill>
                  <a:srgbClr val="136F73"/>
                </a:solidFill>
                <a:latin typeface="Arial"/>
                <a:ea typeface="맑은 고딕"/>
                <a:cs typeface="Arial"/>
              </a:rPr>
              <a:t> </a:t>
            </a:r>
            <a:r>
              <a:rPr lang="en-US" altLang="ko-KR" sz="1500" b="1">
                <a:solidFill>
                  <a:srgbClr val="136F73"/>
                </a:solidFill>
                <a:latin typeface="Arial"/>
                <a:ea typeface="맑은 고딕"/>
                <a:cs typeface="Arial"/>
              </a:rPr>
              <a:t>begin</a:t>
            </a:r>
            <a:r>
              <a:rPr lang="ko-KR" altLang="en-US" sz="1500" b="1">
                <a:solidFill>
                  <a:srgbClr val="136F73"/>
                </a:solidFill>
                <a:latin typeface="Arial"/>
                <a:ea typeface="맑은 고딕"/>
                <a:cs typeface="Arial"/>
              </a:rPr>
              <a:t> </a:t>
            </a:r>
            <a:r>
              <a:rPr lang="en-US" altLang="ko-KR" sz="1500" b="1">
                <a:solidFill>
                  <a:srgbClr val="136F73"/>
                </a:solidFill>
                <a:latin typeface="Arial"/>
                <a:ea typeface="맑은 고딕"/>
                <a:cs typeface="Arial"/>
              </a:rPr>
              <a:t>with</a:t>
            </a:r>
            <a:r>
              <a:rPr lang="ko-KR" altLang="en-US" sz="1500" b="1">
                <a:solidFill>
                  <a:srgbClr val="136F73"/>
                </a:solidFill>
                <a:latin typeface="Arial"/>
                <a:ea typeface="맑은 고딕"/>
                <a:cs typeface="Arial"/>
              </a:rPr>
              <a:t> </a:t>
            </a:r>
            <a:r>
              <a:rPr lang="en-US" altLang="ko-KR" sz="1500" b="1">
                <a:solidFill>
                  <a:srgbClr val="136F73"/>
                </a:solidFill>
                <a:latin typeface="Arial"/>
                <a:ea typeface="맑은 고딕"/>
                <a:cs typeface="Arial"/>
              </a:rPr>
              <a:t>one</a:t>
            </a:r>
            <a:r>
              <a:rPr lang="ko-KR" altLang="en-US" sz="1500" b="1">
                <a:solidFill>
                  <a:srgbClr val="136F73"/>
                </a:solidFill>
                <a:latin typeface="Arial"/>
                <a:ea typeface="맑은 고딕"/>
                <a:cs typeface="Arial"/>
              </a:rPr>
              <a:t> </a:t>
            </a:r>
            <a:r>
              <a:rPr lang="en-US" altLang="ko-KR" sz="1500" b="1">
                <a:solidFill>
                  <a:srgbClr val="136F73"/>
                </a:solidFill>
                <a:latin typeface="Arial"/>
                <a:ea typeface="맑은 고딕"/>
                <a:cs typeface="Arial"/>
              </a:rPr>
              <a:t>controlled</a:t>
            </a:r>
            <a:r>
              <a:rPr lang="ko-KR" altLang="en-US" sz="1500" b="1">
                <a:solidFill>
                  <a:srgbClr val="136F73"/>
                </a:solidFill>
                <a:latin typeface="Arial"/>
                <a:ea typeface="맑은 고딕"/>
                <a:cs typeface="Arial"/>
              </a:rPr>
              <a:t> </a:t>
            </a:r>
            <a:r>
              <a:rPr lang="en-US" altLang="ko-KR" sz="1500" b="1">
                <a:solidFill>
                  <a:srgbClr val="136F73"/>
                </a:solidFill>
                <a:latin typeface="Arial"/>
                <a:ea typeface="맑은 고딕"/>
                <a:cs typeface="Arial"/>
              </a:rPr>
              <a:t>path,</a:t>
            </a:r>
            <a:r>
              <a:rPr lang="ko-KR" altLang="en-US" sz="1500" b="1">
                <a:solidFill>
                  <a:srgbClr val="136F73"/>
                </a:solidFill>
                <a:latin typeface="Arial"/>
                <a:ea typeface="맑은 고딕"/>
                <a:cs typeface="Arial"/>
              </a:rPr>
              <a:t> </a:t>
            </a:r>
            <a:r>
              <a:rPr lang="en-US" altLang="ko-KR" sz="1500" b="1">
                <a:solidFill>
                  <a:srgbClr val="136F73"/>
                </a:solidFill>
                <a:latin typeface="Arial"/>
                <a:ea typeface="맑은 고딕"/>
                <a:cs typeface="Arial"/>
              </a:rPr>
              <a:t>publish</a:t>
            </a:r>
            <a:r>
              <a:rPr lang="ko-KR" altLang="en-US" sz="1500" b="1">
                <a:solidFill>
                  <a:srgbClr val="136F73"/>
                </a:solidFill>
                <a:latin typeface="Arial"/>
                <a:ea typeface="맑은 고딕"/>
                <a:cs typeface="Arial"/>
              </a:rPr>
              <a:t> </a:t>
            </a:r>
            <a:r>
              <a:rPr lang="en-US" altLang="ko-KR" sz="1500" b="1">
                <a:solidFill>
                  <a:srgbClr val="136F73"/>
                </a:solidFill>
                <a:latin typeface="Arial"/>
                <a:ea typeface="맑은 고딕"/>
                <a:cs typeface="Arial"/>
              </a:rPr>
              <a:t>its</a:t>
            </a:r>
            <a:r>
              <a:rPr lang="ko-KR" altLang="en-US" sz="1500" b="1">
                <a:solidFill>
                  <a:srgbClr val="136F73"/>
                </a:solidFill>
                <a:latin typeface="Arial"/>
                <a:ea typeface="맑은 고딕"/>
                <a:cs typeface="Arial"/>
              </a:rPr>
              <a:t> </a:t>
            </a:r>
            <a:r>
              <a:rPr lang="en-US" altLang="ko-KR" sz="1500" b="1">
                <a:solidFill>
                  <a:srgbClr val="136F73"/>
                </a:solidFill>
                <a:latin typeface="Arial"/>
                <a:ea typeface="맑은 고딕"/>
                <a:cs typeface="Arial"/>
              </a:rPr>
              <a:t>exclusions</a:t>
            </a:r>
            <a:r>
              <a:rPr lang="ko-KR" altLang="en-US" sz="1500" b="1">
                <a:solidFill>
                  <a:srgbClr val="136F73"/>
                </a:solidFill>
                <a:latin typeface="Arial"/>
                <a:ea typeface="맑은 고딕"/>
                <a:cs typeface="Arial"/>
              </a:rPr>
              <a:t> </a:t>
            </a:r>
            <a:r>
              <a:rPr lang="en-US" altLang="ko-KR" sz="1500" b="1">
                <a:solidFill>
                  <a:srgbClr val="136F73"/>
                </a:solidFill>
                <a:latin typeface="Arial"/>
                <a:ea typeface="맑은 고딕"/>
                <a:cs typeface="Arial"/>
              </a:rPr>
              <a:t>and</a:t>
            </a:r>
            <a:r>
              <a:rPr lang="ko-KR" altLang="en-US" sz="1500" b="1">
                <a:solidFill>
                  <a:srgbClr val="136F73"/>
                </a:solidFill>
                <a:latin typeface="Arial"/>
                <a:ea typeface="맑은 고딕"/>
                <a:cs typeface="Arial"/>
              </a:rPr>
              <a:t> </a:t>
            </a:r>
            <a:r>
              <a:rPr lang="en-US" altLang="ko-KR" sz="1500" b="1">
                <a:solidFill>
                  <a:srgbClr val="136F73"/>
                </a:solidFill>
                <a:latin typeface="Arial"/>
                <a:ea typeface="맑은 고딕"/>
                <a:cs typeface="Arial"/>
              </a:rPr>
              <a:t>expose</a:t>
            </a:r>
            <a:r>
              <a:rPr lang="ko-KR" altLang="en-US" sz="1500" b="1">
                <a:solidFill>
                  <a:srgbClr val="136F73"/>
                </a:solidFill>
                <a:latin typeface="Arial"/>
                <a:ea typeface="맑은 고딕"/>
                <a:cs typeface="Arial"/>
              </a:rPr>
              <a:t> </a:t>
            </a:r>
            <a:r>
              <a:rPr lang="en-US" altLang="ko-KR" sz="1500" b="1">
                <a:solidFill>
                  <a:srgbClr val="136F73"/>
                </a:solidFill>
                <a:latin typeface="Arial"/>
                <a:ea typeface="맑은 고딕"/>
                <a:cs typeface="Arial"/>
              </a:rPr>
              <a:t>collector</a:t>
            </a:r>
            <a:r>
              <a:rPr lang="ko-KR" altLang="en-US" sz="1500" b="1">
                <a:solidFill>
                  <a:srgbClr val="136F73"/>
                </a:solidFill>
                <a:latin typeface="Arial"/>
                <a:ea typeface="맑은 고딕"/>
                <a:cs typeface="Arial"/>
              </a:rPr>
              <a:t> </a:t>
            </a:r>
            <a:r>
              <a:rPr lang="en-US" altLang="ko-KR" sz="1500" b="1">
                <a:solidFill>
                  <a:srgbClr val="136F73"/>
                </a:solidFill>
                <a:latin typeface="Arial"/>
                <a:ea typeface="맑은 고딕"/>
                <a:cs typeface="Arial"/>
              </a:rPr>
              <a:t>/</a:t>
            </a:r>
            <a:r>
              <a:rPr lang="ko-KR" altLang="en-US" sz="1500" b="1">
                <a:solidFill>
                  <a:srgbClr val="136F73"/>
                </a:solidFill>
                <a:latin typeface="Arial"/>
                <a:ea typeface="맑은 고딕"/>
                <a:cs typeface="Arial"/>
              </a:rPr>
              <a:t> </a:t>
            </a:r>
            <a:r>
              <a:rPr lang="en-US" altLang="ko-KR" sz="1500" b="1">
                <a:solidFill>
                  <a:srgbClr val="136F73"/>
                </a:solidFill>
                <a:latin typeface="Arial"/>
                <a:ea typeface="맑은 고딕"/>
                <a:cs typeface="Arial"/>
              </a:rPr>
              <a:t>enforcement</a:t>
            </a:r>
            <a:r>
              <a:rPr lang="ko-KR" altLang="en-US" sz="1500" b="1">
                <a:solidFill>
                  <a:srgbClr val="136F73"/>
                </a:solidFill>
                <a:latin typeface="Arial"/>
                <a:ea typeface="맑은 고딕"/>
                <a:cs typeface="Arial"/>
              </a:rPr>
              <a:t> </a:t>
            </a:r>
            <a:r>
              <a:rPr lang="en-US" altLang="ko-KR" sz="1500" b="1">
                <a:solidFill>
                  <a:srgbClr val="136F73"/>
                </a:solidFill>
                <a:latin typeface="Arial"/>
                <a:ea typeface="맑은 고딕"/>
                <a:cs typeface="Arial"/>
              </a:rPr>
              <a:t>health.</a:t>
            </a:r>
            <a:endParaRPr lang="ko-KR" altLang="en-US" sz="1500" b="1">
              <a:solidFill>
                <a:srgbClr val="136F73"/>
              </a:solidFill>
            </a:endParaRPr>
          </a:p>
          <a:p>
            <a:endParaRPr lang="en-US" altLang="ko-KR" sz="1300">
              <a:solidFill>
                <a:srgbClr val="5E6C7A"/>
              </a:solidFill>
              <a:latin typeface="Arial"/>
              <a:ea typeface="맑은 고딕"/>
              <a:cs typeface="Arial"/>
            </a:endParaRPr>
          </a:p>
          <a:p>
            <a:endParaRPr lang="en-US" altLang="ko-KR" sz="1300">
              <a:solidFill>
                <a:srgbClr val="5E6C7A"/>
              </a:solidFill>
              <a:latin typeface="Arial"/>
              <a:ea typeface="맑은 고딕"/>
              <a:cs typeface="Arial"/>
            </a:endParaRPr>
          </a:p>
          <a:p>
            <a:r>
              <a:rPr lang="ko-KR" sz="1300">
                <a:solidFill>
                  <a:srgbClr val="5E6C7A"/>
                </a:solidFill>
                <a:latin typeface="Arial"/>
                <a:ea typeface="맑은 고딕"/>
                <a:cs typeface="Arial"/>
              </a:rPr>
              <a:t>.</a:t>
            </a:r>
            <a:endParaRPr lang="ko-KR">
              <a:ea typeface="맑은 고딕"/>
            </a:endParaRPr>
          </a:p>
          <a:p>
            <a:pPr algn="l"/>
            <a:endParaRPr lang="ko-KR" altLang="en-US">
              <a:ea typeface="맑은 고딕"/>
            </a:endParaRPr>
          </a:p>
        </p:txBody>
      </p:sp>
      <p:graphicFrame>
        <p:nvGraphicFramePr>
          <p:cNvPr id="6" name="표 5">
            <a:extLst>
              <a:ext uri="{FF2B5EF4-FFF2-40B4-BE49-F238E27FC236}">
                <a16:creationId xmlns:a16="http://schemas.microsoft.com/office/drawing/2014/main" id="{309B7665-3B1F-8BB3-38B6-AADB2E7AC544}"/>
              </a:ext>
            </a:extLst>
          </p:cNvPr>
          <p:cNvGraphicFramePr>
            <a:graphicFrameLocks noGrp="1"/>
          </p:cNvGraphicFramePr>
          <p:nvPr/>
        </p:nvGraphicFramePr>
        <p:xfrm>
          <a:off x="571500" y="1643062"/>
          <a:ext cx="11049000" cy="3571875"/>
        </p:xfrm>
        <a:graphic>
          <a:graphicData uri="http://schemas.openxmlformats.org/drawingml/2006/table">
            <a:tbl>
              <a:tblPr bandRow="1">
                <a:tableStyleId>{5C22544A-7EE6-4342-B048-85BDC9FD1C3A}</a:tableStyleId>
              </a:tblPr>
              <a:tblGrid>
                <a:gridCol w="2238375">
                  <a:extLst>
                    <a:ext uri="{9D8B030D-6E8A-4147-A177-3AD203B41FA5}">
                      <a16:colId xmlns:a16="http://schemas.microsoft.com/office/drawing/2014/main" val="3727405435"/>
                    </a:ext>
                  </a:extLst>
                </a:gridCol>
                <a:gridCol w="4619625">
                  <a:extLst>
                    <a:ext uri="{9D8B030D-6E8A-4147-A177-3AD203B41FA5}">
                      <a16:colId xmlns:a16="http://schemas.microsoft.com/office/drawing/2014/main" val="628505313"/>
                    </a:ext>
                  </a:extLst>
                </a:gridCol>
                <a:gridCol w="4191000">
                  <a:extLst>
                    <a:ext uri="{9D8B030D-6E8A-4147-A177-3AD203B41FA5}">
                      <a16:colId xmlns:a16="http://schemas.microsoft.com/office/drawing/2014/main" val="4105343424"/>
                    </a:ext>
                  </a:extLst>
                </a:gridCol>
              </a:tblGrid>
              <a:tr h="371475">
                <a:tc>
                  <a:txBody>
                    <a:bodyPr/>
                    <a:lstStyle/>
                    <a:p>
                      <a:pPr algn="l">
                        <a:buNone/>
                      </a:pPr>
                      <a:r>
                        <a:rPr lang="ko-KR" sz="1300" b="1">
                          <a:solidFill>
                            <a:srgbClr val="144772"/>
                          </a:solidFill>
                          <a:effectLst/>
                          <a:latin typeface="Arial" panose="020B0604020202020204" pitchFamily="34" charset="0"/>
                          <a:ea typeface="Arial" panose="020B0604020202020204" pitchFamily="34" charset="0"/>
                        </a:rPr>
                        <a:t>Deployment point</a:t>
                      </a:r>
                      <a:endParaRPr lang="ko-KR" sz="1300" b="1">
                        <a:solidFill>
                          <a:srgbClr val="144772"/>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DDECF2"/>
                    </a:solidFill>
                  </a:tcPr>
                </a:tc>
                <a:tc>
                  <a:txBody>
                    <a:bodyPr/>
                    <a:lstStyle/>
                    <a:p>
                      <a:pPr algn="l">
                        <a:buNone/>
                      </a:pPr>
                      <a:r>
                        <a:rPr lang="ko-KR" sz="1300" b="1">
                          <a:solidFill>
                            <a:srgbClr val="144772"/>
                          </a:solidFill>
                          <a:effectLst/>
                          <a:latin typeface="Arial" panose="020B0604020202020204" pitchFamily="34" charset="0"/>
                          <a:ea typeface="Arial" panose="020B0604020202020204" pitchFamily="34" charset="0"/>
                        </a:rPr>
                        <a:t>What the source establishes</a:t>
                      </a:r>
                      <a:endParaRPr lang="ko-KR" sz="1300" b="1">
                        <a:solidFill>
                          <a:srgbClr val="144772"/>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DDECF2"/>
                    </a:solidFill>
                  </a:tcPr>
                </a:tc>
                <a:tc>
                  <a:txBody>
                    <a:bodyPr/>
                    <a:lstStyle/>
                    <a:p>
                      <a:pPr algn="l">
                        <a:buNone/>
                      </a:pPr>
                      <a:r>
                        <a:rPr lang="ko-KR" sz="1300" b="1">
                          <a:solidFill>
                            <a:srgbClr val="144772"/>
                          </a:solidFill>
                          <a:effectLst/>
                          <a:latin typeface="Arial" panose="020B0604020202020204" pitchFamily="34" charset="0"/>
                          <a:ea typeface="Arial" panose="020B0604020202020204" pitchFamily="34" charset="0"/>
                        </a:rPr>
                        <a:t>Boundary to validate</a:t>
                      </a:r>
                      <a:endParaRPr lang="ko-KR" sz="1300" b="1">
                        <a:solidFill>
                          <a:srgbClr val="144772"/>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DDECF2"/>
                    </a:solidFill>
                  </a:tcPr>
                </a:tc>
                <a:extLst>
                  <a:ext uri="{0D108BD9-81ED-4DB2-BD59-A6C34878D82A}">
                    <a16:rowId xmlns:a16="http://schemas.microsoft.com/office/drawing/2014/main" val="2535038231"/>
                  </a:ext>
                </a:extLst>
              </a:tr>
              <a:tr h="800100">
                <a:tc>
                  <a:txBody>
                    <a:bodyPr/>
                    <a:lstStyle/>
                    <a:p>
                      <a:pPr algn="l">
                        <a:buNone/>
                      </a:pPr>
                      <a:r>
                        <a:rPr lang="ko-KR" sz="1400" b="1">
                          <a:solidFill>
                            <a:srgbClr val="243447"/>
                          </a:solidFill>
                          <a:effectLst/>
                          <a:latin typeface="Arial" panose="020B0604020202020204" pitchFamily="34" charset="0"/>
                          <a:ea typeface="Arial" panose="020B0604020202020204" pitchFamily="34" charset="0"/>
                        </a:rPr>
                        <a:t>Endpoint</a:t>
                      </a:r>
                      <a:endParaRPr lang="ko-KR" sz="1400" b="1">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400">
                          <a:solidFill>
                            <a:srgbClr val="243447"/>
                          </a:solidFill>
                          <a:effectLst/>
                          <a:latin typeface="Arial" panose="020B0604020202020204" pitchFamily="34" charset="0"/>
                          <a:ea typeface="Arial" panose="020B0604020202020204" pitchFamily="34" charset="0"/>
                        </a:rPr>
                        <a:t>Privacy-i agents inspect local data and export actions. [S1,S12]</a:t>
                      </a:r>
                      <a:endParaRPr lang="ko-KR" sz="1400">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400">
                          <a:solidFill>
                            <a:srgbClr val="243447"/>
                          </a:solidFill>
                          <a:effectLst/>
                          <a:latin typeface="Arial" panose="020B0604020202020204" pitchFamily="34" charset="0"/>
                          <a:ea typeface="Arial" panose="020B0604020202020204" pitchFamily="34" charset="0"/>
                        </a:rPr>
                        <a:t>OS support does not imply identical controls on each OS.</a:t>
                      </a:r>
                      <a:endParaRPr lang="ko-KR" sz="1400">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419881024"/>
                  </a:ext>
                </a:extLst>
              </a:tr>
              <a:tr h="800100">
                <a:tc>
                  <a:txBody>
                    <a:bodyPr/>
                    <a:lstStyle/>
                    <a:p>
                      <a:pPr algn="l">
                        <a:buNone/>
                      </a:pPr>
                      <a:r>
                        <a:rPr lang="ko-KR" sz="1400" b="1">
                          <a:solidFill>
                            <a:srgbClr val="243447"/>
                          </a:solidFill>
                          <a:effectLst/>
                          <a:latin typeface="Arial" panose="020B0604020202020204" pitchFamily="34" charset="0"/>
                          <a:ea typeface="Arial" panose="020B0604020202020204" pitchFamily="34" charset="0"/>
                        </a:rPr>
                        <a:t>Network</a:t>
                      </a:r>
                      <a:endParaRPr lang="ko-KR" sz="1400" b="1">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400">
                          <a:solidFill>
                            <a:srgbClr val="243447"/>
                          </a:solidFill>
                          <a:effectLst/>
                          <a:latin typeface="Arial" panose="020B0604020202020204" pitchFamily="34" charset="0"/>
                          <a:ea typeface="Arial" panose="020B0604020202020204" pitchFamily="34" charset="0"/>
                        </a:rPr>
                        <a:t>Mail-i and WebKeeper inspect supported communication paths. [S5,S16]</a:t>
                      </a:r>
                      <a:endParaRPr lang="ko-KR" sz="1400">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400">
                          <a:solidFill>
                            <a:srgbClr val="243447"/>
                          </a:solidFill>
                          <a:effectLst/>
                          <a:latin typeface="Arial" panose="020B0604020202020204" pitchFamily="34" charset="0"/>
                          <a:ea typeface="Arial" panose="020B0604020202020204" pitchFamily="34" charset="0"/>
                        </a:rPr>
                        <a:t>Test remote, direct-API and unsupported application routes.</a:t>
                      </a:r>
                      <a:endParaRPr lang="ko-KR" sz="1400">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197236505"/>
                  </a:ext>
                </a:extLst>
              </a:tr>
              <a:tr h="800100">
                <a:tc>
                  <a:txBody>
                    <a:bodyPr/>
                    <a:lstStyle/>
                    <a:p>
                      <a:pPr algn="l">
                        <a:buNone/>
                      </a:pPr>
                      <a:r>
                        <a:rPr lang="ko-KR" sz="1400" b="1">
                          <a:solidFill>
                            <a:srgbClr val="243447"/>
                          </a:solidFill>
                          <a:effectLst/>
                          <a:latin typeface="Arial" panose="020B0604020202020204" pitchFamily="34" charset="0"/>
                          <a:ea typeface="Arial" panose="020B0604020202020204" pitchFamily="34" charset="0"/>
                        </a:rPr>
                        <a:t>Stored data</a:t>
                      </a:r>
                      <a:endParaRPr lang="ko-KR" sz="1400" b="1">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400">
                          <a:solidFill>
                            <a:srgbClr val="243447"/>
                          </a:solidFill>
                          <a:effectLst/>
                          <a:latin typeface="Arial" panose="020B0604020202020204" pitchFamily="34" charset="0"/>
                          <a:ea typeface="Arial" panose="020B0604020202020204" pitchFamily="34" charset="0"/>
                        </a:rPr>
                        <a:t>Server-i scans configured repositories. [S6,S7]</a:t>
                      </a:r>
                      <a:endParaRPr lang="ko-KR" sz="1400">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400">
                          <a:solidFill>
                            <a:srgbClr val="243447"/>
                          </a:solidFill>
                          <a:effectLst/>
                          <a:latin typeface="Arial" panose="020B0604020202020204" pitchFamily="34" charset="0"/>
                          <a:ea typeface="Arial" panose="020B0604020202020204" pitchFamily="34" charset="0"/>
                        </a:rPr>
                        <a:t>Discovery alone does not establish outbound DB fingerprinting.</a:t>
                      </a:r>
                      <a:endParaRPr lang="ko-KR" sz="1400">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369156513"/>
                  </a:ext>
                </a:extLst>
              </a:tr>
              <a:tr h="800100">
                <a:tc>
                  <a:txBody>
                    <a:bodyPr/>
                    <a:lstStyle/>
                    <a:p>
                      <a:pPr algn="l">
                        <a:buNone/>
                      </a:pPr>
                      <a:r>
                        <a:rPr lang="ko-KR" sz="1400" b="1">
                          <a:solidFill>
                            <a:srgbClr val="243447"/>
                          </a:solidFill>
                          <a:effectLst/>
                          <a:latin typeface="Arial" panose="020B0604020202020204" pitchFamily="34" charset="0"/>
                          <a:ea typeface="Arial" panose="020B0604020202020204" pitchFamily="34" charset="0"/>
                        </a:rPr>
                        <a:t>Cloud offer</a:t>
                      </a:r>
                      <a:endParaRPr lang="ko-KR" sz="1400" b="1">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400">
                          <a:solidFill>
                            <a:srgbClr val="243447"/>
                          </a:solidFill>
                          <a:effectLst/>
                          <a:latin typeface="Arial" panose="020B0604020202020204" pitchFamily="34" charset="0"/>
                          <a:ea typeface="Arial" panose="020B0604020202020204" pitchFamily="34" charset="0"/>
                        </a:rPr>
                        <a:t>NAVER listing requires management + Discover; DLP is optional. [S10]</a:t>
                      </a:r>
                      <a:endParaRPr lang="ko-KR" sz="1400">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400">
                          <a:solidFill>
                            <a:srgbClr val="243447"/>
                          </a:solidFill>
                          <a:effectLst/>
                          <a:latin typeface="Arial" panose="020B0604020202020204" pitchFamily="34" charset="0"/>
                          <a:ea typeface="Arial" panose="020B0604020202020204" pitchFamily="34" charset="0"/>
                        </a:rPr>
                        <a:t>Agents, installation and operation remain customer tasks in this offer.</a:t>
                      </a:r>
                      <a:endParaRPr lang="ko-KR" sz="1400">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321932872"/>
                  </a:ext>
                </a:extLst>
              </a:tr>
            </a:tbl>
          </a:graphicData>
        </a:graphic>
      </p:graphicFrame>
    </p:spTree>
    <p:extLst>
      <p:ext uri="{BB962C8B-B14F-4D97-AF65-F5344CB8AC3E}">
        <p14:creationId xmlns:p14="http://schemas.microsoft.com/office/powerpoint/2010/main" val="82159993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C771D5-02F7-1B1D-F6FF-45EFD4885E1E}"/>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45594AC-29D6-DA5A-AFF5-14704C1B98C2}"/>
              </a:ext>
            </a:extLst>
          </p:cNvPr>
          <p:cNvSpPr>
            <a:spLocks noGrp="1"/>
          </p:cNvSpPr>
          <p:nvPr>
            <p:ph type="sldNum" sz="quarter" idx="4"/>
          </p:nvPr>
        </p:nvSpPr>
        <p:spPr/>
        <p:txBody>
          <a:bodyPr/>
          <a:lstStyle/>
          <a:p>
            <a:fld id="{4EA1E582-E1CC-4474-812F-1657BC5920B7}" type="slidenum">
              <a:rPr lang="ko-KR" altLang="en-US" smtClean="0"/>
              <a:t>12</a:t>
            </a:fld>
            <a:endParaRPr lang="ko-KR" altLang="en-US"/>
          </a:p>
        </p:txBody>
      </p:sp>
      <p:sp>
        <p:nvSpPr>
          <p:cNvPr id="5" name="Text Placeholder 4">
            <a:extLst>
              <a:ext uri="{FF2B5EF4-FFF2-40B4-BE49-F238E27FC236}">
                <a16:creationId xmlns:a16="http://schemas.microsoft.com/office/drawing/2014/main" id="{1812D85F-9792-4920-81AA-1C36BE8B1375}"/>
              </a:ext>
            </a:extLst>
          </p:cNvPr>
          <p:cNvSpPr>
            <a:spLocks noGrp="1"/>
          </p:cNvSpPr>
          <p:nvPr>
            <p:ph type="body" sz="quarter" idx="11"/>
          </p:nvPr>
        </p:nvSpPr>
        <p:spPr>
          <a:xfrm>
            <a:off x="285075" y="1520078"/>
            <a:ext cx="11465393" cy="401637"/>
          </a:xfrm>
        </p:spPr>
        <p:txBody>
          <a:bodyPr lIns="91440" tIns="45720" rIns="91440" bIns="45720" anchor="ctr" anchorCtr="0"/>
          <a:lstStyle/>
          <a:p>
            <a:r>
              <a:rPr lang="en-US">
                <a:latin typeface="KoPub돋움체 Bold"/>
              </a:rPr>
              <a:t>Competitive position</a:t>
            </a:r>
            <a:endParaRPr lang="ko-KR" altLang="en-US"/>
          </a:p>
          <a:p>
            <a:endParaRPr lang="en-US" altLang="ko-KR"/>
          </a:p>
          <a:p>
            <a:endParaRPr lang="en-US"/>
          </a:p>
        </p:txBody>
      </p:sp>
      <p:sp>
        <p:nvSpPr>
          <p:cNvPr id="7" name="제목 3">
            <a:extLst>
              <a:ext uri="{FF2B5EF4-FFF2-40B4-BE49-F238E27FC236}">
                <a16:creationId xmlns:a16="http://schemas.microsoft.com/office/drawing/2014/main" id="{A5008F31-BE0E-4126-16D1-7D56D7939052}"/>
              </a:ext>
            </a:extLst>
          </p:cNvPr>
          <p:cNvSpPr txBox="1">
            <a:spLocks/>
          </p:cNvSpPr>
          <p:nvPr/>
        </p:nvSpPr>
        <p:spPr>
          <a:xfrm>
            <a:off x="286194" y="265704"/>
            <a:ext cx="10666268" cy="464670"/>
          </a:xfrm>
          <a:prstGeom prst="rect">
            <a:avLst/>
          </a:prstGeom>
        </p:spPr>
        <p:txBody>
          <a:bodyPr lIns="91440" tIns="45720" rIns="91440" bIns="45720" anchor="ctr" anchorCtr="0"/>
          <a:lstStyle>
            <a:lvl1pPr algn="l" rtl="0" eaLnBrk="1" fontAlgn="base" latinLnBrk="1" hangingPunct="1">
              <a:spcBef>
                <a:spcPct val="0"/>
              </a:spcBef>
              <a:spcAft>
                <a:spcPct val="0"/>
              </a:spcAft>
              <a:defRPr lang="ko-KR" altLang="en-US" sz="2400" b="1" kern="1200" baseline="0" dirty="0">
                <a:ln>
                  <a:solidFill>
                    <a:schemeClr val="accent1">
                      <a:alpha val="0"/>
                    </a:schemeClr>
                  </a:solidFill>
                </a:ln>
                <a:solidFill>
                  <a:srgbClr val="144772"/>
                </a:solidFill>
                <a:effectLst>
                  <a:glow rad="127000">
                    <a:schemeClr val="bg1"/>
                  </a:glow>
                  <a:outerShdw blurRad="38100" dist="38100" dir="2700000" algn="tl" rotWithShape="0">
                    <a:prstClr val="black">
                      <a:alpha val="40000"/>
                    </a:prstClr>
                  </a:outerShdw>
                </a:effectLst>
                <a:latin typeface="Pretendard Black" panose="02000A03000000020004" pitchFamily="50" charset="-127"/>
                <a:ea typeface="Pretendard Black" panose="02000A03000000020004" pitchFamily="50" charset="-127"/>
                <a:cs typeface="Pretendard Black" panose="02000A03000000020004" pitchFamily="50" charset="-127"/>
              </a:defRPr>
            </a:lvl1pPr>
            <a:lvl2pPr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2pPr>
            <a:lvl3pPr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3pPr>
            <a:lvl4pPr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4pPr>
            <a:lvl5pPr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5pPr>
            <a:lvl6pPr marL="457200"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6pPr>
            <a:lvl7pPr marL="914400"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7pPr>
            <a:lvl8pPr marL="1371600"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8pPr>
            <a:lvl9pPr marL="1828800"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9pPr>
          </a:lstStyle>
          <a:p>
            <a:r>
              <a:rPr lang="ko-KR" altLang="en-US">
                <a:ln>
                  <a:solidFill>
                    <a:srgbClr val="4F81BD">
                      <a:alpha val="0"/>
                    </a:srgbClr>
                  </a:solidFill>
                </a:ln>
                <a:effectLst>
                  <a:glow rad="127000">
                    <a:prstClr val="white"/>
                  </a:glow>
                  <a:outerShdw blurRad="38100" dist="38100" dir="2700000" algn="tl" rotWithShape="0">
                    <a:prstClr val="black">
                      <a:alpha val="40000"/>
                    </a:prstClr>
                  </a:outerShdw>
                </a:effectLst>
                <a:ea typeface="Pretendard Black"/>
              </a:rPr>
              <a:t>Somansa (윤석)</a:t>
            </a:r>
            <a:endParaRPr lang="en-US" altLang="ko-KR"/>
          </a:p>
        </p:txBody>
      </p:sp>
      <p:sp>
        <p:nvSpPr>
          <p:cNvPr id="8" name="TextBox 7">
            <a:extLst>
              <a:ext uri="{FF2B5EF4-FFF2-40B4-BE49-F238E27FC236}">
                <a16:creationId xmlns:a16="http://schemas.microsoft.com/office/drawing/2014/main" id="{D6359512-AE2F-3B4A-00FF-FDDD4B072305}"/>
              </a:ext>
            </a:extLst>
          </p:cNvPr>
          <p:cNvSpPr txBox="1"/>
          <p:nvPr/>
        </p:nvSpPr>
        <p:spPr>
          <a:xfrm>
            <a:off x="568476" y="1257904"/>
            <a:ext cx="10631714" cy="116955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300">
                <a:solidFill>
                  <a:srgbClr val="5E6C7A"/>
                </a:solidFill>
                <a:latin typeface="Arial"/>
                <a:ea typeface="맑은 고딕"/>
                <a:cs typeface="Arial"/>
              </a:rPr>
              <a:t>Strengths reflect documented product emphasis. Exclusive superiority is not established.</a:t>
            </a:r>
            <a:endParaRPr lang="ko-KR" altLang="en-US"/>
          </a:p>
          <a:p>
            <a:endParaRPr lang="en-US" altLang="ko-KR" sz="1300">
              <a:solidFill>
                <a:srgbClr val="5E6C7A"/>
              </a:solidFill>
              <a:latin typeface="Arial"/>
              <a:ea typeface="맑은 고딕"/>
              <a:cs typeface="Arial"/>
            </a:endParaRPr>
          </a:p>
          <a:p>
            <a:endParaRPr lang="en-US" altLang="ko-KR" sz="1300">
              <a:solidFill>
                <a:srgbClr val="5E6C7A"/>
              </a:solidFill>
              <a:latin typeface="Arial"/>
              <a:ea typeface="맑은 고딕"/>
              <a:cs typeface="Arial"/>
            </a:endParaRPr>
          </a:p>
          <a:p>
            <a:r>
              <a:rPr lang="ko-KR" sz="1300">
                <a:solidFill>
                  <a:srgbClr val="5E6C7A"/>
                </a:solidFill>
                <a:latin typeface="Arial"/>
                <a:ea typeface="맑은 고딕"/>
                <a:cs typeface="Arial"/>
              </a:rPr>
              <a:t>.</a:t>
            </a:r>
            <a:endParaRPr lang="ko-KR">
              <a:ea typeface="맑은 고딕"/>
            </a:endParaRPr>
          </a:p>
          <a:p>
            <a:pPr algn="l"/>
            <a:endParaRPr lang="ko-KR" altLang="en-US">
              <a:ea typeface="맑은 고딕"/>
            </a:endParaRPr>
          </a:p>
        </p:txBody>
      </p:sp>
      <p:sp>
        <p:nvSpPr>
          <p:cNvPr id="12" name="TextBox 11">
            <a:extLst>
              <a:ext uri="{FF2B5EF4-FFF2-40B4-BE49-F238E27FC236}">
                <a16:creationId xmlns:a16="http://schemas.microsoft.com/office/drawing/2014/main" id="{00589473-7D48-B5DA-1BF8-2C71BD0ED95E}"/>
              </a:ext>
            </a:extLst>
          </p:cNvPr>
          <p:cNvSpPr txBox="1"/>
          <p:nvPr/>
        </p:nvSpPr>
        <p:spPr>
          <a:xfrm>
            <a:off x="568475" y="5586064"/>
            <a:ext cx="11058434" cy="166199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ltLang="ko-KR" sz="1500" b="1">
                <a:solidFill>
                  <a:srgbClr val="136F73"/>
                </a:solidFill>
                <a:latin typeface="Arial"/>
                <a:ea typeface="맑은 고딕"/>
                <a:cs typeface="Arial"/>
              </a:rPr>
              <a:t>Limits</a:t>
            </a:r>
            <a:r>
              <a:rPr lang="ko-KR" altLang="en-US" sz="1500" b="1">
                <a:solidFill>
                  <a:srgbClr val="136F73"/>
                </a:solidFill>
                <a:latin typeface="Arial"/>
                <a:ea typeface="맑은 고딕"/>
                <a:cs typeface="Arial"/>
              </a:rPr>
              <a:t> </a:t>
            </a:r>
            <a:r>
              <a:rPr lang="en-US" altLang="ko-KR" sz="1500" b="1">
                <a:solidFill>
                  <a:srgbClr val="136F73"/>
                </a:solidFill>
                <a:latin typeface="Arial"/>
                <a:ea typeface="맑은 고딕"/>
                <a:cs typeface="Arial"/>
              </a:rPr>
              <a:t>to</a:t>
            </a:r>
            <a:r>
              <a:rPr lang="ko-KR" altLang="en-US" sz="1500" b="1">
                <a:solidFill>
                  <a:srgbClr val="136F73"/>
                </a:solidFill>
                <a:latin typeface="Arial"/>
                <a:ea typeface="맑은 고딕"/>
                <a:cs typeface="Arial"/>
              </a:rPr>
              <a:t> </a:t>
            </a:r>
            <a:r>
              <a:rPr lang="en-US" altLang="ko-KR" sz="1500" b="1">
                <a:solidFill>
                  <a:srgbClr val="136F73"/>
                </a:solidFill>
                <a:latin typeface="Arial"/>
                <a:ea typeface="맑은 고딕"/>
                <a:cs typeface="Arial"/>
              </a:rPr>
              <a:t>distinguish:</a:t>
            </a:r>
            <a:r>
              <a:rPr lang="ko-KR" sz="1500" b="1">
                <a:solidFill>
                  <a:srgbClr val="136F73"/>
                </a:solidFill>
                <a:latin typeface="Arial"/>
                <a:ea typeface="맑은 고딕"/>
                <a:cs typeface="Arial"/>
              </a:rPr>
              <a:t> </a:t>
            </a:r>
            <a:r>
              <a:rPr lang="en-US" altLang="ko-KR" sz="1500" b="1">
                <a:solidFill>
                  <a:srgbClr val="136F73"/>
                </a:solidFill>
                <a:latin typeface="Arial"/>
                <a:ea typeface="맑은 고딕"/>
                <a:cs typeface="Arial"/>
              </a:rPr>
              <a:t>inspection</a:t>
            </a:r>
            <a:r>
              <a:rPr lang="ko-KR" altLang="en-US" sz="1500" b="1">
                <a:solidFill>
                  <a:srgbClr val="136F73"/>
                </a:solidFill>
                <a:latin typeface="Arial"/>
                <a:ea typeface="맑은 고딕"/>
                <a:cs typeface="Arial"/>
              </a:rPr>
              <a:t> </a:t>
            </a:r>
            <a:r>
              <a:rPr lang="en-US" altLang="ko-KR" sz="1500" b="1">
                <a:solidFill>
                  <a:srgbClr val="136F73"/>
                </a:solidFill>
                <a:latin typeface="Arial"/>
                <a:ea typeface="맑은 고딕"/>
                <a:cs typeface="Arial"/>
              </a:rPr>
              <a:t>paths,</a:t>
            </a:r>
            <a:r>
              <a:rPr lang="ko-KR" sz="1500" b="1">
                <a:solidFill>
                  <a:srgbClr val="136F73"/>
                </a:solidFill>
                <a:latin typeface="Arial"/>
                <a:ea typeface="맑은 고딕"/>
                <a:cs typeface="Arial"/>
              </a:rPr>
              <a:t> </a:t>
            </a:r>
            <a:r>
              <a:rPr lang="en-US" altLang="ko-KR" sz="1500" b="1">
                <a:solidFill>
                  <a:srgbClr val="136F73"/>
                </a:solidFill>
                <a:latin typeface="Arial"/>
                <a:ea typeface="맑은 고딕"/>
                <a:cs typeface="Arial"/>
              </a:rPr>
              <a:t>separate</a:t>
            </a:r>
            <a:r>
              <a:rPr lang="ko-KR" altLang="en-US" sz="1500" b="1">
                <a:solidFill>
                  <a:srgbClr val="136F73"/>
                </a:solidFill>
                <a:latin typeface="Arial"/>
                <a:ea typeface="맑은 고딕"/>
                <a:cs typeface="Arial"/>
              </a:rPr>
              <a:t> </a:t>
            </a:r>
            <a:r>
              <a:rPr lang="en-US" altLang="ko-KR" sz="1500" b="1">
                <a:solidFill>
                  <a:srgbClr val="136F73"/>
                </a:solidFill>
                <a:latin typeface="Arial"/>
                <a:ea typeface="맑은 고딕"/>
                <a:cs typeface="Arial"/>
              </a:rPr>
              <a:t>modules</a:t>
            </a:r>
            <a:r>
              <a:rPr lang="ko-KR" altLang="en-US" sz="1500" b="1">
                <a:solidFill>
                  <a:srgbClr val="136F73"/>
                </a:solidFill>
                <a:latin typeface="Arial"/>
                <a:ea typeface="맑은 고딕"/>
                <a:cs typeface="Arial"/>
              </a:rPr>
              <a:t> </a:t>
            </a:r>
            <a:r>
              <a:rPr lang="en-US" altLang="ko-KR" sz="1500" b="1">
                <a:solidFill>
                  <a:srgbClr val="136F73"/>
                </a:solidFill>
                <a:latin typeface="Arial"/>
                <a:ea typeface="맑은 고딕"/>
                <a:cs typeface="Arial"/>
              </a:rPr>
              <a:t>and</a:t>
            </a:r>
            <a:r>
              <a:rPr lang="ko-KR" sz="1500" b="1">
                <a:solidFill>
                  <a:srgbClr val="136F73"/>
                </a:solidFill>
                <a:latin typeface="Arial"/>
                <a:ea typeface="맑은 고딕"/>
                <a:cs typeface="Arial"/>
              </a:rPr>
              <a:t> </a:t>
            </a:r>
            <a:r>
              <a:rPr lang="en-US" altLang="ko-KR" sz="1500" b="1">
                <a:solidFill>
                  <a:srgbClr val="136F73"/>
                </a:solidFill>
                <a:latin typeface="Arial"/>
                <a:ea typeface="맑은 고딕"/>
                <a:cs typeface="Arial"/>
              </a:rPr>
              <a:t>unverified</a:t>
            </a:r>
            <a:r>
              <a:rPr lang="ko-KR" altLang="en-US" sz="1500" b="1">
                <a:solidFill>
                  <a:srgbClr val="136F73"/>
                </a:solidFill>
                <a:latin typeface="Arial"/>
                <a:ea typeface="맑은 고딕"/>
                <a:cs typeface="Arial"/>
              </a:rPr>
              <a:t> </a:t>
            </a:r>
            <a:r>
              <a:rPr lang="en-US" altLang="ko-KR" sz="1500" b="1">
                <a:solidFill>
                  <a:srgbClr val="136F73"/>
                </a:solidFill>
                <a:latin typeface="Arial"/>
                <a:ea typeface="맑은 고딕"/>
                <a:cs typeface="Arial"/>
              </a:rPr>
              <a:t>integration</a:t>
            </a:r>
            <a:r>
              <a:rPr lang="ko-KR" altLang="en-US" sz="1500" b="1">
                <a:solidFill>
                  <a:srgbClr val="136F73"/>
                </a:solidFill>
                <a:latin typeface="Arial"/>
                <a:ea typeface="맑은 고딕"/>
                <a:cs typeface="Arial"/>
              </a:rPr>
              <a:t> </a:t>
            </a:r>
            <a:r>
              <a:rPr lang="en-US" altLang="ko-KR" sz="1500" b="1">
                <a:solidFill>
                  <a:srgbClr val="136F73"/>
                </a:solidFill>
                <a:latin typeface="Arial"/>
                <a:ea typeface="맑은 고딕"/>
                <a:cs typeface="Arial"/>
              </a:rPr>
              <a:t>details.</a:t>
            </a:r>
            <a:r>
              <a:rPr lang="ko-KR" altLang="en-US" sz="1500" b="1">
                <a:solidFill>
                  <a:srgbClr val="136F73"/>
                </a:solidFill>
                <a:latin typeface="Arial"/>
                <a:ea typeface="맑은 고딕"/>
                <a:cs typeface="Arial"/>
              </a:rPr>
              <a:t> </a:t>
            </a:r>
            <a:r>
              <a:rPr lang="en-US" altLang="ko-KR" sz="1500" b="1">
                <a:solidFill>
                  <a:srgbClr val="136F73"/>
                </a:solidFill>
                <a:latin typeface="Arial"/>
                <a:ea typeface="맑은 고딕"/>
                <a:cs typeface="Arial"/>
              </a:rPr>
              <a:t>None</a:t>
            </a:r>
            <a:r>
              <a:rPr lang="ko-KR" altLang="en-US" sz="1500" b="1">
                <a:solidFill>
                  <a:srgbClr val="136F73"/>
                </a:solidFill>
                <a:latin typeface="Arial"/>
                <a:ea typeface="맑은 고딕"/>
                <a:cs typeface="Arial"/>
              </a:rPr>
              <a:t> </a:t>
            </a:r>
            <a:r>
              <a:rPr lang="en-US" altLang="ko-KR" sz="1500" b="1">
                <a:solidFill>
                  <a:srgbClr val="136F73"/>
                </a:solidFill>
                <a:latin typeface="Arial"/>
                <a:ea typeface="맑은 고딕"/>
                <a:cs typeface="Arial"/>
              </a:rPr>
              <a:t>proves</a:t>
            </a:r>
            <a:r>
              <a:rPr lang="ko-KR" sz="1500" b="1">
                <a:solidFill>
                  <a:srgbClr val="136F73"/>
                </a:solidFill>
                <a:latin typeface="Arial"/>
                <a:ea typeface="맑은 고딕"/>
                <a:cs typeface="Arial"/>
              </a:rPr>
              <a:t> </a:t>
            </a:r>
            <a:r>
              <a:rPr lang="en-US" altLang="ko-KR" sz="1500" b="1">
                <a:solidFill>
                  <a:srgbClr val="136F73"/>
                </a:solidFill>
                <a:latin typeface="Arial"/>
                <a:ea typeface="맑은 고딕"/>
                <a:cs typeface="Arial"/>
              </a:rPr>
              <a:t>blanket</a:t>
            </a:r>
            <a:r>
              <a:rPr lang="ko-KR" altLang="en-US" sz="1500" b="1">
                <a:solidFill>
                  <a:srgbClr val="136F73"/>
                </a:solidFill>
                <a:latin typeface="Arial"/>
                <a:ea typeface="맑은 고딕"/>
                <a:cs typeface="Arial"/>
              </a:rPr>
              <a:t> </a:t>
            </a:r>
            <a:r>
              <a:rPr lang="en-US" altLang="ko-KR" sz="1500" b="1">
                <a:solidFill>
                  <a:srgbClr val="136F73"/>
                </a:solidFill>
                <a:latin typeface="Arial"/>
                <a:ea typeface="맑은 고딕"/>
                <a:cs typeface="Arial"/>
              </a:rPr>
              <a:t>non-support.</a:t>
            </a:r>
            <a:endParaRPr lang="ko-KR" altLang="en-US"/>
          </a:p>
          <a:p>
            <a:endParaRPr lang="en-US" altLang="ko-KR" sz="1500" b="1">
              <a:solidFill>
                <a:srgbClr val="136F73"/>
              </a:solidFill>
              <a:latin typeface="Arial"/>
              <a:ea typeface="맑은 고딕"/>
              <a:cs typeface="Arial"/>
            </a:endParaRPr>
          </a:p>
          <a:p>
            <a:endParaRPr lang="en-US" altLang="ko-KR" sz="1300">
              <a:solidFill>
                <a:srgbClr val="5E6C7A"/>
              </a:solidFill>
              <a:latin typeface="Arial"/>
              <a:ea typeface="맑은 고딕"/>
              <a:cs typeface="Arial"/>
            </a:endParaRPr>
          </a:p>
          <a:p>
            <a:endParaRPr lang="en-US" altLang="ko-KR" sz="1300">
              <a:solidFill>
                <a:srgbClr val="5E6C7A"/>
              </a:solidFill>
              <a:latin typeface="Arial"/>
              <a:ea typeface="맑은 고딕"/>
              <a:cs typeface="Arial"/>
            </a:endParaRPr>
          </a:p>
          <a:p>
            <a:r>
              <a:rPr lang="ko-KR" sz="1300">
                <a:solidFill>
                  <a:srgbClr val="5E6C7A"/>
                </a:solidFill>
                <a:latin typeface="Arial"/>
                <a:ea typeface="맑은 고딕"/>
                <a:cs typeface="Arial"/>
              </a:rPr>
              <a:t>.</a:t>
            </a:r>
            <a:endParaRPr lang="ko-KR">
              <a:ea typeface="맑은 고딕"/>
            </a:endParaRPr>
          </a:p>
          <a:p>
            <a:pPr algn="l"/>
            <a:endParaRPr lang="ko-KR" altLang="en-US">
              <a:ea typeface="맑은 고딕"/>
            </a:endParaRPr>
          </a:p>
        </p:txBody>
      </p:sp>
      <p:graphicFrame>
        <p:nvGraphicFramePr>
          <p:cNvPr id="4" name="표 3">
            <a:extLst>
              <a:ext uri="{FF2B5EF4-FFF2-40B4-BE49-F238E27FC236}">
                <a16:creationId xmlns:a16="http://schemas.microsoft.com/office/drawing/2014/main" id="{50DD31AA-D5EA-0B7D-F7C9-A5E7596927E2}"/>
              </a:ext>
            </a:extLst>
          </p:cNvPr>
          <p:cNvGraphicFramePr>
            <a:graphicFrameLocks noGrp="1"/>
          </p:cNvGraphicFramePr>
          <p:nvPr/>
        </p:nvGraphicFramePr>
        <p:xfrm>
          <a:off x="571500" y="1643062"/>
          <a:ext cx="11049000" cy="3571875"/>
        </p:xfrm>
        <a:graphic>
          <a:graphicData uri="http://schemas.openxmlformats.org/drawingml/2006/table">
            <a:tbl>
              <a:tblPr bandRow="1">
                <a:tableStyleId>{5C22544A-7EE6-4342-B048-85BDC9FD1C3A}</a:tableStyleId>
              </a:tblPr>
              <a:tblGrid>
                <a:gridCol w="2238375">
                  <a:extLst>
                    <a:ext uri="{9D8B030D-6E8A-4147-A177-3AD203B41FA5}">
                      <a16:colId xmlns:a16="http://schemas.microsoft.com/office/drawing/2014/main" val="1267385640"/>
                    </a:ext>
                  </a:extLst>
                </a:gridCol>
                <a:gridCol w="4048125">
                  <a:extLst>
                    <a:ext uri="{9D8B030D-6E8A-4147-A177-3AD203B41FA5}">
                      <a16:colId xmlns:a16="http://schemas.microsoft.com/office/drawing/2014/main" val="3749328431"/>
                    </a:ext>
                  </a:extLst>
                </a:gridCol>
                <a:gridCol w="4762500">
                  <a:extLst>
                    <a:ext uri="{9D8B030D-6E8A-4147-A177-3AD203B41FA5}">
                      <a16:colId xmlns:a16="http://schemas.microsoft.com/office/drawing/2014/main" val="3408615507"/>
                    </a:ext>
                  </a:extLst>
                </a:gridCol>
              </a:tblGrid>
              <a:tr h="371475">
                <a:tc>
                  <a:txBody>
                    <a:bodyPr/>
                    <a:lstStyle/>
                    <a:p>
                      <a:pPr algn="l">
                        <a:buNone/>
                      </a:pPr>
                      <a:r>
                        <a:rPr lang="ko-KR" sz="1300" b="1">
                          <a:solidFill>
                            <a:srgbClr val="144772"/>
                          </a:solidFill>
                          <a:effectLst/>
                          <a:latin typeface="Arial" panose="020B0604020202020204" pitchFamily="34" charset="0"/>
                          <a:ea typeface="Arial" panose="020B0604020202020204" pitchFamily="34" charset="0"/>
                        </a:rPr>
                        <a:t>Comparison axis</a:t>
                      </a:r>
                      <a:endParaRPr lang="ko-KR" sz="1300" b="1">
                        <a:solidFill>
                          <a:srgbClr val="144772"/>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DDECF2"/>
                    </a:solidFill>
                  </a:tcPr>
                </a:tc>
                <a:tc>
                  <a:txBody>
                    <a:bodyPr/>
                    <a:lstStyle/>
                    <a:p>
                      <a:pPr algn="l">
                        <a:buNone/>
                      </a:pPr>
                      <a:r>
                        <a:rPr lang="ko-KR" sz="1300" b="1">
                          <a:solidFill>
                            <a:srgbClr val="144772"/>
                          </a:solidFill>
                          <a:effectLst/>
                          <a:latin typeface="Arial" panose="020B0604020202020204" pitchFamily="34" charset="0"/>
                          <a:ea typeface="Arial" panose="020B0604020202020204" pitchFamily="34" charset="0"/>
                        </a:rPr>
                        <a:t>Somansa evidence</a:t>
                      </a:r>
                      <a:endParaRPr lang="ko-KR" sz="1300" b="1">
                        <a:solidFill>
                          <a:srgbClr val="144772"/>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DDECF2"/>
                    </a:solidFill>
                  </a:tcPr>
                </a:tc>
                <a:tc>
                  <a:txBody>
                    <a:bodyPr/>
                    <a:lstStyle/>
                    <a:p>
                      <a:pPr algn="l">
                        <a:buNone/>
                      </a:pPr>
                      <a:r>
                        <a:rPr lang="ko-KR" sz="1300" b="1">
                          <a:solidFill>
                            <a:srgbClr val="144772"/>
                          </a:solidFill>
                          <a:effectLst/>
                          <a:latin typeface="Arial" panose="020B0604020202020204" pitchFamily="34" charset="0"/>
                          <a:ea typeface="Arial" panose="020B0604020202020204" pitchFamily="34" charset="0"/>
                        </a:rPr>
                        <a:t>Competing reference / assessment</a:t>
                      </a:r>
                      <a:endParaRPr lang="ko-KR" sz="1300" b="1">
                        <a:solidFill>
                          <a:srgbClr val="144772"/>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DDECF2"/>
                    </a:solidFill>
                  </a:tcPr>
                </a:tc>
                <a:extLst>
                  <a:ext uri="{0D108BD9-81ED-4DB2-BD59-A6C34878D82A}">
                    <a16:rowId xmlns:a16="http://schemas.microsoft.com/office/drawing/2014/main" val="3937351467"/>
                  </a:ext>
                </a:extLst>
              </a:tr>
              <a:tr h="800100">
                <a:tc>
                  <a:txBody>
                    <a:bodyPr/>
                    <a:lstStyle/>
                    <a:p>
                      <a:pPr algn="l">
                        <a:buNone/>
                      </a:pPr>
                      <a:r>
                        <a:rPr lang="ko-KR" sz="1300" b="1">
                          <a:solidFill>
                            <a:srgbClr val="243447"/>
                          </a:solidFill>
                          <a:effectLst/>
                          <a:latin typeface="Arial" panose="020B0604020202020204" pitchFamily="34" charset="0"/>
                          <a:ea typeface="Arial" panose="020B0604020202020204" pitchFamily="34" charset="0"/>
                        </a:rPr>
                        <a:t>Domestic workflows</a:t>
                      </a:r>
                      <a:endParaRPr lang="ko-KR" sz="1300" b="1">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a:solidFill>
                            <a:srgbClr val="243447"/>
                          </a:solidFill>
                          <a:effectLst/>
                          <a:latin typeface="Arial" panose="020B0604020202020204" pitchFamily="34" charset="0"/>
                          <a:ea typeface="Arial" panose="020B0604020202020204" pitchFamily="34" charset="0"/>
                        </a:rPr>
                        <a:t>Mail-i names Korean services and reconstructs transmitted content. [S16]</a:t>
                      </a:r>
                      <a:endParaRPr lang="ko-KR" sz="1300">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a:solidFill>
                            <a:srgbClr val="243447"/>
                          </a:solidFill>
                          <a:effectLst/>
                          <a:latin typeface="Arial" panose="020B0604020202020204" pitchFamily="34" charset="0"/>
                          <a:ea typeface="Arial" panose="020B0604020202020204" pitchFamily="34" charset="0"/>
                        </a:rPr>
                        <a:t>Relevant to local workflows. Equivalent protocol/version tests are still needed.</a:t>
                      </a:r>
                      <a:endParaRPr lang="ko-KR" sz="1300">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4078371622"/>
                  </a:ext>
                </a:extLst>
              </a:tr>
              <a:tr h="800100">
                <a:tc>
                  <a:txBody>
                    <a:bodyPr/>
                    <a:lstStyle/>
                    <a:p>
                      <a:pPr algn="l">
                        <a:buNone/>
                      </a:pPr>
                      <a:r>
                        <a:rPr lang="ko-KR" sz="1300" b="1">
                          <a:solidFill>
                            <a:srgbClr val="243447"/>
                          </a:solidFill>
                          <a:effectLst/>
                          <a:latin typeface="Arial" panose="020B0604020202020204" pitchFamily="34" charset="0"/>
                          <a:ea typeface="Arial" panose="020B0604020202020204" pitchFamily="34" charset="0"/>
                        </a:rPr>
                        <a:t>Detection methods</a:t>
                      </a:r>
                      <a:endParaRPr lang="ko-KR" sz="1300" b="1">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a:solidFill>
                            <a:srgbClr val="243447"/>
                          </a:solidFill>
                          <a:effectLst/>
                          <a:latin typeface="Arial" panose="020B0604020202020204" pitchFamily="34" charset="0"/>
                          <a:ea typeface="Arial" panose="020B0604020202020204" pitchFamily="34" charset="0"/>
                        </a:rPr>
                        <a:t>Rules and OCR, plus LLM semantic detection in WebKeeper. [S8,S14,S16]</a:t>
                      </a:r>
                      <a:endParaRPr lang="ko-KR" sz="1300">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a:solidFill>
                            <a:srgbClr val="243447"/>
                          </a:solidFill>
                          <a:effectLst/>
                          <a:latin typeface="Arial" panose="020B0604020202020204" pitchFamily="34" charset="0"/>
                          <a:ea typeface="Arial" panose="020B0604020202020204" pitchFamily="34" charset="0"/>
                        </a:rPr>
                        <a:t>Symantec and Forcepoint document fingerprints and matching rules. EDM/IDM equivalence remains unverified. [C1,C2,C5]</a:t>
                      </a:r>
                      <a:endParaRPr lang="ko-KR" sz="1300">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3942628233"/>
                  </a:ext>
                </a:extLst>
              </a:tr>
              <a:tr h="800100">
                <a:tc>
                  <a:txBody>
                    <a:bodyPr/>
                    <a:lstStyle/>
                    <a:p>
                      <a:pPr algn="l">
                        <a:buNone/>
                      </a:pPr>
                      <a:r>
                        <a:rPr lang="ko-KR" sz="1300" b="1">
                          <a:solidFill>
                            <a:srgbClr val="243447"/>
                          </a:solidFill>
                          <a:effectLst/>
                          <a:latin typeface="Arial" panose="020B0604020202020204" pitchFamily="34" charset="0"/>
                          <a:ea typeface="Arial" panose="020B0604020202020204" pitchFamily="34" charset="0"/>
                        </a:rPr>
                        <a:t>Microsoft 365</a:t>
                      </a:r>
                      <a:endParaRPr lang="ko-KR" sz="1300" b="1">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a:solidFill>
                            <a:srgbClr val="243447"/>
                          </a:solidFill>
                          <a:effectLst/>
                          <a:latin typeface="Arial" panose="020B0604020202020204" pitchFamily="34" charset="0"/>
                          <a:ea typeface="Arial" panose="020B0604020202020204" pitchFamily="34" charset="0"/>
                        </a:rPr>
                        <a:t>Network / cloud-service controls stated; M365-native policy actions unverified. [S5,S16]</a:t>
                      </a:r>
                      <a:endParaRPr lang="ko-KR" sz="1300">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a:solidFill>
                            <a:srgbClr val="243447"/>
                          </a:solidFill>
                          <a:effectLst/>
                          <a:latin typeface="Arial" panose="020B0604020202020204" pitchFamily="34" charset="0"/>
                          <a:ea typeface="Arial" panose="020B0604020202020204" pitchFamily="34" charset="0"/>
                        </a:rPr>
                        <a:t>Purview documents native M365 policies and broader integrations. Compare specific actions, not logos. [C3]</a:t>
                      </a:r>
                      <a:endParaRPr lang="ko-KR" sz="1300">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106533635"/>
                  </a:ext>
                </a:extLst>
              </a:tr>
              <a:tr h="800100">
                <a:tc>
                  <a:txBody>
                    <a:bodyPr/>
                    <a:lstStyle/>
                    <a:p>
                      <a:pPr algn="l">
                        <a:buNone/>
                      </a:pPr>
                      <a:r>
                        <a:rPr lang="ko-KR" sz="1300" b="1">
                          <a:solidFill>
                            <a:srgbClr val="243447"/>
                          </a:solidFill>
                          <a:effectLst/>
                          <a:latin typeface="Arial" panose="020B0604020202020204" pitchFamily="34" charset="0"/>
                          <a:ea typeface="Arial" panose="020B0604020202020204" pitchFamily="34" charset="0"/>
                        </a:rPr>
                        <a:t>Protection after export</a:t>
                      </a:r>
                      <a:endParaRPr lang="ko-KR" sz="1300" b="1">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a:solidFill>
                            <a:srgbClr val="243447"/>
                          </a:solidFill>
                          <a:effectLst/>
                          <a:latin typeface="Arial" panose="020B0604020202020204" pitchFamily="34" charset="0"/>
                          <a:ea typeface="Arial" panose="020B0604020202020204" pitchFamily="34" charset="0"/>
                        </a:rPr>
                        <a:t>Mail-i emphasizes inspection during transmission. [S16]</a:t>
                      </a:r>
                      <a:endParaRPr lang="ko-KR" sz="1300">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a:solidFill>
                            <a:srgbClr val="243447"/>
                          </a:solidFill>
                          <a:effectLst/>
                          <a:latin typeface="Arial" panose="020B0604020202020204" pitchFamily="34" charset="0"/>
                          <a:ea typeface="Arial" panose="020B0604020202020204" pitchFamily="34" charset="0"/>
                        </a:rPr>
                        <a:t>Fasoo and Purview also bind permissions to protected files. Persistent rights are a separate comparison axis. [F1,C4]</a:t>
                      </a:r>
                      <a:endParaRPr lang="ko-KR" sz="1300">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893960874"/>
                  </a:ext>
                </a:extLst>
              </a:tr>
            </a:tbl>
          </a:graphicData>
        </a:graphic>
      </p:graphicFrame>
    </p:spTree>
    <p:extLst>
      <p:ext uri="{BB962C8B-B14F-4D97-AF65-F5344CB8AC3E}">
        <p14:creationId xmlns:p14="http://schemas.microsoft.com/office/powerpoint/2010/main" val="262681096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AD20E9-71AC-F77D-C330-4F4DC7CA94E3}"/>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C98D1F4-437C-B37D-A2A7-681B544B30FB}"/>
              </a:ext>
            </a:extLst>
          </p:cNvPr>
          <p:cNvSpPr>
            <a:spLocks noGrp="1"/>
          </p:cNvSpPr>
          <p:nvPr>
            <p:ph type="sldNum" sz="quarter" idx="4"/>
          </p:nvPr>
        </p:nvSpPr>
        <p:spPr/>
        <p:txBody>
          <a:bodyPr/>
          <a:lstStyle/>
          <a:p>
            <a:fld id="{4EA1E582-E1CC-4474-812F-1657BC5920B7}" type="slidenum">
              <a:rPr lang="ko-KR" altLang="en-US" smtClean="0"/>
              <a:t>13</a:t>
            </a:fld>
            <a:endParaRPr lang="ko-KR" altLang="en-US"/>
          </a:p>
        </p:txBody>
      </p:sp>
      <p:sp>
        <p:nvSpPr>
          <p:cNvPr id="5" name="Text Placeholder 4">
            <a:extLst>
              <a:ext uri="{FF2B5EF4-FFF2-40B4-BE49-F238E27FC236}">
                <a16:creationId xmlns:a16="http://schemas.microsoft.com/office/drawing/2014/main" id="{B2888CA8-2E06-D368-ACCB-FBC7DEF3173C}"/>
              </a:ext>
            </a:extLst>
          </p:cNvPr>
          <p:cNvSpPr>
            <a:spLocks noGrp="1"/>
          </p:cNvSpPr>
          <p:nvPr>
            <p:ph type="body" sz="quarter" idx="11"/>
          </p:nvPr>
        </p:nvSpPr>
        <p:spPr>
          <a:xfrm>
            <a:off x="356195" y="1926478"/>
            <a:ext cx="11465393" cy="401637"/>
          </a:xfrm>
        </p:spPr>
        <p:txBody>
          <a:bodyPr lIns="91440" tIns="45720" rIns="91440" bIns="45720" anchor="ctr" anchorCtr="0"/>
          <a:lstStyle/>
          <a:p>
            <a:r>
              <a:rPr lang="en-US">
                <a:latin typeface="KoPub돋움체 Bold"/>
              </a:rPr>
              <a:t>Implications for our solution</a:t>
            </a:r>
            <a:endParaRPr lang="ko-KR" altLang="en-US"/>
          </a:p>
          <a:p>
            <a:endParaRPr lang="en-US" altLang="ko-KR"/>
          </a:p>
          <a:p>
            <a:endParaRPr lang="en-US" altLang="ko-KR"/>
          </a:p>
          <a:p>
            <a:endParaRPr lang="en-US"/>
          </a:p>
        </p:txBody>
      </p:sp>
      <p:sp>
        <p:nvSpPr>
          <p:cNvPr id="7" name="제목 3">
            <a:extLst>
              <a:ext uri="{FF2B5EF4-FFF2-40B4-BE49-F238E27FC236}">
                <a16:creationId xmlns:a16="http://schemas.microsoft.com/office/drawing/2014/main" id="{FB6B609C-2FA2-BBC2-D8D9-35DA4615D14F}"/>
              </a:ext>
            </a:extLst>
          </p:cNvPr>
          <p:cNvSpPr txBox="1">
            <a:spLocks/>
          </p:cNvSpPr>
          <p:nvPr/>
        </p:nvSpPr>
        <p:spPr>
          <a:xfrm>
            <a:off x="286194" y="265704"/>
            <a:ext cx="10666268" cy="464670"/>
          </a:xfrm>
          <a:prstGeom prst="rect">
            <a:avLst/>
          </a:prstGeom>
        </p:spPr>
        <p:txBody>
          <a:bodyPr lIns="91440" tIns="45720" rIns="91440" bIns="45720" anchor="ctr" anchorCtr="0"/>
          <a:lstStyle>
            <a:lvl1pPr algn="l" rtl="0" eaLnBrk="1" fontAlgn="base" latinLnBrk="1" hangingPunct="1">
              <a:spcBef>
                <a:spcPct val="0"/>
              </a:spcBef>
              <a:spcAft>
                <a:spcPct val="0"/>
              </a:spcAft>
              <a:defRPr lang="ko-KR" altLang="en-US" sz="2400" b="1" kern="1200" baseline="0" dirty="0">
                <a:ln>
                  <a:solidFill>
                    <a:schemeClr val="accent1">
                      <a:alpha val="0"/>
                    </a:schemeClr>
                  </a:solidFill>
                </a:ln>
                <a:solidFill>
                  <a:srgbClr val="144772"/>
                </a:solidFill>
                <a:effectLst>
                  <a:glow rad="127000">
                    <a:schemeClr val="bg1"/>
                  </a:glow>
                  <a:outerShdw blurRad="38100" dist="38100" dir="2700000" algn="tl" rotWithShape="0">
                    <a:prstClr val="black">
                      <a:alpha val="40000"/>
                    </a:prstClr>
                  </a:outerShdw>
                </a:effectLst>
                <a:latin typeface="Pretendard Black" panose="02000A03000000020004" pitchFamily="50" charset="-127"/>
                <a:ea typeface="Pretendard Black" panose="02000A03000000020004" pitchFamily="50" charset="-127"/>
                <a:cs typeface="Pretendard Black" panose="02000A03000000020004" pitchFamily="50" charset="-127"/>
              </a:defRPr>
            </a:lvl1pPr>
            <a:lvl2pPr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2pPr>
            <a:lvl3pPr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3pPr>
            <a:lvl4pPr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4pPr>
            <a:lvl5pPr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5pPr>
            <a:lvl6pPr marL="457200"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6pPr>
            <a:lvl7pPr marL="914400"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7pPr>
            <a:lvl8pPr marL="1371600"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8pPr>
            <a:lvl9pPr marL="1828800"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9pPr>
          </a:lstStyle>
          <a:p>
            <a:r>
              <a:rPr lang="ko-KR" altLang="en-US">
                <a:ln>
                  <a:solidFill>
                    <a:srgbClr val="4F81BD">
                      <a:alpha val="0"/>
                    </a:srgbClr>
                  </a:solidFill>
                </a:ln>
                <a:effectLst>
                  <a:glow rad="127000">
                    <a:prstClr val="white"/>
                  </a:glow>
                  <a:outerShdw blurRad="38100" dist="38100" dir="2700000" algn="tl" rotWithShape="0">
                    <a:prstClr val="black">
                      <a:alpha val="40000"/>
                    </a:prstClr>
                  </a:outerShdw>
                </a:effectLst>
                <a:ea typeface="Pretendard Black"/>
              </a:rPr>
              <a:t>Somansa (윤석)</a:t>
            </a:r>
            <a:endParaRPr lang="en-US" altLang="ko-KR"/>
          </a:p>
        </p:txBody>
      </p:sp>
      <p:sp>
        <p:nvSpPr>
          <p:cNvPr id="8" name="TextBox 7">
            <a:extLst>
              <a:ext uri="{FF2B5EF4-FFF2-40B4-BE49-F238E27FC236}">
                <a16:creationId xmlns:a16="http://schemas.microsoft.com/office/drawing/2014/main" id="{EB3D0E83-ED77-8BA3-E030-9F89660FFBFE}"/>
              </a:ext>
            </a:extLst>
          </p:cNvPr>
          <p:cNvSpPr txBox="1"/>
          <p:nvPr/>
        </p:nvSpPr>
        <p:spPr>
          <a:xfrm>
            <a:off x="568476" y="1257904"/>
            <a:ext cx="10631714" cy="136960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ltLang="ko-KR" sz="1300">
                <a:solidFill>
                  <a:srgbClr val="5E6C7A"/>
                </a:solidFill>
                <a:latin typeface="Arial"/>
                <a:ea typeface="맑은 고딕"/>
                <a:cs typeface="Arial"/>
              </a:rPr>
              <a:t>Proposal:</a:t>
            </a:r>
            <a:r>
              <a:rPr lang="ko-KR" altLang="en-US" sz="1300">
                <a:solidFill>
                  <a:srgbClr val="5E6C7A"/>
                </a:solidFill>
                <a:latin typeface="Arial"/>
                <a:ea typeface="맑은 고딕"/>
                <a:cs typeface="Arial"/>
              </a:rPr>
              <a:t> </a:t>
            </a:r>
            <a:r>
              <a:rPr lang="en-US" altLang="ko-KR" sz="1300">
                <a:solidFill>
                  <a:srgbClr val="5E6C7A"/>
                </a:solidFill>
                <a:latin typeface="Arial"/>
                <a:ea typeface="맑은 고딕"/>
                <a:cs typeface="Arial"/>
              </a:rPr>
              <a:t>demonstrate</a:t>
            </a:r>
            <a:r>
              <a:rPr lang="ko-KR" altLang="en-US" sz="1300">
                <a:solidFill>
                  <a:srgbClr val="5E6C7A"/>
                </a:solidFill>
                <a:latin typeface="Arial"/>
                <a:ea typeface="맑은 고딕"/>
                <a:cs typeface="Arial"/>
              </a:rPr>
              <a:t> </a:t>
            </a:r>
            <a:r>
              <a:rPr lang="en-US" altLang="ko-KR" sz="1300">
                <a:solidFill>
                  <a:srgbClr val="5E6C7A"/>
                </a:solidFill>
                <a:latin typeface="Arial"/>
                <a:ea typeface="맑은 고딕"/>
                <a:cs typeface="Arial"/>
              </a:rPr>
              <a:t>measurable</a:t>
            </a:r>
            <a:r>
              <a:rPr lang="ko-KR" altLang="en-US" sz="1300">
                <a:solidFill>
                  <a:srgbClr val="5E6C7A"/>
                </a:solidFill>
                <a:latin typeface="Arial"/>
                <a:ea typeface="맑은 고딕"/>
                <a:cs typeface="Arial"/>
              </a:rPr>
              <a:t> </a:t>
            </a:r>
            <a:r>
              <a:rPr lang="en-US" altLang="ko-KR" sz="1300">
                <a:solidFill>
                  <a:srgbClr val="5E6C7A"/>
                </a:solidFill>
                <a:latin typeface="Arial"/>
                <a:ea typeface="맑은 고딕"/>
                <a:cs typeface="Arial"/>
              </a:rPr>
              <a:t>control</a:t>
            </a:r>
            <a:r>
              <a:rPr lang="ko-KR" altLang="en-US" sz="1300">
                <a:solidFill>
                  <a:srgbClr val="5E6C7A"/>
                </a:solidFill>
                <a:latin typeface="Arial"/>
                <a:ea typeface="맑은 고딕"/>
                <a:cs typeface="Arial"/>
              </a:rPr>
              <a:t> </a:t>
            </a:r>
            <a:r>
              <a:rPr lang="en-US" altLang="ko-KR" sz="1300">
                <a:solidFill>
                  <a:srgbClr val="5E6C7A"/>
                </a:solidFill>
                <a:latin typeface="Arial"/>
                <a:ea typeface="맑은 고딕"/>
                <a:cs typeface="Arial"/>
              </a:rPr>
              <a:t>in</a:t>
            </a:r>
            <a:r>
              <a:rPr lang="ko-KR" altLang="en-US" sz="1300">
                <a:solidFill>
                  <a:srgbClr val="5E6C7A"/>
                </a:solidFill>
                <a:latin typeface="Arial"/>
                <a:ea typeface="맑은 고딕"/>
                <a:cs typeface="Arial"/>
              </a:rPr>
              <a:t> </a:t>
            </a:r>
            <a:r>
              <a:rPr lang="en-US" altLang="ko-KR" sz="1300">
                <a:solidFill>
                  <a:srgbClr val="5E6C7A"/>
                </a:solidFill>
                <a:latin typeface="Arial"/>
                <a:ea typeface="맑은 고딕"/>
                <a:cs typeface="Arial"/>
              </a:rPr>
              <a:t>a</a:t>
            </a:r>
            <a:r>
              <a:rPr lang="ko-KR" altLang="en-US" sz="1300">
                <a:solidFill>
                  <a:srgbClr val="5E6C7A"/>
                </a:solidFill>
                <a:latin typeface="Arial"/>
                <a:ea typeface="맑은 고딕"/>
                <a:cs typeface="Arial"/>
              </a:rPr>
              <a:t> </a:t>
            </a:r>
            <a:r>
              <a:rPr lang="en-US" altLang="ko-KR" sz="1300">
                <a:solidFill>
                  <a:srgbClr val="5E6C7A"/>
                </a:solidFill>
                <a:latin typeface="Arial"/>
                <a:ea typeface="맑은 고딕"/>
                <a:cs typeface="Arial"/>
              </a:rPr>
              <a:t>defined</a:t>
            </a:r>
            <a:r>
              <a:rPr lang="ko-KR" altLang="en-US" sz="1300">
                <a:solidFill>
                  <a:srgbClr val="5E6C7A"/>
                </a:solidFill>
                <a:latin typeface="Arial"/>
                <a:ea typeface="맑은 고딕"/>
                <a:cs typeface="Arial"/>
              </a:rPr>
              <a:t> </a:t>
            </a:r>
            <a:r>
              <a:rPr lang="en-US" altLang="ko-KR" sz="1300">
                <a:solidFill>
                  <a:srgbClr val="5E6C7A"/>
                </a:solidFill>
                <a:latin typeface="Arial"/>
                <a:ea typeface="맑은 고딕"/>
                <a:cs typeface="Arial"/>
              </a:rPr>
              <a:t>AI-assisted</a:t>
            </a:r>
            <a:r>
              <a:rPr lang="ko-KR" altLang="en-US" sz="1300">
                <a:solidFill>
                  <a:srgbClr val="5E6C7A"/>
                </a:solidFill>
                <a:latin typeface="Arial"/>
                <a:ea typeface="맑은 고딕"/>
                <a:cs typeface="Arial"/>
              </a:rPr>
              <a:t> </a:t>
            </a:r>
            <a:r>
              <a:rPr lang="en-US" altLang="ko-KR" sz="1300">
                <a:solidFill>
                  <a:srgbClr val="5E6C7A"/>
                </a:solidFill>
                <a:latin typeface="Arial"/>
                <a:ea typeface="맑은 고딕"/>
                <a:cs typeface="Arial"/>
              </a:rPr>
              <a:t>business</a:t>
            </a:r>
            <a:r>
              <a:rPr lang="ko-KR" altLang="en-US" sz="1300">
                <a:solidFill>
                  <a:srgbClr val="5E6C7A"/>
                </a:solidFill>
                <a:latin typeface="Arial"/>
                <a:ea typeface="맑은 고딕"/>
                <a:cs typeface="Arial"/>
              </a:rPr>
              <a:t> </a:t>
            </a:r>
            <a:r>
              <a:rPr lang="en-US" altLang="ko-KR" sz="1300">
                <a:solidFill>
                  <a:srgbClr val="5E6C7A"/>
                </a:solidFill>
                <a:latin typeface="Arial"/>
                <a:ea typeface="맑은 고딕"/>
                <a:cs typeface="Arial"/>
              </a:rPr>
              <a:t>workflow.</a:t>
            </a:r>
            <a:endParaRPr lang="ko-KR" altLang="en-US"/>
          </a:p>
          <a:p>
            <a:endParaRPr lang="en-US" altLang="ko-KR" sz="1300">
              <a:solidFill>
                <a:srgbClr val="5E6C7A"/>
              </a:solidFill>
              <a:latin typeface="Arial"/>
              <a:ea typeface="맑은 고딕"/>
              <a:cs typeface="Arial"/>
            </a:endParaRPr>
          </a:p>
          <a:p>
            <a:endParaRPr lang="en-US" altLang="ko-KR" sz="1300">
              <a:solidFill>
                <a:srgbClr val="5E6C7A"/>
              </a:solidFill>
              <a:latin typeface="Arial"/>
              <a:ea typeface="맑은 고딕"/>
              <a:cs typeface="Arial"/>
            </a:endParaRPr>
          </a:p>
          <a:p>
            <a:endParaRPr lang="en-US" altLang="ko-KR" sz="1300">
              <a:solidFill>
                <a:srgbClr val="5E6C7A"/>
              </a:solidFill>
              <a:latin typeface="Arial"/>
              <a:ea typeface="맑은 고딕"/>
              <a:cs typeface="Arial"/>
            </a:endParaRPr>
          </a:p>
          <a:p>
            <a:r>
              <a:rPr lang="ko-KR" sz="1300">
                <a:solidFill>
                  <a:srgbClr val="5E6C7A"/>
                </a:solidFill>
                <a:latin typeface="Arial"/>
                <a:ea typeface="맑은 고딕"/>
                <a:cs typeface="Arial"/>
              </a:rPr>
              <a:t>.</a:t>
            </a:r>
            <a:endParaRPr lang="ko-KR">
              <a:ea typeface="맑은 고딕"/>
            </a:endParaRPr>
          </a:p>
          <a:p>
            <a:pPr algn="l"/>
            <a:endParaRPr lang="ko-KR" altLang="en-US">
              <a:ea typeface="맑은 고딕"/>
            </a:endParaRPr>
          </a:p>
        </p:txBody>
      </p:sp>
      <p:sp>
        <p:nvSpPr>
          <p:cNvPr id="12" name="TextBox 11">
            <a:extLst>
              <a:ext uri="{FF2B5EF4-FFF2-40B4-BE49-F238E27FC236}">
                <a16:creationId xmlns:a16="http://schemas.microsoft.com/office/drawing/2014/main" id="{C5415DBC-47F0-FC2E-F9EB-5A5A601CD5EE}"/>
              </a:ext>
            </a:extLst>
          </p:cNvPr>
          <p:cNvSpPr txBox="1"/>
          <p:nvPr/>
        </p:nvSpPr>
        <p:spPr>
          <a:xfrm>
            <a:off x="568475" y="5586064"/>
            <a:ext cx="11058434" cy="166199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ltLang="ko-KR" sz="1500" b="1">
                <a:solidFill>
                  <a:srgbClr val="136F73"/>
                </a:solidFill>
                <a:latin typeface="Arial"/>
                <a:ea typeface="맑은 고딕"/>
                <a:cs typeface="Arial"/>
              </a:rPr>
              <a:t>Success</a:t>
            </a:r>
            <a:r>
              <a:rPr lang="ko-KR" altLang="en-US" sz="1500" b="1">
                <a:solidFill>
                  <a:srgbClr val="136F73"/>
                </a:solidFill>
                <a:latin typeface="Arial"/>
                <a:ea typeface="맑은 고딕"/>
                <a:cs typeface="Arial"/>
              </a:rPr>
              <a:t> </a:t>
            </a:r>
            <a:r>
              <a:rPr lang="en-US" altLang="ko-KR" sz="1500" b="1">
                <a:solidFill>
                  <a:srgbClr val="136F73"/>
                </a:solidFill>
                <a:latin typeface="Arial"/>
                <a:ea typeface="맑은 고딕"/>
                <a:cs typeface="Arial"/>
              </a:rPr>
              <a:t>criterion:</a:t>
            </a:r>
            <a:r>
              <a:rPr lang="ko-KR" sz="1500" b="1">
                <a:solidFill>
                  <a:srgbClr val="136F73"/>
                </a:solidFill>
                <a:latin typeface="Arial"/>
                <a:ea typeface="맑은 고딕"/>
                <a:cs typeface="Arial"/>
              </a:rPr>
              <a:t> </a:t>
            </a:r>
            <a:r>
              <a:rPr lang="en-US" altLang="ko-KR" sz="1500" b="1">
                <a:solidFill>
                  <a:srgbClr val="136F73"/>
                </a:solidFill>
                <a:latin typeface="Arial"/>
                <a:ea typeface="맑은 고딕"/>
                <a:cs typeface="Arial"/>
              </a:rPr>
              <a:t>fewer</a:t>
            </a:r>
            <a:r>
              <a:rPr lang="ko-KR" altLang="en-US" sz="1500" b="1">
                <a:solidFill>
                  <a:srgbClr val="136F73"/>
                </a:solidFill>
                <a:latin typeface="Arial"/>
                <a:ea typeface="맑은 고딕"/>
                <a:cs typeface="Arial"/>
              </a:rPr>
              <a:t> </a:t>
            </a:r>
            <a:r>
              <a:rPr lang="en-US" altLang="ko-KR" sz="1500" b="1">
                <a:solidFill>
                  <a:srgbClr val="136F73"/>
                </a:solidFill>
                <a:latin typeface="Arial"/>
                <a:ea typeface="맑은 고딕"/>
                <a:cs typeface="Arial"/>
              </a:rPr>
              <a:t>successful</a:t>
            </a:r>
            <a:r>
              <a:rPr lang="ko-KR" altLang="en-US" sz="1500" b="1">
                <a:solidFill>
                  <a:srgbClr val="136F73"/>
                </a:solidFill>
                <a:latin typeface="Arial"/>
                <a:ea typeface="맑은 고딕"/>
                <a:cs typeface="Arial"/>
              </a:rPr>
              <a:t> </a:t>
            </a:r>
            <a:r>
              <a:rPr lang="en-US" altLang="ko-KR" sz="1500" b="1">
                <a:solidFill>
                  <a:srgbClr val="136F73"/>
                </a:solidFill>
                <a:latin typeface="Arial"/>
                <a:ea typeface="맑은 고딕"/>
                <a:cs typeface="Arial"/>
              </a:rPr>
              <a:t>leaks</a:t>
            </a:r>
            <a:r>
              <a:rPr lang="ko-KR" altLang="en-US" sz="1500" b="1">
                <a:solidFill>
                  <a:srgbClr val="136F73"/>
                </a:solidFill>
                <a:latin typeface="Arial"/>
                <a:ea typeface="맑은 고딕"/>
                <a:cs typeface="Arial"/>
              </a:rPr>
              <a:t> </a:t>
            </a:r>
            <a:r>
              <a:rPr lang="en-US" altLang="ko-KR" sz="1500" b="1">
                <a:solidFill>
                  <a:srgbClr val="136F73"/>
                </a:solidFill>
                <a:latin typeface="Arial"/>
                <a:ea typeface="맑은 고딕"/>
                <a:cs typeface="Arial"/>
              </a:rPr>
              <a:t>at</a:t>
            </a:r>
            <a:r>
              <a:rPr lang="ko-KR" altLang="en-US" sz="1500" b="1">
                <a:solidFill>
                  <a:srgbClr val="136F73"/>
                </a:solidFill>
                <a:latin typeface="Arial"/>
                <a:ea typeface="맑은 고딕"/>
                <a:cs typeface="Arial"/>
              </a:rPr>
              <a:t> </a:t>
            </a:r>
            <a:r>
              <a:rPr lang="en-US" altLang="ko-KR" sz="1500" b="1">
                <a:solidFill>
                  <a:srgbClr val="136F73"/>
                </a:solidFill>
                <a:latin typeface="Arial"/>
                <a:ea typeface="맑은 고딕"/>
                <a:cs typeface="Arial"/>
              </a:rPr>
              <a:t>an</a:t>
            </a:r>
            <a:r>
              <a:rPr lang="ko-KR" sz="1500" b="1">
                <a:solidFill>
                  <a:srgbClr val="136F73"/>
                </a:solidFill>
                <a:latin typeface="Arial"/>
                <a:ea typeface="맑은 고딕"/>
                <a:cs typeface="Arial"/>
              </a:rPr>
              <a:t> </a:t>
            </a:r>
            <a:r>
              <a:rPr lang="en-US" altLang="ko-KR" sz="1500" b="1">
                <a:solidFill>
                  <a:srgbClr val="136F73"/>
                </a:solidFill>
                <a:latin typeface="Arial"/>
                <a:ea typeface="맑은 고딕"/>
                <a:cs typeface="Arial"/>
              </a:rPr>
              <a:t>acceptable</a:t>
            </a:r>
            <a:r>
              <a:rPr lang="ko-KR" altLang="en-US" sz="1500" b="1">
                <a:solidFill>
                  <a:srgbClr val="136F73"/>
                </a:solidFill>
                <a:latin typeface="Arial"/>
                <a:ea typeface="맑은 고딕"/>
                <a:cs typeface="Arial"/>
              </a:rPr>
              <a:t> </a:t>
            </a:r>
            <a:r>
              <a:rPr lang="en-US" altLang="ko-KR" sz="1500" b="1">
                <a:solidFill>
                  <a:srgbClr val="136F73"/>
                </a:solidFill>
                <a:latin typeface="Arial"/>
                <a:ea typeface="맑은 고딕"/>
                <a:cs typeface="Arial"/>
              </a:rPr>
              <a:t>false-block</a:t>
            </a:r>
            <a:r>
              <a:rPr lang="ko-KR" altLang="en-US" sz="1500" b="1">
                <a:solidFill>
                  <a:srgbClr val="136F73"/>
                </a:solidFill>
                <a:latin typeface="Arial"/>
                <a:ea typeface="맑은 고딕"/>
                <a:cs typeface="Arial"/>
              </a:rPr>
              <a:t> </a:t>
            </a:r>
            <a:r>
              <a:rPr lang="ko-KR" sz="1500" b="1">
                <a:solidFill>
                  <a:srgbClr val="136F73"/>
                </a:solidFill>
                <a:latin typeface="Arial"/>
                <a:ea typeface="맑은 고딕"/>
                <a:cs typeface="Arial"/>
              </a:rPr>
              <a:t>rate</a:t>
            </a:r>
            <a:r>
              <a:rPr lang="ko-KR" altLang="en-US" sz="1500" b="1">
                <a:solidFill>
                  <a:srgbClr val="136F73"/>
                </a:solidFill>
                <a:latin typeface="Arial"/>
                <a:ea typeface="맑은 고딕"/>
                <a:cs typeface="Arial"/>
              </a:rPr>
              <a:t> </a:t>
            </a:r>
            <a:r>
              <a:rPr lang="en-US" altLang="ko-KR" sz="1500" b="1">
                <a:solidFill>
                  <a:srgbClr val="136F73"/>
                </a:solidFill>
                <a:latin typeface="Arial"/>
                <a:ea typeface="맑은 고딕"/>
                <a:cs typeface="Arial"/>
              </a:rPr>
              <a:t>and</a:t>
            </a:r>
            <a:r>
              <a:rPr lang="ko-KR" sz="1500" b="1">
                <a:solidFill>
                  <a:srgbClr val="136F73"/>
                </a:solidFill>
                <a:latin typeface="Arial"/>
                <a:ea typeface="맑은 고딕"/>
                <a:cs typeface="Arial"/>
              </a:rPr>
              <a:t> </a:t>
            </a:r>
            <a:r>
              <a:rPr lang="en-US" altLang="ko-KR" sz="1500" b="1">
                <a:solidFill>
                  <a:srgbClr val="136F73"/>
                </a:solidFill>
                <a:latin typeface="Arial"/>
                <a:ea typeface="맑은 고딕"/>
                <a:cs typeface="Arial"/>
              </a:rPr>
              <a:t>added</a:t>
            </a:r>
            <a:r>
              <a:rPr lang="ko-KR" altLang="en-US" sz="1500" b="1">
                <a:solidFill>
                  <a:srgbClr val="136F73"/>
                </a:solidFill>
                <a:latin typeface="Arial"/>
                <a:ea typeface="맑은 고딕"/>
                <a:cs typeface="Arial"/>
              </a:rPr>
              <a:t> </a:t>
            </a:r>
            <a:r>
              <a:rPr lang="en-US" altLang="ko-KR" sz="1500" b="1">
                <a:solidFill>
                  <a:srgbClr val="136F73"/>
                </a:solidFill>
                <a:latin typeface="Arial"/>
                <a:ea typeface="맑은 고딕"/>
                <a:cs typeface="Arial"/>
              </a:rPr>
              <a:t>latency</a:t>
            </a:r>
            <a:r>
              <a:rPr lang="ko-KR" altLang="en-US" sz="1500" b="1">
                <a:solidFill>
                  <a:srgbClr val="136F73"/>
                </a:solidFill>
                <a:latin typeface="Arial"/>
                <a:ea typeface="맑은 고딕"/>
                <a:cs typeface="Arial"/>
              </a:rPr>
              <a:t> </a:t>
            </a:r>
            <a:r>
              <a:rPr lang="en-US" altLang="ko-KR" sz="1500" b="1">
                <a:solidFill>
                  <a:srgbClr val="136F73"/>
                </a:solidFill>
                <a:latin typeface="Arial"/>
                <a:ea typeface="맑은 고딕"/>
                <a:cs typeface="Arial"/>
              </a:rPr>
              <a:t>on</a:t>
            </a:r>
            <a:r>
              <a:rPr lang="ko-KR" altLang="en-US" sz="1500" b="1">
                <a:solidFill>
                  <a:srgbClr val="136F73"/>
                </a:solidFill>
                <a:latin typeface="Arial"/>
                <a:ea typeface="맑은 고딕"/>
                <a:cs typeface="Arial"/>
              </a:rPr>
              <a:t> </a:t>
            </a:r>
            <a:r>
              <a:rPr lang="en-US" altLang="ko-KR" sz="1500" b="1">
                <a:solidFill>
                  <a:srgbClr val="136F73"/>
                </a:solidFill>
                <a:latin typeface="Arial"/>
                <a:ea typeface="맑은 고딕"/>
                <a:cs typeface="Arial"/>
              </a:rPr>
              <a:t>the</a:t>
            </a:r>
            <a:r>
              <a:rPr lang="ko-KR" altLang="en-US" sz="1500" b="1">
                <a:solidFill>
                  <a:srgbClr val="136F73"/>
                </a:solidFill>
                <a:latin typeface="Arial"/>
                <a:ea typeface="맑은 고딕"/>
                <a:cs typeface="Arial"/>
              </a:rPr>
              <a:t> </a:t>
            </a:r>
            <a:r>
              <a:rPr lang="en-US" altLang="ko-KR" sz="1500" b="1">
                <a:solidFill>
                  <a:srgbClr val="136F73"/>
                </a:solidFill>
                <a:latin typeface="Arial"/>
                <a:ea typeface="맑은 고딕"/>
                <a:cs typeface="Arial"/>
              </a:rPr>
              <a:t>same</a:t>
            </a:r>
            <a:r>
              <a:rPr lang="ko-KR" altLang="en-US" sz="1500" b="1">
                <a:solidFill>
                  <a:srgbClr val="136F73"/>
                </a:solidFill>
                <a:latin typeface="Arial"/>
                <a:ea typeface="맑은 고딕"/>
                <a:cs typeface="Arial"/>
              </a:rPr>
              <a:t> </a:t>
            </a:r>
            <a:r>
              <a:rPr lang="en-US" altLang="ko-KR" sz="1500" b="1">
                <a:solidFill>
                  <a:srgbClr val="136F73"/>
                </a:solidFill>
                <a:latin typeface="Arial"/>
                <a:ea typeface="맑은 고딕"/>
                <a:cs typeface="Arial"/>
              </a:rPr>
              <a:t>workload.</a:t>
            </a:r>
            <a:endParaRPr lang="ko-KR" altLang="en-US"/>
          </a:p>
          <a:p>
            <a:endParaRPr lang="en-US" altLang="ko-KR" sz="1500" b="1">
              <a:solidFill>
                <a:srgbClr val="136F73"/>
              </a:solidFill>
              <a:latin typeface="Arial"/>
              <a:ea typeface="맑은 고딕"/>
              <a:cs typeface="Arial"/>
            </a:endParaRPr>
          </a:p>
          <a:p>
            <a:endParaRPr lang="en-US" altLang="ko-KR" sz="1500" b="1">
              <a:solidFill>
                <a:srgbClr val="136F73"/>
              </a:solidFill>
              <a:latin typeface="Arial"/>
              <a:ea typeface="맑은 고딕"/>
              <a:cs typeface="Arial"/>
            </a:endParaRPr>
          </a:p>
          <a:p>
            <a:endParaRPr lang="en-US" altLang="ko-KR" sz="1300">
              <a:solidFill>
                <a:srgbClr val="5E6C7A"/>
              </a:solidFill>
              <a:latin typeface="Arial"/>
              <a:ea typeface="맑은 고딕"/>
              <a:cs typeface="Arial"/>
            </a:endParaRPr>
          </a:p>
          <a:p>
            <a:endParaRPr lang="en-US" altLang="ko-KR" sz="1300">
              <a:solidFill>
                <a:srgbClr val="5E6C7A"/>
              </a:solidFill>
              <a:latin typeface="Arial"/>
              <a:ea typeface="맑은 고딕"/>
              <a:cs typeface="Arial"/>
            </a:endParaRPr>
          </a:p>
          <a:p>
            <a:r>
              <a:rPr lang="ko-KR" sz="1300">
                <a:solidFill>
                  <a:srgbClr val="5E6C7A"/>
                </a:solidFill>
                <a:latin typeface="Arial"/>
                <a:ea typeface="맑은 고딕"/>
                <a:cs typeface="Arial"/>
              </a:rPr>
              <a:t>.</a:t>
            </a:r>
            <a:endParaRPr lang="ko-KR">
              <a:ea typeface="맑은 고딕"/>
            </a:endParaRPr>
          </a:p>
          <a:p>
            <a:pPr algn="l"/>
            <a:endParaRPr lang="ko-KR" altLang="en-US">
              <a:ea typeface="맑은 고딕"/>
            </a:endParaRPr>
          </a:p>
        </p:txBody>
      </p:sp>
      <p:graphicFrame>
        <p:nvGraphicFramePr>
          <p:cNvPr id="6" name="표 5">
            <a:extLst>
              <a:ext uri="{FF2B5EF4-FFF2-40B4-BE49-F238E27FC236}">
                <a16:creationId xmlns:a16="http://schemas.microsoft.com/office/drawing/2014/main" id="{DBD4D0F1-FDAD-1229-D62A-C6BDEE0D0579}"/>
              </a:ext>
            </a:extLst>
          </p:cNvPr>
          <p:cNvGraphicFramePr>
            <a:graphicFrameLocks noGrp="1"/>
          </p:cNvGraphicFramePr>
          <p:nvPr/>
        </p:nvGraphicFramePr>
        <p:xfrm>
          <a:off x="571500" y="1514475"/>
          <a:ext cx="11049000" cy="3829050"/>
        </p:xfrm>
        <a:graphic>
          <a:graphicData uri="http://schemas.openxmlformats.org/drawingml/2006/table">
            <a:tbl>
              <a:tblPr bandRow="1">
                <a:tableStyleId>{5C22544A-7EE6-4342-B048-85BDC9FD1C3A}</a:tableStyleId>
              </a:tblPr>
              <a:tblGrid>
                <a:gridCol w="2952750">
                  <a:extLst>
                    <a:ext uri="{9D8B030D-6E8A-4147-A177-3AD203B41FA5}">
                      <a16:colId xmlns:a16="http://schemas.microsoft.com/office/drawing/2014/main" val="4060918771"/>
                    </a:ext>
                  </a:extLst>
                </a:gridCol>
                <a:gridCol w="8096250">
                  <a:extLst>
                    <a:ext uri="{9D8B030D-6E8A-4147-A177-3AD203B41FA5}">
                      <a16:colId xmlns:a16="http://schemas.microsoft.com/office/drawing/2014/main" val="2819886243"/>
                    </a:ext>
                  </a:extLst>
                </a:gridCol>
              </a:tblGrid>
              <a:tr h="400050">
                <a:tc>
                  <a:txBody>
                    <a:bodyPr/>
                    <a:lstStyle/>
                    <a:p>
                      <a:pPr algn="l">
                        <a:buNone/>
                      </a:pPr>
                      <a:r>
                        <a:rPr lang="ko-KR" sz="1500" b="1">
                          <a:solidFill>
                            <a:srgbClr val="144772"/>
                          </a:solidFill>
                          <a:effectLst/>
                          <a:latin typeface="Arial" panose="020B0604020202020204" pitchFamily="34" charset="0"/>
                          <a:ea typeface="Arial" panose="020B0604020202020204" pitchFamily="34" charset="0"/>
                        </a:rPr>
                        <a:t>Design area</a:t>
                      </a:r>
                      <a:endParaRPr lang="ko-KR" sz="1500" b="1">
                        <a:solidFill>
                          <a:srgbClr val="144772"/>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DDECF2"/>
                    </a:solidFill>
                  </a:tcPr>
                </a:tc>
                <a:tc>
                  <a:txBody>
                    <a:bodyPr/>
                    <a:lstStyle/>
                    <a:p>
                      <a:pPr algn="l">
                        <a:buNone/>
                      </a:pPr>
                      <a:r>
                        <a:rPr lang="ko-KR" sz="1500" b="1">
                          <a:solidFill>
                            <a:srgbClr val="144772"/>
                          </a:solidFill>
                          <a:effectLst/>
                          <a:latin typeface="Arial" panose="020B0604020202020204" pitchFamily="34" charset="0"/>
                          <a:ea typeface="Arial" panose="020B0604020202020204" pitchFamily="34" charset="0"/>
                        </a:rPr>
                        <a:t>Proposed approach</a:t>
                      </a:r>
                      <a:endParaRPr lang="ko-KR" sz="1500" b="1">
                        <a:solidFill>
                          <a:srgbClr val="144772"/>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DDECF2"/>
                    </a:solidFill>
                  </a:tcPr>
                </a:tc>
                <a:extLst>
                  <a:ext uri="{0D108BD9-81ED-4DB2-BD59-A6C34878D82A}">
                    <a16:rowId xmlns:a16="http://schemas.microsoft.com/office/drawing/2014/main" val="3473303711"/>
                  </a:ext>
                </a:extLst>
              </a:tr>
              <a:tr h="1143000">
                <a:tc>
                  <a:txBody>
                    <a:bodyPr/>
                    <a:lstStyle/>
                    <a:p>
                      <a:pPr algn="l">
                        <a:buNone/>
                      </a:pPr>
                      <a:r>
                        <a:rPr lang="ko-KR" sz="1600" b="1">
                          <a:solidFill>
                            <a:srgbClr val="243447"/>
                          </a:solidFill>
                          <a:effectLst/>
                          <a:latin typeface="Arial" panose="020B0604020202020204" pitchFamily="34" charset="0"/>
                          <a:ea typeface="Arial" panose="020B0604020202020204" pitchFamily="34" charset="0"/>
                        </a:rPr>
                        <a:t>Detection quality</a:t>
                      </a:r>
                      <a:endParaRPr lang="ko-KR" sz="1600" b="1">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600">
                          <a:solidFill>
                            <a:srgbClr val="243447"/>
                          </a:solidFill>
                          <a:effectLst/>
                          <a:latin typeface="Arial" panose="020B0604020202020204" pitchFamily="34" charset="0"/>
                          <a:ea typeface="Arial" panose="020B0604020202020204" pitchFamily="34" charset="0"/>
                        </a:rPr>
                        <a:t>Combine deterministic rules or fingerprints with semantic checks only where they add value. Report evidence and uncertainty.</a:t>
                      </a:r>
                      <a:endParaRPr lang="ko-KR" sz="1600">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93835255"/>
                  </a:ext>
                </a:extLst>
              </a:tr>
              <a:tr h="1143000">
                <a:tc>
                  <a:txBody>
                    <a:bodyPr/>
                    <a:lstStyle/>
                    <a:p>
                      <a:pPr algn="l">
                        <a:buNone/>
                      </a:pPr>
                      <a:r>
                        <a:rPr lang="ko-KR" sz="1600" b="1">
                          <a:solidFill>
                            <a:srgbClr val="243447"/>
                          </a:solidFill>
                          <a:effectLst/>
                          <a:latin typeface="Arial" panose="020B0604020202020204" pitchFamily="34" charset="0"/>
                          <a:ea typeface="Arial" panose="020B0604020202020204" pitchFamily="34" charset="0"/>
                        </a:rPr>
                        <a:t>Operational fit</a:t>
                      </a:r>
                      <a:endParaRPr lang="ko-KR" sz="1600" b="1">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600">
                          <a:solidFill>
                            <a:srgbClr val="243447"/>
                          </a:solidFill>
                          <a:effectLst/>
                          <a:latin typeface="Arial" panose="020B0604020202020204" pitchFamily="34" charset="0"/>
                          <a:ea typeface="Arial" panose="020B0604020202020204" pitchFamily="34" charset="0"/>
                        </a:rPr>
                        <a:t>Start in audit mode, then enable warning, approval or blocking. Measure legitimate-task completion and administrator effort.</a:t>
                      </a:r>
                      <a:endParaRPr lang="ko-KR" sz="1600">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72625237"/>
                  </a:ext>
                </a:extLst>
              </a:tr>
              <a:tr h="1143000">
                <a:tc>
                  <a:txBody>
                    <a:bodyPr/>
                    <a:lstStyle/>
                    <a:p>
                      <a:pPr algn="l">
                        <a:buNone/>
                      </a:pPr>
                      <a:r>
                        <a:rPr lang="ko-KR" sz="1600" b="1">
                          <a:solidFill>
                            <a:srgbClr val="243447"/>
                          </a:solidFill>
                          <a:effectLst/>
                          <a:latin typeface="Arial" panose="020B0604020202020204" pitchFamily="34" charset="0"/>
                          <a:ea typeface="Arial" panose="020B0604020202020204" pitchFamily="34" charset="0"/>
                        </a:rPr>
                        <a:t>A testable distinction</a:t>
                      </a:r>
                      <a:endParaRPr lang="ko-KR" sz="1600" b="1">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600">
                          <a:solidFill>
                            <a:srgbClr val="243447"/>
                          </a:solidFill>
                          <a:effectLst/>
                          <a:latin typeface="Arial" panose="020B0604020202020204" pitchFamily="34" charset="0"/>
                          <a:ea typeface="Arial" panose="020B0604020202020204" pitchFamily="34" charset="0"/>
                        </a:rPr>
                        <a:t>Evaluate policy consistency across steps and attempted bypasses. LLM detection and generic agent visibility already appear in vendor offerings. [S14,S15,F4]</a:t>
                      </a:r>
                      <a:endParaRPr lang="ko-KR" sz="1600">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3884488627"/>
                  </a:ext>
                </a:extLst>
              </a:tr>
            </a:tbl>
          </a:graphicData>
        </a:graphic>
      </p:graphicFrame>
    </p:spTree>
    <p:extLst>
      <p:ext uri="{BB962C8B-B14F-4D97-AF65-F5344CB8AC3E}">
        <p14:creationId xmlns:p14="http://schemas.microsoft.com/office/powerpoint/2010/main" val="221045819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CA40C5-2EB7-D11D-4DA5-C529A8254825}"/>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CFD751D-1A38-DE1F-B62A-1F07D3CD537E}"/>
              </a:ext>
            </a:extLst>
          </p:cNvPr>
          <p:cNvSpPr>
            <a:spLocks noGrp="1"/>
          </p:cNvSpPr>
          <p:nvPr>
            <p:ph type="sldNum" sz="quarter" idx="4"/>
          </p:nvPr>
        </p:nvSpPr>
        <p:spPr/>
        <p:txBody>
          <a:bodyPr/>
          <a:lstStyle/>
          <a:p>
            <a:fld id="{4EA1E582-E1CC-4474-812F-1657BC5920B7}" type="slidenum">
              <a:rPr lang="ko-KR" altLang="en-US" smtClean="0"/>
              <a:t>14</a:t>
            </a:fld>
            <a:endParaRPr lang="ko-KR" altLang="en-US"/>
          </a:p>
        </p:txBody>
      </p:sp>
      <p:sp>
        <p:nvSpPr>
          <p:cNvPr id="5" name="Text Placeholder 4">
            <a:extLst>
              <a:ext uri="{FF2B5EF4-FFF2-40B4-BE49-F238E27FC236}">
                <a16:creationId xmlns:a16="http://schemas.microsoft.com/office/drawing/2014/main" id="{68BDD947-CBB9-904C-EAEB-FEC0DD56DC03}"/>
              </a:ext>
            </a:extLst>
          </p:cNvPr>
          <p:cNvSpPr>
            <a:spLocks noGrp="1"/>
          </p:cNvSpPr>
          <p:nvPr>
            <p:ph type="body" sz="quarter" idx="11"/>
          </p:nvPr>
        </p:nvSpPr>
        <p:spPr>
          <a:xfrm>
            <a:off x="356195" y="2241438"/>
            <a:ext cx="11465393" cy="401637"/>
          </a:xfrm>
        </p:spPr>
        <p:txBody>
          <a:bodyPr lIns="91440" tIns="45720" rIns="91440" bIns="45720" anchor="ctr" anchorCtr="0"/>
          <a:lstStyle/>
          <a:p>
            <a:r>
              <a:rPr lang="en-US">
                <a:latin typeface="KoPub돋움체 Bold"/>
                <a:ea typeface="KoPub돋움체 Bold"/>
              </a:rPr>
              <a:t>D1 Channel coverage(For reference)</a:t>
            </a:r>
            <a:endParaRPr lang="ko-KR" altLang="en-US"/>
          </a:p>
          <a:p>
            <a:endParaRPr lang="en-US" altLang="ko-KR"/>
          </a:p>
          <a:p>
            <a:endParaRPr lang="en-US" altLang="ko-KR"/>
          </a:p>
          <a:p>
            <a:endParaRPr lang="en-US" altLang="ko-KR"/>
          </a:p>
          <a:p>
            <a:endParaRPr lang="en-US"/>
          </a:p>
        </p:txBody>
      </p:sp>
      <p:sp>
        <p:nvSpPr>
          <p:cNvPr id="7" name="제목 3">
            <a:extLst>
              <a:ext uri="{FF2B5EF4-FFF2-40B4-BE49-F238E27FC236}">
                <a16:creationId xmlns:a16="http://schemas.microsoft.com/office/drawing/2014/main" id="{8E909A24-07AF-2F24-AFAE-9B83CA7395BC}"/>
              </a:ext>
            </a:extLst>
          </p:cNvPr>
          <p:cNvSpPr txBox="1">
            <a:spLocks/>
          </p:cNvSpPr>
          <p:nvPr/>
        </p:nvSpPr>
        <p:spPr>
          <a:xfrm>
            <a:off x="286194" y="265704"/>
            <a:ext cx="10666268" cy="464670"/>
          </a:xfrm>
          <a:prstGeom prst="rect">
            <a:avLst/>
          </a:prstGeom>
        </p:spPr>
        <p:txBody>
          <a:bodyPr lIns="91440" tIns="45720" rIns="91440" bIns="45720" anchor="ctr" anchorCtr="0"/>
          <a:lstStyle>
            <a:lvl1pPr algn="l" rtl="0" eaLnBrk="1" fontAlgn="base" latinLnBrk="1" hangingPunct="1">
              <a:spcBef>
                <a:spcPct val="0"/>
              </a:spcBef>
              <a:spcAft>
                <a:spcPct val="0"/>
              </a:spcAft>
              <a:defRPr lang="ko-KR" altLang="en-US" sz="2400" b="1" kern="1200" baseline="0" dirty="0">
                <a:ln>
                  <a:solidFill>
                    <a:schemeClr val="accent1">
                      <a:alpha val="0"/>
                    </a:schemeClr>
                  </a:solidFill>
                </a:ln>
                <a:solidFill>
                  <a:srgbClr val="144772"/>
                </a:solidFill>
                <a:effectLst>
                  <a:glow rad="127000">
                    <a:schemeClr val="bg1"/>
                  </a:glow>
                  <a:outerShdw blurRad="38100" dist="38100" dir="2700000" algn="tl" rotWithShape="0">
                    <a:prstClr val="black">
                      <a:alpha val="40000"/>
                    </a:prstClr>
                  </a:outerShdw>
                </a:effectLst>
                <a:latin typeface="Pretendard Black" panose="02000A03000000020004" pitchFamily="50" charset="-127"/>
                <a:ea typeface="Pretendard Black" panose="02000A03000000020004" pitchFamily="50" charset="-127"/>
                <a:cs typeface="Pretendard Black" panose="02000A03000000020004" pitchFamily="50" charset="-127"/>
              </a:defRPr>
            </a:lvl1pPr>
            <a:lvl2pPr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2pPr>
            <a:lvl3pPr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3pPr>
            <a:lvl4pPr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4pPr>
            <a:lvl5pPr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5pPr>
            <a:lvl6pPr marL="457200"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6pPr>
            <a:lvl7pPr marL="914400"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7pPr>
            <a:lvl8pPr marL="1371600"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8pPr>
            <a:lvl9pPr marL="1828800"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9pPr>
          </a:lstStyle>
          <a:p>
            <a:r>
              <a:rPr lang="ko-KR" altLang="en-US">
                <a:ln>
                  <a:solidFill>
                    <a:srgbClr val="4F81BD">
                      <a:alpha val="0"/>
                    </a:srgbClr>
                  </a:solidFill>
                </a:ln>
                <a:effectLst>
                  <a:glow rad="127000">
                    <a:prstClr val="white"/>
                  </a:glow>
                  <a:outerShdw blurRad="38100" dist="38100" dir="2700000" algn="tl" rotWithShape="0">
                    <a:prstClr val="black">
                      <a:alpha val="40000"/>
                    </a:prstClr>
                  </a:outerShdw>
                </a:effectLst>
                <a:ea typeface="Pretendard Black"/>
              </a:rPr>
              <a:t>Somansa (윤석)</a:t>
            </a:r>
            <a:endParaRPr lang="en-US" altLang="ko-KR"/>
          </a:p>
        </p:txBody>
      </p:sp>
      <p:sp>
        <p:nvSpPr>
          <p:cNvPr id="8" name="TextBox 7">
            <a:extLst>
              <a:ext uri="{FF2B5EF4-FFF2-40B4-BE49-F238E27FC236}">
                <a16:creationId xmlns:a16="http://schemas.microsoft.com/office/drawing/2014/main" id="{73027D74-DAD9-0994-71D3-A0DAE423B682}"/>
              </a:ext>
            </a:extLst>
          </p:cNvPr>
          <p:cNvSpPr txBox="1"/>
          <p:nvPr/>
        </p:nvSpPr>
        <p:spPr>
          <a:xfrm>
            <a:off x="568476" y="1257904"/>
            <a:ext cx="10631714" cy="156966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ltLang="ko-KR" sz="1300">
                <a:solidFill>
                  <a:srgbClr val="5E6C7A"/>
                </a:solidFill>
                <a:latin typeface="Arial"/>
                <a:ea typeface="맑은 고딕"/>
                <a:cs typeface="Arial"/>
              </a:rPr>
              <a:t>Documented</a:t>
            </a:r>
            <a:r>
              <a:rPr lang="ko-KR" altLang="en-US" sz="1300">
                <a:solidFill>
                  <a:srgbClr val="5E6C7A"/>
                </a:solidFill>
                <a:latin typeface="Arial"/>
                <a:ea typeface="맑은 고딕"/>
                <a:cs typeface="Arial"/>
              </a:rPr>
              <a:t> </a:t>
            </a:r>
            <a:r>
              <a:rPr lang="en-US" altLang="ko-KR" sz="1300">
                <a:solidFill>
                  <a:srgbClr val="5E6C7A"/>
                </a:solidFill>
                <a:latin typeface="Arial"/>
                <a:ea typeface="맑은 고딕"/>
                <a:cs typeface="Arial"/>
              </a:rPr>
              <a:t>capability</a:t>
            </a:r>
            <a:r>
              <a:rPr lang="ko-KR" altLang="en-US" sz="1300">
                <a:solidFill>
                  <a:srgbClr val="5E6C7A"/>
                </a:solidFill>
                <a:latin typeface="Arial"/>
                <a:ea typeface="맑은 고딕"/>
                <a:cs typeface="Arial"/>
              </a:rPr>
              <a:t> </a:t>
            </a:r>
            <a:r>
              <a:rPr lang="en-US" altLang="ko-KR" sz="1300">
                <a:solidFill>
                  <a:srgbClr val="5E6C7A"/>
                </a:solidFill>
                <a:latin typeface="Arial"/>
                <a:ea typeface="맑은 고딕"/>
                <a:cs typeface="Arial"/>
              </a:rPr>
              <a:t>and</a:t>
            </a:r>
            <a:r>
              <a:rPr lang="ko-KR" altLang="en-US" sz="1300">
                <a:solidFill>
                  <a:srgbClr val="5E6C7A"/>
                </a:solidFill>
                <a:latin typeface="Arial"/>
                <a:ea typeface="맑은 고딕"/>
                <a:cs typeface="Arial"/>
              </a:rPr>
              <a:t> </a:t>
            </a:r>
            <a:r>
              <a:rPr lang="en-US" altLang="ko-KR" sz="1300">
                <a:solidFill>
                  <a:srgbClr val="5E6C7A"/>
                </a:solidFill>
                <a:latin typeface="Arial"/>
                <a:ea typeface="맑은 고딕"/>
                <a:cs typeface="Arial"/>
              </a:rPr>
              <a:t>scope</a:t>
            </a:r>
            <a:r>
              <a:rPr lang="ko-KR" sz="1300">
                <a:solidFill>
                  <a:srgbClr val="5E6C7A"/>
                </a:solidFill>
                <a:latin typeface="Arial"/>
                <a:ea typeface="맑은 고딕"/>
                <a:cs typeface="Arial"/>
              </a:rPr>
              <a:t>.</a:t>
            </a:r>
            <a:r>
              <a:rPr lang="ko-KR" altLang="en-US" sz="1300">
                <a:solidFill>
                  <a:srgbClr val="5E6C7A"/>
                </a:solidFill>
                <a:latin typeface="Arial"/>
                <a:ea typeface="맑은 고딕"/>
                <a:cs typeface="Arial"/>
              </a:rPr>
              <a:t> </a:t>
            </a:r>
            <a:r>
              <a:rPr lang="ko-KR" sz="1300">
                <a:solidFill>
                  <a:srgbClr val="5E6C7A"/>
                </a:solidFill>
                <a:latin typeface="Arial"/>
                <a:ea typeface="맑은 고딕"/>
                <a:cs typeface="Arial"/>
              </a:rPr>
              <a:t>Product</a:t>
            </a:r>
            <a:r>
              <a:rPr lang="ko-KR" altLang="en-US" sz="1300">
                <a:solidFill>
                  <a:srgbClr val="5E6C7A"/>
                </a:solidFill>
                <a:latin typeface="Arial"/>
                <a:ea typeface="맑은 고딕"/>
                <a:cs typeface="Arial"/>
              </a:rPr>
              <a:t> </a:t>
            </a:r>
            <a:r>
              <a:rPr lang="en-US" altLang="ko-KR" sz="1300">
                <a:solidFill>
                  <a:srgbClr val="5E6C7A"/>
                </a:solidFill>
                <a:latin typeface="Arial"/>
                <a:ea typeface="맑은 고딕"/>
                <a:cs typeface="Arial"/>
              </a:rPr>
              <a:t>and</a:t>
            </a:r>
            <a:r>
              <a:rPr lang="ko-KR" altLang="en-US" sz="1300">
                <a:solidFill>
                  <a:srgbClr val="5E6C7A"/>
                </a:solidFill>
                <a:latin typeface="Arial"/>
                <a:ea typeface="맑은 고딕"/>
                <a:cs typeface="Arial"/>
              </a:rPr>
              <a:t> </a:t>
            </a:r>
            <a:r>
              <a:rPr lang="en-US" altLang="ko-KR" sz="1300">
                <a:solidFill>
                  <a:srgbClr val="5E6C7A"/>
                </a:solidFill>
                <a:latin typeface="Arial"/>
                <a:ea typeface="맑은 고딕"/>
                <a:cs typeface="Arial"/>
              </a:rPr>
              <a:t>module</a:t>
            </a:r>
            <a:r>
              <a:rPr lang="ko-KR" sz="1300">
                <a:solidFill>
                  <a:srgbClr val="5E6C7A"/>
                </a:solidFill>
                <a:latin typeface="Arial"/>
                <a:ea typeface="맑은 고딕"/>
                <a:cs typeface="Arial"/>
              </a:rPr>
              <a:t> </a:t>
            </a:r>
            <a:r>
              <a:rPr lang="en-US" altLang="ko-KR" sz="1300">
                <a:solidFill>
                  <a:srgbClr val="5E6C7A"/>
                </a:solidFill>
                <a:latin typeface="Arial"/>
                <a:ea typeface="맑은 고딕"/>
                <a:cs typeface="Arial"/>
              </a:rPr>
              <a:t>boundaries</a:t>
            </a:r>
            <a:r>
              <a:rPr lang="ko-KR" altLang="en-US" sz="1300">
                <a:solidFill>
                  <a:srgbClr val="5E6C7A"/>
                </a:solidFill>
                <a:latin typeface="Arial"/>
                <a:ea typeface="맑은 고딕"/>
                <a:cs typeface="Arial"/>
              </a:rPr>
              <a:t> </a:t>
            </a:r>
            <a:r>
              <a:rPr lang="en-US" altLang="ko-KR" sz="1300">
                <a:solidFill>
                  <a:srgbClr val="5E6C7A"/>
                </a:solidFill>
                <a:latin typeface="Arial"/>
                <a:ea typeface="맑은 고딕"/>
                <a:cs typeface="Arial"/>
              </a:rPr>
              <a:t>apply.</a:t>
            </a:r>
            <a:endParaRPr lang="ko-KR" altLang="en-US"/>
          </a:p>
          <a:p>
            <a:endParaRPr lang="en-US" altLang="ko-KR" sz="1300">
              <a:solidFill>
                <a:srgbClr val="5E6C7A"/>
              </a:solidFill>
              <a:latin typeface="Arial"/>
              <a:ea typeface="맑은 고딕"/>
              <a:cs typeface="Arial"/>
            </a:endParaRPr>
          </a:p>
          <a:p>
            <a:endParaRPr lang="en-US" altLang="ko-KR" sz="1300">
              <a:solidFill>
                <a:srgbClr val="5E6C7A"/>
              </a:solidFill>
              <a:latin typeface="Arial"/>
              <a:ea typeface="맑은 고딕"/>
              <a:cs typeface="Arial"/>
            </a:endParaRPr>
          </a:p>
          <a:p>
            <a:endParaRPr lang="en-US" altLang="ko-KR" sz="1300">
              <a:solidFill>
                <a:srgbClr val="5E6C7A"/>
              </a:solidFill>
              <a:latin typeface="Arial"/>
              <a:ea typeface="맑은 고딕"/>
              <a:cs typeface="Arial"/>
            </a:endParaRPr>
          </a:p>
          <a:p>
            <a:endParaRPr lang="en-US" altLang="ko-KR" sz="1300">
              <a:solidFill>
                <a:srgbClr val="5E6C7A"/>
              </a:solidFill>
              <a:latin typeface="Arial"/>
              <a:ea typeface="맑은 고딕"/>
              <a:cs typeface="Arial"/>
            </a:endParaRPr>
          </a:p>
          <a:p>
            <a:r>
              <a:rPr lang="ko-KR" sz="1300">
                <a:solidFill>
                  <a:srgbClr val="5E6C7A"/>
                </a:solidFill>
                <a:latin typeface="Arial"/>
                <a:ea typeface="맑은 고딕"/>
                <a:cs typeface="Arial"/>
              </a:rPr>
              <a:t>.</a:t>
            </a:r>
            <a:endParaRPr lang="ko-KR">
              <a:ea typeface="맑은 고딕"/>
            </a:endParaRPr>
          </a:p>
          <a:p>
            <a:pPr algn="l"/>
            <a:endParaRPr lang="ko-KR" altLang="en-US">
              <a:ea typeface="맑은 고딕"/>
            </a:endParaRPr>
          </a:p>
        </p:txBody>
      </p:sp>
      <p:sp>
        <p:nvSpPr>
          <p:cNvPr id="12" name="TextBox 11">
            <a:extLst>
              <a:ext uri="{FF2B5EF4-FFF2-40B4-BE49-F238E27FC236}">
                <a16:creationId xmlns:a16="http://schemas.microsoft.com/office/drawing/2014/main" id="{12C96B65-C01A-7833-F343-C2EAAF550373}"/>
              </a:ext>
            </a:extLst>
          </p:cNvPr>
          <p:cNvSpPr txBox="1"/>
          <p:nvPr/>
        </p:nvSpPr>
        <p:spPr>
          <a:xfrm>
            <a:off x="568475" y="6226144"/>
            <a:ext cx="11058434" cy="189282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500" b="1">
                <a:solidFill>
                  <a:srgbClr val="136F73"/>
                </a:solidFill>
                <a:latin typeface="Arial"/>
                <a:ea typeface="맑은 고딕"/>
                <a:cs typeface="Arial"/>
              </a:rPr>
              <a:t>● Documented ◐ Partial / conditional ?</a:t>
            </a:r>
            <a:r>
              <a:rPr lang="en-US" altLang="ko-KR" sz="1500" b="1">
                <a:solidFill>
                  <a:srgbClr val="136F73"/>
                </a:solidFill>
                <a:latin typeface="Arial"/>
                <a:ea typeface="맑은 고딕"/>
                <a:cs typeface="Arial"/>
              </a:rPr>
              <a:t> </a:t>
            </a:r>
            <a:r>
              <a:rPr lang="en-US" sz="1500" b="1">
                <a:solidFill>
                  <a:srgbClr val="136F73"/>
                </a:solidFill>
                <a:latin typeface="Arial"/>
                <a:ea typeface="맑은 고딕"/>
                <a:cs typeface="Arial"/>
              </a:rPr>
              <a:t>Not verified,</a:t>
            </a:r>
            <a:r>
              <a:rPr lang="en-US" altLang="ko-KR" sz="1500" b="1">
                <a:solidFill>
                  <a:srgbClr val="136F73"/>
                </a:solidFill>
                <a:latin typeface="Arial"/>
                <a:ea typeface="맑은 고딕"/>
                <a:cs typeface="Arial"/>
              </a:rPr>
              <a:t> not</a:t>
            </a:r>
            <a:r>
              <a:rPr lang="en-US" sz="1500" b="1">
                <a:solidFill>
                  <a:srgbClr val="136F73"/>
                </a:solidFill>
                <a:latin typeface="Arial"/>
                <a:ea typeface="맑은 고딕"/>
                <a:cs typeface="Arial"/>
              </a:rPr>
              <a:t> confirmed absent</a:t>
            </a:r>
            <a:endParaRPr lang="ko-KR" altLang="en-US"/>
          </a:p>
          <a:p>
            <a:endParaRPr lang="en-US" altLang="ko-KR" sz="1500" b="1">
              <a:solidFill>
                <a:srgbClr val="136F73"/>
              </a:solidFill>
              <a:latin typeface="Arial"/>
              <a:ea typeface="맑은 고딕"/>
              <a:cs typeface="Arial"/>
            </a:endParaRPr>
          </a:p>
          <a:p>
            <a:endParaRPr lang="en-US" altLang="ko-KR" sz="1500" b="1">
              <a:solidFill>
                <a:srgbClr val="136F73"/>
              </a:solidFill>
              <a:latin typeface="Arial"/>
              <a:ea typeface="맑은 고딕"/>
              <a:cs typeface="Arial"/>
            </a:endParaRPr>
          </a:p>
          <a:p>
            <a:endParaRPr lang="en-US" altLang="ko-KR" sz="1500" b="1">
              <a:solidFill>
                <a:srgbClr val="136F73"/>
              </a:solidFill>
              <a:latin typeface="Arial"/>
              <a:ea typeface="맑은 고딕"/>
              <a:cs typeface="Arial"/>
            </a:endParaRPr>
          </a:p>
          <a:p>
            <a:endParaRPr lang="en-US" altLang="ko-KR" sz="1300">
              <a:solidFill>
                <a:srgbClr val="5E6C7A"/>
              </a:solidFill>
              <a:latin typeface="Arial"/>
              <a:ea typeface="맑은 고딕"/>
              <a:cs typeface="Arial"/>
            </a:endParaRPr>
          </a:p>
          <a:p>
            <a:endParaRPr lang="en-US" altLang="ko-KR" sz="1300">
              <a:solidFill>
                <a:srgbClr val="5E6C7A"/>
              </a:solidFill>
              <a:latin typeface="Arial"/>
              <a:ea typeface="맑은 고딕"/>
              <a:cs typeface="Arial"/>
            </a:endParaRPr>
          </a:p>
          <a:p>
            <a:r>
              <a:rPr lang="ko-KR" sz="1300">
                <a:solidFill>
                  <a:srgbClr val="5E6C7A"/>
                </a:solidFill>
                <a:latin typeface="Arial"/>
                <a:ea typeface="맑은 고딕"/>
                <a:cs typeface="Arial"/>
              </a:rPr>
              <a:t>.</a:t>
            </a:r>
            <a:endParaRPr lang="ko-KR">
              <a:ea typeface="맑은 고딕"/>
            </a:endParaRPr>
          </a:p>
          <a:p>
            <a:pPr algn="l"/>
            <a:endParaRPr lang="ko-KR" altLang="en-US">
              <a:ea typeface="맑은 고딕"/>
            </a:endParaRPr>
          </a:p>
        </p:txBody>
      </p:sp>
      <p:graphicFrame>
        <p:nvGraphicFramePr>
          <p:cNvPr id="10" name="표 9">
            <a:extLst>
              <a:ext uri="{FF2B5EF4-FFF2-40B4-BE49-F238E27FC236}">
                <a16:creationId xmlns:a16="http://schemas.microsoft.com/office/drawing/2014/main" id="{1ED3F7FD-684C-4A37-9E3A-DF641047B3CB}"/>
              </a:ext>
            </a:extLst>
          </p:cNvPr>
          <p:cNvGraphicFramePr>
            <a:graphicFrameLocks noGrp="1"/>
          </p:cNvGraphicFramePr>
          <p:nvPr>
            <p:extLst>
              <p:ext uri="{D42A27DB-BD31-4B8C-83A1-F6EECF244321}">
                <p14:modId xmlns:p14="http://schemas.microsoft.com/office/powerpoint/2010/main" val="1973895894"/>
              </p:ext>
            </p:extLst>
          </p:nvPr>
        </p:nvGraphicFramePr>
        <p:xfrm>
          <a:off x="571500" y="1620202"/>
          <a:ext cx="11049000" cy="4410075"/>
        </p:xfrm>
        <a:graphic>
          <a:graphicData uri="http://schemas.openxmlformats.org/drawingml/2006/table">
            <a:tbl>
              <a:tblPr bandRow="1">
                <a:tableStyleId>{5C22544A-7EE6-4342-B048-85BDC9FD1C3A}</a:tableStyleId>
              </a:tblPr>
              <a:tblGrid>
                <a:gridCol w="762000">
                  <a:extLst>
                    <a:ext uri="{9D8B030D-6E8A-4147-A177-3AD203B41FA5}">
                      <a16:colId xmlns:a16="http://schemas.microsoft.com/office/drawing/2014/main" val="202193020"/>
                    </a:ext>
                  </a:extLst>
                </a:gridCol>
                <a:gridCol w="3143250">
                  <a:extLst>
                    <a:ext uri="{9D8B030D-6E8A-4147-A177-3AD203B41FA5}">
                      <a16:colId xmlns:a16="http://schemas.microsoft.com/office/drawing/2014/main" val="1830902713"/>
                    </a:ext>
                  </a:extLst>
                </a:gridCol>
                <a:gridCol w="571500">
                  <a:extLst>
                    <a:ext uri="{9D8B030D-6E8A-4147-A177-3AD203B41FA5}">
                      <a16:colId xmlns:a16="http://schemas.microsoft.com/office/drawing/2014/main" val="4282164126"/>
                    </a:ext>
                  </a:extLst>
                </a:gridCol>
                <a:gridCol w="6572250">
                  <a:extLst>
                    <a:ext uri="{9D8B030D-6E8A-4147-A177-3AD203B41FA5}">
                      <a16:colId xmlns:a16="http://schemas.microsoft.com/office/drawing/2014/main" val="1690267946"/>
                    </a:ext>
                  </a:extLst>
                </a:gridCol>
              </a:tblGrid>
              <a:tr h="323850">
                <a:tc>
                  <a:txBody>
                    <a:bodyPr/>
                    <a:lstStyle/>
                    <a:p>
                      <a:pPr algn="l">
                        <a:buNone/>
                      </a:pPr>
                      <a:r>
                        <a:rPr lang="ko-KR" sz="1200" b="1">
                          <a:solidFill>
                            <a:srgbClr val="144772"/>
                          </a:solidFill>
                          <a:effectLst/>
                          <a:latin typeface="Arial" panose="020B0604020202020204" pitchFamily="34" charset="0"/>
                          <a:ea typeface="Arial" panose="020B0604020202020204" pitchFamily="34" charset="0"/>
                        </a:rPr>
                        <a:t>ID</a:t>
                      </a:r>
                      <a:endParaRPr lang="ko-KR" sz="1200" b="1">
                        <a:solidFill>
                          <a:srgbClr val="144772"/>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DDECF2"/>
                    </a:solidFill>
                  </a:tcPr>
                </a:tc>
                <a:tc>
                  <a:txBody>
                    <a:bodyPr/>
                    <a:lstStyle/>
                    <a:p>
                      <a:pPr algn="l">
                        <a:buNone/>
                      </a:pPr>
                      <a:r>
                        <a:rPr lang="ko-KR" sz="1200" b="1">
                          <a:solidFill>
                            <a:srgbClr val="144772"/>
                          </a:solidFill>
                          <a:effectLst/>
                          <a:latin typeface="Arial" panose="020B0604020202020204" pitchFamily="34" charset="0"/>
                          <a:ea typeface="Arial" panose="020B0604020202020204" pitchFamily="34" charset="0"/>
                        </a:rPr>
                        <a:t>Capability</a:t>
                      </a:r>
                      <a:endParaRPr lang="ko-KR" sz="1200" b="1">
                        <a:solidFill>
                          <a:srgbClr val="144772"/>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DDECF2"/>
                    </a:solidFill>
                  </a:tcPr>
                </a:tc>
                <a:tc>
                  <a:txBody>
                    <a:bodyPr/>
                    <a:lstStyle/>
                    <a:p>
                      <a:pPr algn="l">
                        <a:buNone/>
                      </a:pPr>
                      <a:r>
                        <a:rPr lang="ko-KR" sz="1200" b="1">
                          <a:solidFill>
                            <a:srgbClr val="144772"/>
                          </a:solidFill>
                          <a:effectLst/>
                          <a:latin typeface="Arial" panose="020B0604020202020204" pitchFamily="34" charset="0"/>
                          <a:ea typeface="Arial" panose="020B0604020202020204" pitchFamily="34" charset="0"/>
                        </a:rPr>
                        <a:t>Flag</a:t>
                      </a:r>
                      <a:endParaRPr lang="ko-KR" sz="1200" b="1">
                        <a:solidFill>
                          <a:srgbClr val="144772"/>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DDECF2"/>
                    </a:solidFill>
                  </a:tcPr>
                </a:tc>
                <a:tc>
                  <a:txBody>
                    <a:bodyPr/>
                    <a:lstStyle/>
                    <a:p>
                      <a:pPr algn="l">
                        <a:buNone/>
                      </a:pPr>
                      <a:r>
                        <a:rPr lang="ko-KR" sz="1200" b="1">
                          <a:solidFill>
                            <a:srgbClr val="144772"/>
                          </a:solidFill>
                          <a:effectLst/>
                          <a:latin typeface="Arial" panose="020B0604020202020204" pitchFamily="34" charset="0"/>
                          <a:ea typeface="Arial" panose="020B0604020202020204" pitchFamily="34" charset="0"/>
                        </a:rPr>
                        <a:t>Documented scope and evidence</a:t>
                      </a:r>
                      <a:endParaRPr lang="ko-KR" sz="1200" b="1">
                        <a:solidFill>
                          <a:srgbClr val="144772"/>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DDECF2"/>
                    </a:solidFill>
                  </a:tcPr>
                </a:tc>
                <a:extLst>
                  <a:ext uri="{0D108BD9-81ED-4DB2-BD59-A6C34878D82A}">
                    <a16:rowId xmlns:a16="http://schemas.microsoft.com/office/drawing/2014/main" val="2133660681"/>
                  </a:ext>
                </a:extLst>
              </a:tr>
              <a:tr h="314325">
                <a:tc>
                  <a:txBody>
                    <a:bodyPr/>
                    <a:lstStyle/>
                    <a:p>
                      <a:pPr algn="l">
                        <a:buNone/>
                      </a:pPr>
                      <a:r>
                        <a:rPr lang="ko-KR" sz="1300" b="1">
                          <a:solidFill>
                            <a:srgbClr val="243447"/>
                          </a:solidFill>
                          <a:effectLst/>
                          <a:latin typeface="Arial" panose="020B0604020202020204" pitchFamily="34" charset="0"/>
                          <a:ea typeface="Arial" panose="020B0604020202020204" pitchFamily="34" charset="0"/>
                        </a:rPr>
                        <a:t>D1-01</a:t>
                      </a:r>
                      <a:endParaRPr lang="ko-KR" sz="1300" b="1">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a:solidFill>
                            <a:srgbClr val="243447"/>
                          </a:solidFill>
                          <a:effectLst/>
                          <a:latin typeface="Arial" panose="020B0604020202020204" pitchFamily="34" charset="0"/>
                          <a:ea typeface="Arial" panose="020B0604020202020204" pitchFamily="34" charset="0"/>
                        </a:rPr>
                        <a:t>USB / removable media</a:t>
                      </a:r>
                      <a:endParaRPr lang="ko-KR" sz="1300">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b="1">
                          <a:solidFill>
                            <a:srgbClr val="136F73"/>
                          </a:solidFill>
                          <a:effectLst/>
                          <a:latin typeface="Arial" panose="020B0604020202020204" pitchFamily="34" charset="0"/>
                          <a:ea typeface="Arial" panose="020B0604020202020204" pitchFamily="34" charset="0"/>
                        </a:rPr>
                        <a:t>●</a:t>
                      </a:r>
                      <a:endParaRPr lang="ko-KR" sz="1300" b="1">
                        <a:solidFill>
                          <a:srgbClr val="136F73"/>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a:solidFill>
                            <a:srgbClr val="243447"/>
                          </a:solidFill>
                          <a:effectLst/>
                          <a:latin typeface="Arial" panose="020B0604020202020204" pitchFamily="34" charset="0"/>
                          <a:ea typeface="Arial" panose="020B0604020202020204" pitchFamily="34" charset="0"/>
                        </a:rPr>
                        <a:t>Privacy-i media controls. [S1]</a:t>
                      </a:r>
                      <a:endParaRPr lang="ko-KR" sz="1300">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4217657834"/>
                  </a:ext>
                </a:extLst>
              </a:tr>
              <a:tr h="314325">
                <a:tc>
                  <a:txBody>
                    <a:bodyPr/>
                    <a:lstStyle/>
                    <a:p>
                      <a:pPr algn="l">
                        <a:buNone/>
                      </a:pPr>
                      <a:r>
                        <a:rPr lang="ko-KR" sz="1300" b="1">
                          <a:solidFill>
                            <a:srgbClr val="243447"/>
                          </a:solidFill>
                          <a:effectLst/>
                          <a:latin typeface="Arial" panose="020B0604020202020204" pitchFamily="34" charset="0"/>
                          <a:ea typeface="Arial" panose="020B0604020202020204" pitchFamily="34" charset="0"/>
                        </a:rPr>
                        <a:t>D1-02</a:t>
                      </a:r>
                      <a:endParaRPr lang="ko-KR" sz="1300" b="1">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a:solidFill>
                            <a:srgbClr val="243447"/>
                          </a:solidFill>
                          <a:effectLst/>
                          <a:latin typeface="Arial" panose="020B0604020202020204" pitchFamily="34" charset="0"/>
                          <a:ea typeface="Arial" panose="020B0604020202020204" pitchFamily="34" charset="0"/>
                        </a:rPr>
                        <a:t>Print</a:t>
                      </a:r>
                      <a:endParaRPr lang="ko-KR" sz="1300">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b="1">
                          <a:solidFill>
                            <a:srgbClr val="136F73"/>
                          </a:solidFill>
                          <a:effectLst/>
                          <a:latin typeface="Arial" panose="020B0604020202020204" pitchFamily="34" charset="0"/>
                          <a:ea typeface="Arial" panose="020B0604020202020204" pitchFamily="34" charset="0"/>
                        </a:rPr>
                        <a:t>●</a:t>
                      </a:r>
                      <a:endParaRPr lang="ko-KR" sz="1300" b="1">
                        <a:solidFill>
                          <a:srgbClr val="136F73"/>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a:solidFill>
                            <a:srgbClr val="243447"/>
                          </a:solidFill>
                          <a:effectLst/>
                          <a:latin typeface="Arial" panose="020B0604020202020204" pitchFamily="34" charset="0"/>
                          <a:ea typeface="Arial" panose="020B0604020202020204" pitchFamily="34" charset="0"/>
                        </a:rPr>
                        <a:t>Content blocking and print logs. [S2]</a:t>
                      </a:r>
                      <a:endParaRPr lang="ko-KR" sz="1300">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10390402"/>
                  </a:ext>
                </a:extLst>
              </a:tr>
              <a:tr h="314325">
                <a:tc>
                  <a:txBody>
                    <a:bodyPr/>
                    <a:lstStyle/>
                    <a:p>
                      <a:pPr algn="l">
                        <a:buNone/>
                      </a:pPr>
                      <a:r>
                        <a:rPr lang="ko-KR" sz="1300" b="1">
                          <a:solidFill>
                            <a:srgbClr val="243447"/>
                          </a:solidFill>
                          <a:effectLst/>
                          <a:latin typeface="Arial" panose="020B0604020202020204" pitchFamily="34" charset="0"/>
                          <a:ea typeface="Arial" panose="020B0604020202020204" pitchFamily="34" charset="0"/>
                        </a:rPr>
                        <a:t>D1-03</a:t>
                      </a:r>
                      <a:endParaRPr lang="ko-KR" sz="1300" b="1">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a:solidFill>
                            <a:srgbClr val="243447"/>
                          </a:solidFill>
                          <a:effectLst/>
                          <a:latin typeface="Arial" panose="020B0604020202020204" pitchFamily="34" charset="0"/>
                          <a:ea typeface="Arial" panose="020B0604020202020204" pitchFamily="34" charset="0"/>
                        </a:rPr>
                        <a:t>Clipboard copy / paste</a:t>
                      </a:r>
                      <a:endParaRPr lang="ko-KR" sz="1300">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b="1">
                          <a:solidFill>
                            <a:srgbClr val="136F73"/>
                          </a:solidFill>
                          <a:effectLst/>
                          <a:latin typeface="Arial" panose="020B0604020202020204" pitchFamily="34" charset="0"/>
                          <a:ea typeface="Arial" panose="020B0604020202020204" pitchFamily="34" charset="0"/>
                        </a:rPr>
                        <a:t>●</a:t>
                      </a:r>
                      <a:endParaRPr lang="ko-KR" sz="1300" b="1">
                        <a:solidFill>
                          <a:srgbClr val="136F73"/>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a:solidFill>
                            <a:srgbClr val="243447"/>
                          </a:solidFill>
                          <a:effectLst/>
                          <a:latin typeface="Arial" panose="020B0604020202020204" pitchFamily="34" charset="0"/>
                          <a:ea typeface="Arial" panose="020B0604020202020204" pitchFamily="34" charset="0"/>
                        </a:rPr>
                        <a:t>Sensitive-content clipboard control. [S1]</a:t>
                      </a:r>
                      <a:endParaRPr lang="ko-KR" sz="1300">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278598901"/>
                  </a:ext>
                </a:extLst>
              </a:tr>
              <a:tr h="314325">
                <a:tc>
                  <a:txBody>
                    <a:bodyPr/>
                    <a:lstStyle/>
                    <a:p>
                      <a:pPr algn="l">
                        <a:buNone/>
                      </a:pPr>
                      <a:r>
                        <a:rPr lang="ko-KR" sz="1300" b="1">
                          <a:solidFill>
                            <a:srgbClr val="243447"/>
                          </a:solidFill>
                          <a:effectLst/>
                          <a:latin typeface="Arial" panose="020B0604020202020204" pitchFamily="34" charset="0"/>
                          <a:ea typeface="Arial" panose="020B0604020202020204" pitchFamily="34" charset="0"/>
                        </a:rPr>
                        <a:t>D1-04</a:t>
                      </a:r>
                      <a:endParaRPr lang="ko-KR" sz="1300" b="1">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a:solidFill>
                            <a:srgbClr val="243447"/>
                          </a:solidFill>
                          <a:effectLst/>
                          <a:latin typeface="Arial" panose="020B0604020202020204" pitchFamily="34" charset="0"/>
                          <a:ea typeface="Arial" panose="020B0604020202020204" pitchFamily="34" charset="0"/>
                        </a:rPr>
                        <a:t>Screen capture</a:t>
                      </a:r>
                      <a:endParaRPr lang="ko-KR" sz="1300">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b="1">
                          <a:solidFill>
                            <a:srgbClr val="5E6C7A"/>
                          </a:solidFill>
                          <a:effectLst/>
                          <a:latin typeface="Arial" panose="020B0604020202020204" pitchFamily="34" charset="0"/>
                          <a:ea typeface="Arial" panose="020B0604020202020204" pitchFamily="34" charset="0"/>
                        </a:rPr>
                        <a:t>?</a:t>
                      </a:r>
                      <a:endParaRPr lang="ko-KR" sz="1300" b="1">
                        <a:solidFill>
                          <a:srgbClr val="5E6C7A"/>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a:solidFill>
                            <a:srgbClr val="243447"/>
                          </a:solidFill>
                          <a:effectLst/>
                          <a:latin typeface="Arial" panose="020B0604020202020204" pitchFamily="34" charset="0"/>
                          <a:ea typeface="Arial" panose="020B0604020202020204" pitchFamily="34" charset="0"/>
                        </a:rPr>
                        <a:t>Screen-capture controls not specified.</a:t>
                      </a:r>
                      <a:endParaRPr lang="ko-KR" sz="1300">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34783874"/>
                  </a:ext>
                </a:extLst>
              </a:tr>
              <a:tr h="314325">
                <a:tc>
                  <a:txBody>
                    <a:bodyPr/>
                    <a:lstStyle/>
                    <a:p>
                      <a:pPr algn="l">
                        <a:buNone/>
                      </a:pPr>
                      <a:r>
                        <a:rPr lang="ko-KR" sz="1300" b="1">
                          <a:solidFill>
                            <a:srgbClr val="243447"/>
                          </a:solidFill>
                          <a:effectLst/>
                          <a:latin typeface="Arial" panose="020B0604020202020204" pitchFamily="34" charset="0"/>
                          <a:ea typeface="Arial" panose="020B0604020202020204" pitchFamily="34" charset="0"/>
                        </a:rPr>
                        <a:t>D1-05</a:t>
                      </a:r>
                      <a:endParaRPr lang="ko-KR" sz="1300" b="1">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a:solidFill>
                            <a:srgbClr val="243447"/>
                          </a:solidFill>
                          <a:effectLst/>
                          <a:latin typeface="Arial" panose="020B0604020202020204" pitchFamily="34" charset="0"/>
                          <a:ea typeface="Arial" panose="020B0604020202020204" pitchFamily="34" charset="0"/>
                        </a:rPr>
                        <a:t>Email (SMTP / webmail)</a:t>
                      </a:r>
                      <a:endParaRPr lang="ko-KR" sz="1300">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b="1">
                          <a:solidFill>
                            <a:srgbClr val="136F73"/>
                          </a:solidFill>
                          <a:effectLst/>
                          <a:latin typeface="Arial" panose="020B0604020202020204" pitchFamily="34" charset="0"/>
                          <a:ea typeface="Arial" panose="020B0604020202020204" pitchFamily="34" charset="0"/>
                        </a:rPr>
                        <a:t>●</a:t>
                      </a:r>
                      <a:endParaRPr lang="ko-KR" sz="1300" b="1">
                        <a:solidFill>
                          <a:srgbClr val="136F73"/>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a:solidFill>
                            <a:srgbClr val="243447"/>
                          </a:solidFill>
                          <a:effectLst/>
                          <a:latin typeface="Arial" panose="020B0604020202020204" pitchFamily="34" charset="0"/>
                          <a:ea typeface="Arial" panose="020B0604020202020204" pitchFamily="34" charset="0"/>
                        </a:rPr>
                        <a:t>Privacy-i / Mail-i. [S2,S3]</a:t>
                      </a:r>
                      <a:endParaRPr lang="ko-KR" sz="1300">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574608599"/>
                  </a:ext>
                </a:extLst>
              </a:tr>
              <a:tr h="314325">
                <a:tc>
                  <a:txBody>
                    <a:bodyPr/>
                    <a:lstStyle/>
                    <a:p>
                      <a:pPr algn="l">
                        <a:buNone/>
                      </a:pPr>
                      <a:r>
                        <a:rPr lang="ko-KR" sz="1300" b="1">
                          <a:solidFill>
                            <a:srgbClr val="243447"/>
                          </a:solidFill>
                          <a:effectLst/>
                          <a:latin typeface="Arial" panose="020B0604020202020204" pitchFamily="34" charset="0"/>
                          <a:ea typeface="Arial" panose="020B0604020202020204" pitchFamily="34" charset="0"/>
                        </a:rPr>
                        <a:t>D1-06</a:t>
                      </a:r>
                      <a:endParaRPr lang="ko-KR" sz="1300" b="1">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a:solidFill>
                            <a:srgbClr val="243447"/>
                          </a:solidFill>
                          <a:effectLst/>
                          <a:latin typeface="Arial" panose="020B0604020202020204" pitchFamily="34" charset="0"/>
                          <a:ea typeface="Arial" panose="020B0604020202020204" pitchFamily="34" charset="0"/>
                        </a:rPr>
                        <a:t>Web upload / HTTP(S) / TLS</a:t>
                      </a:r>
                      <a:endParaRPr lang="ko-KR" sz="1300">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b="1">
                          <a:solidFill>
                            <a:srgbClr val="136F73"/>
                          </a:solidFill>
                          <a:effectLst/>
                          <a:latin typeface="Arial" panose="020B0604020202020204" pitchFamily="34" charset="0"/>
                          <a:ea typeface="Arial" panose="020B0604020202020204" pitchFamily="34" charset="0"/>
                        </a:rPr>
                        <a:t>●</a:t>
                      </a:r>
                      <a:endParaRPr lang="ko-KR" sz="1300" b="1">
                        <a:solidFill>
                          <a:srgbClr val="136F73"/>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a:solidFill>
                            <a:srgbClr val="243447"/>
                          </a:solidFill>
                          <a:effectLst/>
                          <a:latin typeface="Arial" panose="020B0604020202020204" pitchFamily="34" charset="0"/>
                          <a:ea typeface="Arial" panose="020B0604020202020204" pitchFamily="34" charset="0"/>
                        </a:rPr>
                        <a:t>Mail-i TLS visibility and proxy. [S3]</a:t>
                      </a:r>
                      <a:endParaRPr lang="ko-KR" sz="1300">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7547928"/>
                  </a:ext>
                </a:extLst>
              </a:tr>
              <a:tr h="314325">
                <a:tc>
                  <a:txBody>
                    <a:bodyPr/>
                    <a:lstStyle/>
                    <a:p>
                      <a:pPr algn="l">
                        <a:buNone/>
                      </a:pPr>
                      <a:r>
                        <a:rPr lang="ko-KR" sz="1300" b="1">
                          <a:solidFill>
                            <a:srgbClr val="243447"/>
                          </a:solidFill>
                          <a:effectLst/>
                          <a:latin typeface="Arial" panose="020B0604020202020204" pitchFamily="34" charset="0"/>
                          <a:ea typeface="Arial" panose="020B0604020202020204" pitchFamily="34" charset="0"/>
                        </a:rPr>
                        <a:t>D1-07</a:t>
                      </a:r>
                      <a:endParaRPr lang="ko-KR" sz="1300" b="1">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a:solidFill>
                            <a:srgbClr val="243447"/>
                          </a:solidFill>
                          <a:effectLst/>
                          <a:latin typeface="Arial" panose="020B0604020202020204" pitchFamily="34" charset="0"/>
                          <a:ea typeface="Arial" panose="020B0604020202020204" pitchFamily="34" charset="0"/>
                        </a:rPr>
                        <a:t>PC messenger</a:t>
                      </a:r>
                      <a:endParaRPr lang="ko-KR" sz="1300">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b="1">
                          <a:solidFill>
                            <a:srgbClr val="136F73"/>
                          </a:solidFill>
                          <a:effectLst/>
                          <a:latin typeface="Arial" panose="020B0604020202020204" pitchFamily="34" charset="0"/>
                          <a:ea typeface="Arial" panose="020B0604020202020204" pitchFamily="34" charset="0"/>
                        </a:rPr>
                        <a:t>●</a:t>
                      </a:r>
                      <a:endParaRPr lang="ko-KR" sz="1300" b="1">
                        <a:solidFill>
                          <a:srgbClr val="136F73"/>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a:solidFill>
                            <a:srgbClr val="243447"/>
                          </a:solidFill>
                          <a:effectLst/>
                          <a:latin typeface="Arial" panose="020B0604020202020204" pitchFamily="34" charset="0"/>
                          <a:ea typeface="Arial" panose="020B0604020202020204" pitchFamily="34" charset="0"/>
                        </a:rPr>
                        <a:t>Privacy-i / Mail-i. [S2,S3]</a:t>
                      </a:r>
                      <a:endParaRPr lang="ko-KR" sz="1300">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60183079"/>
                  </a:ext>
                </a:extLst>
              </a:tr>
              <a:tr h="314325">
                <a:tc>
                  <a:txBody>
                    <a:bodyPr/>
                    <a:lstStyle/>
                    <a:p>
                      <a:pPr algn="l">
                        <a:buNone/>
                      </a:pPr>
                      <a:r>
                        <a:rPr lang="ko-KR" sz="1300" b="1">
                          <a:solidFill>
                            <a:srgbClr val="243447"/>
                          </a:solidFill>
                          <a:effectLst/>
                          <a:latin typeface="Arial" panose="020B0604020202020204" pitchFamily="34" charset="0"/>
                          <a:ea typeface="Arial" panose="020B0604020202020204" pitchFamily="34" charset="0"/>
                        </a:rPr>
                        <a:t>D1-08</a:t>
                      </a:r>
                      <a:endParaRPr lang="ko-KR" sz="1300" b="1">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a:solidFill>
                            <a:srgbClr val="243447"/>
                          </a:solidFill>
                          <a:effectLst/>
                          <a:latin typeface="Arial" panose="020B0604020202020204" pitchFamily="34" charset="0"/>
                          <a:ea typeface="Arial" panose="020B0604020202020204" pitchFamily="34" charset="0"/>
                        </a:rPr>
                        <a:t>Cloud storage / webhard upload</a:t>
                      </a:r>
                      <a:endParaRPr lang="ko-KR" sz="1300">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b="1">
                          <a:solidFill>
                            <a:srgbClr val="136F73"/>
                          </a:solidFill>
                          <a:effectLst/>
                          <a:latin typeface="Arial" panose="020B0604020202020204" pitchFamily="34" charset="0"/>
                          <a:ea typeface="Arial" panose="020B0604020202020204" pitchFamily="34" charset="0"/>
                        </a:rPr>
                        <a:t>●</a:t>
                      </a:r>
                      <a:endParaRPr lang="ko-KR" sz="1300" b="1">
                        <a:solidFill>
                          <a:srgbClr val="136F73"/>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a:solidFill>
                            <a:srgbClr val="243447"/>
                          </a:solidFill>
                          <a:effectLst/>
                          <a:latin typeface="Arial" panose="020B0604020202020204" pitchFamily="34" charset="0"/>
                          <a:ea typeface="Arial" panose="020B0604020202020204" pitchFamily="34" charset="0"/>
                        </a:rPr>
                        <a:t>Privacy-i / Mail-i. [S2,S3]</a:t>
                      </a:r>
                      <a:endParaRPr lang="ko-KR" sz="1300">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10063573"/>
                  </a:ext>
                </a:extLst>
              </a:tr>
              <a:tr h="314325">
                <a:tc>
                  <a:txBody>
                    <a:bodyPr/>
                    <a:lstStyle/>
                    <a:p>
                      <a:pPr algn="l">
                        <a:buNone/>
                      </a:pPr>
                      <a:r>
                        <a:rPr lang="ko-KR" sz="1300" b="1">
                          <a:solidFill>
                            <a:srgbClr val="243447"/>
                          </a:solidFill>
                          <a:effectLst/>
                          <a:latin typeface="Arial" panose="020B0604020202020204" pitchFamily="34" charset="0"/>
                          <a:ea typeface="Arial" panose="020B0604020202020204" pitchFamily="34" charset="0"/>
                        </a:rPr>
                        <a:t>D1-09</a:t>
                      </a:r>
                      <a:endParaRPr lang="ko-KR" sz="1300" b="1">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a:solidFill>
                            <a:srgbClr val="243447"/>
                          </a:solidFill>
                          <a:effectLst/>
                          <a:latin typeface="Arial" panose="020B0604020202020204" pitchFamily="34" charset="0"/>
                          <a:ea typeface="Arial" panose="020B0604020202020204" pitchFamily="34" charset="0"/>
                        </a:rPr>
                        <a:t>Wi-Fi / Bluetooth / shares</a:t>
                      </a:r>
                      <a:endParaRPr lang="ko-KR" sz="1300">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b="1">
                          <a:solidFill>
                            <a:srgbClr val="956319"/>
                          </a:solidFill>
                          <a:effectLst/>
                          <a:latin typeface="Arial" panose="020B0604020202020204" pitchFamily="34" charset="0"/>
                          <a:ea typeface="Arial" panose="020B0604020202020204" pitchFamily="34" charset="0"/>
                        </a:rPr>
                        <a:t>◐</a:t>
                      </a:r>
                      <a:endParaRPr lang="ko-KR" sz="1300" b="1">
                        <a:solidFill>
                          <a:srgbClr val="956319"/>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a:solidFill>
                            <a:srgbClr val="243447"/>
                          </a:solidFill>
                          <a:effectLst/>
                          <a:latin typeface="Arial" panose="020B0604020202020204" pitchFamily="34" charset="0"/>
                          <a:ea typeface="Arial" panose="020B0604020202020204" pitchFamily="34" charset="0"/>
                        </a:rPr>
                        <a:t>Bluetooth / AirDrop stated. Wi-Fi / shares unverified. [S7]</a:t>
                      </a:r>
                      <a:endParaRPr lang="ko-KR" sz="1300">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987810952"/>
                  </a:ext>
                </a:extLst>
              </a:tr>
              <a:tr h="314325">
                <a:tc>
                  <a:txBody>
                    <a:bodyPr/>
                    <a:lstStyle/>
                    <a:p>
                      <a:pPr algn="l">
                        <a:buNone/>
                      </a:pPr>
                      <a:r>
                        <a:rPr lang="ko-KR" sz="1300" b="1">
                          <a:solidFill>
                            <a:srgbClr val="243447"/>
                          </a:solidFill>
                          <a:effectLst/>
                          <a:latin typeface="Arial" panose="020B0604020202020204" pitchFamily="34" charset="0"/>
                          <a:ea typeface="Arial" panose="020B0604020202020204" pitchFamily="34" charset="0"/>
                        </a:rPr>
                        <a:t>D1-10</a:t>
                      </a:r>
                      <a:endParaRPr lang="ko-KR" sz="1300" b="1">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a:solidFill>
                            <a:srgbClr val="243447"/>
                          </a:solidFill>
                          <a:effectLst/>
                          <a:latin typeface="Arial" panose="020B0604020202020204" pitchFamily="34" charset="0"/>
                          <a:ea typeface="Arial" panose="020B0604020202020204" pitchFamily="34" charset="0"/>
                        </a:rPr>
                        <a:t>PC / server data discovery</a:t>
                      </a:r>
                      <a:endParaRPr lang="ko-KR" sz="1300">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b="1">
                          <a:solidFill>
                            <a:srgbClr val="136F73"/>
                          </a:solidFill>
                          <a:effectLst/>
                          <a:latin typeface="Arial" panose="020B0604020202020204" pitchFamily="34" charset="0"/>
                          <a:ea typeface="Arial" panose="020B0604020202020204" pitchFamily="34" charset="0"/>
                        </a:rPr>
                        <a:t>●</a:t>
                      </a:r>
                      <a:endParaRPr lang="ko-KR" sz="1300" b="1">
                        <a:solidFill>
                          <a:srgbClr val="136F73"/>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a:solidFill>
                            <a:srgbClr val="243447"/>
                          </a:solidFill>
                          <a:effectLst/>
                          <a:latin typeface="Arial" panose="020B0604020202020204" pitchFamily="34" charset="0"/>
                          <a:ea typeface="Arial" panose="020B0604020202020204" pitchFamily="34" charset="0"/>
                        </a:rPr>
                        <a:t>Privacy-i for PC, Server-i for server / DB. [S2,S6]</a:t>
                      </a:r>
                      <a:endParaRPr lang="ko-KR" sz="1300">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296895632"/>
                  </a:ext>
                </a:extLst>
              </a:tr>
              <a:tr h="314325">
                <a:tc>
                  <a:txBody>
                    <a:bodyPr/>
                    <a:lstStyle/>
                    <a:p>
                      <a:pPr algn="l">
                        <a:buNone/>
                      </a:pPr>
                      <a:r>
                        <a:rPr lang="ko-KR" sz="1300" b="1">
                          <a:solidFill>
                            <a:srgbClr val="243447"/>
                          </a:solidFill>
                          <a:effectLst/>
                          <a:latin typeface="Arial" panose="020B0604020202020204" pitchFamily="34" charset="0"/>
                          <a:ea typeface="Arial" panose="020B0604020202020204" pitchFamily="34" charset="0"/>
                        </a:rPr>
                        <a:t>D1-11</a:t>
                      </a:r>
                      <a:endParaRPr lang="ko-KR" sz="1300" b="1">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a:solidFill>
                            <a:srgbClr val="243447"/>
                          </a:solidFill>
                          <a:effectLst/>
                          <a:latin typeface="Arial" panose="020B0604020202020204" pitchFamily="34" charset="0"/>
                          <a:ea typeface="Arial" panose="020B0604020202020204" pitchFamily="34" charset="0"/>
                        </a:rPr>
                        <a:t>GenAI web / desktop clients</a:t>
                      </a:r>
                      <a:endParaRPr lang="ko-KR" sz="1300">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b="1">
                          <a:solidFill>
                            <a:srgbClr val="956319"/>
                          </a:solidFill>
                          <a:effectLst/>
                          <a:latin typeface="Arial" panose="020B0604020202020204" pitchFamily="34" charset="0"/>
                          <a:ea typeface="Arial" panose="020B0604020202020204" pitchFamily="34" charset="0"/>
                        </a:rPr>
                        <a:t>◐</a:t>
                      </a:r>
                      <a:endParaRPr lang="ko-KR" sz="1300" b="1">
                        <a:solidFill>
                          <a:srgbClr val="956319"/>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a:solidFill>
                            <a:srgbClr val="243447"/>
                          </a:solidFill>
                          <a:effectLst/>
                          <a:latin typeface="Arial" panose="020B0604020202020204" pitchFamily="34" charset="0"/>
                          <a:ea typeface="Arial" panose="020B0604020202020204" pitchFamily="34" charset="0"/>
                        </a:rPr>
                        <a:t>WebKeeper AI DLP lists web AI services. Desktop-app matrix not stated. [S5]</a:t>
                      </a:r>
                      <a:endParaRPr lang="ko-KR" sz="1300">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3600356436"/>
                  </a:ext>
                </a:extLst>
              </a:tr>
              <a:tr h="314325">
                <a:tc>
                  <a:txBody>
                    <a:bodyPr/>
                    <a:lstStyle/>
                    <a:p>
                      <a:pPr algn="l">
                        <a:buNone/>
                      </a:pPr>
                      <a:r>
                        <a:rPr lang="ko-KR" sz="1300" b="1">
                          <a:solidFill>
                            <a:srgbClr val="243447"/>
                          </a:solidFill>
                          <a:effectLst/>
                          <a:latin typeface="Arial" panose="020B0604020202020204" pitchFamily="34" charset="0"/>
                          <a:ea typeface="Arial" panose="020B0604020202020204" pitchFamily="34" charset="0"/>
                        </a:rPr>
                        <a:t>D1-12</a:t>
                      </a:r>
                      <a:endParaRPr lang="ko-KR" sz="1300" b="1">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a:solidFill>
                            <a:srgbClr val="243447"/>
                          </a:solidFill>
                          <a:effectLst/>
                          <a:latin typeface="Arial" panose="020B0604020202020204" pitchFamily="34" charset="0"/>
                          <a:ea typeface="Arial" panose="020B0604020202020204" pitchFamily="34" charset="0"/>
                        </a:rPr>
                        <a:t>LLM API traffic</a:t>
                      </a:r>
                      <a:endParaRPr lang="ko-KR" sz="1300">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b="1">
                          <a:solidFill>
                            <a:srgbClr val="5E6C7A"/>
                          </a:solidFill>
                          <a:effectLst/>
                          <a:latin typeface="Arial" panose="020B0604020202020204" pitchFamily="34" charset="0"/>
                          <a:ea typeface="Arial" panose="020B0604020202020204" pitchFamily="34" charset="0"/>
                        </a:rPr>
                        <a:t>?</a:t>
                      </a:r>
                      <a:endParaRPr lang="ko-KR" sz="1300" b="1">
                        <a:solidFill>
                          <a:srgbClr val="5E6C7A"/>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a:solidFill>
                            <a:srgbClr val="243447"/>
                          </a:solidFill>
                          <a:effectLst/>
                          <a:latin typeface="Arial" panose="020B0604020202020204" pitchFamily="34" charset="0"/>
                          <a:ea typeface="Arial" panose="020B0604020202020204" pitchFamily="34" charset="0"/>
                        </a:rPr>
                        <a:t>Dedicated LLM API mediation not specified.</a:t>
                      </a:r>
                      <a:endParaRPr lang="ko-KR" sz="1300">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06554365"/>
                  </a:ext>
                </a:extLst>
              </a:tr>
              <a:tr h="314325">
                <a:tc>
                  <a:txBody>
                    <a:bodyPr/>
                    <a:lstStyle/>
                    <a:p>
                      <a:pPr algn="l">
                        <a:buNone/>
                      </a:pPr>
                      <a:r>
                        <a:rPr lang="ko-KR" sz="1300" b="1">
                          <a:solidFill>
                            <a:srgbClr val="243447"/>
                          </a:solidFill>
                          <a:effectLst/>
                          <a:latin typeface="Arial" panose="020B0604020202020204" pitchFamily="34" charset="0"/>
                          <a:ea typeface="Arial" panose="020B0604020202020204" pitchFamily="34" charset="0"/>
                        </a:rPr>
                        <a:t>D1-13</a:t>
                      </a:r>
                      <a:endParaRPr lang="ko-KR" sz="1300" b="1">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a:solidFill>
                            <a:srgbClr val="243447"/>
                          </a:solidFill>
                          <a:effectLst/>
                          <a:latin typeface="Arial" panose="020B0604020202020204" pitchFamily="34" charset="0"/>
                          <a:ea typeface="Arial" panose="020B0604020202020204" pitchFamily="34" charset="0"/>
                        </a:rPr>
                        <a:t>Agent tools / MCP</a:t>
                      </a:r>
                      <a:endParaRPr lang="ko-KR" sz="1300">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b="1">
                          <a:solidFill>
                            <a:srgbClr val="5E6C7A"/>
                          </a:solidFill>
                          <a:effectLst/>
                          <a:latin typeface="Arial" panose="020B0604020202020204" pitchFamily="34" charset="0"/>
                          <a:ea typeface="Arial" panose="020B0604020202020204" pitchFamily="34" charset="0"/>
                        </a:rPr>
                        <a:t>?</a:t>
                      </a:r>
                      <a:endParaRPr lang="ko-KR" sz="1300" b="1">
                        <a:solidFill>
                          <a:srgbClr val="5E6C7A"/>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a:solidFill>
                            <a:srgbClr val="243447"/>
                          </a:solidFill>
                          <a:effectLst/>
                          <a:latin typeface="Arial" panose="020B0604020202020204" pitchFamily="34" charset="0"/>
                          <a:ea typeface="Arial" panose="020B0604020202020204" pitchFamily="34" charset="0"/>
                        </a:rPr>
                        <a:t>AIDR announcement does not establish granular MCP mediation. [S15]</a:t>
                      </a:r>
                      <a:endParaRPr lang="ko-KR" sz="1300">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493460200"/>
                  </a:ext>
                </a:extLst>
              </a:tr>
            </a:tbl>
          </a:graphicData>
        </a:graphic>
      </p:graphicFrame>
    </p:spTree>
    <p:extLst>
      <p:ext uri="{BB962C8B-B14F-4D97-AF65-F5344CB8AC3E}">
        <p14:creationId xmlns:p14="http://schemas.microsoft.com/office/powerpoint/2010/main" val="411622881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E4621D-E676-31FC-DCAB-3DCA848A3DD3}"/>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41856FD-0256-284D-8ACD-B4222586BF13}"/>
              </a:ext>
            </a:extLst>
          </p:cNvPr>
          <p:cNvSpPr>
            <a:spLocks noGrp="1"/>
          </p:cNvSpPr>
          <p:nvPr>
            <p:ph type="sldNum" sz="quarter" idx="4"/>
          </p:nvPr>
        </p:nvSpPr>
        <p:spPr/>
        <p:txBody>
          <a:bodyPr/>
          <a:lstStyle/>
          <a:p>
            <a:fld id="{4EA1E582-E1CC-4474-812F-1657BC5920B7}" type="slidenum">
              <a:rPr lang="ko-KR" altLang="en-US" smtClean="0"/>
              <a:t>15</a:t>
            </a:fld>
            <a:endParaRPr lang="ko-KR" altLang="en-US"/>
          </a:p>
        </p:txBody>
      </p:sp>
      <p:sp>
        <p:nvSpPr>
          <p:cNvPr id="5" name="Text Placeholder 4">
            <a:extLst>
              <a:ext uri="{FF2B5EF4-FFF2-40B4-BE49-F238E27FC236}">
                <a16:creationId xmlns:a16="http://schemas.microsoft.com/office/drawing/2014/main" id="{13AFC03C-939B-DE51-A71A-D636ECCA6B2B}"/>
              </a:ext>
            </a:extLst>
          </p:cNvPr>
          <p:cNvSpPr>
            <a:spLocks noGrp="1"/>
          </p:cNvSpPr>
          <p:nvPr>
            <p:ph type="body" sz="quarter" idx="11"/>
          </p:nvPr>
        </p:nvSpPr>
        <p:spPr>
          <a:xfrm>
            <a:off x="285075" y="2627518"/>
            <a:ext cx="11465393" cy="401637"/>
          </a:xfrm>
        </p:spPr>
        <p:txBody>
          <a:bodyPr lIns="91440" tIns="45720" rIns="91440" bIns="45720" anchor="ctr" anchorCtr="0"/>
          <a:lstStyle/>
          <a:p>
            <a:r>
              <a:rPr lang="en-US">
                <a:ea typeface="KoPub돋움체 Bold"/>
              </a:rPr>
              <a:t>D2 Detection technique(For reference)</a:t>
            </a:r>
            <a:endParaRPr lang="ko-KR" altLang="en-US"/>
          </a:p>
          <a:p>
            <a:endParaRPr lang="en-US" altLang="ko-KR"/>
          </a:p>
          <a:p>
            <a:endParaRPr lang="en-US" altLang="ko-KR"/>
          </a:p>
          <a:p>
            <a:endParaRPr lang="en-US" altLang="ko-KR"/>
          </a:p>
          <a:p>
            <a:endParaRPr lang="en-US" altLang="ko-KR"/>
          </a:p>
          <a:p>
            <a:endParaRPr lang="en-US"/>
          </a:p>
        </p:txBody>
      </p:sp>
      <p:sp>
        <p:nvSpPr>
          <p:cNvPr id="7" name="제목 3">
            <a:extLst>
              <a:ext uri="{FF2B5EF4-FFF2-40B4-BE49-F238E27FC236}">
                <a16:creationId xmlns:a16="http://schemas.microsoft.com/office/drawing/2014/main" id="{9DDF5655-69C2-9918-584C-623E6CA2CE1C}"/>
              </a:ext>
            </a:extLst>
          </p:cNvPr>
          <p:cNvSpPr txBox="1">
            <a:spLocks/>
          </p:cNvSpPr>
          <p:nvPr/>
        </p:nvSpPr>
        <p:spPr>
          <a:xfrm>
            <a:off x="286194" y="265704"/>
            <a:ext cx="10666268" cy="464670"/>
          </a:xfrm>
          <a:prstGeom prst="rect">
            <a:avLst/>
          </a:prstGeom>
        </p:spPr>
        <p:txBody>
          <a:bodyPr lIns="91440" tIns="45720" rIns="91440" bIns="45720" anchor="ctr" anchorCtr="0"/>
          <a:lstStyle>
            <a:lvl1pPr algn="l" rtl="0" eaLnBrk="1" fontAlgn="base" latinLnBrk="1" hangingPunct="1">
              <a:spcBef>
                <a:spcPct val="0"/>
              </a:spcBef>
              <a:spcAft>
                <a:spcPct val="0"/>
              </a:spcAft>
              <a:defRPr lang="ko-KR" altLang="en-US" sz="2400" b="1" kern="1200" baseline="0" dirty="0">
                <a:ln>
                  <a:solidFill>
                    <a:schemeClr val="accent1">
                      <a:alpha val="0"/>
                    </a:schemeClr>
                  </a:solidFill>
                </a:ln>
                <a:solidFill>
                  <a:srgbClr val="144772"/>
                </a:solidFill>
                <a:effectLst>
                  <a:glow rad="127000">
                    <a:schemeClr val="bg1"/>
                  </a:glow>
                  <a:outerShdw blurRad="38100" dist="38100" dir="2700000" algn="tl" rotWithShape="0">
                    <a:prstClr val="black">
                      <a:alpha val="40000"/>
                    </a:prstClr>
                  </a:outerShdw>
                </a:effectLst>
                <a:latin typeface="Pretendard Black" panose="02000A03000000020004" pitchFamily="50" charset="-127"/>
                <a:ea typeface="Pretendard Black" panose="02000A03000000020004" pitchFamily="50" charset="-127"/>
                <a:cs typeface="Pretendard Black" panose="02000A03000000020004" pitchFamily="50" charset="-127"/>
              </a:defRPr>
            </a:lvl1pPr>
            <a:lvl2pPr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2pPr>
            <a:lvl3pPr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3pPr>
            <a:lvl4pPr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4pPr>
            <a:lvl5pPr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5pPr>
            <a:lvl6pPr marL="457200"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6pPr>
            <a:lvl7pPr marL="914400"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7pPr>
            <a:lvl8pPr marL="1371600"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8pPr>
            <a:lvl9pPr marL="1828800"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9pPr>
          </a:lstStyle>
          <a:p>
            <a:r>
              <a:rPr lang="ko-KR" altLang="en-US">
                <a:ln>
                  <a:solidFill>
                    <a:srgbClr val="4F81BD">
                      <a:alpha val="0"/>
                    </a:srgbClr>
                  </a:solidFill>
                </a:ln>
                <a:effectLst>
                  <a:glow rad="127000">
                    <a:prstClr val="white"/>
                  </a:glow>
                  <a:outerShdw blurRad="38100" dist="38100" dir="2700000" algn="tl" rotWithShape="0">
                    <a:prstClr val="black">
                      <a:alpha val="40000"/>
                    </a:prstClr>
                  </a:outerShdw>
                </a:effectLst>
                <a:ea typeface="Pretendard Black"/>
              </a:rPr>
              <a:t>Somansa (윤석)</a:t>
            </a:r>
            <a:endParaRPr lang="en-US" altLang="ko-KR"/>
          </a:p>
        </p:txBody>
      </p:sp>
      <p:sp>
        <p:nvSpPr>
          <p:cNvPr id="8" name="TextBox 7">
            <a:extLst>
              <a:ext uri="{FF2B5EF4-FFF2-40B4-BE49-F238E27FC236}">
                <a16:creationId xmlns:a16="http://schemas.microsoft.com/office/drawing/2014/main" id="{27606D81-894D-663D-FEE6-85408A95AD87}"/>
              </a:ext>
            </a:extLst>
          </p:cNvPr>
          <p:cNvSpPr txBox="1"/>
          <p:nvPr/>
        </p:nvSpPr>
        <p:spPr>
          <a:xfrm>
            <a:off x="568476" y="1339184"/>
            <a:ext cx="10631714" cy="176971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ltLang="ko-KR" sz="1300">
                <a:solidFill>
                  <a:srgbClr val="5E6C7A"/>
                </a:solidFill>
                <a:latin typeface="Arial"/>
                <a:ea typeface="맑은 고딕"/>
                <a:cs typeface="Arial"/>
              </a:rPr>
              <a:t>Documented</a:t>
            </a:r>
            <a:r>
              <a:rPr lang="ko-KR" sz="1300">
                <a:solidFill>
                  <a:srgbClr val="5E6C7A"/>
                </a:solidFill>
                <a:latin typeface="Arial"/>
                <a:ea typeface="맑은 고딕"/>
                <a:cs typeface="Arial"/>
              </a:rPr>
              <a:t> </a:t>
            </a:r>
            <a:r>
              <a:rPr lang="en-US" altLang="ko-KR" sz="1300">
                <a:solidFill>
                  <a:srgbClr val="5E6C7A"/>
                </a:solidFill>
                <a:latin typeface="Arial"/>
                <a:ea typeface="맑은 고딕"/>
                <a:cs typeface="Arial"/>
              </a:rPr>
              <a:t>capability</a:t>
            </a:r>
            <a:r>
              <a:rPr lang="ko-KR" sz="1300">
                <a:solidFill>
                  <a:srgbClr val="5E6C7A"/>
                </a:solidFill>
                <a:latin typeface="Arial"/>
                <a:ea typeface="맑은 고딕"/>
                <a:cs typeface="Arial"/>
              </a:rPr>
              <a:t> </a:t>
            </a:r>
            <a:r>
              <a:rPr lang="en-US" altLang="ko-KR" sz="1300">
                <a:solidFill>
                  <a:srgbClr val="5E6C7A"/>
                </a:solidFill>
                <a:latin typeface="Arial"/>
                <a:ea typeface="맑은 고딕"/>
                <a:cs typeface="Arial"/>
              </a:rPr>
              <a:t>and</a:t>
            </a:r>
            <a:r>
              <a:rPr lang="ko-KR" sz="1300">
                <a:solidFill>
                  <a:srgbClr val="5E6C7A"/>
                </a:solidFill>
                <a:latin typeface="Arial"/>
                <a:ea typeface="맑은 고딕"/>
                <a:cs typeface="Arial"/>
              </a:rPr>
              <a:t> </a:t>
            </a:r>
            <a:r>
              <a:rPr lang="en-US" altLang="ko-KR" sz="1300">
                <a:solidFill>
                  <a:srgbClr val="5E6C7A"/>
                </a:solidFill>
                <a:latin typeface="Arial"/>
                <a:ea typeface="맑은 고딕"/>
                <a:cs typeface="Arial"/>
              </a:rPr>
              <a:t>scope</a:t>
            </a:r>
            <a:r>
              <a:rPr lang="ko-KR" sz="1300">
                <a:solidFill>
                  <a:srgbClr val="5E6C7A"/>
                </a:solidFill>
                <a:latin typeface="Arial"/>
                <a:ea typeface="맑은 고딕"/>
                <a:cs typeface="Arial"/>
              </a:rPr>
              <a:t>. Product </a:t>
            </a:r>
            <a:r>
              <a:rPr lang="en-US" altLang="ko-KR" sz="1300">
                <a:solidFill>
                  <a:srgbClr val="5E6C7A"/>
                </a:solidFill>
                <a:latin typeface="Arial"/>
                <a:ea typeface="맑은 고딕"/>
                <a:cs typeface="Arial"/>
              </a:rPr>
              <a:t>and</a:t>
            </a:r>
            <a:r>
              <a:rPr lang="ko-KR" sz="1300">
                <a:solidFill>
                  <a:srgbClr val="5E6C7A"/>
                </a:solidFill>
                <a:latin typeface="Arial"/>
                <a:ea typeface="맑은 고딕"/>
                <a:cs typeface="Arial"/>
              </a:rPr>
              <a:t> </a:t>
            </a:r>
            <a:r>
              <a:rPr lang="en-US" altLang="ko-KR" sz="1300">
                <a:solidFill>
                  <a:srgbClr val="5E6C7A"/>
                </a:solidFill>
                <a:latin typeface="Arial"/>
                <a:ea typeface="맑은 고딕"/>
                <a:cs typeface="Arial"/>
              </a:rPr>
              <a:t>module</a:t>
            </a:r>
            <a:r>
              <a:rPr lang="ko-KR" sz="1300">
                <a:solidFill>
                  <a:srgbClr val="5E6C7A"/>
                </a:solidFill>
                <a:latin typeface="Arial"/>
                <a:ea typeface="맑은 고딕"/>
                <a:cs typeface="Arial"/>
              </a:rPr>
              <a:t> </a:t>
            </a:r>
            <a:r>
              <a:rPr lang="en-US" altLang="ko-KR" sz="1300">
                <a:solidFill>
                  <a:srgbClr val="5E6C7A"/>
                </a:solidFill>
                <a:latin typeface="Arial"/>
                <a:ea typeface="맑은 고딕"/>
                <a:cs typeface="Arial"/>
              </a:rPr>
              <a:t>boundaries</a:t>
            </a:r>
            <a:r>
              <a:rPr lang="ko-KR" sz="1300">
                <a:solidFill>
                  <a:srgbClr val="5E6C7A"/>
                </a:solidFill>
                <a:latin typeface="Arial"/>
                <a:ea typeface="맑은 고딕"/>
                <a:cs typeface="Arial"/>
              </a:rPr>
              <a:t> </a:t>
            </a:r>
            <a:r>
              <a:rPr lang="en-US" altLang="ko-KR" sz="1300">
                <a:solidFill>
                  <a:srgbClr val="5E6C7A"/>
                </a:solidFill>
                <a:latin typeface="Arial"/>
                <a:ea typeface="맑은 고딕"/>
                <a:cs typeface="Arial"/>
              </a:rPr>
              <a:t>apply.</a:t>
            </a:r>
            <a:endParaRPr lang="ko-KR" altLang="en-US"/>
          </a:p>
          <a:p>
            <a:endParaRPr lang="en-US" altLang="ko-KR" sz="1300">
              <a:solidFill>
                <a:srgbClr val="5E6C7A"/>
              </a:solidFill>
              <a:latin typeface="Arial"/>
              <a:ea typeface="맑은 고딕"/>
              <a:cs typeface="Arial"/>
            </a:endParaRPr>
          </a:p>
          <a:p>
            <a:endParaRPr lang="en-US" altLang="ko-KR" sz="1300">
              <a:solidFill>
                <a:srgbClr val="5E6C7A"/>
              </a:solidFill>
              <a:latin typeface="Arial"/>
              <a:ea typeface="맑은 고딕"/>
              <a:cs typeface="Arial"/>
            </a:endParaRPr>
          </a:p>
          <a:p>
            <a:endParaRPr lang="en-US" altLang="ko-KR" sz="1300">
              <a:solidFill>
                <a:srgbClr val="5E6C7A"/>
              </a:solidFill>
              <a:latin typeface="Arial"/>
              <a:ea typeface="맑은 고딕"/>
              <a:cs typeface="Arial"/>
            </a:endParaRPr>
          </a:p>
          <a:p>
            <a:endParaRPr lang="en-US" altLang="ko-KR" sz="1300">
              <a:solidFill>
                <a:srgbClr val="5E6C7A"/>
              </a:solidFill>
              <a:latin typeface="Arial"/>
              <a:ea typeface="맑은 고딕"/>
              <a:cs typeface="Arial"/>
            </a:endParaRPr>
          </a:p>
          <a:p>
            <a:endParaRPr lang="en-US" altLang="ko-KR" sz="1300">
              <a:solidFill>
                <a:srgbClr val="5E6C7A"/>
              </a:solidFill>
              <a:latin typeface="Arial"/>
              <a:ea typeface="맑은 고딕"/>
              <a:cs typeface="Arial"/>
            </a:endParaRPr>
          </a:p>
          <a:p>
            <a:r>
              <a:rPr lang="ko-KR" sz="1300">
                <a:solidFill>
                  <a:srgbClr val="5E6C7A"/>
                </a:solidFill>
                <a:latin typeface="Arial"/>
                <a:ea typeface="맑은 고딕"/>
                <a:cs typeface="Arial"/>
              </a:rPr>
              <a:t>.</a:t>
            </a:r>
            <a:endParaRPr lang="ko-KR">
              <a:ea typeface="맑은 고딕"/>
            </a:endParaRPr>
          </a:p>
          <a:p>
            <a:pPr algn="l"/>
            <a:endParaRPr lang="ko-KR" altLang="en-US">
              <a:ea typeface="맑은 고딕"/>
            </a:endParaRPr>
          </a:p>
        </p:txBody>
      </p:sp>
      <p:sp>
        <p:nvSpPr>
          <p:cNvPr id="12" name="TextBox 11">
            <a:extLst>
              <a:ext uri="{FF2B5EF4-FFF2-40B4-BE49-F238E27FC236}">
                <a16:creationId xmlns:a16="http://schemas.microsoft.com/office/drawing/2014/main" id="{2B57A719-1120-26BF-8D85-065DECFAB72F}"/>
              </a:ext>
            </a:extLst>
          </p:cNvPr>
          <p:cNvSpPr txBox="1"/>
          <p:nvPr/>
        </p:nvSpPr>
        <p:spPr>
          <a:xfrm>
            <a:off x="568475" y="6094064"/>
            <a:ext cx="11058434" cy="189282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500" b="1">
                <a:solidFill>
                  <a:srgbClr val="136F73"/>
                </a:solidFill>
                <a:latin typeface="Arial"/>
                <a:ea typeface="맑은 고딕"/>
                <a:cs typeface="Arial"/>
              </a:rPr>
              <a:t>● Documented ◐ Partial / conditional ?</a:t>
            </a:r>
            <a:r>
              <a:rPr lang="en-US" altLang="ko-KR" sz="1500" b="1">
                <a:solidFill>
                  <a:srgbClr val="136F73"/>
                </a:solidFill>
                <a:latin typeface="Arial"/>
                <a:ea typeface="맑은 고딕"/>
                <a:cs typeface="Arial"/>
              </a:rPr>
              <a:t> </a:t>
            </a:r>
            <a:r>
              <a:rPr lang="en-US" sz="1500" b="1">
                <a:solidFill>
                  <a:srgbClr val="136F73"/>
                </a:solidFill>
                <a:latin typeface="Arial"/>
                <a:ea typeface="맑은 고딕"/>
                <a:cs typeface="Arial"/>
              </a:rPr>
              <a:t>Not verified,</a:t>
            </a:r>
            <a:r>
              <a:rPr lang="en-US" altLang="ko-KR" sz="1500" b="1">
                <a:solidFill>
                  <a:srgbClr val="136F73"/>
                </a:solidFill>
                <a:latin typeface="Arial"/>
                <a:ea typeface="맑은 고딕"/>
                <a:cs typeface="Arial"/>
              </a:rPr>
              <a:t> not</a:t>
            </a:r>
            <a:r>
              <a:rPr lang="en-US" sz="1500" b="1">
                <a:solidFill>
                  <a:srgbClr val="136F73"/>
                </a:solidFill>
                <a:latin typeface="Arial"/>
                <a:ea typeface="맑은 고딕"/>
                <a:cs typeface="Arial"/>
              </a:rPr>
              <a:t> confirmed absent</a:t>
            </a:r>
            <a:endParaRPr lang="ko-KR" altLang="en-US"/>
          </a:p>
          <a:p>
            <a:endParaRPr lang="en-US" altLang="ko-KR" sz="1500" b="1">
              <a:solidFill>
                <a:srgbClr val="136F73"/>
              </a:solidFill>
              <a:latin typeface="Arial"/>
              <a:ea typeface="맑은 고딕"/>
              <a:cs typeface="Arial"/>
            </a:endParaRPr>
          </a:p>
          <a:p>
            <a:endParaRPr lang="en-US" altLang="ko-KR" sz="1500" b="1">
              <a:solidFill>
                <a:srgbClr val="136F73"/>
              </a:solidFill>
              <a:latin typeface="Arial"/>
              <a:ea typeface="맑은 고딕"/>
              <a:cs typeface="Arial"/>
            </a:endParaRPr>
          </a:p>
          <a:p>
            <a:endParaRPr lang="en-US" altLang="ko-KR" sz="1500" b="1">
              <a:solidFill>
                <a:srgbClr val="136F73"/>
              </a:solidFill>
              <a:latin typeface="Arial"/>
              <a:ea typeface="맑은 고딕"/>
              <a:cs typeface="Arial"/>
            </a:endParaRPr>
          </a:p>
          <a:p>
            <a:endParaRPr lang="en-US" altLang="ko-KR" sz="1300">
              <a:solidFill>
                <a:srgbClr val="5E6C7A"/>
              </a:solidFill>
              <a:latin typeface="Arial"/>
              <a:ea typeface="맑은 고딕"/>
              <a:cs typeface="Arial"/>
            </a:endParaRPr>
          </a:p>
          <a:p>
            <a:endParaRPr lang="en-US" altLang="ko-KR" sz="1300">
              <a:solidFill>
                <a:srgbClr val="5E6C7A"/>
              </a:solidFill>
              <a:latin typeface="Arial"/>
              <a:ea typeface="맑은 고딕"/>
              <a:cs typeface="Arial"/>
            </a:endParaRPr>
          </a:p>
          <a:p>
            <a:r>
              <a:rPr lang="ko-KR" sz="1300">
                <a:solidFill>
                  <a:srgbClr val="5E6C7A"/>
                </a:solidFill>
                <a:latin typeface="Arial"/>
                <a:ea typeface="맑은 고딕"/>
                <a:cs typeface="Arial"/>
              </a:rPr>
              <a:t>.</a:t>
            </a:r>
            <a:endParaRPr lang="ko-KR">
              <a:ea typeface="맑은 고딕"/>
            </a:endParaRPr>
          </a:p>
          <a:p>
            <a:pPr algn="l"/>
            <a:endParaRPr lang="ko-KR" altLang="en-US">
              <a:ea typeface="맑은 고딕"/>
            </a:endParaRPr>
          </a:p>
        </p:txBody>
      </p:sp>
      <p:graphicFrame>
        <p:nvGraphicFramePr>
          <p:cNvPr id="4" name="표 3">
            <a:extLst>
              <a:ext uri="{FF2B5EF4-FFF2-40B4-BE49-F238E27FC236}">
                <a16:creationId xmlns:a16="http://schemas.microsoft.com/office/drawing/2014/main" id="{157229DB-6F8D-2BEB-55B3-CC6F9468C9BC}"/>
              </a:ext>
            </a:extLst>
          </p:cNvPr>
          <p:cNvGraphicFramePr>
            <a:graphicFrameLocks noGrp="1"/>
          </p:cNvGraphicFramePr>
          <p:nvPr>
            <p:extLst>
              <p:ext uri="{D42A27DB-BD31-4B8C-83A1-F6EECF244321}">
                <p14:modId xmlns:p14="http://schemas.microsoft.com/office/powerpoint/2010/main" val="3737630606"/>
              </p:ext>
            </p:extLst>
          </p:nvPr>
        </p:nvGraphicFramePr>
        <p:xfrm>
          <a:off x="571500" y="1716405"/>
          <a:ext cx="11049000" cy="4095750"/>
        </p:xfrm>
        <a:graphic>
          <a:graphicData uri="http://schemas.openxmlformats.org/drawingml/2006/table">
            <a:tbl>
              <a:tblPr bandRow="1">
                <a:tableStyleId>{5C22544A-7EE6-4342-B048-85BDC9FD1C3A}</a:tableStyleId>
              </a:tblPr>
              <a:tblGrid>
                <a:gridCol w="762000">
                  <a:extLst>
                    <a:ext uri="{9D8B030D-6E8A-4147-A177-3AD203B41FA5}">
                      <a16:colId xmlns:a16="http://schemas.microsoft.com/office/drawing/2014/main" val="3835202011"/>
                    </a:ext>
                  </a:extLst>
                </a:gridCol>
                <a:gridCol w="3143250">
                  <a:extLst>
                    <a:ext uri="{9D8B030D-6E8A-4147-A177-3AD203B41FA5}">
                      <a16:colId xmlns:a16="http://schemas.microsoft.com/office/drawing/2014/main" val="1394362466"/>
                    </a:ext>
                  </a:extLst>
                </a:gridCol>
                <a:gridCol w="571500">
                  <a:extLst>
                    <a:ext uri="{9D8B030D-6E8A-4147-A177-3AD203B41FA5}">
                      <a16:colId xmlns:a16="http://schemas.microsoft.com/office/drawing/2014/main" val="57305720"/>
                    </a:ext>
                  </a:extLst>
                </a:gridCol>
                <a:gridCol w="6572250">
                  <a:extLst>
                    <a:ext uri="{9D8B030D-6E8A-4147-A177-3AD203B41FA5}">
                      <a16:colId xmlns:a16="http://schemas.microsoft.com/office/drawing/2014/main" val="903657800"/>
                    </a:ext>
                  </a:extLst>
                </a:gridCol>
              </a:tblGrid>
              <a:tr h="323850">
                <a:tc>
                  <a:txBody>
                    <a:bodyPr/>
                    <a:lstStyle/>
                    <a:p>
                      <a:pPr algn="l">
                        <a:buNone/>
                      </a:pPr>
                      <a:r>
                        <a:rPr lang="ko-KR" sz="1200" b="1">
                          <a:solidFill>
                            <a:srgbClr val="144772"/>
                          </a:solidFill>
                          <a:effectLst/>
                          <a:latin typeface="Arial" panose="020B0604020202020204" pitchFamily="34" charset="0"/>
                          <a:ea typeface="Arial" panose="020B0604020202020204" pitchFamily="34" charset="0"/>
                        </a:rPr>
                        <a:t>ID</a:t>
                      </a:r>
                      <a:endParaRPr lang="ko-KR" sz="1200" b="1">
                        <a:solidFill>
                          <a:srgbClr val="144772"/>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DDECF2"/>
                    </a:solidFill>
                  </a:tcPr>
                </a:tc>
                <a:tc>
                  <a:txBody>
                    <a:bodyPr/>
                    <a:lstStyle/>
                    <a:p>
                      <a:pPr algn="l">
                        <a:buNone/>
                      </a:pPr>
                      <a:r>
                        <a:rPr lang="ko-KR" sz="1200" b="1">
                          <a:solidFill>
                            <a:srgbClr val="144772"/>
                          </a:solidFill>
                          <a:effectLst/>
                          <a:latin typeface="Arial" panose="020B0604020202020204" pitchFamily="34" charset="0"/>
                          <a:ea typeface="Arial" panose="020B0604020202020204" pitchFamily="34" charset="0"/>
                        </a:rPr>
                        <a:t>Capability</a:t>
                      </a:r>
                      <a:endParaRPr lang="ko-KR" sz="1200" b="1">
                        <a:solidFill>
                          <a:srgbClr val="144772"/>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DDECF2"/>
                    </a:solidFill>
                  </a:tcPr>
                </a:tc>
                <a:tc>
                  <a:txBody>
                    <a:bodyPr/>
                    <a:lstStyle/>
                    <a:p>
                      <a:pPr algn="l">
                        <a:buNone/>
                      </a:pPr>
                      <a:r>
                        <a:rPr lang="ko-KR" sz="1200" b="1">
                          <a:solidFill>
                            <a:srgbClr val="144772"/>
                          </a:solidFill>
                          <a:effectLst/>
                          <a:latin typeface="Arial" panose="020B0604020202020204" pitchFamily="34" charset="0"/>
                          <a:ea typeface="Arial" panose="020B0604020202020204" pitchFamily="34" charset="0"/>
                        </a:rPr>
                        <a:t>Flag</a:t>
                      </a:r>
                      <a:endParaRPr lang="ko-KR" sz="1200" b="1">
                        <a:solidFill>
                          <a:srgbClr val="144772"/>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DDECF2"/>
                    </a:solidFill>
                  </a:tcPr>
                </a:tc>
                <a:tc>
                  <a:txBody>
                    <a:bodyPr/>
                    <a:lstStyle/>
                    <a:p>
                      <a:pPr algn="l">
                        <a:buNone/>
                      </a:pPr>
                      <a:r>
                        <a:rPr lang="ko-KR" sz="1200" b="1">
                          <a:solidFill>
                            <a:srgbClr val="144772"/>
                          </a:solidFill>
                          <a:effectLst/>
                          <a:latin typeface="Arial" panose="020B0604020202020204" pitchFamily="34" charset="0"/>
                          <a:ea typeface="Arial" panose="020B0604020202020204" pitchFamily="34" charset="0"/>
                        </a:rPr>
                        <a:t>Documented scope and evidence</a:t>
                      </a:r>
                      <a:endParaRPr lang="ko-KR" sz="1200" b="1">
                        <a:solidFill>
                          <a:srgbClr val="144772"/>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DDECF2"/>
                    </a:solidFill>
                  </a:tcPr>
                </a:tc>
                <a:extLst>
                  <a:ext uri="{0D108BD9-81ED-4DB2-BD59-A6C34878D82A}">
                    <a16:rowId xmlns:a16="http://schemas.microsoft.com/office/drawing/2014/main" val="1551845638"/>
                  </a:ext>
                </a:extLst>
              </a:tr>
              <a:tr h="314325">
                <a:tc>
                  <a:txBody>
                    <a:bodyPr/>
                    <a:lstStyle/>
                    <a:p>
                      <a:pPr algn="l">
                        <a:buNone/>
                      </a:pPr>
                      <a:r>
                        <a:rPr lang="ko-KR" sz="1300" b="1">
                          <a:solidFill>
                            <a:srgbClr val="243447"/>
                          </a:solidFill>
                          <a:effectLst/>
                          <a:latin typeface="Arial" panose="020B0604020202020204" pitchFamily="34" charset="0"/>
                          <a:ea typeface="Arial" panose="020B0604020202020204" pitchFamily="34" charset="0"/>
                        </a:rPr>
                        <a:t>D2-01</a:t>
                      </a:r>
                      <a:endParaRPr lang="ko-KR" sz="1300" b="1">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a:solidFill>
                            <a:srgbClr val="243447"/>
                          </a:solidFill>
                          <a:effectLst/>
                          <a:latin typeface="Arial" panose="020B0604020202020204" pitchFamily="34" charset="0"/>
                          <a:ea typeface="Arial" panose="020B0604020202020204" pitchFamily="34" charset="0"/>
                        </a:rPr>
                        <a:t>Regex / Korean ID checks</a:t>
                      </a:r>
                      <a:endParaRPr lang="ko-KR" sz="1300">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b="1">
                          <a:solidFill>
                            <a:srgbClr val="136F73"/>
                          </a:solidFill>
                          <a:effectLst/>
                          <a:latin typeface="Arial" panose="020B0604020202020204" pitchFamily="34" charset="0"/>
                          <a:ea typeface="Arial" panose="020B0604020202020204" pitchFamily="34" charset="0"/>
                        </a:rPr>
                        <a:t>●</a:t>
                      </a:r>
                      <a:endParaRPr lang="ko-KR" sz="1300" b="1">
                        <a:solidFill>
                          <a:srgbClr val="136F73"/>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a:solidFill>
                            <a:srgbClr val="243447"/>
                          </a:solidFill>
                          <a:effectLst/>
                          <a:latin typeface="Arial" panose="020B0604020202020204" pitchFamily="34" charset="0"/>
                          <a:ea typeface="Arial" panose="020B0604020202020204" pitchFamily="34" charset="0"/>
                        </a:rPr>
                        <a:t>Korean ID checks, custom patterns and regex. [S1,S3]</a:t>
                      </a:r>
                      <a:endParaRPr lang="ko-KR" sz="1300">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151284837"/>
                  </a:ext>
                </a:extLst>
              </a:tr>
              <a:tr h="314325">
                <a:tc>
                  <a:txBody>
                    <a:bodyPr/>
                    <a:lstStyle/>
                    <a:p>
                      <a:pPr algn="l">
                        <a:buNone/>
                      </a:pPr>
                      <a:r>
                        <a:rPr lang="ko-KR" sz="1300" b="1">
                          <a:solidFill>
                            <a:srgbClr val="243447"/>
                          </a:solidFill>
                          <a:effectLst/>
                          <a:latin typeface="Arial" panose="020B0604020202020204" pitchFamily="34" charset="0"/>
                          <a:ea typeface="Arial" panose="020B0604020202020204" pitchFamily="34" charset="0"/>
                        </a:rPr>
                        <a:t>D2-02</a:t>
                      </a:r>
                      <a:endParaRPr lang="ko-KR" sz="1300" b="1">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a:solidFill>
                            <a:srgbClr val="243447"/>
                          </a:solidFill>
                          <a:effectLst/>
                          <a:latin typeface="Arial" panose="020B0604020202020204" pitchFamily="34" charset="0"/>
                          <a:ea typeface="Arial" panose="020B0604020202020204" pitchFamily="34" charset="0"/>
                        </a:rPr>
                        <a:t>Keyword / dictionary rules</a:t>
                      </a:r>
                      <a:endParaRPr lang="ko-KR" sz="1300">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b="1">
                          <a:solidFill>
                            <a:srgbClr val="136F73"/>
                          </a:solidFill>
                          <a:effectLst/>
                          <a:latin typeface="Arial" panose="020B0604020202020204" pitchFamily="34" charset="0"/>
                          <a:ea typeface="Arial" panose="020B0604020202020204" pitchFamily="34" charset="0"/>
                        </a:rPr>
                        <a:t>●</a:t>
                      </a:r>
                      <a:endParaRPr lang="ko-KR" sz="1300" b="1">
                        <a:solidFill>
                          <a:srgbClr val="136F73"/>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a:solidFill>
                            <a:srgbClr val="243447"/>
                          </a:solidFill>
                          <a:effectLst/>
                          <a:latin typeface="Arial" panose="020B0604020202020204" pitchFamily="34" charset="0"/>
                          <a:ea typeface="Arial" panose="020B0604020202020204" pitchFamily="34" charset="0"/>
                        </a:rPr>
                        <a:t>Mail-i keyword analysis. [S3]</a:t>
                      </a:r>
                      <a:endParaRPr lang="ko-KR" sz="1300">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65938787"/>
                  </a:ext>
                </a:extLst>
              </a:tr>
              <a:tr h="314325">
                <a:tc>
                  <a:txBody>
                    <a:bodyPr/>
                    <a:lstStyle/>
                    <a:p>
                      <a:pPr algn="l">
                        <a:buNone/>
                      </a:pPr>
                      <a:r>
                        <a:rPr lang="ko-KR" sz="1300" b="1">
                          <a:solidFill>
                            <a:srgbClr val="243447"/>
                          </a:solidFill>
                          <a:effectLst/>
                          <a:latin typeface="Arial" panose="020B0604020202020204" pitchFamily="34" charset="0"/>
                          <a:ea typeface="Arial" panose="020B0604020202020204" pitchFamily="34" charset="0"/>
                        </a:rPr>
                        <a:t>D2-03</a:t>
                      </a:r>
                      <a:endParaRPr lang="ko-KR" sz="1300" b="1">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a:solidFill>
                            <a:srgbClr val="243447"/>
                          </a:solidFill>
                          <a:effectLst/>
                          <a:latin typeface="Arial" panose="020B0604020202020204" pitchFamily="34" charset="0"/>
                          <a:ea typeface="Arial" panose="020B0604020202020204" pitchFamily="34" charset="0"/>
                        </a:rPr>
                        <a:t>Exact data matching (EDM)</a:t>
                      </a:r>
                      <a:endParaRPr lang="ko-KR" sz="1300">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b="1">
                          <a:solidFill>
                            <a:srgbClr val="5E6C7A"/>
                          </a:solidFill>
                          <a:effectLst/>
                          <a:latin typeface="Arial" panose="020B0604020202020204" pitchFamily="34" charset="0"/>
                          <a:ea typeface="Arial" panose="020B0604020202020204" pitchFamily="34" charset="0"/>
                        </a:rPr>
                        <a:t>?</a:t>
                      </a:r>
                      <a:endParaRPr lang="ko-KR" sz="1300" b="1">
                        <a:solidFill>
                          <a:srgbClr val="5E6C7A"/>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a:solidFill>
                            <a:srgbClr val="243447"/>
                          </a:solidFill>
                          <a:effectLst/>
                          <a:latin typeface="Arial" panose="020B0604020202020204" pitchFamily="34" charset="0"/>
                          <a:ea typeface="Arial" panose="020B0604020202020204" pitchFamily="34" charset="0"/>
                        </a:rPr>
                        <a:t>DB discovery does not establish DB fingerprint matching.</a:t>
                      </a:r>
                      <a:endParaRPr lang="ko-KR" sz="1300">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763509965"/>
                  </a:ext>
                </a:extLst>
              </a:tr>
              <a:tr h="314325">
                <a:tc>
                  <a:txBody>
                    <a:bodyPr/>
                    <a:lstStyle/>
                    <a:p>
                      <a:pPr algn="l">
                        <a:buNone/>
                      </a:pPr>
                      <a:r>
                        <a:rPr lang="ko-KR" sz="1300" b="1">
                          <a:solidFill>
                            <a:srgbClr val="243447"/>
                          </a:solidFill>
                          <a:effectLst/>
                          <a:latin typeface="Arial" panose="020B0604020202020204" pitchFamily="34" charset="0"/>
                          <a:ea typeface="Arial" panose="020B0604020202020204" pitchFamily="34" charset="0"/>
                        </a:rPr>
                        <a:t>D2-04</a:t>
                      </a:r>
                      <a:endParaRPr lang="ko-KR" sz="1300" b="1">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a:solidFill>
                            <a:srgbClr val="243447"/>
                          </a:solidFill>
                          <a:effectLst/>
                          <a:latin typeface="Arial" panose="020B0604020202020204" pitchFamily="34" charset="0"/>
                          <a:ea typeface="Arial" panose="020B0604020202020204" pitchFamily="34" charset="0"/>
                        </a:rPr>
                        <a:t>Registered document matching</a:t>
                      </a:r>
                      <a:endParaRPr lang="ko-KR" sz="1300">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b="1">
                          <a:solidFill>
                            <a:srgbClr val="5E6C7A"/>
                          </a:solidFill>
                          <a:effectLst/>
                          <a:latin typeface="Arial" panose="020B0604020202020204" pitchFamily="34" charset="0"/>
                          <a:ea typeface="Arial" panose="020B0604020202020204" pitchFamily="34" charset="0"/>
                        </a:rPr>
                        <a:t>?</a:t>
                      </a:r>
                      <a:endParaRPr lang="ko-KR" sz="1300" b="1">
                        <a:solidFill>
                          <a:srgbClr val="5E6C7A"/>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a:solidFill>
                            <a:srgbClr val="243447"/>
                          </a:solidFill>
                          <a:effectLst/>
                          <a:latin typeface="Arial" panose="020B0604020202020204" pitchFamily="34" charset="0"/>
                          <a:ea typeface="Arial" panose="020B0604020202020204" pitchFamily="34" charset="0"/>
                        </a:rPr>
                        <a:t>LLM semantics are stated. Registered-document matching unverified. [S14]</a:t>
                      </a:r>
                      <a:endParaRPr lang="ko-KR" sz="1300">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4172111530"/>
                  </a:ext>
                </a:extLst>
              </a:tr>
              <a:tr h="314325">
                <a:tc>
                  <a:txBody>
                    <a:bodyPr/>
                    <a:lstStyle/>
                    <a:p>
                      <a:pPr algn="l">
                        <a:buNone/>
                      </a:pPr>
                      <a:r>
                        <a:rPr lang="ko-KR" sz="1300" b="1">
                          <a:solidFill>
                            <a:srgbClr val="243447"/>
                          </a:solidFill>
                          <a:effectLst/>
                          <a:latin typeface="Arial" panose="020B0604020202020204" pitchFamily="34" charset="0"/>
                          <a:ea typeface="Arial" panose="020B0604020202020204" pitchFamily="34" charset="0"/>
                        </a:rPr>
                        <a:t>D2-05</a:t>
                      </a:r>
                      <a:endParaRPr lang="ko-KR" sz="1300" b="1">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a:solidFill>
                            <a:srgbClr val="243447"/>
                          </a:solidFill>
                          <a:effectLst/>
                          <a:latin typeface="Arial" panose="020B0604020202020204" pitchFamily="34" charset="0"/>
                          <a:ea typeface="Arial" panose="020B0604020202020204" pitchFamily="34" charset="0"/>
                        </a:rPr>
                        <a:t>True file-type identification</a:t>
                      </a:r>
                      <a:endParaRPr lang="ko-KR" sz="1300">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b="1">
                          <a:solidFill>
                            <a:srgbClr val="5E6C7A"/>
                          </a:solidFill>
                          <a:effectLst/>
                          <a:latin typeface="Arial" panose="020B0604020202020204" pitchFamily="34" charset="0"/>
                          <a:ea typeface="Arial" panose="020B0604020202020204" pitchFamily="34" charset="0"/>
                        </a:rPr>
                        <a:t>?</a:t>
                      </a:r>
                      <a:endParaRPr lang="ko-KR" sz="1300" b="1">
                        <a:solidFill>
                          <a:srgbClr val="5E6C7A"/>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a:solidFill>
                            <a:srgbClr val="243447"/>
                          </a:solidFill>
                          <a:effectLst/>
                          <a:latin typeface="Arial" panose="020B0604020202020204" pitchFamily="34" charset="0"/>
                          <a:ea typeface="Arial" panose="020B0604020202020204" pitchFamily="34" charset="0"/>
                        </a:rPr>
                        <a:t>File signature / extension-spoofing coverage not stated.</a:t>
                      </a:r>
                      <a:endParaRPr lang="ko-KR" sz="1300">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3627655069"/>
                  </a:ext>
                </a:extLst>
              </a:tr>
              <a:tr h="314325">
                <a:tc>
                  <a:txBody>
                    <a:bodyPr/>
                    <a:lstStyle/>
                    <a:p>
                      <a:pPr algn="l">
                        <a:buNone/>
                      </a:pPr>
                      <a:r>
                        <a:rPr lang="ko-KR" sz="1300" b="1">
                          <a:solidFill>
                            <a:srgbClr val="243447"/>
                          </a:solidFill>
                          <a:effectLst/>
                          <a:latin typeface="Arial" panose="020B0604020202020204" pitchFamily="34" charset="0"/>
                          <a:ea typeface="Arial" panose="020B0604020202020204" pitchFamily="34" charset="0"/>
                        </a:rPr>
                        <a:t>D2-06</a:t>
                      </a:r>
                      <a:endParaRPr lang="ko-KR" sz="1300" b="1">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a:solidFill>
                            <a:srgbClr val="243447"/>
                          </a:solidFill>
                          <a:effectLst/>
                          <a:latin typeface="Arial" panose="020B0604020202020204" pitchFamily="34" charset="0"/>
                          <a:ea typeface="Arial" panose="020B0604020202020204" pitchFamily="34" charset="0"/>
                        </a:rPr>
                        <a:t>OCR on images / scans</a:t>
                      </a:r>
                      <a:endParaRPr lang="ko-KR" sz="1300">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b="1">
                          <a:solidFill>
                            <a:srgbClr val="136F73"/>
                          </a:solidFill>
                          <a:effectLst/>
                          <a:latin typeface="Arial" panose="020B0604020202020204" pitchFamily="34" charset="0"/>
                          <a:ea typeface="Arial" panose="020B0604020202020204" pitchFamily="34" charset="0"/>
                        </a:rPr>
                        <a:t>●</a:t>
                      </a:r>
                      <a:endParaRPr lang="ko-KR" sz="1300" b="1">
                        <a:solidFill>
                          <a:srgbClr val="136F73"/>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a:solidFill>
                            <a:srgbClr val="243447"/>
                          </a:solidFill>
                          <a:effectLst/>
                          <a:latin typeface="Arial" panose="020B0604020202020204" pitchFamily="34" charset="0"/>
                          <a:ea typeface="Arial" panose="020B0604020202020204" pitchFamily="34" charset="0"/>
                        </a:rPr>
                        <a:t>Privacy-i OCR for scanned personal data. [S8]</a:t>
                      </a:r>
                      <a:endParaRPr lang="ko-KR" sz="1300">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4001226256"/>
                  </a:ext>
                </a:extLst>
              </a:tr>
              <a:tr h="314325">
                <a:tc>
                  <a:txBody>
                    <a:bodyPr/>
                    <a:lstStyle/>
                    <a:p>
                      <a:pPr algn="l">
                        <a:buNone/>
                      </a:pPr>
                      <a:r>
                        <a:rPr lang="ko-KR" sz="1300" b="1">
                          <a:solidFill>
                            <a:srgbClr val="243447"/>
                          </a:solidFill>
                          <a:effectLst/>
                          <a:latin typeface="Arial" panose="020B0604020202020204" pitchFamily="34" charset="0"/>
                          <a:ea typeface="Arial" panose="020B0604020202020204" pitchFamily="34" charset="0"/>
                        </a:rPr>
                        <a:t>D2-07</a:t>
                      </a:r>
                      <a:endParaRPr lang="ko-KR" sz="1300" b="1">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a:solidFill>
                            <a:srgbClr val="243447"/>
                          </a:solidFill>
                          <a:effectLst/>
                          <a:latin typeface="Arial" panose="020B0604020202020204" pitchFamily="34" charset="0"/>
                          <a:ea typeface="Arial" panose="020B0604020202020204" pitchFamily="34" charset="0"/>
                        </a:rPr>
                        <a:t>HWP / HWPX parsing</a:t>
                      </a:r>
                      <a:endParaRPr lang="ko-KR" sz="1300">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b="1">
                          <a:solidFill>
                            <a:srgbClr val="5E6C7A"/>
                          </a:solidFill>
                          <a:effectLst/>
                          <a:latin typeface="Arial" panose="020B0604020202020204" pitchFamily="34" charset="0"/>
                          <a:ea typeface="Arial" panose="020B0604020202020204" pitchFamily="34" charset="0"/>
                        </a:rPr>
                        <a:t>?</a:t>
                      </a:r>
                      <a:endParaRPr lang="ko-KR" sz="1300" b="1">
                        <a:solidFill>
                          <a:srgbClr val="5E6C7A"/>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a:solidFill>
                            <a:srgbClr val="243447"/>
                          </a:solidFill>
                          <a:effectLst/>
                          <a:latin typeface="Arial" panose="020B0604020202020204" pitchFamily="34" charset="0"/>
                          <a:ea typeface="Arial" panose="020B0604020202020204" pitchFamily="34" charset="0"/>
                        </a:rPr>
                        <a:t>Current HWP and HWPX parser matrix not stated.</a:t>
                      </a:r>
                      <a:endParaRPr lang="ko-KR" sz="1300">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995461221"/>
                  </a:ext>
                </a:extLst>
              </a:tr>
              <a:tr h="314325">
                <a:tc>
                  <a:txBody>
                    <a:bodyPr/>
                    <a:lstStyle/>
                    <a:p>
                      <a:pPr algn="l">
                        <a:buNone/>
                      </a:pPr>
                      <a:r>
                        <a:rPr lang="ko-KR" sz="1300" b="1">
                          <a:solidFill>
                            <a:srgbClr val="243447"/>
                          </a:solidFill>
                          <a:effectLst/>
                          <a:latin typeface="Arial" panose="020B0604020202020204" pitchFamily="34" charset="0"/>
                          <a:ea typeface="Arial" panose="020B0604020202020204" pitchFamily="34" charset="0"/>
                        </a:rPr>
                        <a:t>D2-08</a:t>
                      </a:r>
                      <a:endParaRPr lang="ko-KR" sz="1300" b="1">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a:solidFill>
                            <a:srgbClr val="243447"/>
                          </a:solidFill>
                          <a:effectLst/>
                          <a:latin typeface="Arial" panose="020B0604020202020204" pitchFamily="34" charset="0"/>
                          <a:ea typeface="Arial" panose="020B0604020202020204" pitchFamily="34" charset="0"/>
                        </a:rPr>
                        <a:t>Archive recursion</a:t>
                      </a:r>
                      <a:endParaRPr lang="ko-KR" sz="1300">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b="1">
                          <a:solidFill>
                            <a:srgbClr val="5E6C7A"/>
                          </a:solidFill>
                          <a:effectLst/>
                          <a:latin typeface="Arial" panose="020B0604020202020204" pitchFamily="34" charset="0"/>
                          <a:ea typeface="Arial" panose="020B0604020202020204" pitchFamily="34" charset="0"/>
                        </a:rPr>
                        <a:t>?</a:t>
                      </a:r>
                      <a:endParaRPr lang="ko-KR" sz="1300" b="1">
                        <a:solidFill>
                          <a:srgbClr val="5E6C7A"/>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a:solidFill>
                            <a:srgbClr val="243447"/>
                          </a:solidFill>
                          <a:effectLst/>
                          <a:latin typeface="Arial" panose="020B0604020202020204" pitchFamily="34" charset="0"/>
                          <a:ea typeface="Arial" panose="020B0604020202020204" pitchFamily="34" charset="0"/>
                        </a:rPr>
                        <a:t>ZIP / RAR / 7z / ALZip / EGG, recursion and encryption handling unverified.</a:t>
                      </a:r>
                      <a:endParaRPr lang="ko-KR" sz="1300">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517337134"/>
                  </a:ext>
                </a:extLst>
              </a:tr>
              <a:tr h="314325">
                <a:tc>
                  <a:txBody>
                    <a:bodyPr/>
                    <a:lstStyle/>
                    <a:p>
                      <a:pPr algn="l">
                        <a:buNone/>
                      </a:pPr>
                      <a:r>
                        <a:rPr lang="ko-KR" sz="1300" b="1">
                          <a:solidFill>
                            <a:srgbClr val="243447"/>
                          </a:solidFill>
                          <a:effectLst/>
                          <a:latin typeface="Arial" panose="020B0604020202020204" pitchFamily="34" charset="0"/>
                          <a:ea typeface="Arial" panose="020B0604020202020204" pitchFamily="34" charset="0"/>
                        </a:rPr>
                        <a:t>D2-09</a:t>
                      </a:r>
                      <a:endParaRPr lang="ko-KR" sz="1300" b="1">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a:solidFill>
                            <a:srgbClr val="243447"/>
                          </a:solidFill>
                          <a:effectLst/>
                          <a:latin typeface="Arial" panose="020B0604020202020204" pitchFamily="34" charset="0"/>
                          <a:ea typeface="Arial" panose="020B0604020202020204" pitchFamily="34" charset="0"/>
                        </a:rPr>
                        <a:t>ML / NLP / LLM classification</a:t>
                      </a:r>
                      <a:endParaRPr lang="ko-KR" sz="1300">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b="1">
                          <a:solidFill>
                            <a:srgbClr val="136F73"/>
                          </a:solidFill>
                          <a:effectLst/>
                          <a:latin typeface="Arial" panose="020B0604020202020204" pitchFamily="34" charset="0"/>
                          <a:ea typeface="Arial" panose="020B0604020202020204" pitchFamily="34" charset="0"/>
                        </a:rPr>
                        <a:t>●</a:t>
                      </a:r>
                      <a:endParaRPr lang="ko-KR" sz="1300" b="1">
                        <a:solidFill>
                          <a:srgbClr val="136F73"/>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a:solidFill>
                            <a:srgbClr val="243447"/>
                          </a:solidFill>
                          <a:effectLst/>
                          <a:latin typeface="Arial" panose="020B0604020202020204" pitchFamily="34" charset="0"/>
                          <a:ea typeface="Arial" panose="020B0604020202020204" pitchFamily="34" charset="0"/>
                        </a:rPr>
                        <a:t>WebKeeper AI DLP states LLM semantic detection (2026). [S14]</a:t>
                      </a:r>
                      <a:endParaRPr lang="ko-KR" sz="1300">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581804050"/>
                  </a:ext>
                </a:extLst>
              </a:tr>
              <a:tr h="314325">
                <a:tc>
                  <a:txBody>
                    <a:bodyPr/>
                    <a:lstStyle/>
                    <a:p>
                      <a:pPr algn="l">
                        <a:buNone/>
                      </a:pPr>
                      <a:r>
                        <a:rPr lang="ko-KR" sz="1300" b="1">
                          <a:solidFill>
                            <a:srgbClr val="243447"/>
                          </a:solidFill>
                          <a:effectLst/>
                          <a:latin typeface="Arial" panose="020B0604020202020204" pitchFamily="34" charset="0"/>
                          <a:ea typeface="Arial" panose="020B0604020202020204" pitchFamily="34" charset="0"/>
                        </a:rPr>
                        <a:t>D2-10</a:t>
                      </a:r>
                      <a:endParaRPr lang="ko-KR" sz="1300" b="1">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a:solidFill>
                            <a:srgbClr val="243447"/>
                          </a:solidFill>
                          <a:effectLst/>
                          <a:latin typeface="Arial" panose="020B0604020202020204" pitchFamily="34" charset="0"/>
                          <a:ea typeface="Arial" panose="020B0604020202020204" pitchFamily="34" charset="0"/>
                        </a:rPr>
                        <a:t>Source code / API keys</a:t>
                      </a:r>
                      <a:endParaRPr lang="ko-KR" sz="1300">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b="1">
                          <a:solidFill>
                            <a:srgbClr val="5E6C7A"/>
                          </a:solidFill>
                          <a:effectLst/>
                          <a:latin typeface="Arial" panose="020B0604020202020204" pitchFamily="34" charset="0"/>
                          <a:ea typeface="Arial" panose="020B0604020202020204" pitchFamily="34" charset="0"/>
                        </a:rPr>
                        <a:t>?</a:t>
                      </a:r>
                      <a:endParaRPr lang="ko-KR" sz="1300" b="1">
                        <a:solidFill>
                          <a:srgbClr val="5E6C7A"/>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a:solidFill>
                            <a:srgbClr val="243447"/>
                          </a:solidFill>
                          <a:effectLst/>
                          <a:latin typeface="Arial" panose="020B0604020202020204" pitchFamily="34" charset="0"/>
                          <a:ea typeface="Arial" panose="020B0604020202020204" pitchFamily="34" charset="0"/>
                        </a:rPr>
                        <a:t>Dedicated source-code / secret detector not specified.</a:t>
                      </a:r>
                      <a:endParaRPr lang="ko-KR" sz="1300">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3080044051"/>
                  </a:ext>
                </a:extLst>
              </a:tr>
              <a:tr h="314325">
                <a:tc>
                  <a:txBody>
                    <a:bodyPr/>
                    <a:lstStyle/>
                    <a:p>
                      <a:pPr algn="l">
                        <a:buNone/>
                      </a:pPr>
                      <a:r>
                        <a:rPr lang="ko-KR" sz="1300" b="1">
                          <a:solidFill>
                            <a:srgbClr val="243447"/>
                          </a:solidFill>
                          <a:effectLst/>
                          <a:latin typeface="Arial" panose="020B0604020202020204" pitchFamily="34" charset="0"/>
                          <a:ea typeface="Arial" panose="020B0604020202020204" pitchFamily="34" charset="0"/>
                        </a:rPr>
                        <a:t>D2-11</a:t>
                      </a:r>
                      <a:endParaRPr lang="ko-KR" sz="1300" b="1">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a:solidFill>
                            <a:srgbClr val="243447"/>
                          </a:solidFill>
                          <a:effectLst/>
                          <a:latin typeface="Arial" panose="020B0604020202020204" pitchFamily="34" charset="0"/>
                          <a:ea typeface="Arial" panose="020B0604020202020204" pitchFamily="34" charset="0"/>
                        </a:rPr>
                        <a:t>Custom patterns / trainable model</a:t>
                      </a:r>
                      <a:endParaRPr lang="ko-KR" sz="1300">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b="1">
                          <a:solidFill>
                            <a:srgbClr val="956319"/>
                          </a:solidFill>
                          <a:effectLst/>
                          <a:latin typeface="Arial" panose="020B0604020202020204" pitchFamily="34" charset="0"/>
                          <a:ea typeface="Arial" panose="020B0604020202020204" pitchFamily="34" charset="0"/>
                        </a:rPr>
                        <a:t>◐</a:t>
                      </a:r>
                      <a:endParaRPr lang="ko-KR" sz="1300" b="1">
                        <a:solidFill>
                          <a:srgbClr val="956319"/>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a:solidFill>
                            <a:srgbClr val="243447"/>
                          </a:solidFill>
                          <a:effectLst/>
                          <a:latin typeface="Arial" panose="020B0604020202020204" pitchFamily="34" charset="0"/>
                          <a:ea typeface="Arial" panose="020B0604020202020204" pitchFamily="34" charset="0"/>
                        </a:rPr>
                        <a:t>Custom patterns supported. Customer-trained model not specified. [S1]</a:t>
                      </a:r>
                      <a:endParaRPr lang="ko-KR" sz="1300">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889337709"/>
                  </a:ext>
                </a:extLst>
              </a:tr>
              <a:tr h="314325">
                <a:tc>
                  <a:txBody>
                    <a:bodyPr/>
                    <a:lstStyle/>
                    <a:p>
                      <a:pPr algn="l">
                        <a:buNone/>
                      </a:pPr>
                      <a:r>
                        <a:rPr lang="ko-KR" sz="1300" b="1">
                          <a:solidFill>
                            <a:srgbClr val="243447"/>
                          </a:solidFill>
                          <a:effectLst/>
                          <a:latin typeface="Arial" panose="020B0604020202020204" pitchFamily="34" charset="0"/>
                          <a:ea typeface="Arial" panose="020B0604020202020204" pitchFamily="34" charset="0"/>
                        </a:rPr>
                        <a:t>D2-12</a:t>
                      </a:r>
                      <a:endParaRPr lang="ko-KR" sz="1300" b="1">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a:solidFill>
                            <a:srgbClr val="243447"/>
                          </a:solidFill>
                          <a:effectLst/>
                          <a:latin typeface="Arial" panose="020B0604020202020204" pitchFamily="34" charset="0"/>
                          <a:ea typeface="Arial" panose="020B0604020202020204" pitchFamily="34" charset="0"/>
                        </a:rPr>
                        <a:t>False-positive tuning</a:t>
                      </a:r>
                      <a:endParaRPr lang="ko-KR" sz="1300">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b="1">
                          <a:solidFill>
                            <a:srgbClr val="956319"/>
                          </a:solidFill>
                          <a:effectLst/>
                          <a:latin typeface="Arial" panose="020B0604020202020204" pitchFamily="34" charset="0"/>
                          <a:ea typeface="Arial" panose="020B0604020202020204" pitchFamily="34" charset="0"/>
                        </a:rPr>
                        <a:t>◐</a:t>
                      </a:r>
                      <a:endParaRPr lang="ko-KR" sz="1300" b="1">
                        <a:solidFill>
                          <a:srgbClr val="956319"/>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a:solidFill>
                            <a:srgbClr val="243447"/>
                          </a:solidFill>
                          <a:effectLst/>
                          <a:latin typeface="Arial" panose="020B0604020202020204" pitchFamily="34" charset="0"/>
                          <a:ea typeface="Arial" panose="020B0604020202020204" pitchFamily="34" charset="0"/>
                        </a:rPr>
                        <a:t>ID validity checks reduce false matches. Broader tuning UI not stated. [S1]</a:t>
                      </a:r>
                      <a:endParaRPr lang="ko-KR" sz="1300">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674338548"/>
                  </a:ext>
                </a:extLst>
              </a:tr>
            </a:tbl>
          </a:graphicData>
        </a:graphic>
      </p:graphicFrame>
    </p:spTree>
    <p:extLst>
      <p:ext uri="{BB962C8B-B14F-4D97-AF65-F5344CB8AC3E}">
        <p14:creationId xmlns:p14="http://schemas.microsoft.com/office/powerpoint/2010/main" val="96501244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64A72A-64A3-FDED-43CD-E07A8D47424D}"/>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319E4D7-8C8D-8F6B-2FF8-AB133AE94B44}"/>
              </a:ext>
            </a:extLst>
          </p:cNvPr>
          <p:cNvSpPr>
            <a:spLocks noGrp="1"/>
          </p:cNvSpPr>
          <p:nvPr>
            <p:ph type="sldNum" sz="quarter" idx="4"/>
          </p:nvPr>
        </p:nvSpPr>
        <p:spPr/>
        <p:txBody>
          <a:bodyPr/>
          <a:lstStyle/>
          <a:p>
            <a:fld id="{4EA1E582-E1CC-4474-812F-1657BC5920B7}" type="slidenum">
              <a:rPr lang="ko-KR" altLang="en-US" smtClean="0"/>
              <a:t>16</a:t>
            </a:fld>
            <a:endParaRPr lang="ko-KR" altLang="en-US"/>
          </a:p>
        </p:txBody>
      </p:sp>
      <p:sp>
        <p:nvSpPr>
          <p:cNvPr id="5" name="Text Placeholder 4">
            <a:extLst>
              <a:ext uri="{FF2B5EF4-FFF2-40B4-BE49-F238E27FC236}">
                <a16:creationId xmlns:a16="http://schemas.microsoft.com/office/drawing/2014/main" id="{FC48BAF5-4F70-CB11-DB77-2C9BBEF2BBF4}"/>
              </a:ext>
            </a:extLst>
          </p:cNvPr>
          <p:cNvSpPr>
            <a:spLocks noGrp="1"/>
          </p:cNvSpPr>
          <p:nvPr>
            <p:ph type="body" sz="quarter" idx="11"/>
          </p:nvPr>
        </p:nvSpPr>
        <p:spPr>
          <a:xfrm>
            <a:off x="285075" y="2911998"/>
            <a:ext cx="11465393" cy="401637"/>
          </a:xfrm>
        </p:spPr>
        <p:txBody>
          <a:bodyPr lIns="91440" tIns="45720" rIns="91440" bIns="45720" anchor="ctr" anchorCtr="0"/>
          <a:lstStyle/>
          <a:p>
            <a:r>
              <a:rPr lang="en-US">
                <a:ea typeface="KoPub돋움체 Bold"/>
              </a:rPr>
              <a:t>D3 Enforcement</a:t>
            </a:r>
            <a:r>
              <a:rPr lang="en-US">
                <a:latin typeface="Consolas"/>
                <a:ea typeface="KoPub돋움체 Bold"/>
              </a:rPr>
              <a:t>(For reference)</a:t>
            </a:r>
            <a:endParaRPr lang="ko-KR" altLang="en-US"/>
          </a:p>
          <a:p>
            <a:endParaRPr lang="en-US" altLang="ko-KR"/>
          </a:p>
          <a:p>
            <a:endParaRPr lang="en-US" altLang="ko-KR"/>
          </a:p>
          <a:p>
            <a:endParaRPr lang="en-US" altLang="ko-KR"/>
          </a:p>
          <a:p>
            <a:endParaRPr lang="en-US" altLang="ko-KR"/>
          </a:p>
          <a:p>
            <a:endParaRPr lang="en-US" altLang="ko-KR"/>
          </a:p>
          <a:p>
            <a:endParaRPr lang="en-US"/>
          </a:p>
        </p:txBody>
      </p:sp>
      <p:sp>
        <p:nvSpPr>
          <p:cNvPr id="7" name="제목 3">
            <a:extLst>
              <a:ext uri="{FF2B5EF4-FFF2-40B4-BE49-F238E27FC236}">
                <a16:creationId xmlns:a16="http://schemas.microsoft.com/office/drawing/2014/main" id="{788AA974-72D1-5991-D77C-985EDADD944F}"/>
              </a:ext>
            </a:extLst>
          </p:cNvPr>
          <p:cNvSpPr txBox="1">
            <a:spLocks/>
          </p:cNvSpPr>
          <p:nvPr/>
        </p:nvSpPr>
        <p:spPr>
          <a:xfrm>
            <a:off x="286194" y="265704"/>
            <a:ext cx="10666268" cy="464670"/>
          </a:xfrm>
          <a:prstGeom prst="rect">
            <a:avLst/>
          </a:prstGeom>
        </p:spPr>
        <p:txBody>
          <a:bodyPr lIns="91440" tIns="45720" rIns="91440" bIns="45720" anchor="ctr" anchorCtr="0"/>
          <a:lstStyle>
            <a:lvl1pPr algn="l" rtl="0" eaLnBrk="1" fontAlgn="base" latinLnBrk="1" hangingPunct="1">
              <a:spcBef>
                <a:spcPct val="0"/>
              </a:spcBef>
              <a:spcAft>
                <a:spcPct val="0"/>
              </a:spcAft>
              <a:defRPr lang="ko-KR" altLang="en-US" sz="2400" b="1" kern="1200" baseline="0" dirty="0">
                <a:ln>
                  <a:solidFill>
                    <a:schemeClr val="accent1">
                      <a:alpha val="0"/>
                    </a:schemeClr>
                  </a:solidFill>
                </a:ln>
                <a:solidFill>
                  <a:srgbClr val="144772"/>
                </a:solidFill>
                <a:effectLst>
                  <a:glow rad="127000">
                    <a:schemeClr val="bg1"/>
                  </a:glow>
                  <a:outerShdw blurRad="38100" dist="38100" dir="2700000" algn="tl" rotWithShape="0">
                    <a:prstClr val="black">
                      <a:alpha val="40000"/>
                    </a:prstClr>
                  </a:outerShdw>
                </a:effectLst>
                <a:latin typeface="Pretendard Black" panose="02000A03000000020004" pitchFamily="50" charset="-127"/>
                <a:ea typeface="Pretendard Black" panose="02000A03000000020004" pitchFamily="50" charset="-127"/>
                <a:cs typeface="Pretendard Black" panose="02000A03000000020004" pitchFamily="50" charset="-127"/>
              </a:defRPr>
            </a:lvl1pPr>
            <a:lvl2pPr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2pPr>
            <a:lvl3pPr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3pPr>
            <a:lvl4pPr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4pPr>
            <a:lvl5pPr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5pPr>
            <a:lvl6pPr marL="457200"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6pPr>
            <a:lvl7pPr marL="914400"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7pPr>
            <a:lvl8pPr marL="1371600"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8pPr>
            <a:lvl9pPr marL="1828800"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9pPr>
          </a:lstStyle>
          <a:p>
            <a:r>
              <a:rPr lang="ko-KR" altLang="en-US">
                <a:ln>
                  <a:solidFill>
                    <a:srgbClr val="4F81BD">
                      <a:alpha val="0"/>
                    </a:srgbClr>
                  </a:solidFill>
                </a:ln>
                <a:effectLst>
                  <a:glow rad="127000">
                    <a:prstClr val="white"/>
                  </a:glow>
                  <a:outerShdw blurRad="38100" dist="38100" dir="2700000" algn="tl" rotWithShape="0">
                    <a:prstClr val="black">
                      <a:alpha val="40000"/>
                    </a:prstClr>
                  </a:outerShdw>
                </a:effectLst>
                <a:ea typeface="Pretendard Black"/>
              </a:rPr>
              <a:t>Somansa (윤석)</a:t>
            </a:r>
            <a:endParaRPr lang="en-US" altLang="ko-KR"/>
          </a:p>
        </p:txBody>
      </p:sp>
      <p:sp>
        <p:nvSpPr>
          <p:cNvPr id="8" name="TextBox 7">
            <a:extLst>
              <a:ext uri="{FF2B5EF4-FFF2-40B4-BE49-F238E27FC236}">
                <a16:creationId xmlns:a16="http://schemas.microsoft.com/office/drawing/2014/main" id="{EAE2BAE9-B0CD-A1E5-3250-774B47D06149}"/>
              </a:ext>
            </a:extLst>
          </p:cNvPr>
          <p:cNvSpPr txBox="1"/>
          <p:nvPr/>
        </p:nvSpPr>
        <p:spPr>
          <a:xfrm>
            <a:off x="568476" y="1237584"/>
            <a:ext cx="10631714" cy="196977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ltLang="ko-KR" sz="1300">
                <a:solidFill>
                  <a:srgbClr val="5E6C7A"/>
                </a:solidFill>
                <a:latin typeface="Arial"/>
                <a:ea typeface="맑은 고딕"/>
                <a:cs typeface="Arial"/>
              </a:rPr>
              <a:t>Documented</a:t>
            </a:r>
            <a:r>
              <a:rPr lang="ko-KR" sz="1300">
                <a:solidFill>
                  <a:srgbClr val="5E6C7A"/>
                </a:solidFill>
                <a:latin typeface="Arial"/>
                <a:ea typeface="맑은 고딕"/>
                <a:cs typeface="Arial"/>
              </a:rPr>
              <a:t> </a:t>
            </a:r>
            <a:r>
              <a:rPr lang="en-US" altLang="ko-KR" sz="1300">
                <a:solidFill>
                  <a:srgbClr val="5E6C7A"/>
                </a:solidFill>
                <a:latin typeface="Arial"/>
                <a:ea typeface="맑은 고딕"/>
                <a:cs typeface="Arial"/>
              </a:rPr>
              <a:t>capability</a:t>
            </a:r>
            <a:r>
              <a:rPr lang="ko-KR" sz="1300">
                <a:solidFill>
                  <a:srgbClr val="5E6C7A"/>
                </a:solidFill>
                <a:latin typeface="Arial"/>
                <a:ea typeface="맑은 고딕"/>
                <a:cs typeface="Arial"/>
              </a:rPr>
              <a:t> </a:t>
            </a:r>
            <a:r>
              <a:rPr lang="en-US" altLang="ko-KR" sz="1300">
                <a:solidFill>
                  <a:srgbClr val="5E6C7A"/>
                </a:solidFill>
                <a:latin typeface="Arial"/>
                <a:ea typeface="맑은 고딕"/>
                <a:cs typeface="Arial"/>
              </a:rPr>
              <a:t>and</a:t>
            </a:r>
            <a:r>
              <a:rPr lang="ko-KR" sz="1300">
                <a:solidFill>
                  <a:srgbClr val="5E6C7A"/>
                </a:solidFill>
                <a:latin typeface="Arial"/>
                <a:ea typeface="맑은 고딕"/>
                <a:cs typeface="Arial"/>
              </a:rPr>
              <a:t> </a:t>
            </a:r>
            <a:r>
              <a:rPr lang="en-US" altLang="ko-KR" sz="1300">
                <a:solidFill>
                  <a:srgbClr val="5E6C7A"/>
                </a:solidFill>
                <a:latin typeface="Arial"/>
                <a:ea typeface="맑은 고딕"/>
                <a:cs typeface="Arial"/>
              </a:rPr>
              <a:t>scope</a:t>
            </a:r>
            <a:r>
              <a:rPr lang="ko-KR" sz="1300">
                <a:solidFill>
                  <a:srgbClr val="5E6C7A"/>
                </a:solidFill>
                <a:latin typeface="Arial"/>
                <a:ea typeface="맑은 고딕"/>
                <a:cs typeface="Arial"/>
              </a:rPr>
              <a:t>. Product </a:t>
            </a:r>
            <a:r>
              <a:rPr lang="en-US" altLang="ko-KR" sz="1300">
                <a:solidFill>
                  <a:srgbClr val="5E6C7A"/>
                </a:solidFill>
                <a:latin typeface="Arial"/>
                <a:ea typeface="맑은 고딕"/>
                <a:cs typeface="Arial"/>
              </a:rPr>
              <a:t>and</a:t>
            </a:r>
            <a:r>
              <a:rPr lang="ko-KR" sz="1300">
                <a:solidFill>
                  <a:srgbClr val="5E6C7A"/>
                </a:solidFill>
                <a:latin typeface="Arial"/>
                <a:ea typeface="맑은 고딕"/>
                <a:cs typeface="Arial"/>
              </a:rPr>
              <a:t> </a:t>
            </a:r>
            <a:r>
              <a:rPr lang="en-US" altLang="ko-KR" sz="1300">
                <a:solidFill>
                  <a:srgbClr val="5E6C7A"/>
                </a:solidFill>
                <a:latin typeface="Arial"/>
                <a:ea typeface="맑은 고딕"/>
                <a:cs typeface="Arial"/>
              </a:rPr>
              <a:t>module</a:t>
            </a:r>
            <a:r>
              <a:rPr lang="ko-KR" sz="1300">
                <a:solidFill>
                  <a:srgbClr val="5E6C7A"/>
                </a:solidFill>
                <a:latin typeface="Arial"/>
                <a:ea typeface="맑은 고딕"/>
                <a:cs typeface="Arial"/>
              </a:rPr>
              <a:t> </a:t>
            </a:r>
            <a:r>
              <a:rPr lang="en-US" altLang="ko-KR" sz="1300">
                <a:solidFill>
                  <a:srgbClr val="5E6C7A"/>
                </a:solidFill>
                <a:latin typeface="Arial"/>
                <a:ea typeface="맑은 고딕"/>
                <a:cs typeface="Arial"/>
              </a:rPr>
              <a:t>boundaries</a:t>
            </a:r>
            <a:r>
              <a:rPr lang="ko-KR" sz="1300">
                <a:solidFill>
                  <a:srgbClr val="5E6C7A"/>
                </a:solidFill>
                <a:latin typeface="Arial"/>
                <a:ea typeface="맑은 고딕"/>
                <a:cs typeface="Arial"/>
              </a:rPr>
              <a:t> </a:t>
            </a:r>
            <a:r>
              <a:rPr lang="en-US" altLang="ko-KR" sz="1300">
                <a:solidFill>
                  <a:srgbClr val="5E6C7A"/>
                </a:solidFill>
                <a:latin typeface="Arial"/>
                <a:ea typeface="맑은 고딕"/>
                <a:cs typeface="Arial"/>
              </a:rPr>
              <a:t>apply.</a:t>
            </a:r>
            <a:endParaRPr lang="ko-KR" altLang="en-US"/>
          </a:p>
          <a:p>
            <a:r>
              <a:rPr lang="en-US" altLang="ko-KR" sz="1300">
                <a:solidFill>
                  <a:srgbClr val="5E6C7A"/>
                </a:solidFill>
                <a:latin typeface="Arial"/>
                <a:ea typeface="맑은 고딕"/>
                <a:cs typeface="Arial"/>
              </a:rPr>
              <a:t>.</a:t>
            </a:r>
            <a:endParaRPr lang="ko-KR" altLang="en-US">
              <a:solidFill>
                <a:srgbClr val="000000"/>
              </a:solidFill>
              <a:latin typeface="맑은 고딕"/>
              <a:ea typeface="맑은 고딕"/>
              <a:cs typeface="Arial"/>
            </a:endParaRPr>
          </a:p>
          <a:p>
            <a:endParaRPr lang="en-US" altLang="ko-KR" sz="1300">
              <a:solidFill>
                <a:srgbClr val="5E6C7A"/>
              </a:solidFill>
              <a:latin typeface="Arial"/>
              <a:ea typeface="맑은 고딕"/>
              <a:cs typeface="Arial"/>
            </a:endParaRPr>
          </a:p>
          <a:p>
            <a:endParaRPr lang="en-US" altLang="ko-KR" sz="1300">
              <a:solidFill>
                <a:srgbClr val="5E6C7A"/>
              </a:solidFill>
              <a:latin typeface="Arial"/>
              <a:ea typeface="맑은 고딕"/>
              <a:cs typeface="Arial"/>
            </a:endParaRPr>
          </a:p>
          <a:p>
            <a:endParaRPr lang="en-US" altLang="ko-KR" sz="1300">
              <a:solidFill>
                <a:srgbClr val="5E6C7A"/>
              </a:solidFill>
              <a:latin typeface="Arial"/>
              <a:ea typeface="맑은 고딕"/>
              <a:cs typeface="Arial"/>
            </a:endParaRPr>
          </a:p>
          <a:p>
            <a:endParaRPr lang="en-US" altLang="ko-KR" sz="1300">
              <a:solidFill>
                <a:srgbClr val="5E6C7A"/>
              </a:solidFill>
              <a:latin typeface="Arial"/>
              <a:ea typeface="맑은 고딕"/>
              <a:cs typeface="Arial"/>
            </a:endParaRPr>
          </a:p>
          <a:p>
            <a:endParaRPr lang="en-US" altLang="ko-KR" sz="1300">
              <a:solidFill>
                <a:srgbClr val="5E6C7A"/>
              </a:solidFill>
              <a:latin typeface="Arial"/>
              <a:ea typeface="맑은 고딕"/>
              <a:cs typeface="Arial"/>
            </a:endParaRPr>
          </a:p>
          <a:p>
            <a:r>
              <a:rPr lang="ko-KR" sz="1300">
                <a:solidFill>
                  <a:srgbClr val="5E6C7A"/>
                </a:solidFill>
                <a:latin typeface="Arial"/>
                <a:ea typeface="맑은 고딕"/>
                <a:cs typeface="Arial"/>
              </a:rPr>
              <a:t>.</a:t>
            </a:r>
            <a:endParaRPr lang="ko-KR">
              <a:ea typeface="맑은 고딕"/>
            </a:endParaRPr>
          </a:p>
          <a:p>
            <a:pPr algn="l"/>
            <a:endParaRPr lang="ko-KR" altLang="en-US">
              <a:ea typeface="맑은 고딕"/>
            </a:endParaRPr>
          </a:p>
        </p:txBody>
      </p:sp>
      <p:sp>
        <p:nvSpPr>
          <p:cNvPr id="12" name="TextBox 11">
            <a:extLst>
              <a:ext uri="{FF2B5EF4-FFF2-40B4-BE49-F238E27FC236}">
                <a16:creationId xmlns:a16="http://schemas.microsoft.com/office/drawing/2014/main" id="{F9C8E7E0-37B4-5E4B-41A7-156699590644}"/>
              </a:ext>
            </a:extLst>
          </p:cNvPr>
          <p:cNvSpPr txBox="1"/>
          <p:nvPr/>
        </p:nvSpPr>
        <p:spPr>
          <a:xfrm>
            <a:off x="568475" y="5271104"/>
            <a:ext cx="11058434" cy="235449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500" b="1">
                <a:solidFill>
                  <a:srgbClr val="136F73"/>
                </a:solidFill>
                <a:latin typeface="Arial"/>
                <a:ea typeface="맑은 고딕"/>
                <a:cs typeface="Arial"/>
              </a:rPr>
              <a:t>● Documented ◐ Partial / conditional ?</a:t>
            </a:r>
            <a:r>
              <a:rPr lang="en-US" altLang="ko-KR" sz="1500" b="1">
                <a:solidFill>
                  <a:srgbClr val="136F73"/>
                </a:solidFill>
                <a:latin typeface="Arial"/>
                <a:ea typeface="맑은 고딕"/>
                <a:cs typeface="Arial"/>
              </a:rPr>
              <a:t> </a:t>
            </a:r>
            <a:r>
              <a:rPr lang="en-US" sz="1500" b="1">
                <a:solidFill>
                  <a:srgbClr val="136F73"/>
                </a:solidFill>
                <a:latin typeface="Arial"/>
                <a:ea typeface="맑은 고딕"/>
                <a:cs typeface="Arial"/>
              </a:rPr>
              <a:t>Not verified,</a:t>
            </a:r>
            <a:r>
              <a:rPr lang="en-US" altLang="ko-KR" sz="1500" b="1">
                <a:solidFill>
                  <a:srgbClr val="136F73"/>
                </a:solidFill>
                <a:latin typeface="Arial"/>
                <a:ea typeface="맑은 고딕"/>
                <a:cs typeface="Arial"/>
              </a:rPr>
              <a:t> not</a:t>
            </a:r>
            <a:r>
              <a:rPr lang="en-US" sz="1500" b="1">
                <a:solidFill>
                  <a:srgbClr val="136F73"/>
                </a:solidFill>
                <a:latin typeface="Arial"/>
                <a:ea typeface="맑은 고딕"/>
                <a:cs typeface="Arial"/>
              </a:rPr>
              <a:t> confirmed absent</a:t>
            </a:r>
            <a:endParaRPr lang="ko-KR" altLang="en-US"/>
          </a:p>
          <a:p>
            <a:r>
              <a:rPr lang="en-US" sz="1500" b="1">
                <a:solidFill>
                  <a:srgbClr val="136F73"/>
                </a:solidFill>
                <a:latin typeface="Arial"/>
                <a:ea typeface="맑은 고딕"/>
                <a:cs typeface="Arial"/>
              </a:rPr>
              <a:t>Enforcement implication: observation, content inspection and successful blocking are distinct outcomes.</a:t>
            </a:r>
            <a:endParaRPr lang="en-US"/>
          </a:p>
          <a:p>
            <a:endParaRPr lang="en-US" sz="1500" b="1">
              <a:solidFill>
                <a:srgbClr val="136F73"/>
              </a:solidFill>
              <a:latin typeface="Arial"/>
              <a:ea typeface="맑은 고딕"/>
              <a:cs typeface="Arial"/>
            </a:endParaRPr>
          </a:p>
          <a:p>
            <a:endParaRPr lang="en-US" altLang="ko-KR" sz="1500" b="1">
              <a:solidFill>
                <a:srgbClr val="136F73"/>
              </a:solidFill>
              <a:latin typeface="Arial"/>
              <a:ea typeface="맑은 고딕"/>
              <a:cs typeface="Arial"/>
            </a:endParaRPr>
          </a:p>
          <a:p>
            <a:endParaRPr lang="en-US" altLang="ko-KR" sz="1500" b="1">
              <a:solidFill>
                <a:srgbClr val="136F73"/>
              </a:solidFill>
              <a:latin typeface="Arial"/>
              <a:ea typeface="맑은 고딕"/>
              <a:cs typeface="Arial"/>
            </a:endParaRPr>
          </a:p>
          <a:p>
            <a:endParaRPr lang="en-US" altLang="ko-KR" sz="1500" b="1">
              <a:solidFill>
                <a:srgbClr val="136F73"/>
              </a:solidFill>
              <a:latin typeface="Arial"/>
              <a:ea typeface="맑은 고딕"/>
              <a:cs typeface="Arial"/>
            </a:endParaRPr>
          </a:p>
          <a:p>
            <a:endParaRPr lang="en-US" altLang="ko-KR" sz="1300">
              <a:solidFill>
                <a:srgbClr val="5E6C7A"/>
              </a:solidFill>
              <a:latin typeface="Arial"/>
              <a:ea typeface="맑은 고딕"/>
              <a:cs typeface="Arial"/>
            </a:endParaRPr>
          </a:p>
          <a:p>
            <a:endParaRPr lang="en-US" altLang="ko-KR" sz="1300">
              <a:solidFill>
                <a:srgbClr val="5E6C7A"/>
              </a:solidFill>
              <a:latin typeface="Arial"/>
              <a:ea typeface="맑은 고딕"/>
              <a:cs typeface="Arial"/>
            </a:endParaRPr>
          </a:p>
          <a:p>
            <a:r>
              <a:rPr lang="ko-KR" sz="1300">
                <a:solidFill>
                  <a:srgbClr val="5E6C7A"/>
                </a:solidFill>
                <a:latin typeface="Arial"/>
                <a:ea typeface="맑은 고딕"/>
                <a:cs typeface="Arial"/>
              </a:rPr>
              <a:t>.</a:t>
            </a:r>
            <a:endParaRPr lang="ko-KR">
              <a:ea typeface="맑은 고딕"/>
            </a:endParaRPr>
          </a:p>
          <a:p>
            <a:pPr algn="l"/>
            <a:endParaRPr lang="ko-KR" altLang="en-US">
              <a:ea typeface="맑은 고딕"/>
            </a:endParaRPr>
          </a:p>
        </p:txBody>
      </p:sp>
      <p:graphicFrame>
        <p:nvGraphicFramePr>
          <p:cNvPr id="6" name="표 5">
            <a:extLst>
              <a:ext uri="{FF2B5EF4-FFF2-40B4-BE49-F238E27FC236}">
                <a16:creationId xmlns:a16="http://schemas.microsoft.com/office/drawing/2014/main" id="{154ADB58-AB60-1CCA-D857-F09B58B4DD12}"/>
              </a:ext>
            </a:extLst>
          </p:cNvPr>
          <p:cNvGraphicFramePr>
            <a:graphicFrameLocks noGrp="1"/>
          </p:cNvGraphicFramePr>
          <p:nvPr>
            <p:extLst>
              <p:ext uri="{D42A27DB-BD31-4B8C-83A1-F6EECF244321}">
                <p14:modId xmlns:p14="http://schemas.microsoft.com/office/powerpoint/2010/main" val="438393686"/>
              </p:ext>
            </p:extLst>
          </p:nvPr>
        </p:nvGraphicFramePr>
        <p:xfrm>
          <a:off x="571500" y="1710372"/>
          <a:ext cx="11049000" cy="3152775"/>
        </p:xfrm>
        <a:graphic>
          <a:graphicData uri="http://schemas.openxmlformats.org/drawingml/2006/table">
            <a:tbl>
              <a:tblPr bandRow="1">
                <a:tableStyleId>{5C22544A-7EE6-4342-B048-85BDC9FD1C3A}</a:tableStyleId>
              </a:tblPr>
              <a:tblGrid>
                <a:gridCol w="762000">
                  <a:extLst>
                    <a:ext uri="{9D8B030D-6E8A-4147-A177-3AD203B41FA5}">
                      <a16:colId xmlns:a16="http://schemas.microsoft.com/office/drawing/2014/main" val="4089165357"/>
                    </a:ext>
                  </a:extLst>
                </a:gridCol>
                <a:gridCol w="3143250">
                  <a:extLst>
                    <a:ext uri="{9D8B030D-6E8A-4147-A177-3AD203B41FA5}">
                      <a16:colId xmlns:a16="http://schemas.microsoft.com/office/drawing/2014/main" val="3598897614"/>
                    </a:ext>
                  </a:extLst>
                </a:gridCol>
                <a:gridCol w="571500">
                  <a:extLst>
                    <a:ext uri="{9D8B030D-6E8A-4147-A177-3AD203B41FA5}">
                      <a16:colId xmlns:a16="http://schemas.microsoft.com/office/drawing/2014/main" val="3129897094"/>
                    </a:ext>
                  </a:extLst>
                </a:gridCol>
                <a:gridCol w="6572250">
                  <a:extLst>
                    <a:ext uri="{9D8B030D-6E8A-4147-A177-3AD203B41FA5}">
                      <a16:colId xmlns:a16="http://schemas.microsoft.com/office/drawing/2014/main" val="1404509282"/>
                    </a:ext>
                  </a:extLst>
                </a:gridCol>
              </a:tblGrid>
              <a:tr h="323850">
                <a:tc>
                  <a:txBody>
                    <a:bodyPr/>
                    <a:lstStyle/>
                    <a:p>
                      <a:pPr algn="l">
                        <a:buNone/>
                      </a:pPr>
                      <a:r>
                        <a:rPr lang="ko-KR" sz="1200" b="1">
                          <a:solidFill>
                            <a:srgbClr val="144772"/>
                          </a:solidFill>
                          <a:effectLst/>
                          <a:latin typeface="Arial" panose="020B0604020202020204" pitchFamily="34" charset="0"/>
                          <a:ea typeface="Arial" panose="020B0604020202020204" pitchFamily="34" charset="0"/>
                        </a:rPr>
                        <a:t>ID</a:t>
                      </a:r>
                      <a:endParaRPr lang="ko-KR" sz="1200" b="1">
                        <a:solidFill>
                          <a:srgbClr val="144772"/>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DDECF2"/>
                    </a:solidFill>
                  </a:tcPr>
                </a:tc>
                <a:tc>
                  <a:txBody>
                    <a:bodyPr/>
                    <a:lstStyle/>
                    <a:p>
                      <a:pPr algn="l">
                        <a:buNone/>
                      </a:pPr>
                      <a:r>
                        <a:rPr lang="ko-KR" sz="1200" b="1">
                          <a:solidFill>
                            <a:srgbClr val="144772"/>
                          </a:solidFill>
                          <a:effectLst/>
                          <a:latin typeface="Arial" panose="020B0604020202020204" pitchFamily="34" charset="0"/>
                          <a:ea typeface="Arial" panose="020B0604020202020204" pitchFamily="34" charset="0"/>
                        </a:rPr>
                        <a:t>Capability</a:t>
                      </a:r>
                      <a:endParaRPr lang="ko-KR" sz="1200" b="1">
                        <a:solidFill>
                          <a:srgbClr val="144772"/>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DDECF2"/>
                    </a:solidFill>
                  </a:tcPr>
                </a:tc>
                <a:tc>
                  <a:txBody>
                    <a:bodyPr/>
                    <a:lstStyle/>
                    <a:p>
                      <a:pPr algn="l">
                        <a:buNone/>
                      </a:pPr>
                      <a:r>
                        <a:rPr lang="ko-KR" sz="1200" b="1">
                          <a:solidFill>
                            <a:srgbClr val="144772"/>
                          </a:solidFill>
                          <a:effectLst/>
                          <a:latin typeface="Arial" panose="020B0604020202020204" pitchFamily="34" charset="0"/>
                          <a:ea typeface="Arial" panose="020B0604020202020204" pitchFamily="34" charset="0"/>
                        </a:rPr>
                        <a:t>Flag</a:t>
                      </a:r>
                      <a:endParaRPr lang="ko-KR" sz="1200" b="1">
                        <a:solidFill>
                          <a:srgbClr val="144772"/>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DDECF2"/>
                    </a:solidFill>
                  </a:tcPr>
                </a:tc>
                <a:tc>
                  <a:txBody>
                    <a:bodyPr/>
                    <a:lstStyle/>
                    <a:p>
                      <a:pPr algn="l">
                        <a:buNone/>
                      </a:pPr>
                      <a:r>
                        <a:rPr lang="ko-KR" sz="1200" b="1">
                          <a:solidFill>
                            <a:srgbClr val="144772"/>
                          </a:solidFill>
                          <a:effectLst/>
                          <a:latin typeface="Arial" panose="020B0604020202020204" pitchFamily="34" charset="0"/>
                          <a:ea typeface="Arial" panose="020B0604020202020204" pitchFamily="34" charset="0"/>
                        </a:rPr>
                        <a:t>Documented scope and evidence</a:t>
                      </a:r>
                      <a:endParaRPr lang="ko-KR" sz="1200" b="1">
                        <a:solidFill>
                          <a:srgbClr val="144772"/>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DDECF2"/>
                    </a:solidFill>
                  </a:tcPr>
                </a:tc>
                <a:extLst>
                  <a:ext uri="{0D108BD9-81ED-4DB2-BD59-A6C34878D82A}">
                    <a16:rowId xmlns:a16="http://schemas.microsoft.com/office/drawing/2014/main" val="4061220934"/>
                  </a:ext>
                </a:extLst>
              </a:tr>
              <a:tr h="314325">
                <a:tc>
                  <a:txBody>
                    <a:bodyPr/>
                    <a:lstStyle/>
                    <a:p>
                      <a:pPr algn="l">
                        <a:buNone/>
                      </a:pPr>
                      <a:r>
                        <a:rPr lang="ko-KR" sz="1300" b="1">
                          <a:solidFill>
                            <a:srgbClr val="243447"/>
                          </a:solidFill>
                          <a:effectLst/>
                          <a:latin typeface="Arial" panose="020B0604020202020204" pitchFamily="34" charset="0"/>
                          <a:ea typeface="Arial" panose="020B0604020202020204" pitchFamily="34" charset="0"/>
                        </a:rPr>
                        <a:t>D3-01</a:t>
                      </a:r>
                      <a:endParaRPr lang="ko-KR" sz="1300" b="1">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a:solidFill>
                            <a:srgbClr val="243447"/>
                          </a:solidFill>
                          <a:effectLst/>
                          <a:latin typeface="Arial" panose="020B0604020202020204" pitchFamily="34" charset="0"/>
                          <a:ea typeface="Arial" panose="020B0604020202020204" pitchFamily="34" charset="0"/>
                        </a:rPr>
                        <a:t>Monitor and log only</a:t>
                      </a:r>
                      <a:endParaRPr lang="ko-KR" sz="1300">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b="1">
                          <a:solidFill>
                            <a:srgbClr val="956319"/>
                          </a:solidFill>
                          <a:effectLst/>
                          <a:latin typeface="Arial" panose="020B0604020202020204" pitchFamily="34" charset="0"/>
                          <a:ea typeface="Arial" panose="020B0604020202020204" pitchFamily="34" charset="0"/>
                        </a:rPr>
                        <a:t>◐</a:t>
                      </a:r>
                      <a:endParaRPr lang="ko-KR" sz="1300" b="1">
                        <a:solidFill>
                          <a:srgbClr val="956319"/>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a:solidFill>
                            <a:srgbClr val="243447"/>
                          </a:solidFill>
                          <a:effectLst/>
                          <a:latin typeface="Arial" panose="020B0604020202020204" pitchFamily="34" charset="0"/>
                          <a:ea typeface="Arial" panose="020B0604020202020204" pitchFamily="34" charset="0"/>
                        </a:rPr>
                        <a:t>Access/audit logs stated; monitor-only policy mode unverified. [S5,S11]</a:t>
                      </a:r>
                      <a:endParaRPr lang="ko-KR" sz="1300">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3971301911"/>
                  </a:ext>
                </a:extLst>
              </a:tr>
              <a:tr h="314325">
                <a:tc>
                  <a:txBody>
                    <a:bodyPr/>
                    <a:lstStyle/>
                    <a:p>
                      <a:pPr algn="l">
                        <a:buNone/>
                      </a:pPr>
                      <a:r>
                        <a:rPr lang="ko-KR" sz="1300" b="1">
                          <a:solidFill>
                            <a:srgbClr val="243447"/>
                          </a:solidFill>
                          <a:effectLst/>
                          <a:latin typeface="Arial" panose="020B0604020202020204" pitchFamily="34" charset="0"/>
                          <a:ea typeface="Arial" panose="020B0604020202020204" pitchFamily="34" charset="0"/>
                        </a:rPr>
                        <a:t>D3-02</a:t>
                      </a:r>
                      <a:endParaRPr lang="ko-KR" sz="1300" b="1">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a:solidFill>
                            <a:srgbClr val="243447"/>
                          </a:solidFill>
                          <a:effectLst/>
                          <a:latin typeface="Arial" panose="020B0604020202020204" pitchFamily="34" charset="0"/>
                          <a:ea typeface="Arial" panose="020B0604020202020204" pitchFamily="34" charset="0"/>
                        </a:rPr>
                        <a:t>Warn / user justification</a:t>
                      </a:r>
                      <a:endParaRPr lang="ko-KR" sz="1300">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b="1">
                          <a:solidFill>
                            <a:srgbClr val="956319"/>
                          </a:solidFill>
                          <a:effectLst/>
                          <a:latin typeface="Arial" panose="020B0604020202020204" pitchFamily="34" charset="0"/>
                          <a:ea typeface="Arial" panose="020B0604020202020204" pitchFamily="34" charset="0"/>
                        </a:rPr>
                        <a:t>◐</a:t>
                      </a:r>
                      <a:endParaRPr lang="ko-KR" sz="1300" b="1">
                        <a:solidFill>
                          <a:srgbClr val="956319"/>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a:solidFill>
                            <a:srgbClr val="243447"/>
                          </a:solidFill>
                          <a:effectLst/>
                          <a:latin typeface="Arial" panose="020B0604020202020204" pitchFamily="34" charset="0"/>
                          <a:ea typeface="Arial" panose="020B0604020202020204" pitchFamily="34" charset="0"/>
                        </a:rPr>
                        <a:t>Report-then-send case. Warning / justification UI needs confirmation. [S9]</a:t>
                      </a:r>
                      <a:endParaRPr lang="ko-KR" sz="1300">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3917357539"/>
                  </a:ext>
                </a:extLst>
              </a:tr>
              <a:tr h="314325">
                <a:tc>
                  <a:txBody>
                    <a:bodyPr/>
                    <a:lstStyle/>
                    <a:p>
                      <a:pPr algn="l">
                        <a:buNone/>
                      </a:pPr>
                      <a:r>
                        <a:rPr lang="ko-KR" sz="1300" b="1">
                          <a:solidFill>
                            <a:srgbClr val="243447"/>
                          </a:solidFill>
                          <a:effectLst/>
                          <a:latin typeface="Arial" panose="020B0604020202020204" pitchFamily="34" charset="0"/>
                          <a:ea typeface="Arial" panose="020B0604020202020204" pitchFamily="34" charset="0"/>
                        </a:rPr>
                        <a:t>D3-03</a:t>
                      </a:r>
                      <a:endParaRPr lang="ko-KR" sz="1300" b="1">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a:solidFill>
                            <a:srgbClr val="243447"/>
                          </a:solidFill>
                          <a:effectLst/>
                          <a:latin typeface="Arial" panose="020B0604020202020204" pitchFamily="34" charset="0"/>
                          <a:ea typeface="Arial" panose="020B0604020202020204" pitchFamily="34" charset="0"/>
                        </a:rPr>
                        <a:t>Hard block</a:t>
                      </a:r>
                      <a:endParaRPr lang="ko-KR" sz="1300">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b="1">
                          <a:solidFill>
                            <a:srgbClr val="136F73"/>
                          </a:solidFill>
                          <a:effectLst/>
                          <a:latin typeface="Arial" panose="020B0604020202020204" pitchFamily="34" charset="0"/>
                          <a:ea typeface="Arial" panose="020B0604020202020204" pitchFamily="34" charset="0"/>
                        </a:rPr>
                        <a:t>●</a:t>
                      </a:r>
                      <a:endParaRPr lang="ko-KR" sz="1300" b="1">
                        <a:solidFill>
                          <a:srgbClr val="136F73"/>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a:solidFill>
                            <a:srgbClr val="243447"/>
                          </a:solidFill>
                          <a:effectLst/>
                          <a:latin typeface="Arial" panose="020B0604020202020204" pitchFamily="34" charset="0"/>
                          <a:ea typeface="Arial" panose="020B0604020202020204" pitchFamily="34" charset="0"/>
                        </a:rPr>
                        <a:t>Privacy-i outbound controls. [S2]</a:t>
                      </a:r>
                      <a:endParaRPr lang="ko-KR" sz="1300">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698398064"/>
                  </a:ext>
                </a:extLst>
              </a:tr>
              <a:tr h="314325">
                <a:tc>
                  <a:txBody>
                    <a:bodyPr/>
                    <a:lstStyle/>
                    <a:p>
                      <a:pPr algn="l">
                        <a:buNone/>
                      </a:pPr>
                      <a:r>
                        <a:rPr lang="ko-KR" sz="1300" b="1">
                          <a:solidFill>
                            <a:srgbClr val="243447"/>
                          </a:solidFill>
                          <a:effectLst/>
                          <a:latin typeface="Arial" panose="020B0604020202020204" pitchFamily="34" charset="0"/>
                          <a:ea typeface="Arial" panose="020B0604020202020204" pitchFamily="34" charset="0"/>
                        </a:rPr>
                        <a:t>D3-04</a:t>
                      </a:r>
                      <a:endParaRPr lang="ko-KR" sz="1300" b="1">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a:solidFill>
                            <a:srgbClr val="243447"/>
                          </a:solidFill>
                          <a:effectLst/>
                          <a:latin typeface="Arial" panose="020B0604020202020204" pitchFamily="34" charset="0"/>
                          <a:ea typeface="Arial" panose="020B0604020202020204" pitchFamily="34" charset="0"/>
                        </a:rPr>
                        <a:t>Redact / mask, then allow</a:t>
                      </a:r>
                      <a:endParaRPr lang="ko-KR" sz="1300">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b="1">
                          <a:solidFill>
                            <a:srgbClr val="956319"/>
                          </a:solidFill>
                          <a:effectLst/>
                          <a:latin typeface="Arial" panose="020B0604020202020204" pitchFamily="34" charset="0"/>
                          <a:ea typeface="Arial" panose="020B0604020202020204" pitchFamily="34" charset="0"/>
                        </a:rPr>
                        <a:t>◐</a:t>
                      </a:r>
                      <a:endParaRPr lang="ko-KR" sz="1300" b="1">
                        <a:solidFill>
                          <a:srgbClr val="956319"/>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a:solidFill>
                            <a:srgbClr val="243447"/>
                          </a:solidFill>
                          <a:effectLst/>
                          <a:latin typeface="Arial" panose="020B0604020202020204" pitchFamily="34" charset="0"/>
                          <a:ea typeface="Arial" panose="020B0604020202020204" pitchFamily="34" charset="0"/>
                        </a:rPr>
                        <a:t>Server-i masks detected records. In-flight rewriting unconfirmed. [S7]</a:t>
                      </a:r>
                      <a:endParaRPr lang="ko-KR" sz="1300">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704808535"/>
                  </a:ext>
                </a:extLst>
              </a:tr>
              <a:tr h="314325">
                <a:tc>
                  <a:txBody>
                    <a:bodyPr/>
                    <a:lstStyle/>
                    <a:p>
                      <a:pPr algn="l">
                        <a:buNone/>
                      </a:pPr>
                      <a:r>
                        <a:rPr lang="ko-KR" sz="1300" b="1">
                          <a:solidFill>
                            <a:srgbClr val="243447"/>
                          </a:solidFill>
                          <a:effectLst/>
                          <a:latin typeface="Arial" panose="020B0604020202020204" pitchFamily="34" charset="0"/>
                          <a:ea typeface="Arial" panose="020B0604020202020204" pitchFamily="34" charset="0"/>
                        </a:rPr>
                        <a:t>D3-05</a:t>
                      </a:r>
                      <a:endParaRPr lang="ko-KR" sz="1300" b="1">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a:solidFill>
                            <a:srgbClr val="243447"/>
                          </a:solidFill>
                          <a:effectLst/>
                          <a:latin typeface="Arial" panose="020B0604020202020204" pitchFamily="34" charset="0"/>
                          <a:ea typeface="Arial" panose="020B0604020202020204" pitchFamily="34" charset="0"/>
                        </a:rPr>
                        <a:t>Encrypt / DRM handoff</a:t>
                      </a:r>
                      <a:endParaRPr lang="ko-KR" sz="1300">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b="1">
                          <a:solidFill>
                            <a:srgbClr val="136F73"/>
                          </a:solidFill>
                          <a:effectLst/>
                          <a:latin typeface="Arial" panose="020B0604020202020204" pitchFamily="34" charset="0"/>
                          <a:ea typeface="Arial" panose="020B0604020202020204" pitchFamily="34" charset="0"/>
                        </a:rPr>
                        <a:t>●</a:t>
                      </a:r>
                      <a:endParaRPr lang="ko-KR" sz="1300" b="1">
                        <a:solidFill>
                          <a:srgbClr val="136F73"/>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a:solidFill>
                            <a:srgbClr val="243447"/>
                          </a:solidFill>
                          <a:effectLst/>
                          <a:latin typeface="Arial" panose="020B0604020202020204" pitchFamily="34" charset="0"/>
                          <a:ea typeface="Arial" panose="020B0604020202020204" pitchFamily="34" charset="0"/>
                        </a:rPr>
                        <a:t>Local-file encryption in Privacy-i. [S9]</a:t>
                      </a:r>
                      <a:endParaRPr lang="ko-KR" sz="1300">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004741481"/>
                  </a:ext>
                </a:extLst>
              </a:tr>
              <a:tr h="314325">
                <a:tc>
                  <a:txBody>
                    <a:bodyPr/>
                    <a:lstStyle/>
                    <a:p>
                      <a:pPr algn="l">
                        <a:buNone/>
                      </a:pPr>
                      <a:r>
                        <a:rPr lang="ko-KR" sz="1300" b="1">
                          <a:solidFill>
                            <a:srgbClr val="243447"/>
                          </a:solidFill>
                          <a:effectLst/>
                          <a:latin typeface="Arial" panose="020B0604020202020204" pitchFamily="34" charset="0"/>
                          <a:ea typeface="Arial" panose="020B0604020202020204" pitchFamily="34" charset="0"/>
                        </a:rPr>
                        <a:t>D3-06</a:t>
                      </a:r>
                      <a:endParaRPr lang="ko-KR" sz="1300" b="1">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a:solidFill>
                            <a:srgbClr val="243447"/>
                          </a:solidFill>
                          <a:effectLst/>
                          <a:latin typeface="Arial" panose="020B0604020202020204" pitchFamily="34" charset="0"/>
                          <a:ea typeface="Arial" panose="020B0604020202020204" pitchFamily="34" charset="0"/>
                        </a:rPr>
                        <a:t>Approval workflow</a:t>
                      </a:r>
                      <a:endParaRPr lang="ko-KR" sz="1300">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b="1">
                          <a:solidFill>
                            <a:srgbClr val="136F73"/>
                          </a:solidFill>
                          <a:effectLst/>
                          <a:latin typeface="Arial" panose="020B0604020202020204" pitchFamily="34" charset="0"/>
                          <a:ea typeface="Arial" panose="020B0604020202020204" pitchFamily="34" charset="0"/>
                        </a:rPr>
                        <a:t>●</a:t>
                      </a:r>
                      <a:endParaRPr lang="ko-KR" sz="1300" b="1">
                        <a:solidFill>
                          <a:srgbClr val="136F73"/>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a:solidFill>
                            <a:srgbClr val="243447"/>
                          </a:solidFill>
                          <a:effectLst/>
                          <a:latin typeface="Arial" panose="020B0604020202020204" pitchFamily="34" charset="0"/>
                          <a:ea typeface="Arial" panose="020B0604020202020204" pitchFamily="34" charset="0"/>
                        </a:rPr>
                        <a:t>Supervisor approval for export. [S9]</a:t>
                      </a:r>
                      <a:endParaRPr lang="ko-KR" sz="1300">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3897906802"/>
                  </a:ext>
                </a:extLst>
              </a:tr>
              <a:tr h="314325">
                <a:tc>
                  <a:txBody>
                    <a:bodyPr/>
                    <a:lstStyle/>
                    <a:p>
                      <a:pPr algn="l">
                        <a:buNone/>
                      </a:pPr>
                      <a:r>
                        <a:rPr lang="ko-KR" sz="1300" b="1">
                          <a:solidFill>
                            <a:srgbClr val="243447"/>
                          </a:solidFill>
                          <a:effectLst/>
                          <a:latin typeface="Arial" panose="020B0604020202020204" pitchFamily="34" charset="0"/>
                          <a:ea typeface="Arial" panose="020B0604020202020204" pitchFamily="34" charset="0"/>
                        </a:rPr>
                        <a:t>D3-07</a:t>
                      </a:r>
                      <a:endParaRPr lang="ko-KR" sz="1300" b="1">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a:solidFill>
                            <a:srgbClr val="243447"/>
                          </a:solidFill>
                          <a:effectLst/>
                          <a:latin typeface="Arial" panose="020B0604020202020204" pitchFamily="34" charset="0"/>
                          <a:ea typeface="Arial" panose="020B0604020202020204" pitchFamily="34" charset="0"/>
                        </a:rPr>
                        <a:t>Original / shadow copy retained</a:t>
                      </a:r>
                      <a:endParaRPr lang="ko-KR" sz="1300">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b="1">
                          <a:solidFill>
                            <a:srgbClr val="136F73"/>
                          </a:solidFill>
                          <a:effectLst/>
                          <a:latin typeface="Arial" panose="020B0604020202020204" pitchFamily="34" charset="0"/>
                          <a:ea typeface="Arial" panose="020B0604020202020204" pitchFamily="34" charset="0"/>
                        </a:rPr>
                        <a:t>●</a:t>
                      </a:r>
                      <a:endParaRPr lang="ko-KR" sz="1300" b="1">
                        <a:solidFill>
                          <a:srgbClr val="136F73"/>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a:solidFill>
                            <a:srgbClr val="243447"/>
                          </a:solidFill>
                          <a:effectLst/>
                          <a:latin typeface="Arial" panose="020B0604020202020204" pitchFamily="34" charset="0"/>
                          <a:ea typeface="Arial" panose="020B0604020202020204" pitchFamily="34" charset="0"/>
                        </a:rPr>
                        <a:t>Original export / print data. [S1]</a:t>
                      </a:r>
                      <a:endParaRPr lang="ko-KR" sz="1300">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55460851"/>
                  </a:ext>
                </a:extLst>
              </a:tr>
              <a:tr h="314325">
                <a:tc>
                  <a:txBody>
                    <a:bodyPr/>
                    <a:lstStyle/>
                    <a:p>
                      <a:pPr algn="l">
                        <a:buNone/>
                      </a:pPr>
                      <a:r>
                        <a:rPr lang="ko-KR" sz="1300" b="1">
                          <a:solidFill>
                            <a:srgbClr val="243447"/>
                          </a:solidFill>
                          <a:effectLst/>
                          <a:latin typeface="Arial" panose="020B0604020202020204" pitchFamily="34" charset="0"/>
                          <a:ea typeface="Arial" panose="020B0604020202020204" pitchFamily="34" charset="0"/>
                        </a:rPr>
                        <a:t>D3-08</a:t>
                      </a:r>
                      <a:endParaRPr lang="ko-KR" sz="1300" b="1">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a:solidFill>
                            <a:srgbClr val="243447"/>
                          </a:solidFill>
                          <a:effectLst/>
                          <a:latin typeface="Arial" panose="020B0604020202020204" pitchFamily="34" charset="0"/>
                          <a:ea typeface="Arial" panose="020B0604020202020204" pitchFamily="34" charset="0"/>
                        </a:rPr>
                        <a:t>Print / screen watermark</a:t>
                      </a:r>
                      <a:endParaRPr lang="ko-KR" sz="1300">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b="1">
                          <a:solidFill>
                            <a:srgbClr val="956319"/>
                          </a:solidFill>
                          <a:effectLst/>
                          <a:latin typeface="Arial" panose="020B0604020202020204" pitchFamily="34" charset="0"/>
                          <a:ea typeface="Arial" panose="020B0604020202020204" pitchFamily="34" charset="0"/>
                        </a:rPr>
                        <a:t>◐</a:t>
                      </a:r>
                      <a:endParaRPr lang="ko-KR" sz="1300" b="1">
                        <a:solidFill>
                          <a:srgbClr val="956319"/>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a:solidFill>
                            <a:srgbClr val="243447"/>
                          </a:solidFill>
                          <a:effectLst/>
                          <a:latin typeface="Arial" panose="020B0604020202020204" pitchFamily="34" charset="0"/>
                          <a:ea typeface="Arial" panose="020B0604020202020204" pitchFamily="34" charset="0"/>
                        </a:rPr>
                        <a:t>Print watermark stated. Screen watermark unconfirmed. [S2]</a:t>
                      </a:r>
                      <a:endParaRPr lang="ko-KR" sz="1300">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168329608"/>
                  </a:ext>
                </a:extLst>
              </a:tr>
              <a:tr h="314325">
                <a:tc>
                  <a:txBody>
                    <a:bodyPr/>
                    <a:lstStyle/>
                    <a:p>
                      <a:pPr algn="l">
                        <a:buNone/>
                      </a:pPr>
                      <a:r>
                        <a:rPr lang="ko-KR" sz="1300" b="1">
                          <a:solidFill>
                            <a:srgbClr val="243447"/>
                          </a:solidFill>
                          <a:effectLst/>
                          <a:latin typeface="Arial" panose="020B0604020202020204" pitchFamily="34" charset="0"/>
                          <a:ea typeface="Arial" panose="020B0604020202020204" pitchFamily="34" charset="0"/>
                        </a:rPr>
                        <a:t>D3-09</a:t>
                      </a:r>
                      <a:endParaRPr lang="ko-KR" sz="1300" b="1">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a:solidFill>
                            <a:srgbClr val="243447"/>
                          </a:solidFill>
                          <a:effectLst/>
                          <a:latin typeface="Arial" panose="020B0604020202020204" pitchFamily="34" charset="0"/>
                          <a:ea typeface="Arial" panose="020B0604020202020204" pitchFamily="34" charset="0"/>
                        </a:rPr>
                        <a:t>At-rest remediation</a:t>
                      </a:r>
                      <a:endParaRPr lang="ko-KR" sz="1300">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b="1">
                          <a:solidFill>
                            <a:srgbClr val="136F73"/>
                          </a:solidFill>
                          <a:effectLst/>
                          <a:latin typeface="Arial" panose="020B0604020202020204" pitchFamily="34" charset="0"/>
                          <a:ea typeface="Arial" panose="020B0604020202020204" pitchFamily="34" charset="0"/>
                        </a:rPr>
                        <a:t>●</a:t>
                      </a:r>
                      <a:endParaRPr lang="ko-KR" sz="1300" b="1">
                        <a:solidFill>
                          <a:srgbClr val="136F73"/>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a:solidFill>
                            <a:srgbClr val="243447"/>
                          </a:solidFill>
                          <a:effectLst/>
                          <a:latin typeface="Arial" panose="020B0604020202020204" pitchFamily="34" charset="0"/>
                          <a:ea typeface="Arial" panose="020B0604020202020204" pitchFamily="34" charset="0"/>
                        </a:rPr>
                        <a:t>Deletion / encryption on PC and server. [S2,S7]</a:t>
                      </a:r>
                      <a:endParaRPr lang="ko-KR" sz="1300">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65901017"/>
                  </a:ext>
                </a:extLst>
              </a:tr>
            </a:tbl>
          </a:graphicData>
        </a:graphic>
      </p:graphicFrame>
    </p:spTree>
    <p:extLst>
      <p:ext uri="{BB962C8B-B14F-4D97-AF65-F5344CB8AC3E}">
        <p14:creationId xmlns:p14="http://schemas.microsoft.com/office/powerpoint/2010/main" val="296145455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6D2E51-213C-CC3C-B185-9FBCF8CAAAF5}"/>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0488396-985E-DA1C-9EC7-1BC8BAC59AE9}"/>
              </a:ext>
            </a:extLst>
          </p:cNvPr>
          <p:cNvSpPr>
            <a:spLocks noGrp="1"/>
          </p:cNvSpPr>
          <p:nvPr>
            <p:ph type="sldNum" sz="quarter" idx="4"/>
          </p:nvPr>
        </p:nvSpPr>
        <p:spPr/>
        <p:txBody>
          <a:bodyPr/>
          <a:lstStyle/>
          <a:p>
            <a:fld id="{4EA1E582-E1CC-4474-812F-1657BC5920B7}" type="slidenum">
              <a:rPr lang="ko-KR" altLang="en-US" smtClean="0"/>
              <a:t>17</a:t>
            </a:fld>
            <a:endParaRPr lang="ko-KR" altLang="en-US"/>
          </a:p>
        </p:txBody>
      </p:sp>
      <p:sp>
        <p:nvSpPr>
          <p:cNvPr id="5" name="Text Placeholder 4">
            <a:extLst>
              <a:ext uri="{FF2B5EF4-FFF2-40B4-BE49-F238E27FC236}">
                <a16:creationId xmlns:a16="http://schemas.microsoft.com/office/drawing/2014/main" id="{8C163F65-202E-7FCD-2B65-1366009C755F}"/>
              </a:ext>
            </a:extLst>
          </p:cNvPr>
          <p:cNvSpPr>
            <a:spLocks noGrp="1"/>
          </p:cNvSpPr>
          <p:nvPr>
            <p:ph type="body" sz="quarter" idx="11"/>
          </p:nvPr>
        </p:nvSpPr>
        <p:spPr>
          <a:xfrm>
            <a:off x="274915" y="3226958"/>
            <a:ext cx="11465393" cy="401637"/>
          </a:xfrm>
        </p:spPr>
        <p:txBody>
          <a:bodyPr lIns="91440" tIns="45720" rIns="91440" bIns="45720" anchor="ctr" anchorCtr="0"/>
          <a:lstStyle/>
          <a:p>
            <a:r>
              <a:rPr lang="en-US">
                <a:latin typeface="KoPub돋움체 Bold"/>
                <a:ea typeface="KoPub돋움체 Bold"/>
              </a:rPr>
              <a:t>D4 AI-specific</a:t>
            </a:r>
            <a:r>
              <a:rPr lang="en-US">
                <a:latin typeface="Consolas"/>
                <a:ea typeface="KoPub돋움체 Bold"/>
              </a:rPr>
              <a:t>(For reference)</a:t>
            </a:r>
            <a:endParaRPr lang="ko-KR" altLang="en-US"/>
          </a:p>
          <a:p>
            <a:endParaRPr lang="en-US" altLang="ko-KR"/>
          </a:p>
          <a:p>
            <a:endParaRPr lang="en-US" altLang="ko-KR"/>
          </a:p>
          <a:p>
            <a:endParaRPr lang="en-US" altLang="ko-KR"/>
          </a:p>
          <a:p>
            <a:endParaRPr lang="en-US" altLang="ko-KR"/>
          </a:p>
          <a:p>
            <a:endParaRPr lang="en-US" altLang="ko-KR"/>
          </a:p>
          <a:p>
            <a:endParaRPr lang="en-US" altLang="ko-KR"/>
          </a:p>
          <a:p>
            <a:endParaRPr lang="en-US"/>
          </a:p>
        </p:txBody>
      </p:sp>
      <p:sp>
        <p:nvSpPr>
          <p:cNvPr id="7" name="제목 3">
            <a:extLst>
              <a:ext uri="{FF2B5EF4-FFF2-40B4-BE49-F238E27FC236}">
                <a16:creationId xmlns:a16="http://schemas.microsoft.com/office/drawing/2014/main" id="{6841E0FF-9D05-C3A8-8596-0CF99F12E5F5}"/>
              </a:ext>
            </a:extLst>
          </p:cNvPr>
          <p:cNvSpPr txBox="1">
            <a:spLocks/>
          </p:cNvSpPr>
          <p:nvPr/>
        </p:nvSpPr>
        <p:spPr>
          <a:xfrm>
            <a:off x="286194" y="265704"/>
            <a:ext cx="10666268" cy="464670"/>
          </a:xfrm>
          <a:prstGeom prst="rect">
            <a:avLst/>
          </a:prstGeom>
        </p:spPr>
        <p:txBody>
          <a:bodyPr lIns="91440" tIns="45720" rIns="91440" bIns="45720" anchor="ctr" anchorCtr="0"/>
          <a:lstStyle>
            <a:lvl1pPr algn="l" rtl="0" eaLnBrk="1" fontAlgn="base" latinLnBrk="1" hangingPunct="1">
              <a:spcBef>
                <a:spcPct val="0"/>
              </a:spcBef>
              <a:spcAft>
                <a:spcPct val="0"/>
              </a:spcAft>
              <a:defRPr lang="ko-KR" altLang="en-US" sz="2400" b="1" kern="1200" baseline="0" dirty="0">
                <a:ln>
                  <a:solidFill>
                    <a:schemeClr val="accent1">
                      <a:alpha val="0"/>
                    </a:schemeClr>
                  </a:solidFill>
                </a:ln>
                <a:solidFill>
                  <a:srgbClr val="144772"/>
                </a:solidFill>
                <a:effectLst>
                  <a:glow rad="127000">
                    <a:schemeClr val="bg1"/>
                  </a:glow>
                  <a:outerShdw blurRad="38100" dist="38100" dir="2700000" algn="tl" rotWithShape="0">
                    <a:prstClr val="black">
                      <a:alpha val="40000"/>
                    </a:prstClr>
                  </a:outerShdw>
                </a:effectLst>
                <a:latin typeface="Pretendard Black" panose="02000A03000000020004" pitchFamily="50" charset="-127"/>
                <a:ea typeface="Pretendard Black" panose="02000A03000000020004" pitchFamily="50" charset="-127"/>
                <a:cs typeface="Pretendard Black" panose="02000A03000000020004" pitchFamily="50" charset="-127"/>
              </a:defRPr>
            </a:lvl1pPr>
            <a:lvl2pPr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2pPr>
            <a:lvl3pPr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3pPr>
            <a:lvl4pPr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4pPr>
            <a:lvl5pPr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5pPr>
            <a:lvl6pPr marL="457200"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6pPr>
            <a:lvl7pPr marL="914400"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7pPr>
            <a:lvl8pPr marL="1371600"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8pPr>
            <a:lvl9pPr marL="1828800"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9pPr>
          </a:lstStyle>
          <a:p>
            <a:r>
              <a:rPr lang="ko-KR" altLang="en-US">
                <a:ln>
                  <a:solidFill>
                    <a:srgbClr val="4F81BD">
                      <a:alpha val="0"/>
                    </a:srgbClr>
                  </a:solidFill>
                </a:ln>
                <a:effectLst>
                  <a:glow rad="127000">
                    <a:prstClr val="white"/>
                  </a:glow>
                  <a:outerShdw blurRad="38100" dist="38100" dir="2700000" algn="tl" rotWithShape="0">
                    <a:prstClr val="black">
                      <a:alpha val="40000"/>
                    </a:prstClr>
                  </a:outerShdw>
                </a:effectLst>
                <a:ea typeface="Pretendard Black"/>
              </a:rPr>
              <a:t>Somansa (윤석)</a:t>
            </a:r>
            <a:endParaRPr lang="en-US" altLang="ko-KR"/>
          </a:p>
        </p:txBody>
      </p:sp>
      <p:sp>
        <p:nvSpPr>
          <p:cNvPr id="8" name="TextBox 7">
            <a:extLst>
              <a:ext uri="{FF2B5EF4-FFF2-40B4-BE49-F238E27FC236}">
                <a16:creationId xmlns:a16="http://schemas.microsoft.com/office/drawing/2014/main" id="{1C622474-5630-82A5-7EA4-C5A4D0FD4DC5}"/>
              </a:ext>
            </a:extLst>
          </p:cNvPr>
          <p:cNvSpPr txBox="1"/>
          <p:nvPr/>
        </p:nvSpPr>
        <p:spPr>
          <a:xfrm>
            <a:off x="568476" y="1237584"/>
            <a:ext cx="10631714" cy="196977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ltLang="ko-KR" sz="1300">
                <a:solidFill>
                  <a:srgbClr val="5E6C7A"/>
                </a:solidFill>
                <a:latin typeface="Arial"/>
                <a:ea typeface="맑은 고딕"/>
                <a:cs typeface="Arial"/>
              </a:rPr>
              <a:t>Documented</a:t>
            </a:r>
            <a:r>
              <a:rPr lang="ko-KR" sz="1300">
                <a:solidFill>
                  <a:srgbClr val="5E6C7A"/>
                </a:solidFill>
                <a:latin typeface="Arial"/>
                <a:ea typeface="맑은 고딕"/>
                <a:cs typeface="Arial"/>
              </a:rPr>
              <a:t> </a:t>
            </a:r>
            <a:r>
              <a:rPr lang="en-US" altLang="ko-KR" sz="1300">
                <a:solidFill>
                  <a:srgbClr val="5E6C7A"/>
                </a:solidFill>
                <a:latin typeface="Arial"/>
                <a:ea typeface="맑은 고딕"/>
                <a:cs typeface="Arial"/>
              </a:rPr>
              <a:t>capability</a:t>
            </a:r>
            <a:r>
              <a:rPr lang="ko-KR" sz="1300">
                <a:solidFill>
                  <a:srgbClr val="5E6C7A"/>
                </a:solidFill>
                <a:latin typeface="Arial"/>
                <a:ea typeface="맑은 고딕"/>
                <a:cs typeface="Arial"/>
              </a:rPr>
              <a:t> </a:t>
            </a:r>
            <a:r>
              <a:rPr lang="en-US" altLang="ko-KR" sz="1300">
                <a:solidFill>
                  <a:srgbClr val="5E6C7A"/>
                </a:solidFill>
                <a:latin typeface="Arial"/>
                <a:ea typeface="맑은 고딕"/>
                <a:cs typeface="Arial"/>
              </a:rPr>
              <a:t>and</a:t>
            </a:r>
            <a:r>
              <a:rPr lang="ko-KR" sz="1300">
                <a:solidFill>
                  <a:srgbClr val="5E6C7A"/>
                </a:solidFill>
                <a:latin typeface="Arial"/>
                <a:ea typeface="맑은 고딕"/>
                <a:cs typeface="Arial"/>
              </a:rPr>
              <a:t> </a:t>
            </a:r>
            <a:r>
              <a:rPr lang="en-US" altLang="ko-KR" sz="1300">
                <a:solidFill>
                  <a:srgbClr val="5E6C7A"/>
                </a:solidFill>
                <a:latin typeface="Arial"/>
                <a:ea typeface="맑은 고딕"/>
                <a:cs typeface="Arial"/>
              </a:rPr>
              <a:t>scope</a:t>
            </a:r>
            <a:r>
              <a:rPr lang="ko-KR" sz="1300">
                <a:solidFill>
                  <a:srgbClr val="5E6C7A"/>
                </a:solidFill>
                <a:latin typeface="Arial"/>
                <a:ea typeface="맑은 고딕"/>
                <a:cs typeface="Arial"/>
              </a:rPr>
              <a:t>. Product </a:t>
            </a:r>
            <a:r>
              <a:rPr lang="en-US" altLang="ko-KR" sz="1300">
                <a:solidFill>
                  <a:srgbClr val="5E6C7A"/>
                </a:solidFill>
                <a:latin typeface="Arial"/>
                <a:ea typeface="맑은 고딕"/>
                <a:cs typeface="Arial"/>
              </a:rPr>
              <a:t>and</a:t>
            </a:r>
            <a:r>
              <a:rPr lang="ko-KR" sz="1300">
                <a:solidFill>
                  <a:srgbClr val="5E6C7A"/>
                </a:solidFill>
                <a:latin typeface="Arial"/>
                <a:ea typeface="맑은 고딕"/>
                <a:cs typeface="Arial"/>
              </a:rPr>
              <a:t> </a:t>
            </a:r>
            <a:r>
              <a:rPr lang="en-US" altLang="ko-KR" sz="1300">
                <a:solidFill>
                  <a:srgbClr val="5E6C7A"/>
                </a:solidFill>
                <a:latin typeface="Arial"/>
                <a:ea typeface="맑은 고딕"/>
                <a:cs typeface="Arial"/>
              </a:rPr>
              <a:t>module</a:t>
            </a:r>
            <a:r>
              <a:rPr lang="ko-KR" sz="1300">
                <a:solidFill>
                  <a:srgbClr val="5E6C7A"/>
                </a:solidFill>
                <a:latin typeface="Arial"/>
                <a:ea typeface="맑은 고딕"/>
                <a:cs typeface="Arial"/>
              </a:rPr>
              <a:t> </a:t>
            </a:r>
            <a:r>
              <a:rPr lang="en-US" altLang="ko-KR" sz="1300">
                <a:solidFill>
                  <a:srgbClr val="5E6C7A"/>
                </a:solidFill>
                <a:latin typeface="Arial"/>
                <a:ea typeface="맑은 고딕"/>
                <a:cs typeface="Arial"/>
              </a:rPr>
              <a:t>boundaries</a:t>
            </a:r>
            <a:r>
              <a:rPr lang="ko-KR" sz="1300">
                <a:solidFill>
                  <a:srgbClr val="5E6C7A"/>
                </a:solidFill>
                <a:latin typeface="Arial"/>
                <a:ea typeface="맑은 고딕"/>
                <a:cs typeface="Arial"/>
              </a:rPr>
              <a:t> </a:t>
            </a:r>
            <a:r>
              <a:rPr lang="en-US" altLang="ko-KR" sz="1300">
                <a:solidFill>
                  <a:srgbClr val="5E6C7A"/>
                </a:solidFill>
                <a:latin typeface="Arial"/>
                <a:ea typeface="맑은 고딕"/>
                <a:cs typeface="Arial"/>
              </a:rPr>
              <a:t>apply.</a:t>
            </a:r>
            <a:endParaRPr lang="ko-KR" altLang="en-US"/>
          </a:p>
          <a:p>
            <a:r>
              <a:rPr lang="en-US" altLang="ko-KR" sz="1300">
                <a:solidFill>
                  <a:srgbClr val="5E6C7A"/>
                </a:solidFill>
                <a:latin typeface="Arial"/>
                <a:ea typeface="맑은 고딕"/>
                <a:cs typeface="Arial"/>
              </a:rPr>
              <a:t>.</a:t>
            </a:r>
            <a:endParaRPr lang="ko-KR" altLang="en-US">
              <a:solidFill>
                <a:srgbClr val="000000"/>
              </a:solidFill>
              <a:latin typeface="맑은 고딕"/>
              <a:ea typeface="맑은 고딕"/>
              <a:cs typeface="Arial"/>
            </a:endParaRPr>
          </a:p>
          <a:p>
            <a:endParaRPr lang="en-US" altLang="ko-KR" sz="1300">
              <a:solidFill>
                <a:srgbClr val="5E6C7A"/>
              </a:solidFill>
              <a:latin typeface="Arial"/>
              <a:ea typeface="맑은 고딕"/>
              <a:cs typeface="Arial"/>
            </a:endParaRPr>
          </a:p>
          <a:p>
            <a:endParaRPr lang="en-US" altLang="ko-KR" sz="1300">
              <a:solidFill>
                <a:srgbClr val="5E6C7A"/>
              </a:solidFill>
              <a:latin typeface="Arial"/>
              <a:ea typeface="맑은 고딕"/>
              <a:cs typeface="Arial"/>
            </a:endParaRPr>
          </a:p>
          <a:p>
            <a:endParaRPr lang="en-US" altLang="ko-KR" sz="1300">
              <a:solidFill>
                <a:srgbClr val="5E6C7A"/>
              </a:solidFill>
              <a:latin typeface="Arial"/>
              <a:ea typeface="맑은 고딕"/>
              <a:cs typeface="Arial"/>
            </a:endParaRPr>
          </a:p>
          <a:p>
            <a:endParaRPr lang="en-US" altLang="ko-KR" sz="1300">
              <a:solidFill>
                <a:srgbClr val="5E6C7A"/>
              </a:solidFill>
              <a:latin typeface="Arial"/>
              <a:ea typeface="맑은 고딕"/>
              <a:cs typeface="Arial"/>
            </a:endParaRPr>
          </a:p>
          <a:p>
            <a:endParaRPr lang="en-US" altLang="ko-KR" sz="1300">
              <a:solidFill>
                <a:srgbClr val="5E6C7A"/>
              </a:solidFill>
              <a:latin typeface="Arial"/>
              <a:ea typeface="맑은 고딕"/>
              <a:cs typeface="Arial"/>
            </a:endParaRPr>
          </a:p>
          <a:p>
            <a:r>
              <a:rPr lang="ko-KR" sz="1300">
                <a:solidFill>
                  <a:srgbClr val="5E6C7A"/>
                </a:solidFill>
                <a:latin typeface="Arial"/>
                <a:ea typeface="맑은 고딕"/>
                <a:cs typeface="Arial"/>
              </a:rPr>
              <a:t>.</a:t>
            </a:r>
            <a:endParaRPr lang="ko-KR">
              <a:ea typeface="맑은 고딕"/>
            </a:endParaRPr>
          </a:p>
          <a:p>
            <a:pPr algn="l"/>
            <a:endParaRPr lang="ko-KR" altLang="en-US">
              <a:ea typeface="맑은 고딕"/>
            </a:endParaRPr>
          </a:p>
        </p:txBody>
      </p:sp>
      <p:sp>
        <p:nvSpPr>
          <p:cNvPr id="12" name="TextBox 11">
            <a:extLst>
              <a:ext uri="{FF2B5EF4-FFF2-40B4-BE49-F238E27FC236}">
                <a16:creationId xmlns:a16="http://schemas.microsoft.com/office/drawing/2014/main" id="{F521AD7F-7AD2-9787-3752-3695DBE010D1}"/>
              </a:ext>
            </a:extLst>
          </p:cNvPr>
          <p:cNvSpPr txBox="1"/>
          <p:nvPr/>
        </p:nvSpPr>
        <p:spPr>
          <a:xfrm>
            <a:off x="487195" y="6053424"/>
            <a:ext cx="11058434" cy="258532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500" b="1">
                <a:solidFill>
                  <a:srgbClr val="136F73"/>
                </a:solidFill>
                <a:latin typeface="Arial"/>
                <a:ea typeface="맑은 고딕"/>
                <a:cs typeface="Arial"/>
              </a:rPr>
              <a:t>● Documented ◐ Partial / conditional ?</a:t>
            </a:r>
            <a:r>
              <a:rPr lang="en-US" altLang="ko-KR" sz="1500" b="1">
                <a:solidFill>
                  <a:srgbClr val="136F73"/>
                </a:solidFill>
                <a:latin typeface="Arial"/>
                <a:ea typeface="맑은 고딕"/>
                <a:cs typeface="Arial"/>
              </a:rPr>
              <a:t> </a:t>
            </a:r>
            <a:r>
              <a:rPr lang="en-US" sz="1500" b="1">
                <a:solidFill>
                  <a:srgbClr val="136F73"/>
                </a:solidFill>
                <a:latin typeface="Arial"/>
                <a:ea typeface="맑은 고딕"/>
                <a:cs typeface="Arial"/>
              </a:rPr>
              <a:t>Not verified,</a:t>
            </a:r>
            <a:r>
              <a:rPr lang="en-US" altLang="ko-KR" sz="1500" b="1">
                <a:solidFill>
                  <a:srgbClr val="136F73"/>
                </a:solidFill>
                <a:latin typeface="Arial"/>
                <a:ea typeface="맑은 고딕"/>
                <a:cs typeface="Arial"/>
              </a:rPr>
              <a:t> not</a:t>
            </a:r>
            <a:r>
              <a:rPr lang="en-US" sz="1500" b="1">
                <a:solidFill>
                  <a:srgbClr val="136F73"/>
                </a:solidFill>
                <a:latin typeface="Arial"/>
                <a:ea typeface="맑은 고딕"/>
                <a:cs typeface="Arial"/>
              </a:rPr>
              <a:t> confirmed absent</a:t>
            </a:r>
            <a:endParaRPr lang="ko-KR" altLang="en-US"/>
          </a:p>
          <a:p>
            <a:r>
              <a:rPr lang="en-US" sz="1500" b="1">
                <a:solidFill>
                  <a:srgbClr val="136F73"/>
                </a:solidFill>
                <a:latin typeface="Arial"/>
                <a:ea typeface="맑은 고딕"/>
                <a:cs typeface="Arial"/>
              </a:rPr>
              <a:t>AI implication: test the exact client, API and agent route before assigning a coverage claim.</a:t>
            </a:r>
            <a:endParaRPr lang="en-US"/>
          </a:p>
          <a:p>
            <a:endParaRPr lang="en-US" sz="1500" b="1">
              <a:solidFill>
                <a:srgbClr val="136F73"/>
              </a:solidFill>
              <a:latin typeface="Arial"/>
              <a:ea typeface="맑은 고딕"/>
              <a:cs typeface="Arial"/>
            </a:endParaRPr>
          </a:p>
          <a:p>
            <a:endParaRPr lang="en-US" sz="1500" b="1">
              <a:solidFill>
                <a:srgbClr val="136F73"/>
              </a:solidFill>
              <a:latin typeface="Arial"/>
              <a:ea typeface="맑은 고딕"/>
              <a:cs typeface="Arial"/>
            </a:endParaRPr>
          </a:p>
          <a:p>
            <a:endParaRPr lang="en-US" altLang="ko-KR" sz="1500" b="1">
              <a:solidFill>
                <a:srgbClr val="136F73"/>
              </a:solidFill>
              <a:latin typeface="Arial"/>
              <a:ea typeface="맑은 고딕"/>
              <a:cs typeface="Arial"/>
            </a:endParaRPr>
          </a:p>
          <a:p>
            <a:endParaRPr lang="en-US" altLang="ko-KR" sz="1500" b="1">
              <a:solidFill>
                <a:srgbClr val="136F73"/>
              </a:solidFill>
              <a:latin typeface="Arial"/>
              <a:ea typeface="맑은 고딕"/>
              <a:cs typeface="Arial"/>
            </a:endParaRPr>
          </a:p>
          <a:p>
            <a:endParaRPr lang="en-US" altLang="ko-KR" sz="1500" b="1">
              <a:solidFill>
                <a:srgbClr val="136F73"/>
              </a:solidFill>
              <a:latin typeface="Arial"/>
              <a:ea typeface="맑은 고딕"/>
              <a:cs typeface="Arial"/>
            </a:endParaRPr>
          </a:p>
          <a:p>
            <a:endParaRPr lang="en-US" altLang="ko-KR" sz="1300">
              <a:solidFill>
                <a:srgbClr val="5E6C7A"/>
              </a:solidFill>
              <a:latin typeface="Arial"/>
              <a:ea typeface="맑은 고딕"/>
              <a:cs typeface="Arial"/>
            </a:endParaRPr>
          </a:p>
          <a:p>
            <a:endParaRPr lang="en-US" altLang="ko-KR" sz="1300">
              <a:solidFill>
                <a:srgbClr val="5E6C7A"/>
              </a:solidFill>
              <a:latin typeface="Arial"/>
              <a:ea typeface="맑은 고딕"/>
              <a:cs typeface="Arial"/>
            </a:endParaRPr>
          </a:p>
          <a:p>
            <a:r>
              <a:rPr lang="ko-KR" sz="1300">
                <a:solidFill>
                  <a:srgbClr val="5E6C7A"/>
                </a:solidFill>
                <a:latin typeface="Arial"/>
                <a:ea typeface="맑은 고딕"/>
                <a:cs typeface="Arial"/>
              </a:rPr>
              <a:t>.</a:t>
            </a:r>
            <a:endParaRPr lang="ko-KR">
              <a:ea typeface="맑은 고딕"/>
            </a:endParaRPr>
          </a:p>
          <a:p>
            <a:pPr algn="l"/>
            <a:endParaRPr lang="ko-KR" altLang="en-US">
              <a:ea typeface="맑은 고딕"/>
            </a:endParaRPr>
          </a:p>
        </p:txBody>
      </p:sp>
      <p:graphicFrame>
        <p:nvGraphicFramePr>
          <p:cNvPr id="4" name="표 3">
            <a:extLst>
              <a:ext uri="{FF2B5EF4-FFF2-40B4-BE49-F238E27FC236}">
                <a16:creationId xmlns:a16="http://schemas.microsoft.com/office/drawing/2014/main" id="{AC266754-B079-0DD9-BC96-DB438BB6DDFF}"/>
              </a:ext>
            </a:extLst>
          </p:cNvPr>
          <p:cNvGraphicFramePr>
            <a:graphicFrameLocks noGrp="1"/>
          </p:cNvGraphicFramePr>
          <p:nvPr>
            <p:extLst>
              <p:ext uri="{D42A27DB-BD31-4B8C-83A1-F6EECF244321}">
                <p14:modId xmlns:p14="http://schemas.microsoft.com/office/powerpoint/2010/main" val="208104263"/>
              </p:ext>
            </p:extLst>
          </p:nvPr>
        </p:nvGraphicFramePr>
        <p:xfrm>
          <a:off x="490220" y="1619250"/>
          <a:ext cx="11049000" cy="4229100"/>
        </p:xfrm>
        <a:graphic>
          <a:graphicData uri="http://schemas.openxmlformats.org/drawingml/2006/table">
            <a:tbl>
              <a:tblPr bandRow="1">
                <a:tableStyleId>{5C22544A-7EE6-4342-B048-85BDC9FD1C3A}</a:tableStyleId>
              </a:tblPr>
              <a:tblGrid>
                <a:gridCol w="762000">
                  <a:extLst>
                    <a:ext uri="{9D8B030D-6E8A-4147-A177-3AD203B41FA5}">
                      <a16:colId xmlns:a16="http://schemas.microsoft.com/office/drawing/2014/main" val="524824296"/>
                    </a:ext>
                  </a:extLst>
                </a:gridCol>
                <a:gridCol w="3143250">
                  <a:extLst>
                    <a:ext uri="{9D8B030D-6E8A-4147-A177-3AD203B41FA5}">
                      <a16:colId xmlns:a16="http://schemas.microsoft.com/office/drawing/2014/main" val="3848110521"/>
                    </a:ext>
                  </a:extLst>
                </a:gridCol>
                <a:gridCol w="571500">
                  <a:extLst>
                    <a:ext uri="{9D8B030D-6E8A-4147-A177-3AD203B41FA5}">
                      <a16:colId xmlns:a16="http://schemas.microsoft.com/office/drawing/2014/main" val="2561399646"/>
                    </a:ext>
                  </a:extLst>
                </a:gridCol>
                <a:gridCol w="6572250">
                  <a:extLst>
                    <a:ext uri="{9D8B030D-6E8A-4147-A177-3AD203B41FA5}">
                      <a16:colId xmlns:a16="http://schemas.microsoft.com/office/drawing/2014/main" val="1044476192"/>
                    </a:ext>
                  </a:extLst>
                </a:gridCol>
              </a:tblGrid>
              <a:tr h="323850">
                <a:tc>
                  <a:txBody>
                    <a:bodyPr/>
                    <a:lstStyle/>
                    <a:p>
                      <a:pPr algn="l">
                        <a:buNone/>
                      </a:pPr>
                      <a:r>
                        <a:rPr lang="ko-KR" sz="1200" b="1">
                          <a:solidFill>
                            <a:srgbClr val="144772"/>
                          </a:solidFill>
                          <a:effectLst/>
                          <a:latin typeface="Arial" panose="020B0604020202020204" pitchFamily="34" charset="0"/>
                          <a:ea typeface="Arial" panose="020B0604020202020204" pitchFamily="34" charset="0"/>
                        </a:rPr>
                        <a:t>ID</a:t>
                      </a:r>
                      <a:endParaRPr lang="ko-KR" sz="1200" b="1">
                        <a:solidFill>
                          <a:srgbClr val="144772"/>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DDECF2"/>
                    </a:solidFill>
                  </a:tcPr>
                </a:tc>
                <a:tc>
                  <a:txBody>
                    <a:bodyPr/>
                    <a:lstStyle/>
                    <a:p>
                      <a:pPr algn="l">
                        <a:buNone/>
                      </a:pPr>
                      <a:r>
                        <a:rPr lang="ko-KR" sz="1200" b="1">
                          <a:solidFill>
                            <a:srgbClr val="144772"/>
                          </a:solidFill>
                          <a:effectLst/>
                          <a:latin typeface="Arial" panose="020B0604020202020204" pitchFamily="34" charset="0"/>
                          <a:ea typeface="Arial" panose="020B0604020202020204" pitchFamily="34" charset="0"/>
                        </a:rPr>
                        <a:t>Capability</a:t>
                      </a:r>
                      <a:endParaRPr lang="ko-KR" sz="1200" b="1">
                        <a:solidFill>
                          <a:srgbClr val="144772"/>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DDECF2"/>
                    </a:solidFill>
                  </a:tcPr>
                </a:tc>
                <a:tc>
                  <a:txBody>
                    <a:bodyPr/>
                    <a:lstStyle/>
                    <a:p>
                      <a:pPr algn="l">
                        <a:buNone/>
                      </a:pPr>
                      <a:r>
                        <a:rPr lang="ko-KR" sz="1200" b="1">
                          <a:solidFill>
                            <a:srgbClr val="144772"/>
                          </a:solidFill>
                          <a:effectLst/>
                          <a:latin typeface="Arial" panose="020B0604020202020204" pitchFamily="34" charset="0"/>
                          <a:ea typeface="Arial" panose="020B0604020202020204" pitchFamily="34" charset="0"/>
                        </a:rPr>
                        <a:t>Flag</a:t>
                      </a:r>
                      <a:endParaRPr lang="ko-KR" sz="1200" b="1">
                        <a:solidFill>
                          <a:srgbClr val="144772"/>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DDECF2"/>
                    </a:solidFill>
                  </a:tcPr>
                </a:tc>
                <a:tc>
                  <a:txBody>
                    <a:bodyPr/>
                    <a:lstStyle/>
                    <a:p>
                      <a:pPr algn="l">
                        <a:buNone/>
                      </a:pPr>
                      <a:r>
                        <a:rPr lang="ko-KR" sz="1200" b="1">
                          <a:solidFill>
                            <a:srgbClr val="144772"/>
                          </a:solidFill>
                          <a:effectLst/>
                          <a:latin typeface="Arial" panose="020B0604020202020204" pitchFamily="34" charset="0"/>
                          <a:ea typeface="Arial" panose="020B0604020202020204" pitchFamily="34" charset="0"/>
                        </a:rPr>
                        <a:t>Documented scope and evidence</a:t>
                      </a:r>
                      <a:endParaRPr lang="ko-KR" sz="1200" b="1">
                        <a:solidFill>
                          <a:srgbClr val="144772"/>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DDECF2"/>
                    </a:solidFill>
                  </a:tcPr>
                </a:tc>
                <a:extLst>
                  <a:ext uri="{0D108BD9-81ED-4DB2-BD59-A6C34878D82A}">
                    <a16:rowId xmlns:a16="http://schemas.microsoft.com/office/drawing/2014/main" val="1474959751"/>
                  </a:ext>
                </a:extLst>
              </a:tr>
              <a:tr h="314325">
                <a:tc>
                  <a:txBody>
                    <a:bodyPr/>
                    <a:lstStyle/>
                    <a:p>
                      <a:pPr algn="l">
                        <a:buNone/>
                      </a:pPr>
                      <a:r>
                        <a:rPr lang="ko-KR" sz="1300" b="1">
                          <a:solidFill>
                            <a:srgbClr val="243447"/>
                          </a:solidFill>
                          <a:effectLst/>
                          <a:latin typeface="Arial" panose="020B0604020202020204" pitchFamily="34" charset="0"/>
                          <a:ea typeface="Arial" panose="020B0604020202020204" pitchFamily="34" charset="0"/>
                        </a:rPr>
                        <a:t>D4-01</a:t>
                      </a:r>
                      <a:endParaRPr lang="ko-KR" sz="1300" b="1">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a:solidFill>
                            <a:srgbClr val="243447"/>
                          </a:solidFill>
                          <a:effectLst/>
                          <a:latin typeface="Arial" panose="020B0604020202020204" pitchFamily="34" charset="0"/>
                          <a:ea typeface="Arial" panose="020B0604020202020204" pitchFamily="34" charset="0"/>
                        </a:rPr>
                        <a:t>Typed-prompt inspection</a:t>
                      </a:r>
                      <a:endParaRPr lang="ko-KR" sz="1300">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b="1">
                          <a:solidFill>
                            <a:srgbClr val="136F73"/>
                          </a:solidFill>
                          <a:effectLst/>
                          <a:latin typeface="Arial" panose="020B0604020202020204" pitchFamily="34" charset="0"/>
                          <a:ea typeface="Arial" panose="020B0604020202020204" pitchFamily="34" charset="0"/>
                        </a:rPr>
                        <a:t>●</a:t>
                      </a:r>
                      <a:endParaRPr lang="ko-KR" sz="1300" b="1">
                        <a:solidFill>
                          <a:srgbClr val="136F73"/>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a:solidFill>
                            <a:srgbClr val="243447"/>
                          </a:solidFill>
                          <a:effectLst/>
                          <a:latin typeface="Arial" panose="020B0604020202020204" pitchFamily="34" charset="0"/>
                          <a:ea typeface="Arial" panose="020B0604020202020204" pitchFamily="34" charset="0"/>
                        </a:rPr>
                        <a:t>WebKeeper AI DLP input controls. [S5]</a:t>
                      </a:r>
                      <a:endParaRPr lang="ko-KR" sz="1300">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085444042"/>
                  </a:ext>
                </a:extLst>
              </a:tr>
              <a:tr h="314325">
                <a:tc>
                  <a:txBody>
                    <a:bodyPr/>
                    <a:lstStyle/>
                    <a:p>
                      <a:pPr algn="l">
                        <a:buNone/>
                      </a:pPr>
                      <a:r>
                        <a:rPr lang="ko-KR" sz="1300" b="1">
                          <a:solidFill>
                            <a:srgbClr val="243447"/>
                          </a:solidFill>
                          <a:effectLst/>
                          <a:latin typeface="Arial" panose="020B0604020202020204" pitchFamily="34" charset="0"/>
                          <a:ea typeface="Arial" panose="020B0604020202020204" pitchFamily="34" charset="0"/>
                        </a:rPr>
                        <a:t>D4-02</a:t>
                      </a:r>
                      <a:endParaRPr lang="ko-KR" sz="1300" b="1">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a:solidFill>
                            <a:srgbClr val="243447"/>
                          </a:solidFill>
                          <a:effectLst/>
                          <a:latin typeface="Arial" panose="020B0604020202020204" pitchFamily="34" charset="0"/>
                          <a:ea typeface="Arial" panose="020B0604020202020204" pitchFamily="34" charset="0"/>
                        </a:rPr>
                        <a:t>AI attachment / image inspection</a:t>
                      </a:r>
                      <a:endParaRPr lang="ko-KR" sz="1300">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b="1">
                          <a:solidFill>
                            <a:srgbClr val="956319"/>
                          </a:solidFill>
                          <a:effectLst/>
                          <a:latin typeface="Arial" panose="020B0604020202020204" pitchFamily="34" charset="0"/>
                          <a:ea typeface="Arial" panose="020B0604020202020204" pitchFamily="34" charset="0"/>
                        </a:rPr>
                        <a:t>◐</a:t>
                      </a:r>
                      <a:endParaRPr lang="ko-KR" sz="1300" b="1">
                        <a:solidFill>
                          <a:srgbClr val="956319"/>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a:solidFill>
                            <a:srgbClr val="243447"/>
                          </a:solidFill>
                          <a:effectLst/>
                          <a:latin typeface="Arial" panose="020B0604020202020204" pitchFamily="34" charset="0"/>
                          <a:ea typeface="Arial" panose="020B0604020202020204" pitchFamily="34" charset="0"/>
                        </a:rPr>
                        <a:t>Upload control and originals logged. Image OCR in AI path unconfirmed. [S5]</a:t>
                      </a:r>
                      <a:endParaRPr lang="ko-KR" sz="1300">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780550937"/>
                  </a:ext>
                </a:extLst>
              </a:tr>
              <a:tr h="314325">
                <a:tc>
                  <a:txBody>
                    <a:bodyPr/>
                    <a:lstStyle/>
                    <a:p>
                      <a:pPr algn="l">
                        <a:buNone/>
                      </a:pPr>
                      <a:r>
                        <a:rPr lang="ko-KR" sz="1300" b="1">
                          <a:solidFill>
                            <a:srgbClr val="243447"/>
                          </a:solidFill>
                          <a:effectLst/>
                          <a:latin typeface="Arial" panose="020B0604020202020204" pitchFamily="34" charset="0"/>
                          <a:ea typeface="Arial" panose="020B0604020202020204" pitchFamily="34" charset="0"/>
                        </a:rPr>
                        <a:t>D4-03</a:t>
                      </a:r>
                      <a:endParaRPr lang="ko-KR" sz="1300" b="1">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a:solidFill>
                            <a:srgbClr val="243447"/>
                          </a:solidFill>
                          <a:effectLst/>
                          <a:latin typeface="Arial" panose="020B0604020202020204" pitchFamily="34" charset="0"/>
                          <a:ea typeface="Arial" panose="020B0604020202020204" pitchFamily="34" charset="0"/>
                        </a:rPr>
                        <a:t>AI response inspection / filtering</a:t>
                      </a:r>
                      <a:endParaRPr lang="ko-KR" sz="1300">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b="1">
                          <a:solidFill>
                            <a:srgbClr val="5E6C7A"/>
                          </a:solidFill>
                          <a:effectLst/>
                          <a:latin typeface="Arial" panose="020B0604020202020204" pitchFamily="34" charset="0"/>
                          <a:ea typeface="Arial" panose="020B0604020202020204" pitchFamily="34" charset="0"/>
                        </a:rPr>
                        <a:t>?</a:t>
                      </a:r>
                      <a:endParaRPr lang="ko-KR" sz="1300" b="1">
                        <a:solidFill>
                          <a:srgbClr val="5E6C7A"/>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a:solidFill>
                            <a:srgbClr val="243447"/>
                          </a:solidFill>
                          <a:effectLst/>
                          <a:latin typeface="Arial" panose="020B0604020202020204" pitchFamily="34" charset="0"/>
                          <a:ea typeface="Arial" panose="020B0604020202020204" pitchFamily="34" charset="0"/>
                        </a:rPr>
                        <a:t>Responses logged; response inspection / blocking unverified. [S5]</a:t>
                      </a:r>
                      <a:endParaRPr lang="ko-KR" sz="1300">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451519975"/>
                  </a:ext>
                </a:extLst>
              </a:tr>
              <a:tr h="504825">
                <a:tc>
                  <a:txBody>
                    <a:bodyPr/>
                    <a:lstStyle/>
                    <a:p>
                      <a:pPr algn="l">
                        <a:buNone/>
                      </a:pPr>
                      <a:r>
                        <a:rPr lang="ko-KR" sz="1300" b="1">
                          <a:solidFill>
                            <a:srgbClr val="243447"/>
                          </a:solidFill>
                          <a:effectLst/>
                          <a:latin typeface="Arial" panose="020B0604020202020204" pitchFamily="34" charset="0"/>
                          <a:ea typeface="Arial" panose="020B0604020202020204" pitchFamily="34" charset="0"/>
                        </a:rPr>
                        <a:t>D4-04</a:t>
                      </a:r>
                      <a:endParaRPr lang="ko-KR" sz="1300" b="1">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a:solidFill>
                            <a:srgbClr val="243447"/>
                          </a:solidFill>
                          <a:effectLst/>
                          <a:latin typeface="Arial" panose="020B0604020202020204" pitchFamily="34" charset="0"/>
                          <a:ea typeface="Arial" panose="020B0604020202020204" pitchFamily="34" charset="0"/>
                        </a:rPr>
                        <a:t>Prompt injection / jailbreak detection</a:t>
                      </a:r>
                      <a:endParaRPr lang="ko-KR" sz="1300">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b="1">
                          <a:solidFill>
                            <a:srgbClr val="5E6C7A"/>
                          </a:solidFill>
                          <a:effectLst/>
                          <a:latin typeface="Arial" panose="020B0604020202020204" pitchFamily="34" charset="0"/>
                          <a:ea typeface="Arial" panose="020B0604020202020204" pitchFamily="34" charset="0"/>
                        </a:rPr>
                        <a:t>?</a:t>
                      </a:r>
                      <a:endParaRPr lang="ko-KR" sz="1300" b="1">
                        <a:solidFill>
                          <a:srgbClr val="5E6C7A"/>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a:solidFill>
                            <a:srgbClr val="243447"/>
                          </a:solidFill>
                          <a:effectLst/>
                          <a:latin typeface="Arial" panose="020B0604020202020204" pitchFamily="34" charset="0"/>
                          <a:ea typeface="Arial" panose="020B0604020202020204" pitchFamily="34" charset="0"/>
                        </a:rPr>
                        <a:t>No explicit detector in reviewed sources.</a:t>
                      </a:r>
                      <a:endParaRPr lang="ko-KR" sz="1300">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447445299"/>
                  </a:ext>
                </a:extLst>
              </a:tr>
              <a:tr h="504825">
                <a:tc>
                  <a:txBody>
                    <a:bodyPr/>
                    <a:lstStyle/>
                    <a:p>
                      <a:pPr algn="l">
                        <a:buNone/>
                      </a:pPr>
                      <a:r>
                        <a:rPr lang="ko-KR" sz="1300" b="1">
                          <a:solidFill>
                            <a:srgbClr val="243447"/>
                          </a:solidFill>
                          <a:effectLst/>
                          <a:latin typeface="Arial" panose="020B0604020202020204" pitchFamily="34" charset="0"/>
                          <a:ea typeface="Arial" panose="020B0604020202020204" pitchFamily="34" charset="0"/>
                        </a:rPr>
                        <a:t>D4-05</a:t>
                      </a:r>
                      <a:endParaRPr lang="ko-KR" sz="1300" b="1">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a:solidFill>
                            <a:srgbClr val="243447"/>
                          </a:solidFill>
                          <a:effectLst/>
                          <a:latin typeface="Arial" panose="020B0604020202020204" pitchFamily="34" charset="0"/>
                          <a:ea typeface="Arial" panose="020B0604020202020204" pitchFamily="34" charset="0"/>
                        </a:rPr>
                        <a:t>AI agent action control</a:t>
                      </a:r>
                      <a:endParaRPr lang="ko-KR" sz="1300">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b="1">
                          <a:solidFill>
                            <a:srgbClr val="956319"/>
                          </a:solidFill>
                          <a:effectLst/>
                          <a:latin typeface="Arial" panose="020B0604020202020204" pitchFamily="34" charset="0"/>
                          <a:ea typeface="Arial" panose="020B0604020202020204" pitchFamily="34" charset="0"/>
                        </a:rPr>
                        <a:t>◐</a:t>
                      </a:r>
                      <a:endParaRPr lang="ko-KR" sz="1300" b="1">
                        <a:solidFill>
                          <a:srgbClr val="956319"/>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a:solidFill>
                            <a:srgbClr val="243447"/>
                          </a:solidFill>
                          <a:effectLst/>
                          <a:latin typeface="Arial" panose="020B0604020202020204" pitchFamily="34" charset="0"/>
                          <a:ea typeface="Arial" panose="020B0604020202020204" pitchFamily="34" charset="0"/>
                        </a:rPr>
                        <a:t>AIDR announces agent visibility / permissions. Action matrix unverified. [S15,S17]</a:t>
                      </a:r>
                      <a:endParaRPr lang="ko-KR" sz="1300">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892452488"/>
                  </a:ext>
                </a:extLst>
              </a:tr>
              <a:tr h="314325">
                <a:tc>
                  <a:txBody>
                    <a:bodyPr/>
                    <a:lstStyle/>
                    <a:p>
                      <a:pPr algn="l">
                        <a:buNone/>
                      </a:pPr>
                      <a:r>
                        <a:rPr lang="ko-KR" sz="1300" b="1">
                          <a:solidFill>
                            <a:srgbClr val="243447"/>
                          </a:solidFill>
                          <a:effectLst/>
                          <a:latin typeface="Arial" panose="020B0604020202020204" pitchFamily="34" charset="0"/>
                          <a:ea typeface="Arial" panose="020B0604020202020204" pitchFamily="34" charset="0"/>
                        </a:rPr>
                        <a:t>D4-06</a:t>
                      </a:r>
                      <a:endParaRPr lang="ko-KR" sz="1300" b="1">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a:solidFill>
                            <a:srgbClr val="243447"/>
                          </a:solidFill>
                          <a:effectLst/>
                          <a:latin typeface="Arial" panose="020B0604020202020204" pitchFamily="34" charset="0"/>
                          <a:ea typeface="Arial" panose="020B0604020202020204" pitchFamily="34" charset="0"/>
                        </a:rPr>
                        <a:t>Enforcement off corporate network</a:t>
                      </a:r>
                      <a:endParaRPr lang="ko-KR" sz="1300">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b="1">
                          <a:solidFill>
                            <a:srgbClr val="5E6C7A"/>
                          </a:solidFill>
                          <a:effectLst/>
                          <a:latin typeface="Arial" panose="020B0604020202020204" pitchFamily="34" charset="0"/>
                          <a:ea typeface="Arial" panose="020B0604020202020204" pitchFamily="34" charset="0"/>
                        </a:rPr>
                        <a:t>?</a:t>
                      </a:r>
                      <a:endParaRPr lang="ko-KR" sz="1300" b="1">
                        <a:solidFill>
                          <a:srgbClr val="5E6C7A"/>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a:solidFill>
                            <a:srgbClr val="243447"/>
                          </a:solidFill>
                          <a:effectLst/>
                          <a:latin typeface="Arial" panose="020B0604020202020204" pitchFamily="34" charset="0"/>
                          <a:ea typeface="Arial" panose="020B0604020202020204" pitchFamily="34" charset="0"/>
                        </a:rPr>
                        <a:t>Off-network AI enforcement route not specified.</a:t>
                      </a:r>
                      <a:endParaRPr lang="ko-KR" sz="1300">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438411313"/>
                  </a:ext>
                </a:extLst>
              </a:tr>
              <a:tr h="314325">
                <a:tc>
                  <a:txBody>
                    <a:bodyPr/>
                    <a:lstStyle/>
                    <a:p>
                      <a:pPr algn="l">
                        <a:buNone/>
                      </a:pPr>
                      <a:r>
                        <a:rPr lang="ko-KR" sz="1300" b="1">
                          <a:solidFill>
                            <a:srgbClr val="243447"/>
                          </a:solidFill>
                          <a:effectLst/>
                          <a:latin typeface="Arial" panose="020B0604020202020204" pitchFamily="34" charset="0"/>
                          <a:ea typeface="Arial" panose="020B0604020202020204" pitchFamily="34" charset="0"/>
                        </a:rPr>
                        <a:t>D4-07</a:t>
                      </a:r>
                      <a:endParaRPr lang="ko-KR" sz="1300" b="1">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a:solidFill>
                            <a:srgbClr val="243447"/>
                          </a:solidFill>
                          <a:effectLst/>
                          <a:latin typeface="Arial" panose="020B0604020202020204" pitchFamily="34" charset="0"/>
                          <a:ea typeface="Arial" panose="020B0604020202020204" pitchFamily="34" charset="0"/>
                        </a:rPr>
                        <a:t>AI service coverage breadth</a:t>
                      </a:r>
                      <a:endParaRPr lang="ko-KR" sz="1300">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b="1">
                          <a:solidFill>
                            <a:srgbClr val="136F73"/>
                          </a:solidFill>
                          <a:effectLst/>
                          <a:latin typeface="Arial" panose="020B0604020202020204" pitchFamily="34" charset="0"/>
                          <a:ea typeface="Arial" panose="020B0604020202020204" pitchFamily="34" charset="0"/>
                        </a:rPr>
                        <a:t>●</a:t>
                      </a:r>
                      <a:endParaRPr lang="ko-KR" sz="1300" b="1">
                        <a:solidFill>
                          <a:srgbClr val="136F73"/>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a:solidFill>
                            <a:srgbClr val="243447"/>
                          </a:solidFill>
                          <a:effectLst/>
                          <a:latin typeface="Arial" panose="020B0604020202020204" pitchFamily="34" charset="0"/>
                          <a:ea typeface="Arial" panose="020B0604020202020204" pitchFamily="34" charset="0"/>
                        </a:rPr>
                        <a:t>ChatGPT, Gemini, Copilot, Claude, Clova X. [S5]</a:t>
                      </a:r>
                      <a:endParaRPr lang="ko-KR" sz="1300">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969415758"/>
                  </a:ext>
                </a:extLst>
              </a:tr>
              <a:tr h="504825">
                <a:tc>
                  <a:txBody>
                    <a:bodyPr/>
                    <a:lstStyle/>
                    <a:p>
                      <a:pPr algn="l">
                        <a:buNone/>
                      </a:pPr>
                      <a:r>
                        <a:rPr lang="ko-KR" sz="1300" b="1">
                          <a:solidFill>
                            <a:srgbClr val="243447"/>
                          </a:solidFill>
                          <a:effectLst/>
                          <a:latin typeface="Arial" panose="020B0604020202020204" pitchFamily="34" charset="0"/>
                          <a:ea typeface="Arial" panose="020B0604020202020204" pitchFamily="34" charset="0"/>
                        </a:rPr>
                        <a:t>D4-08</a:t>
                      </a:r>
                      <a:endParaRPr lang="ko-KR" sz="1300" b="1">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a:solidFill>
                            <a:srgbClr val="243447"/>
                          </a:solidFill>
                          <a:effectLst/>
                          <a:latin typeface="Arial" panose="020B0604020202020204" pitchFamily="34" charset="0"/>
                          <a:ea typeface="Arial" panose="020B0604020202020204" pitchFamily="34" charset="0"/>
                        </a:rPr>
                        <a:t>Shadow AI discovery / access control</a:t>
                      </a:r>
                      <a:endParaRPr lang="ko-KR" sz="1300">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b="1">
                          <a:solidFill>
                            <a:srgbClr val="956319"/>
                          </a:solidFill>
                          <a:effectLst/>
                          <a:latin typeface="Arial" panose="020B0604020202020204" pitchFamily="34" charset="0"/>
                          <a:ea typeface="Arial" panose="020B0604020202020204" pitchFamily="34" charset="0"/>
                        </a:rPr>
                        <a:t>◐</a:t>
                      </a:r>
                      <a:endParaRPr lang="ko-KR" sz="1300" b="1">
                        <a:solidFill>
                          <a:srgbClr val="956319"/>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a:solidFill>
                            <a:srgbClr val="243447"/>
                          </a:solidFill>
                          <a:effectLst/>
                          <a:latin typeface="Arial" panose="020B0604020202020204" pitchFamily="34" charset="0"/>
                          <a:ea typeface="Arial" panose="020B0604020202020204" pitchFamily="34" charset="0"/>
                        </a:rPr>
                        <a:t>WebKeeper access lists; AIDR inventory announced. SaaS-wide discovery unverified. [S5,S15]</a:t>
                      </a:r>
                      <a:endParaRPr lang="ko-KR" sz="1300">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3785238804"/>
                  </a:ext>
                </a:extLst>
              </a:tr>
              <a:tr h="504825">
                <a:tc>
                  <a:txBody>
                    <a:bodyPr/>
                    <a:lstStyle/>
                    <a:p>
                      <a:pPr algn="l">
                        <a:buNone/>
                      </a:pPr>
                      <a:r>
                        <a:rPr lang="ko-KR" sz="1300" b="1">
                          <a:solidFill>
                            <a:srgbClr val="243447"/>
                          </a:solidFill>
                          <a:effectLst/>
                          <a:latin typeface="Arial" panose="020B0604020202020204" pitchFamily="34" charset="0"/>
                          <a:ea typeface="Arial" panose="020B0604020202020204" pitchFamily="34" charset="0"/>
                        </a:rPr>
                        <a:t>D4-09</a:t>
                      </a:r>
                      <a:endParaRPr lang="ko-KR" sz="1300" b="1">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a:solidFill>
                            <a:srgbClr val="243447"/>
                          </a:solidFill>
                          <a:effectLst/>
                          <a:latin typeface="Arial" panose="020B0604020202020204" pitchFamily="34" charset="0"/>
                          <a:ea typeface="Arial" panose="020B0604020202020204" pitchFamily="34" charset="0"/>
                        </a:rPr>
                        <a:t>Usage governance: dept / time / budget</a:t>
                      </a:r>
                      <a:endParaRPr lang="ko-KR" sz="1300">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b="1">
                          <a:solidFill>
                            <a:srgbClr val="956319"/>
                          </a:solidFill>
                          <a:effectLst/>
                          <a:latin typeface="Arial" panose="020B0604020202020204" pitchFamily="34" charset="0"/>
                          <a:ea typeface="Arial" panose="020B0604020202020204" pitchFamily="34" charset="0"/>
                        </a:rPr>
                        <a:t>◐</a:t>
                      </a:r>
                      <a:endParaRPr lang="ko-KR" sz="1300" b="1">
                        <a:solidFill>
                          <a:srgbClr val="956319"/>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a:solidFill>
                            <a:srgbClr val="243447"/>
                          </a:solidFill>
                          <a:effectLst/>
                          <a:latin typeface="Arial" panose="020B0604020202020204" pitchFamily="34" charset="0"/>
                          <a:ea typeface="Arial" panose="020B0604020202020204" pitchFamily="34" charset="0"/>
                        </a:rPr>
                        <a:t>Department / time policies. Token budget not stated. [S5]</a:t>
                      </a:r>
                      <a:endParaRPr lang="ko-KR" sz="1300">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436397234"/>
                  </a:ext>
                </a:extLst>
              </a:tr>
              <a:tr h="314325">
                <a:tc>
                  <a:txBody>
                    <a:bodyPr/>
                    <a:lstStyle/>
                    <a:p>
                      <a:pPr algn="l">
                        <a:buNone/>
                      </a:pPr>
                      <a:r>
                        <a:rPr lang="ko-KR" sz="1300" b="1">
                          <a:solidFill>
                            <a:srgbClr val="243447"/>
                          </a:solidFill>
                          <a:effectLst/>
                          <a:latin typeface="Arial" panose="020B0604020202020204" pitchFamily="34" charset="0"/>
                          <a:ea typeface="Arial" panose="020B0604020202020204" pitchFamily="34" charset="0"/>
                        </a:rPr>
                        <a:t>D4-10</a:t>
                      </a:r>
                      <a:endParaRPr lang="ko-KR" sz="1300" b="1">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a:solidFill>
                            <a:srgbClr val="243447"/>
                          </a:solidFill>
                          <a:effectLst/>
                          <a:latin typeface="Arial" panose="020B0604020202020204" pitchFamily="34" charset="0"/>
                          <a:ea typeface="Arial" panose="020B0604020202020204" pitchFamily="34" charset="0"/>
                        </a:rPr>
                        <a:t>Full prompt + response audit log</a:t>
                      </a:r>
                      <a:endParaRPr lang="ko-KR" sz="1300">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b="1">
                          <a:solidFill>
                            <a:srgbClr val="136F73"/>
                          </a:solidFill>
                          <a:effectLst/>
                          <a:latin typeface="Arial" panose="020B0604020202020204" pitchFamily="34" charset="0"/>
                          <a:ea typeface="Arial" panose="020B0604020202020204" pitchFamily="34" charset="0"/>
                        </a:rPr>
                        <a:t>●</a:t>
                      </a:r>
                      <a:endParaRPr lang="ko-KR" sz="1300" b="1">
                        <a:solidFill>
                          <a:srgbClr val="136F73"/>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a:solidFill>
                            <a:srgbClr val="243447"/>
                          </a:solidFill>
                          <a:effectLst/>
                          <a:latin typeface="Arial" panose="020B0604020202020204" pitchFamily="34" charset="0"/>
                          <a:ea typeface="Arial" panose="020B0604020202020204" pitchFamily="34" charset="0"/>
                        </a:rPr>
                        <a:t>WebKeeper Q&amp;A logs; Mail-i conversation reconstruction. [S5,S16]</a:t>
                      </a:r>
                      <a:endParaRPr lang="ko-KR" sz="1300">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4078664156"/>
                  </a:ext>
                </a:extLst>
              </a:tr>
            </a:tbl>
          </a:graphicData>
        </a:graphic>
      </p:graphicFrame>
    </p:spTree>
    <p:extLst>
      <p:ext uri="{BB962C8B-B14F-4D97-AF65-F5344CB8AC3E}">
        <p14:creationId xmlns:p14="http://schemas.microsoft.com/office/powerpoint/2010/main" val="306233683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371BED-9CA8-2A85-A00C-19C0C6E11504}"/>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0A4F211-3D2D-7918-94CE-B6E87EF2C6A5}"/>
              </a:ext>
            </a:extLst>
          </p:cNvPr>
          <p:cNvSpPr>
            <a:spLocks noGrp="1"/>
          </p:cNvSpPr>
          <p:nvPr>
            <p:ph type="sldNum" sz="quarter" idx="4"/>
          </p:nvPr>
        </p:nvSpPr>
        <p:spPr/>
        <p:txBody>
          <a:bodyPr/>
          <a:lstStyle/>
          <a:p>
            <a:fld id="{4EA1E582-E1CC-4474-812F-1657BC5920B7}" type="slidenum">
              <a:rPr lang="ko-KR" altLang="en-US" smtClean="0"/>
              <a:t>18</a:t>
            </a:fld>
            <a:endParaRPr lang="ko-KR" altLang="en-US"/>
          </a:p>
        </p:txBody>
      </p:sp>
      <p:sp>
        <p:nvSpPr>
          <p:cNvPr id="5" name="Text Placeholder 4">
            <a:extLst>
              <a:ext uri="{FF2B5EF4-FFF2-40B4-BE49-F238E27FC236}">
                <a16:creationId xmlns:a16="http://schemas.microsoft.com/office/drawing/2014/main" id="{ED42F9C6-76C9-2F68-9CAB-E220036CB4E9}"/>
              </a:ext>
            </a:extLst>
          </p:cNvPr>
          <p:cNvSpPr>
            <a:spLocks noGrp="1"/>
          </p:cNvSpPr>
          <p:nvPr>
            <p:ph type="body" sz="quarter" idx="11"/>
          </p:nvPr>
        </p:nvSpPr>
        <p:spPr>
          <a:xfrm>
            <a:off x="274915" y="3633358"/>
            <a:ext cx="11465393" cy="401637"/>
          </a:xfrm>
        </p:spPr>
        <p:txBody>
          <a:bodyPr lIns="91440" tIns="45720" rIns="91440" bIns="45720" anchor="ctr" anchorCtr="0"/>
          <a:lstStyle/>
          <a:p>
            <a:r>
              <a:rPr lang="en-US">
                <a:ea typeface="KoPub돋움체 Bold"/>
              </a:rPr>
              <a:t>D5 Operations and deployment(For reference)</a:t>
            </a:r>
            <a:endParaRPr lang="ko-KR" altLang="en-US"/>
          </a:p>
          <a:p>
            <a:endParaRPr lang="en-US" altLang="ko-KR"/>
          </a:p>
          <a:p>
            <a:endParaRPr lang="en-US" altLang="ko-KR"/>
          </a:p>
          <a:p>
            <a:endParaRPr lang="en-US" altLang="ko-KR"/>
          </a:p>
          <a:p>
            <a:endParaRPr lang="en-US" altLang="ko-KR"/>
          </a:p>
          <a:p>
            <a:endParaRPr lang="en-US" altLang="ko-KR"/>
          </a:p>
          <a:p>
            <a:endParaRPr lang="en-US" altLang="ko-KR"/>
          </a:p>
          <a:p>
            <a:endParaRPr lang="en-US" altLang="ko-KR"/>
          </a:p>
          <a:p>
            <a:endParaRPr lang="en-US"/>
          </a:p>
        </p:txBody>
      </p:sp>
      <p:sp>
        <p:nvSpPr>
          <p:cNvPr id="7" name="제목 3">
            <a:extLst>
              <a:ext uri="{FF2B5EF4-FFF2-40B4-BE49-F238E27FC236}">
                <a16:creationId xmlns:a16="http://schemas.microsoft.com/office/drawing/2014/main" id="{4F87D9EB-9594-CC7E-530F-F28E6C79C51E}"/>
              </a:ext>
            </a:extLst>
          </p:cNvPr>
          <p:cNvSpPr txBox="1">
            <a:spLocks/>
          </p:cNvSpPr>
          <p:nvPr/>
        </p:nvSpPr>
        <p:spPr>
          <a:xfrm>
            <a:off x="286194" y="265704"/>
            <a:ext cx="10666268" cy="464670"/>
          </a:xfrm>
          <a:prstGeom prst="rect">
            <a:avLst/>
          </a:prstGeom>
        </p:spPr>
        <p:txBody>
          <a:bodyPr lIns="91440" tIns="45720" rIns="91440" bIns="45720" anchor="ctr" anchorCtr="0"/>
          <a:lstStyle>
            <a:lvl1pPr algn="l" rtl="0" eaLnBrk="1" fontAlgn="base" latinLnBrk="1" hangingPunct="1">
              <a:spcBef>
                <a:spcPct val="0"/>
              </a:spcBef>
              <a:spcAft>
                <a:spcPct val="0"/>
              </a:spcAft>
              <a:defRPr lang="ko-KR" altLang="en-US" sz="2400" b="1" kern="1200" baseline="0" dirty="0">
                <a:ln>
                  <a:solidFill>
                    <a:schemeClr val="accent1">
                      <a:alpha val="0"/>
                    </a:schemeClr>
                  </a:solidFill>
                </a:ln>
                <a:solidFill>
                  <a:srgbClr val="144772"/>
                </a:solidFill>
                <a:effectLst>
                  <a:glow rad="127000">
                    <a:schemeClr val="bg1"/>
                  </a:glow>
                  <a:outerShdw blurRad="38100" dist="38100" dir="2700000" algn="tl" rotWithShape="0">
                    <a:prstClr val="black">
                      <a:alpha val="40000"/>
                    </a:prstClr>
                  </a:outerShdw>
                </a:effectLst>
                <a:latin typeface="Pretendard Black" panose="02000A03000000020004" pitchFamily="50" charset="-127"/>
                <a:ea typeface="Pretendard Black" panose="02000A03000000020004" pitchFamily="50" charset="-127"/>
                <a:cs typeface="Pretendard Black" panose="02000A03000000020004" pitchFamily="50" charset="-127"/>
              </a:defRPr>
            </a:lvl1pPr>
            <a:lvl2pPr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2pPr>
            <a:lvl3pPr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3pPr>
            <a:lvl4pPr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4pPr>
            <a:lvl5pPr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5pPr>
            <a:lvl6pPr marL="457200"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6pPr>
            <a:lvl7pPr marL="914400"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7pPr>
            <a:lvl8pPr marL="1371600"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8pPr>
            <a:lvl9pPr marL="1828800"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9pPr>
          </a:lstStyle>
          <a:p>
            <a:r>
              <a:rPr lang="ko-KR" altLang="en-US">
                <a:ln>
                  <a:solidFill>
                    <a:srgbClr val="4F81BD">
                      <a:alpha val="0"/>
                    </a:srgbClr>
                  </a:solidFill>
                </a:ln>
                <a:effectLst>
                  <a:glow rad="127000">
                    <a:prstClr val="white"/>
                  </a:glow>
                  <a:outerShdw blurRad="38100" dist="38100" dir="2700000" algn="tl" rotWithShape="0">
                    <a:prstClr val="black">
                      <a:alpha val="40000"/>
                    </a:prstClr>
                  </a:outerShdw>
                </a:effectLst>
                <a:ea typeface="Pretendard Black"/>
              </a:rPr>
              <a:t>Somansa (윤석)</a:t>
            </a:r>
            <a:endParaRPr lang="en-US" altLang="ko-KR"/>
          </a:p>
        </p:txBody>
      </p:sp>
      <p:sp>
        <p:nvSpPr>
          <p:cNvPr id="8" name="TextBox 7">
            <a:extLst>
              <a:ext uri="{FF2B5EF4-FFF2-40B4-BE49-F238E27FC236}">
                <a16:creationId xmlns:a16="http://schemas.microsoft.com/office/drawing/2014/main" id="{3CF8BCCA-9FD6-2E23-831E-1E94727EAF5B}"/>
              </a:ext>
            </a:extLst>
          </p:cNvPr>
          <p:cNvSpPr txBox="1"/>
          <p:nvPr/>
        </p:nvSpPr>
        <p:spPr>
          <a:xfrm>
            <a:off x="487196" y="1288384"/>
            <a:ext cx="10631714" cy="196977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ltLang="ko-KR" sz="1300">
                <a:solidFill>
                  <a:srgbClr val="5E6C7A"/>
                </a:solidFill>
                <a:latin typeface="Arial"/>
                <a:ea typeface="맑은 고딕"/>
                <a:cs typeface="Arial"/>
              </a:rPr>
              <a:t>Documented</a:t>
            </a:r>
            <a:r>
              <a:rPr lang="ko-KR" sz="1300">
                <a:solidFill>
                  <a:srgbClr val="5E6C7A"/>
                </a:solidFill>
                <a:latin typeface="Arial"/>
                <a:ea typeface="맑은 고딕"/>
                <a:cs typeface="Arial"/>
              </a:rPr>
              <a:t> </a:t>
            </a:r>
            <a:r>
              <a:rPr lang="en-US" altLang="ko-KR" sz="1300">
                <a:solidFill>
                  <a:srgbClr val="5E6C7A"/>
                </a:solidFill>
                <a:latin typeface="Arial"/>
                <a:ea typeface="맑은 고딕"/>
                <a:cs typeface="Arial"/>
              </a:rPr>
              <a:t>capability</a:t>
            </a:r>
            <a:r>
              <a:rPr lang="ko-KR" sz="1300">
                <a:solidFill>
                  <a:srgbClr val="5E6C7A"/>
                </a:solidFill>
                <a:latin typeface="Arial"/>
                <a:ea typeface="맑은 고딕"/>
                <a:cs typeface="Arial"/>
              </a:rPr>
              <a:t> </a:t>
            </a:r>
            <a:r>
              <a:rPr lang="en-US" altLang="ko-KR" sz="1300">
                <a:solidFill>
                  <a:srgbClr val="5E6C7A"/>
                </a:solidFill>
                <a:latin typeface="Arial"/>
                <a:ea typeface="맑은 고딕"/>
                <a:cs typeface="Arial"/>
              </a:rPr>
              <a:t>and</a:t>
            </a:r>
            <a:r>
              <a:rPr lang="ko-KR" sz="1300">
                <a:solidFill>
                  <a:srgbClr val="5E6C7A"/>
                </a:solidFill>
                <a:latin typeface="Arial"/>
                <a:ea typeface="맑은 고딕"/>
                <a:cs typeface="Arial"/>
              </a:rPr>
              <a:t> </a:t>
            </a:r>
            <a:r>
              <a:rPr lang="en-US" altLang="ko-KR" sz="1300">
                <a:solidFill>
                  <a:srgbClr val="5E6C7A"/>
                </a:solidFill>
                <a:latin typeface="Arial"/>
                <a:ea typeface="맑은 고딕"/>
                <a:cs typeface="Arial"/>
              </a:rPr>
              <a:t>scope</a:t>
            </a:r>
            <a:r>
              <a:rPr lang="ko-KR" sz="1300">
                <a:solidFill>
                  <a:srgbClr val="5E6C7A"/>
                </a:solidFill>
                <a:latin typeface="Arial"/>
                <a:ea typeface="맑은 고딕"/>
                <a:cs typeface="Arial"/>
              </a:rPr>
              <a:t>. Product </a:t>
            </a:r>
            <a:r>
              <a:rPr lang="en-US" altLang="ko-KR" sz="1300">
                <a:solidFill>
                  <a:srgbClr val="5E6C7A"/>
                </a:solidFill>
                <a:latin typeface="Arial"/>
                <a:ea typeface="맑은 고딕"/>
                <a:cs typeface="Arial"/>
              </a:rPr>
              <a:t>and</a:t>
            </a:r>
            <a:r>
              <a:rPr lang="ko-KR" sz="1300">
                <a:solidFill>
                  <a:srgbClr val="5E6C7A"/>
                </a:solidFill>
                <a:latin typeface="Arial"/>
                <a:ea typeface="맑은 고딕"/>
                <a:cs typeface="Arial"/>
              </a:rPr>
              <a:t> </a:t>
            </a:r>
            <a:r>
              <a:rPr lang="en-US" altLang="ko-KR" sz="1300">
                <a:solidFill>
                  <a:srgbClr val="5E6C7A"/>
                </a:solidFill>
                <a:latin typeface="Arial"/>
                <a:ea typeface="맑은 고딕"/>
                <a:cs typeface="Arial"/>
              </a:rPr>
              <a:t>module</a:t>
            </a:r>
            <a:r>
              <a:rPr lang="ko-KR" sz="1300">
                <a:solidFill>
                  <a:srgbClr val="5E6C7A"/>
                </a:solidFill>
                <a:latin typeface="Arial"/>
                <a:ea typeface="맑은 고딕"/>
                <a:cs typeface="Arial"/>
              </a:rPr>
              <a:t> </a:t>
            </a:r>
            <a:r>
              <a:rPr lang="en-US" altLang="ko-KR" sz="1300">
                <a:solidFill>
                  <a:srgbClr val="5E6C7A"/>
                </a:solidFill>
                <a:latin typeface="Arial"/>
                <a:ea typeface="맑은 고딕"/>
                <a:cs typeface="Arial"/>
              </a:rPr>
              <a:t>boundaries</a:t>
            </a:r>
            <a:r>
              <a:rPr lang="ko-KR" sz="1300">
                <a:solidFill>
                  <a:srgbClr val="5E6C7A"/>
                </a:solidFill>
                <a:latin typeface="Arial"/>
                <a:ea typeface="맑은 고딕"/>
                <a:cs typeface="Arial"/>
              </a:rPr>
              <a:t> </a:t>
            </a:r>
            <a:r>
              <a:rPr lang="en-US" altLang="ko-KR" sz="1300">
                <a:solidFill>
                  <a:srgbClr val="5E6C7A"/>
                </a:solidFill>
                <a:latin typeface="Arial"/>
                <a:ea typeface="맑은 고딕"/>
                <a:cs typeface="Arial"/>
              </a:rPr>
              <a:t>apply.</a:t>
            </a:r>
            <a:endParaRPr lang="ko-KR" altLang="en-US"/>
          </a:p>
          <a:p>
            <a:r>
              <a:rPr lang="en-US" altLang="ko-KR" sz="1300">
                <a:solidFill>
                  <a:srgbClr val="5E6C7A"/>
                </a:solidFill>
                <a:latin typeface="Arial"/>
                <a:ea typeface="맑은 고딕"/>
                <a:cs typeface="Arial"/>
              </a:rPr>
              <a:t>.</a:t>
            </a:r>
            <a:endParaRPr lang="ko-KR" altLang="en-US">
              <a:solidFill>
                <a:srgbClr val="000000"/>
              </a:solidFill>
              <a:latin typeface="맑은 고딕"/>
              <a:ea typeface="맑은 고딕"/>
              <a:cs typeface="Arial"/>
            </a:endParaRPr>
          </a:p>
          <a:p>
            <a:endParaRPr lang="en-US" altLang="ko-KR" sz="1300">
              <a:solidFill>
                <a:srgbClr val="5E6C7A"/>
              </a:solidFill>
              <a:latin typeface="Arial"/>
              <a:ea typeface="맑은 고딕"/>
              <a:cs typeface="Arial"/>
            </a:endParaRPr>
          </a:p>
          <a:p>
            <a:endParaRPr lang="en-US" altLang="ko-KR" sz="1300">
              <a:solidFill>
                <a:srgbClr val="5E6C7A"/>
              </a:solidFill>
              <a:latin typeface="Arial"/>
              <a:ea typeface="맑은 고딕"/>
              <a:cs typeface="Arial"/>
            </a:endParaRPr>
          </a:p>
          <a:p>
            <a:endParaRPr lang="en-US" altLang="ko-KR" sz="1300">
              <a:solidFill>
                <a:srgbClr val="5E6C7A"/>
              </a:solidFill>
              <a:latin typeface="Arial"/>
              <a:ea typeface="맑은 고딕"/>
              <a:cs typeface="Arial"/>
            </a:endParaRPr>
          </a:p>
          <a:p>
            <a:endParaRPr lang="en-US" altLang="ko-KR" sz="1300">
              <a:solidFill>
                <a:srgbClr val="5E6C7A"/>
              </a:solidFill>
              <a:latin typeface="Arial"/>
              <a:ea typeface="맑은 고딕"/>
              <a:cs typeface="Arial"/>
            </a:endParaRPr>
          </a:p>
          <a:p>
            <a:endParaRPr lang="en-US" altLang="ko-KR" sz="1300">
              <a:solidFill>
                <a:srgbClr val="5E6C7A"/>
              </a:solidFill>
              <a:latin typeface="Arial"/>
              <a:ea typeface="맑은 고딕"/>
              <a:cs typeface="Arial"/>
            </a:endParaRPr>
          </a:p>
          <a:p>
            <a:r>
              <a:rPr lang="ko-KR" sz="1300">
                <a:solidFill>
                  <a:srgbClr val="5E6C7A"/>
                </a:solidFill>
                <a:latin typeface="Arial"/>
                <a:ea typeface="맑은 고딕"/>
                <a:cs typeface="Arial"/>
              </a:rPr>
              <a:t>.</a:t>
            </a:r>
            <a:endParaRPr lang="ko-KR">
              <a:ea typeface="맑은 고딕"/>
            </a:endParaRPr>
          </a:p>
          <a:p>
            <a:pPr algn="l"/>
            <a:endParaRPr lang="ko-KR" altLang="en-US">
              <a:ea typeface="맑은 고딕"/>
            </a:endParaRPr>
          </a:p>
        </p:txBody>
      </p:sp>
      <p:sp>
        <p:nvSpPr>
          <p:cNvPr id="12" name="TextBox 11">
            <a:extLst>
              <a:ext uri="{FF2B5EF4-FFF2-40B4-BE49-F238E27FC236}">
                <a16:creationId xmlns:a16="http://schemas.microsoft.com/office/drawing/2014/main" id="{B063606A-1560-ECB6-B8F2-5585A7870A23}"/>
              </a:ext>
            </a:extLst>
          </p:cNvPr>
          <p:cNvSpPr txBox="1"/>
          <p:nvPr/>
        </p:nvSpPr>
        <p:spPr>
          <a:xfrm>
            <a:off x="487195" y="5220304"/>
            <a:ext cx="11058434" cy="258532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500" b="1">
                <a:solidFill>
                  <a:srgbClr val="136F73"/>
                </a:solidFill>
                <a:latin typeface="Arial"/>
                <a:ea typeface="맑은 고딕"/>
                <a:cs typeface="Arial"/>
              </a:rPr>
              <a:t>● Documented ◐ Partial / conditional ?</a:t>
            </a:r>
            <a:r>
              <a:rPr lang="en-US" altLang="ko-KR" sz="1500" b="1">
                <a:solidFill>
                  <a:srgbClr val="136F73"/>
                </a:solidFill>
                <a:latin typeface="Arial"/>
                <a:ea typeface="맑은 고딕"/>
                <a:cs typeface="Arial"/>
              </a:rPr>
              <a:t> </a:t>
            </a:r>
            <a:r>
              <a:rPr lang="en-US" sz="1500" b="1">
                <a:solidFill>
                  <a:srgbClr val="136F73"/>
                </a:solidFill>
                <a:latin typeface="Arial"/>
                <a:ea typeface="맑은 고딕"/>
                <a:cs typeface="Arial"/>
              </a:rPr>
              <a:t>Not verified,</a:t>
            </a:r>
            <a:r>
              <a:rPr lang="en-US" altLang="ko-KR" sz="1500" b="1">
                <a:solidFill>
                  <a:srgbClr val="136F73"/>
                </a:solidFill>
                <a:latin typeface="Arial"/>
                <a:ea typeface="맑은 고딕"/>
                <a:cs typeface="Arial"/>
              </a:rPr>
              <a:t> not</a:t>
            </a:r>
            <a:r>
              <a:rPr lang="en-US" sz="1500" b="1">
                <a:solidFill>
                  <a:srgbClr val="136F73"/>
                </a:solidFill>
                <a:latin typeface="Arial"/>
                <a:ea typeface="맑은 고딕"/>
                <a:cs typeface="Arial"/>
              </a:rPr>
              <a:t> confirmed absent</a:t>
            </a:r>
            <a:endParaRPr lang="ko-KR" altLang="en-US"/>
          </a:p>
          <a:p>
            <a:r>
              <a:rPr lang="en-US" sz="1500" b="1">
                <a:solidFill>
                  <a:srgbClr val="136F73"/>
                </a:solidFill>
                <a:latin typeface="Arial"/>
                <a:ea typeface="맑은 고딕"/>
                <a:cs typeface="Arial"/>
              </a:rPr>
              <a:t>AI implication: test the exact client, API and agent route before assigning a coverage claim.</a:t>
            </a:r>
            <a:endParaRPr lang="en-US"/>
          </a:p>
          <a:p>
            <a:endParaRPr lang="en-US" sz="1500" b="1">
              <a:solidFill>
                <a:srgbClr val="136F73"/>
              </a:solidFill>
              <a:latin typeface="Arial"/>
              <a:ea typeface="맑은 고딕"/>
              <a:cs typeface="Arial"/>
            </a:endParaRPr>
          </a:p>
          <a:p>
            <a:endParaRPr lang="en-US" sz="1500" b="1">
              <a:solidFill>
                <a:srgbClr val="136F73"/>
              </a:solidFill>
              <a:latin typeface="Arial"/>
              <a:ea typeface="맑은 고딕"/>
              <a:cs typeface="Arial"/>
            </a:endParaRPr>
          </a:p>
          <a:p>
            <a:endParaRPr lang="en-US" altLang="ko-KR" sz="1500" b="1">
              <a:solidFill>
                <a:srgbClr val="136F73"/>
              </a:solidFill>
              <a:latin typeface="Arial"/>
              <a:ea typeface="맑은 고딕"/>
              <a:cs typeface="Arial"/>
            </a:endParaRPr>
          </a:p>
          <a:p>
            <a:endParaRPr lang="en-US" altLang="ko-KR" sz="1500" b="1">
              <a:solidFill>
                <a:srgbClr val="136F73"/>
              </a:solidFill>
              <a:latin typeface="Arial"/>
              <a:ea typeface="맑은 고딕"/>
              <a:cs typeface="Arial"/>
            </a:endParaRPr>
          </a:p>
          <a:p>
            <a:endParaRPr lang="en-US" altLang="ko-KR" sz="1500" b="1">
              <a:solidFill>
                <a:srgbClr val="136F73"/>
              </a:solidFill>
              <a:latin typeface="Arial"/>
              <a:ea typeface="맑은 고딕"/>
              <a:cs typeface="Arial"/>
            </a:endParaRPr>
          </a:p>
          <a:p>
            <a:endParaRPr lang="en-US" altLang="ko-KR" sz="1300">
              <a:solidFill>
                <a:srgbClr val="5E6C7A"/>
              </a:solidFill>
              <a:latin typeface="Arial"/>
              <a:ea typeface="맑은 고딕"/>
              <a:cs typeface="Arial"/>
            </a:endParaRPr>
          </a:p>
          <a:p>
            <a:endParaRPr lang="en-US" altLang="ko-KR" sz="1300">
              <a:solidFill>
                <a:srgbClr val="5E6C7A"/>
              </a:solidFill>
              <a:latin typeface="Arial"/>
              <a:ea typeface="맑은 고딕"/>
              <a:cs typeface="Arial"/>
            </a:endParaRPr>
          </a:p>
          <a:p>
            <a:r>
              <a:rPr lang="ko-KR" sz="1300">
                <a:solidFill>
                  <a:srgbClr val="5E6C7A"/>
                </a:solidFill>
                <a:latin typeface="Arial"/>
                <a:ea typeface="맑은 고딕"/>
                <a:cs typeface="Arial"/>
              </a:rPr>
              <a:t>.</a:t>
            </a:r>
            <a:endParaRPr lang="ko-KR">
              <a:ea typeface="맑은 고딕"/>
            </a:endParaRPr>
          </a:p>
          <a:p>
            <a:pPr algn="l"/>
            <a:endParaRPr lang="ko-KR" altLang="en-US">
              <a:ea typeface="맑은 고딕"/>
            </a:endParaRPr>
          </a:p>
        </p:txBody>
      </p:sp>
      <p:graphicFrame>
        <p:nvGraphicFramePr>
          <p:cNvPr id="6" name="표 5">
            <a:extLst>
              <a:ext uri="{FF2B5EF4-FFF2-40B4-BE49-F238E27FC236}">
                <a16:creationId xmlns:a16="http://schemas.microsoft.com/office/drawing/2014/main" id="{0A09B8B7-E317-FD7D-A92C-532DDC592E58}"/>
              </a:ext>
            </a:extLst>
          </p:cNvPr>
          <p:cNvGraphicFramePr>
            <a:graphicFrameLocks noGrp="1"/>
          </p:cNvGraphicFramePr>
          <p:nvPr>
            <p:extLst>
              <p:ext uri="{D42A27DB-BD31-4B8C-83A1-F6EECF244321}">
                <p14:modId xmlns:p14="http://schemas.microsoft.com/office/powerpoint/2010/main" val="571045640"/>
              </p:ext>
            </p:extLst>
          </p:nvPr>
        </p:nvGraphicFramePr>
        <p:xfrm>
          <a:off x="571500" y="1710372"/>
          <a:ext cx="11049000" cy="3152775"/>
        </p:xfrm>
        <a:graphic>
          <a:graphicData uri="http://schemas.openxmlformats.org/drawingml/2006/table">
            <a:tbl>
              <a:tblPr bandRow="1">
                <a:tableStyleId>{5C22544A-7EE6-4342-B048-85BDC9FD1C3A}</a:tableStyleId>
              </a:tblPr>
              <a:tblGrid>
                <a:gridCol w="762000">
                  <a:extLst>
                    <a:ext uri="{9D8B030D-6E8A-4147-A177-3AD203B41FA5}">
                      <a16:colId xmlns:a16="http://schemas.microsoft.com/office/drawing/2014/main" val="2028676081"/>
                    </a:ext>
                  </a:extLst>
                </a:gridCol>
                <a:gridCol w="3143250">
                  <a:extLst>
                    <a:ext uri="{9D8B030D-6E8A-4147-A177-3AD203B41FA5}">
                      <a16:colId xmlns:a16="http://schemas.microsoft.com/office/drawing/2014/main" val="3303829197"/>
                    </a:ext>
                  </a:extLst>
                </a:gridCol>
                <a:gridCol w="571500">
                  <a:extLst>
                    <a:ext uri="{9D8B030D-6E8A-4147-A177-3AD203B41FA5}">
                      <a16:colId xmlns:a16="http://schemas.microsoft.com/office/drawing/2014/main" val="2016066228"/>
                    </a:ext>
                  </a:extLst>
                </a:gridCol>
                <a:gridCol w="6572250">
                  <a:extLst>
                    <a:ext uri="{9D8B030D-6E8A-4147-A177-3AD203B41FA5}">
                      <a16:colId xmlns:a16="http://schemas.microsoft.com/office/drawing/2014/main" val="2336071293"/>
                    </a:ext>
                  </a:extLst>
                </a:gridCol>
              </a:tblGrid>
              <a:tr h="323850">
                <a:tc>
                  <a:txBody>
                    <a:bodyPr/>
                    <a:lstStyle/>
                    <a:p>
                      <a:pPr algn="l">
                        <a:buNone/>
                      </a:pPr>
                      <a:r>
                        <a:rPr lang="ko-KR" sz="1200" b="1">
                          <a:solidFill>
                            <a:srgbClr val="144772"/>
                          </a:solidFill>
                          <a:effectLst/>
                          <a:latin typeface="Arial" panose="020B0604020202020204" pitchFamily="34" charset="0"/>
                          <a:ea typeface="Arial" panose="020B0604020202020204" pitchFamily="34" charset="0"/>
                        </a:rPr>
                        <a:t>ID</a:t>
                      </a:r>
                      <a:endParaRPr lang="ko-KR" sz="1200" b="1">
                        <a:solidFill>
                          <a:srgbClr val="144772"/>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DDECF2"/>
                    </a:solidFill>
                  </a:tcPr>
                </a:tc>
                <a:tc>
                  <a:txBody>
                    <a:bodyPr/>
                    <a:lstStyle/>
                    <a:p>
                      <a:pPr algn="l">
                        <a:buNone/>
                      </a:pPr>
                      <a:r>
                        <a:rPr lang="ko-KR" sz="1200" b="1">
                          <a:solidFill>
                            <a:srgbClr val="144772"/>
                          </a:solidFill>
                          <a:effectLst/>
                          <a:latin typeface="Arial" panose="020B0604020202020204" pitchFamily="34" charset="0"/>
                          <a:ea typeface="Arial" panose="020B0604020202020204" pitchFamily="34" charset="0"/>
                        </a:rPr>
                        <a:t>Capability</a:t>
                      </a:r>
                      <a:endParaRPr lang="ko-KR" sz="1200" b="1">
                        <a:solidFill>
                          <a:srgbClr val="144772"/>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DDECF2"/>
                    </a:solidFill>
                  </a:tcPr>
                </a:tc>
                <a:tc>
                  <a:txBody>
                    <a:bodyPr/>
                    <a:lstStyle/>
                    <a:p>
                      <a:pPr algn="l">
                        <a:buNone/>
                      </a:pPr>
                      <a:r>
                        <a:rPr lang="ko-KR" sz="1200" b="1">
                          <a:solidFill>
                            <a:srgbClr val="144772"/>
                          </a:solidFill>
                          <a:effectLst/>
                          <a:latin typeface="Arial" panose="020B0604020202020204" pitchFamily="34" charset="0"/>
                          <a:ea typeface="Arial" panose="020B0604020202020204" pitchFamily="34" charset="0"/>
                        </a:rPr>
                        <a:t>Flag</a:t>
                      </a:r>
                      <a:endParaRPr lang="ko-KR" sz="1200" b="1">
                        <a:solidFill>
                          <a:srgbClr val="144772"/>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DDECF2"/>
                    </a:solidFill>
                  </a:tcPr>
                </a:tc>
                <a:tc>
                  <a:txBody>
                    <a:bodyPr/>
                    <a:lstStyle/>
                    <a:p>
                      <a:pPr algn="l">
                        <a:buNone/>
                      </a:pPr>
                      <a:r>
                        <a:rPr lang="ko-KR" sz="1200" b="1">
                          <a:solidFill>
                            <a:srgbClr val="144772"/>
                          </a:solidFill>
                          <a:effectLst/>
                          <a:latin typeface="Arial" panose="020B0604020202020204" pitchFamily="34" charset="0"/>
                          <a:ea typeface="Arial" panose="020B0604020202020204" pitchFamily="34" charset="0"/>
                        </a:rPr>
                        <a:t>Documented scope and evidence</a:t>
                      </a:r>
                      <a:endParaRPr lang="ko-KR" sz="1200" b="1">
                        <a:solidFill>
                          <a:srgbClr val="144772"/>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DDECF2"/>
                    </a:solidFill>
                  </a:tcPr>
                </a:tc>
                <a:extLst>
                  <a:ext uri="{0D108BD9-81ED-4DB2-BD59-A6C34878D82A}">
                    <a16:rowId xmlns:a16="http://schemas.microsoft.com/office/drawing/2014/main" val="1048827386"/>
                  </a:ext>
                </a:extLst>
              </a:tr>
              <a:tr h="314325">
                <a:tc>
                  <a:txBody>
                    <a:bodyPr/>
                    <a:lstStyle/>
                    <a:p>
                      <a:pPr algn="l">
                        <a:buNone/>
                      </a:pPr>
                      <a:r>
                        <a:rPr lang="ko-KR" sz="1300" b="1">
                          <a:solidFill>
                            <a:srgbClr val="243447"/>
                          </a:solidFill>
                          <a:effectLst/>
                          <a:latin typeface="Arial" panose="020B0604020202020204" pitchFamily="34" charset="0"/>
                          <a:ea typeface="Arial" panose="020B0604020202020204" pitchFamily="34" charset="0"/>
                        </a:rPr>
                        <a:t>D5-01</a:t>
                      </a:r>
                      <a:endParaRPr lang="ko-KR" sz="1300" b="1">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a:solidFill>
                            <a:srgbClr val="243447"/>
                          </a:solidFill>
                          <a:effectLst/>
                          <a:latin typeface="Arial" panose="020B0604020202020204" pitchFamily="34" charset="0"/>
                          <a:ea typeface="Arial" panose="020B0604020202020204" pitchFamily="34" charset="0"/>
                        </a:rPr>
                        <a:t>Windows endpoint agent</a:t>
                      </a:r>
                      <a:endParaRPr lang="ko-KR" sz="1300">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b="1">
                          <a:solidFill>
                            <a:srgbClr val="136F73"/>
                          </a:solidFill>
                          <a:effectLst/>
                          <a:latin typeface="Arial" panose="020B0604020202020204" pitchFamily="34" charset="0"/>
                          <a:ea typeface="Arial" panose="020B0604020202020204" pitchFamily="34" charset="0"/>
                        </a:rPr>
                        <a:t>●</a:t>
                      </a:r>
                      <a:endParaRPr lang="ko-KR" sz="1300" b="1">
                        <a:solidFill>
                          <a:srgbClr val="136F73"/>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a:solidFill>
                            <a:srgbClr val="243447"/>
                          </a:solidFill>
                          <a:effectLst/>
                          <a:latin typeface="Arial" panose="020B0604020202020204" pitchFamily="34" charset="0"/>
                          <a:ea typeface="Arial" panose="020B0604020202020204" pitchFamily="34" charset="0"/>
                        </a:rPr>
                        <a:t>Privacy-i. [S1]</a:t>
                      </a:r>
                      <a:endParaRPr lang="ko-KR" sz="1300">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87702219"/>
                  </a:ext>
                </a:extLst>
              </a:tr>
              <a:tr h="314325">
                <a:tc>
                  <a:txBody>
                    <a:bodyPr/>
                    <a:lstStyle/>
                    <a:p>
                      <a:pPr algn="l">
                        <a:buNone/>
                      </a:pPr>
                      <a:r>
                        <a:rPr lang="ko-KR" sz="1300" b="1">
                          <a:solidFill>
                            <a:srgbClr val="243447"/>
                          </a:solidFill>
                          <a:effectLst/>
                          <a:latin typeface="Arial" panose="020B0604020202020204" pitchFamily="34" charset="0"/>
                          <a:ea typeface="Arial" panose="020B0604020202020204" pitchFamily="34" charset="0"/>
                        </a:rPr>
                        <a:t>D5-02</a:t>
                      </a:r>
                      <a:endParaRPr lang="ko-KR" sz="1300" b="1">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a:solidFill>
                            <a:srgbClr val="243447"/>
                          </a:solidFill>
                          <a:effectLst/>
                          <a:latin typeface="Arial" panose="020B0604020202020204" pitchFamily="34" charset="0"/>
                          <a:ea typeface="Arial" panose="020B0604020202020204" pitchFamily="34" charset="0"/>
                        </a:rPr>
                        <a:t>macOS endpoint agent</a:t>
                      </a:r>
                      <a:endParaRPr lang="ko-KR" sz="1300">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b="1">
                          <a:solidFill>
                            <a:srgbClr val="136F73"/>
                          </a:solidFill>
                          <a:effectLst/>
                          <a:latin typeface="Arial" panose="020B0604020202020204" pitchFamily="34" charset="0"/>
                          <a:ea typeface="Arial" panose="020B0604020202020204" pitchFamily="34" charset="0"/>
                        </a:rPr>
                        <a:t>●</a:t>
                      </a:r>
                      <a:endParaRPr lang="ko-KR" sz="1300" b="1">
                        <a:solidFill>
                          <a:srgbClr val="136F73"/>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a:solidFill>
                            <a:srgbClr val="243447"/>
                          </a:solidFill>
                          <a:effectLst/>
                          <a:latin typeface="Arial" panose="020B0604020202020204" pitchFamily="34" charset="0"/>
                          <a:ea typeface="Arial" panose="020B0604020202020204" pitchFamily="34" charset="0"/>
                        </a:rPr>
                        <a:t>Privacy-i discovery / media control. [S7]</a:t>
                      </a:r>
                      <a:endParaRPr lang="ko-KR" sz="1300">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531499315"/>
                  </a:ext>
                </a:extLst>
              </a:tr>
              <a:tr h="314325">
                <a:tc>
                  <a:txBody>
                    <a:bodyPr/>
                    <a:lstStyle/>
                    <a:p>
                      <a:pPr algn="l">
                        <a:buNone/>
                      </a:pPr>
                      <a:r>
                        <a:rPr lang="ko-KR" sz="1300" b="1">
                          <a:solidFill>
                            <a:srgbClr val="243447"/>
                          </a:solidFill>
                          <a:effectLst/>
                          <a:latin typeface="Arial" panose="020B0604020202020204" pitchFamily="34" charset="0"/>
                          <a:ea typeface="Arial" panose="020B0604020202020204" pitchFamily="34" charset="0"/>
                        </a:rPr>
                        <a:t>D5-03</a:t>
                      </a:r>
                      <a:endParaRPr lang="ko-KR" sz="1300" b="1">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a:solidFill>
                            <a:srgbClr val="243447"/>
                          </a:solidFill>
                          <a:effectLst/>
                          <a:latin typeface="Arial" panose="020B0604020202020204" pitchFamily="34" charset="0"/>
                          <a:ea typeface="Arial" panose="020B0604020202020204" pitchFamily="34" charset="0"/>
                        </a:rPr>
                        <a:t>Linux endpoint agent</a:t>
                      </a:r>
                      <a:endParaRPr lang="ko-KR" sz="1300">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b="1">
                          <a:solidFill>
                            <a:srgbClr val="136F73"/>
                          </a:solidFill>
                          <a:effectLst/>
                          <a:latin typeface="Arial" panose="020B0604020202020204" pitchFamily="34" charset="0"/>
                          <a:ea typeface="Arial" panose="020B0604020202020204" pitchFamily="34" charset="0"/>
                        </a:rPr>
                        <a:t>●</a:t>
                      </a:r>
                      <a:endParaRPr lang="ko-KR" sz="1300" b="1">
                        <a:solidFill>
                          <a:srgbClr val="136F73"/>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a:solidFill>
                            <a:srgbClr val="243447"/>
                          </a:solidFill>
                          <a:effectLst/>
                          <a:latin typeface="Arial" panose="020B0604020202020204" pitchFamily="34" charset="0"/>
                          <a:ea typeface="Arial" panose="020B0604020202020204" pitchFamily="34" charset="0"/>
                        </a:rPr>
                        <a:t>Privacy-i discovery / media control. [S7]</a:t>
                      </a:r>
                      <a:endParaRPr lang="ko-KR" sz="1300">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130277806"/>
                  </a:ext>
                </a:extLst>
              </a:tr>
              <a:tr h="314325">
                <a:tc>
                  <a:txBody>
                    <a:bodyPr/>
                    <a:lstStyle/>
                    <a:p>
                      <a:pPr algn="l">
                        <a:buNone/>
                      </a:pPr>
                      <a:r>
                        <a:rPr lang="ko-KR" sz="1300" b="1">
                          <a:solidFill>
                            <a:srgbClr val="243447"/>
                          </a:solidFill>
                          <a:effectLst/>
                          <a:latin typeface="Arial" panose="020B0604020202020204" pitchFamily="34" charset="0"/>
                          <a:ea typeface="Arial" panose="020B0604020202020204" pitchFamily="34" charset="0"/>
                        </a:rPr>
                        <a:t>D5-04</a:t>
                      </a:r>
                      <a:endParaRPr lang="ko-KR" sz="1300" b="1">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a:solidFill>
                            <a:srgbClr val="243447"/>
                          </a:solidFill>
                          <a:effectLst/>
                          <a:latin typeface="Arial" panose="020B0604020202020204" pitchFamily="34" charset="0"/>
                          <a:ea typeface="Arial" panose="020B0604020202020204" pitchFamily="34" charset="0"/>
                        </a:rPr>
                        <a:t>VDI support</a:t>
                      </a:r>
                      <a:endParaRPr lang="ko-KR" sz="1300">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b="1">
                          <a:solidFill>
                            <a:srgbClr val="5E6C7A"/>
                          </a:solidFill>
                          <a:effectLst/>
                          <a:latin typeface="Arial" panose="020B0604020202020204" pitchFamily="34" charset="0"/>
                          <a:ea typeface="Arial" panose="020B0604020202020204" pitchFamily="34" charset="0"/>
                        </a:rPr>
                        <a:t>?</a:t>
                      </a:r>
                      <a:endParaRPr lang="ko-KR" sz="1300" b="1">
                        <a:solidFill>
                          <a:srgbClr val="5E6C7A"/>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a:solidFill>
                            <a:srgbClr val="243447"/>
                          </a:solidFill>
                          <a:effectLst/>
                          <a:latin typeface="Arial" panose="020B0604020202020204" pitchFamily="34" charset="0"/>
                          <a:ea typeface="Arial" panose="020B0604020202020204" pitchFamily="34" charset="0"/>
                        </a:rPr>
                        <a:t>Current VDI compatibility not verified.</a:t>
                      </a:r>
                      <a:endParaRPr lang="ko-KR" sz="1300">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940478443"/>
                  </a:ext>
                </a:extLst>
              </a:tr>
              <a:tr h="314325">
                <a:tc>
                  <a:txBody>
                    <a:bodyPr/>
                    <a:lstStyle/>
                    <a:p>
                      <a:pPr algn="l">
                        <a:buNone/>
                      </a:pPr>
                      <a:r>
                        <a:rPr lang="ko-KR" sz="1300" b="1">
                          <a:solidFill>
                            <a:srgbClr val="243447"/>
                          </a:solidFill>
                          <a:effectLst/>
                          <a:latin typeface="Arial" panose="020B0604020202020204" pitchFamily="34" charset="0"/>
                          <a:ea typeface="Arial" panose="020B0604020202020204" pitchFamily="34" charset="0"/>
                        </a:rPr>
                        <a:t>D5-05</a:t>
                      </a:r>
                      <a:endParaRPr lang="ko-KR" sz="1300" b="1">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a:solidFill>
                            <a:srgbClr val="243447"/>
                          </a:solidFill>
                          <a:effectLst/>
                          <a:latin typeface="Arial" panose="020B0604020202020204" pitchFamily="34" charset="0"/>
                          <a:ea typeface="Arial" panose="020B0604020202020204" pitchFamily="34" charset="0"/>
                        </a:rPr>
                        <a:t>Cloud / SaaS delivery</a:t>
                      </a:r>
                      <a:endParaRPr lang="ko-KR" sz="1300">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b="1">
                          <a:solidFill>
                            <a:srgbClr val="136F73"/>
                          </a:solidFill>
                          <a:effectLst/>
                          <a:latin typeface="Arial" panose="020B0604020202020204" pitchFamily="34" charset="0"/>
                          <a:ea typeface="Arial" panose="020B0604020202020204" pitchFamily="34" charset="0"/>
                        </a:rPr>
                        <a:t>●</a:t>
                      </a:r>
                      <a:endParaRPr lang="ko-KR" sz="1300" b="1">
                        <a:solidFill>
                          <a:srgbClr val="136F73"/>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a:solidFill>
                            <a:srgbClr val="243447"/>
                          </a:solidFill>
                          <a:effectLst/>
                          <a:latin typeface="Arial" panose="020B0604020202020204" pitchFamily="34" charset="0"/>
                          <a:ea typeface="Arial" panose="020B0604020202020204" pitchFamily="34" charset="0"/>
                        </a:rPr>
                        <a:t>Privacy-i Cloud on NAVER Cloud. [S10]</a:t>
                      </a:r>
                      <a:endParaRPr lang="ko-KR" sz="1300">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268669932"/>
                  </a:ext>
                </a:extLst>
              </a:tr>
              <a:tr h="314325">
                <a:tc>
                  <a:txBody>
                    <a:bodyPr/>
                    <a:lstStyle/>
                    <a:p>
                      <a:pPr algn="l">
                        <a:buNone/>
                      </a:pPr>
                      <a:r>
                        <a:rPr lang="ko-KR" sz="1300" b="1">
                          <a:solidFill>
                            <a:srgbClr val="243447"/>
                          </a:solidFill>
                          <a:effectLst/>
                          <a:latin typeface="Arial" panose="020B0604020202020204" pitchFamily="34" charset="0"/>
                          <a:ea typeface="Arial" panose="020B0604020202020204" pitchFamily="34" charset="0"/>
                        </a:rPr>
                        <a:t>D5-06</a:t>
                      </a:r>
                      <a:endParaRPr lang="ko-KR" sz="1300" b="1">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a:solidFill>
                            <a:srgbClr val="243447"/>
                          </a:solidFill>
                          <a:effectLst/>
                          <a:latin typeface="Arial" panose="020B0604020202020204" pitchFamily="34" charset="0"/>
                          <a:ea typeface="Arial" panose="020B0604020202020204" pitchFamily="34" charset="0"/>
                        </a:rPr>
                        <a:t>Central console / reports</a:t>
                      </a:r>
                      <a:endParaRPr lang="ko-KR" sz="1300">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b="1">
                          <a:solidFill>
                            <a:srgbClr val="136F73"/>
                          </a:solidFill>
                          <a:effectLst/>
                          <a:latin typeface="Arial" panose="020B0604020202020204" pitchFamily="34" charset="0"/>
                          <a:ea typeface="Arial" panose="020B0604020202020204" pitchFamily="34" charset="0"/>
                        </a:rPr>
                        <a:t>●</a:t>
                      </a:r>
                      <a:endParaRPr lang="ko-KR" sz="1300" b="1">
                        <a:solidFill>
                          <a:srgbClr val="136F73"/>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a:solidFill>
                            <a:srgbClr val="243447"/>
                          </a:solidFill>
                          <a:effectLst/>
                          <a:latin typeface="Arial" panose="020B0604020202020204" pitchFamily="34" charset="0"/>
                          <a:ea typeface="Arial" panose="020B0604020202020204" pitchFamily="34" charset="0"/>
                        </a:rPr>
                        <a:t>Multi-OS console and log search. [S12]</a:t>
                      </a:r>
                      <a:endParaRPr lang="ko-KR" sz="1300">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3914180337"/>
                  </a:ext>
                </a:extLst>
              </a:tr>
              <a:tr h="314325">
                <a:tc>
                  <a:txBody>
                    <a:bodyPr/>
                    <a:lstStyle/>
                    <a:p>
                      <a:pPr algn="l">
                        <a:buNone/>
                      </a:pPr>
                      <a:r>
                        <a:rPr lang="ko-KR" sz="1300" b="1">
                          <a:solidFill>
                            <a:srgbClr val="243447"/>
                          </a:solidFill>
                          <a:effectLst/>
                          <a:latin typeface="Arial" panose="020B0604020202020204" pitchFamily="34" charset="0"/>
                          <a:ea typeface="Arial" panose="020B0604020202020204" pitchFamily="34" charset="0"/>
                        </a:rPr>
                        <a:t>D5-07</a:t>
                      </a:r>
                      <a:endParaRPr lang="ko-KR" sz="1300" b="1">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a:solidFill>
                            <a:srgbClr val="243447"/>
                          </a:solidFill>
                          <a:effectLst/>
                          <a:latin typeface="Arial" panose="020B0604020202020204" pitchFamily="34" charset="0"/>
                          <a:ea typeface="Arial" panose="020B0604020202020204" pitchFamily="34" charset="0"/>
                        </a:rPr>
                        <a:t>Policy authoring model</a:t>
                      </a:r>
                      <a:endParaRPr lang="ko-KR" sz="1300">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b="1">
                          <a:solidFill>
                            <a:srgbClr val="136F73"/>
                          </a:solidFill>
                          <a:effectLst/>
                          <a:latin typeface="Arial" panose="020B0604020202020204" pitchFamily="34" charset="0"/>
                          <a:ea typeface="Arial" panose="020B0604020202020204" pitchFamily="34" charset="0"/>
                        </a:rPr>
                        <a:t>●</a:t>
                      </a:r>
                      <a:endParaRPr lang="ko-KR" sz="1300" b="1">
                        <a:solidFill>
                          <a:srgbClr val="136F73"/>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a:solidFill>
                            <a:srgbClr val="243447"/>
                          </a:solidFill>
                          <a:effectLst/>
                          <a:latin typeface="Arial" panose="020B0604020202020204" pitchFamily="34" charset="0"/>
                          <a:ea typeface="Arial" panose="020B0604020202020204" pitchFamily="34" charset="0"/>
                        </a:rPr>
                        <a:t>Custom patterns and remote inspection. [S1,S2]</a:t>
                      </a:r>
                      <a:endParaRPr lang="ko-KR" sz="1300">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340642432"/>
                  </a:ext>
                </a:extLst>
              </a:tr>
              <a:tr h="314325">
                <a:tc>
                  <a:txBody>
                    <a:bodyPr/>
                    <a:lstStyle/>
                    <a:p>
                      <a:pPr algn="l">
                        <a:buNone/>
                      </a:pPr>
                      <a:r>
                        <a:rPr lang="ko-KR" sz="1300" b="1">
                          <a:solidFill>
                            <a:srgbClr val="243447"/>
                          </a:solidFill>
                          <a:effectLst/>
                          <a:latin typeface="Arial" panose="020B0604020202020204" pitchFamily="34" charset="0"/>
                          <a:ea typeface="Arial" panose="020B0604020202020204" pitchFamily="34" charset="0"/>
                        </a:rPr>
                        <a:t>D5-08</a:t>
                      </a:r>
                      <a:endParaRPr lang="ko-KR" sz="1300" b="1">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a:solidFill>
                            <a:srgbClr val="243447"/>
                          </a:solidFill>
                          <a:effectLst/>
                          <a:latin typeface="Arial" panose="020B0604020202020204" pitchFamily="34" charset="0"/>
                          <a:ea typeface="Arial" panose="020B0604020202020204" pitchFamily="34" charset="0"/>
                        </a:rPr>
                        <a:t>Integrations: SIEM / NAC / MIP / API</a:t>
                      </a:r>
                      <a:endParaRPr lang="ko-KR" sz="1300">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b="1">
                          <a:solidFill>
                            <a:srgbClr val="5E6C7A"/>
                          </a:solidFill>
                          <a:effectLst/>
                          <a:latin typeface="Arial" panose="020B0604020202020204" pitchFamily="34" charset="0"/>
                          <a:ea typeface="Arial" panose="020B0604020202020204" pitchFamily="34" charset="0"/>
                        </a:rPr>
                        <a:t>?</a:t>
                      </a:r>
                      <a:endParaRPr lang="ko-KR" sz="1300" b="1">
                        <a:solidFill>
                          <a:srgbClr val="5E6C7A"/>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a:solidFill>
                            <a:srgbClr val="243447"/>
                          </a:solidFill>
                          <a:effectLst/>
                          <a:latin typeface="Arial" panose="020B0604020202020204" pitchFamily="34" charset="0"/>
                          <a:ea typeface="Arial" panose="020B0604020202020204" pitchFamily="34" charset="0"/>
                        </a:rPr>
                        <a:t>Current SIEM / NAC / API matrix not verified.</a:t>
                      </a:r>
                      <a:endParaRPr lang="ko-KR" sz="1300">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440740731"/>
                  </a:ext>
                </a:extLst>
              </a:tr>
              <a:tr h="314325">
                <a:tc>
                  <a:txBody>
                    <a:bodyPr/>
                    <a:lstStyle/>
                    <a:p>
                      <a:pPr algn="l">
                        <a:buNone/>
                      </a:pPr>
                      <a:r>
                        <a:rPr lang="ko-KR" sz="1300" b="1">
                          <a:solidFill>
                            <a:srgbClr val="243447"/>
                          </a:solidFill>
                          <a:effectLst/>
                          <a:latin typeface="Arial" panose="020B0604020202020204" pitchFamily="34" charset="0"/>
                          <a:ea typeface="Arial" panose="020B0604020202020204" pitchFamily="34" charset="0"/>
                        </a:rPr>
                        <a:t>D5-09</a:t>
                      </a:r>
                      <a:endParaRPr lang="ko-KR" sz="1300" b="1">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a:solidFill>
                            <a:srgbClr val="243447"/>
                          </a:solidFill>
                          <a:effectLst/>
                          <a:latin typeface="Arial" panose="020B0604020202020204" pitchFamily="34" charset="0"/>
                          <a:ea typeface="Arial" panose="020B0604020202020204" pitchFamily="34" charset="0"/>
                        </a:rPr>
                        <a:t>AI processing on-prem only</a:t>
                      </a:r>
                      <a:endParaRPr lang="ko-KR" sz="1300">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b="1">
                          <a:solidFill>
                            <a:srgbClr val="5E6C7A"/>
                          </a:solidFill>
                          <a:effectLst/>
                          <a:latin typeface="Arial" panose="020B0604020202020204" pitchFamily="34" charset="0"/>
                          <a:ea typeface="Arial" panose="020B0604020202020204" pitchFamily="34" charset="0"/>
                        </a:rPr>
                        <a:t>?</a:t>
                      </a:r>
                      <a:endParaRPr lang="ko-KR" sz="1300" b="1">
                        <a:solidFill>
                          <a:srgbClr val="5E6C7A"/>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a:solidFill>
                            <a:srgbClr val="243447"/>
                          </a:solidFill>
                          <a:effectLst/>
                          <a:latin typeface="Arial" panose="020B0604020202020204" pitchFamily="34" charset="0"/>
                          <a:ea typeface="Arial" panose="020B0604020202020204" pitchFamily="34" charset="0"/>
                        </a:rPr>
                        <a:t>No-external-AI-API commitment not verified.</a:t>
                      </a:r>
                      <a:endParaRPr lang="ko-KR" sz="1300">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3246865413"/>
                  </a:ext>
                </a:extLst>
              </a:tr>
            </a:tbl>
          </a:graphicData>
        </a:graphic>
      </p:graphicFrame>
    </p:spTree>
    <p:extLst>
      <p:ext uri="{BB962C8B-B14F-4D97-AF65-F5344CB8AC3E}">
        <p14:creationId xmlns:p14="http://schemas.microsoft.com/office/powerpoint/2010/main" val="355019622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52D255-C458-8F41-5917-214360DB7EEC}"/>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84429A4-1806-098E-B762-4ECA6F7CA3ED}"/>
              </a:ext>
            </a:extLst>
          </p:cNvPr>
          <p:cNvSpPr>
            <a:spLocks noGrp="1"/>
          </p:cNvSpPr>
          <p:nvPr>
            <p:ph type="sldNum" sz="quarter" idx="4"/>
          </p:nvPr>
        </p:nvSpPr>
        <p:spPr/>
        <p:txBody>
          <a:bodyPr/>
          <a:lstStyle/>
          <a:p>
            <a:fld id="{4EA1E582-E1CC-4474-812F-1657BC5920B7}" type="slidenum">
              <a:rPr lang="ko-KR" altLang="en-US" smtClean="0"/>
              <a:t>19</a:t>
            </a:fld>
            <a:endParaRPr lang="ko-KR" altLang="en-US"/>
          </a:p>
        </p:txBody>
      </p:sp>
      <p:sp>
        <p:nvSpPr>
          <p:cNvPr id="5" name="Text Placeholder 4">
            <a:extLst>
              <a:ext uri="{FF2B5EF4-FFF2-40B4-BE49-F238E27FC236}">
                <a16:creationId xmlns:a16="http://schemas.microsoft.com/office/drawing/2014/main" id="{58B3691E-FA16-B992-D5B0-396695B3E268}"/>
              </a:ext>
            </a:extLst>
          </p:cNvPr>
          <p:cNvSpPr>
            <a:spLocks noGrp="1"/>
          </p:cNvSpPr>
          <p:nvPr>
            <p:ph type="body" sz="quarter" idx="11"/>
          </p:nvPr>
        </p:nvSpPr>
        <p:spPr>
          <a:xfrm>
            <a:off x="274915" y="3968638"/>
            <a:ext cx="11465393" cy="401637"/>
          </a:xfrm>
        </p:spPr>
        <p:txBody>
          <a:bodyPr lIns="91440" tIns="45720" rIns="91440" bIns="45720" anchor="ctr" anchorCtr="0"/>
          <a:lstStyle/>
          <a:p>
            <a:r>
              <a:rPr lang="en-US">
                <a:ea typeface="KoPub돋움체 Bold"/>
              </a:rPr>
              <a:t>D6 Compliance and certification</a:t>
            </a:r>
            <a:r>
              <a:rPr lang="en-US">
                <a:latin typeface="Consolas"/>
                <a:ea typeface="KoPub돋움체 Bold"/>
              </a:rPr>
              <a:t>(For reference)</a:t>
            </a:r>
            <a:endParaRPr lang="ko-KR" altLang="en-US"/>
          </a:p>
          <a:p>
            <a:endParaRPr lang="en-US" altLang="ko-KR"/>
          </a:p>
          <a:p>
            <a:endParaRPr lang="en-US" altLang="ko-KR"/>
          </a:p>
          <a:p>
            <a:endParaRPr lang="en-US" altLang="ko-KR"/>
          </a:p>
          <a:p>
            <a:endParaRPr lang="en-US" altLang="ko-KR"/>
          </a:p>
          <a:p>
            <a:endParaRPr lang="en-US" altLang="ko-KR"/>
          </a:p>
          <a:p>
            <a:endParaRPr lang="en-US" altLang="ko-KR"/>
          </a:p>
          <a:p>
            <a:endParaRPr lang="en-US" altLang="ko-KR"/>
          </a:p>
          <a:p>
            <a:endParaRPr lang="en-US" altLang="ko-KR"/>
          </a:p>
          <a:p>
            <a:endParaRPr lang="en-US"/>
          </a:p>
        </p:txBody>
      </p:sp>
      <p:sp>
        <p:nvSpPr>
          <p:cNvPr id="7" name="제목 3">
            <a:extLst>
              <a:ext uri="{FF2B5EF4-FFF2-40B4-BE49-F238E27FC236}">
                <a16:creationId xmlns:a16="http://schemas.microsoft.com/office/drawing/2014/main" id="{F4CE87A7-D51C-BCEA-7DD5-98BC029F3E52}"/>
              </a:ext>
            </a:extLst>
          </p:cNvPr>
          <p:cNvSpPr txBox="1">
            <a:spLocks/>
          </p:cNvSpPr>
          <p:nvPr/>
        </p:nvSpPr>
        <p:spPr>
          <a:xfrm>
            <a:off x="286194" y="265704"/>
            <a:ext cx="10666268" cy="464670"/>
          </a:xfrm>
          <a:prstGeom prst="rect">
            <a:avLst/>
          </a:prstGeom>
        </p:spPr>
        <p:txBody>
          <a:bodyPr lIns="91440" tIns="45720" rIns="91440" bIns="45720" anchor="ctr" anchorCtr="0"/>
          <a:lstStyle>
            <a:lvl1pPr algn="l" rtl="0" eaLnBrk="1" fontAlgn="base" latinLnBrk="1" hangingPunct="1">
              <a:spcBef>
                <a:spcPct val="0"/>
              </a:spcBef>
              <a:spcAft>
                <a:spcPct val="0"/>
              </a:spcAft>
              <a:defRPr lang="ko-KR" altLang="en-US" sz="2400" b="1" kern="1200" baseline="0" dirty="0">
                <a:ln>
                  <a:solidFill>
                    <a:schemeClr val="accent1">
                      <a:alpha val="0"/>
                    </a:schemeClr>
                  </a:solidFill>
                </a:ln>
                <a:solidFill>
                  <a:srgbClr val="144772"/>
                </a:solidFill>
                <a:effectLst>
                  <a:glow rad="127000">
                    <a:schemeClr val="bg1"/>
                  </a:glow>
                  <a:outerShdw blurRad="38100" dist="38100" dir="2700000" algn="tl" rotWithShape="0">
                    <a:prstClr val="black">
                      <a:alpha val="40000"/>
                    </a:prstClr>
                  </a:outerShdw>
                </a:effectLst>
                <a:latin typeface="Pretendard Black" panose="02000A03000000020004" pitchFamily="50" charset="-127"/>
                <a:ea typeface="Pretendard Black" panose="02000A03000000020004" pitchFamily="50" charset="-127"/>
                <a:cs typeface="Pretendard Black" panose="02000A03000000020004" pitchFamily="50" charset="-127"/>
              </a:defRPr>
            </a:lvl1pPr>
            <a:lvl2pPr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2pPr>
            <a:lvl3pPr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3pPr>
            <a:lvl4pPr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4pPr>
            <a:lvl5pPr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5pPr>
            <a:lvl6pPr marL="457200"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6pPr>
            <a:lvl7pPr marL="914400"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7pPr>
            <a:lvl8pPr marL="1371600"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8pPr>
            <a:lvl9pPr marL="1828800"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9pPr>
          </a:lstStyle>
          <a:p>
            <a:r>
              <a:rPr lang="ko-KR" altLang="en-US">
                <a:ln>
                  <a:solidFill>
                    <a:srgbClr val="4F81BD">
                      <a:alpha val="0"/>
                    </a:srgbClr>
                  </a:solidFill>
                </a:ln>
                <a:effectLst>
                  <a:glow rad="127000">
                    <a:prstClr val="white"/>
                  </a:glow>
                  <a:outerShdw blurRad="38100" dist="38100" dir="2700000" algn="tl" rotWithShape="0">
                    <a:prstClr val="black">
                      <a:alpha val="40000"/>
                    </a:prstClr>
                  </a:outerShdw>
                </a:effectLst>
                <a:ea typeface="Pretendard Black"/>
              </a:rPr>
              <a:t>Somansa (윤석)</a:t>
            </a:r>
            <a:endParaRPr lang="en-US" altLang="ko-KR"/>
          </a:p>
        </p:txBody>
      </p:sp>
      <p:sp>
        <p:nvSpPr>
          <p:cNvPr id="8" name="TextBox 7">
            <a:extLst>
              <a:ext uri="{FF2B5EF4-FFF2-40B4-BE49-F238E27FC236}">
                <a16:creationId xmlns:a16="http://schemas.microsoft.com/office/drawing/2014/main" id="{FA5C6637-87EA-1ACC-CFF2-20593C38DFF6}"/>
              </a:ext>
            </a:extLst>
          </p:cNvPr>
          <p:cNvSpPr txBox="1"/>
          <p:nvPr/>
        </p:nvSpPr>
        <p:spPr>
          <a:xfrm>
            <a:off x="487196" y="1288384"/>
            <a:ext cx="10631714" cy="196977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ltLang="ko-KR" sz="1300">
                <a:solidFill>
                  <a:srgbClr val="5E6C7A"/>
                </a:solidFill>
                <a:latin typeface="Arial"/>
                <a:ea typeface="맑은 고딕"/>
                <a:cs typeface="Arial"/>
              </a:rPr>
              <a:t>Documented</a:t>
            </a:r>
            <a:r>
              <a:rPr lang="ko-KR" sz="1300">
                <a:solidFill>
                  <a:srgbClr val="5E6C7A"/>
                </a:solidFill>
                <a:latin typeface="Arial"/>
                <a:ea typeface="맑은 고딕"/>
                <a:cs typeface="Arial"/>
              </a:rPr>
              <a:t> </a:t>
            </a:r>
            <a:r>
              <a:rPr lang="en-US" altLang="ko-KR" sz="1300">
                <a:solidFill>
                  <a:srgbClr val="5E6C7A"/>
                </a:solidFill>
                <a:latin typeface="Arial"/>
                <a:ea typeface="맑은 고딕"/>
                <a:cs typeface="Arial"/>
              </a:rPr>
              <a:t>capability</a:t>
            </a:r>
            <a:r>
              <a:rPr lang="ko-KR" sz="1300">
                <a:solidFill>
                  <a:srgbClr val="5E6C7A"/>
                </a:solidFill>
                <a:latin typeface="Arial"/>
                <a:ea typeface="맑은 고딕"/>
                <a:cs typeface="Arial"/>
              </a:rPr>
              <a:t> </a:t>
            </a:r>
            <a:r>
              <a:rPr lang="en-US" altLang="ko-KR" sz="1300">
                <a:solidFill>
                  <a:srgbClr val="5E6C7A"/>
                </a:solidFill>
                <a:latin typeface="Arial"/>
                <a:ea typeface="맑은 고딕"/>
                <a:cs typeface="Arial"/>
              </a:rPr>
              <a:t>and</a:t>
            </a:r>
            <a:r>
              <a:rPr lang="ko-KR" sz="1300">
                <a:solidFill>
                  <a:srgbClr val="5E6C7A"/>
                </a:solidFill>
                <a:latin typeface="Arial"/>
                <a:ea typeface="맑은 고딕"/>
                <a:cs typeface="Arial"/>
              </a:rPr>
              <a:t> </a:t>
            </a:r>
            <a:r>
              <a:rPr lang="en-US" altLang="ko-KR" sz="1300">
                <a:solidFill>
                  <a:srgbClr val="5E6C7A"/>
                </a:solidFill>
                <a:latin typeface="Arial"/>
                <a:ea typeface="맑은 고딕"/>
                <a:cs typeface="Arial"/>
              </a:rPr>
              <a:t>scope</a:t>
            </a:r>
            <a:r>
              <a:rPr lang="ko-KR" sz="1300">
                <a:solidFill>
                  <a:srgbClr val="5E6C7A"/>
                </a:solidFill>
                <a:latin typeface="Arial"/>
                <a:ea typeface="맑은 고딕"/>
                <a:cs typeface="Arial"/>
              </a:rPr>
              <a:t>. Product </a:t>
            </a:r>
            <a:r>
              <a:rPr lang="en-US" altLang="ko-KR" sz="1300">
                <a:solidFill>
                  <a:srgbClr val="5E6C7A"/>
                </a:solidFill>
                <a:latin typeface="Arial"/>
                <a:ea typeface="맑은 고딕"/>
                <a:cs typeface="Arial"/>
              </a:rPr>
              <a:t>and</a:t>
            </a:r>
            <a:r>
              <a:rPr lang="ko-KR" sz="1300">
                <a:solidFill>
                  <a:srgbClr val="5E6C7A"/>
                </a:solidFill>
                <a:latin typeface="Arial"/>
                <a:ea typeface="맑은 고딕"/>
                <a:cs typeface="Arial"/>
              </a:rPr>
              <a:t> </a:t>
            </a:r>
            <a:r>
              <a:rPr lang="en-US" altLang="ko-KR" sz="1300">
                <a:solidFill>
                  <a:srgbClr val="5E6C7A"/>
                </a:solidFill>
                <a:latin typeface="Arial"/>
                <a:ea typeface="맑은 고딕"/>
                <a:cs typeface="Arial"/>
              </a:rPr>
              <a:t>module</a:t>
            </a:r>
            <a:r>
              <a:rPr lang="ko-KR" sz="1300">
                <a:solidFill>
                  <a:srgbClr val="5E6C7A"/>
                </a:solidFill>
                <a:latin typeface="Arial"/>
                <a:ea typeface="맑은 고딕"/>
                <a:cs typeface="Arial"/>
              </a:rPr>
              <a:t> </a:t>
            </a:r>
            <a:r>
              <a:rPr lang="en-US" altLang="ko-KR" sz="1300">
                <a:solidFill>
                  <a:srgbClr val="5E6C7A"/>
                </a:solidFill>
                <a:latin typeface="Arial"/>
                <a:ea typeface="맑은 고딕"/>
                <a:cs typeface="Arial"/>
              </a:rPr>
              <a:t>boundaries</a:t>
            </a:r>
            <a:r>
              <a:rPr lang="ko-KR" sz="1300">
                <a:solidFill>
                  <a:srgbClr val="5E6C7A"/>
                </a:solidFill>
                <a:latin typeface="Arial"/>
                <a:ea typeface="맑은 고딕"/>
                <a:cs typeface="Arial"/>
              </a:rPr>
              <a:t> </a:t>
            </a:r>
            <a:r>
              <a:rPr lang="en-US" altLang="ko-KR" sz="1300">
                <a:solidFill>
                  <a:srgbClr val="5E6C7A"/>
                </a:solidFill>
                <a:latin typeface="Arial"/>
                <a:ea typeface="맑은 고딕"/>
                <a:cs typeface="Arial"/>
              </a:rPr>
              <a:t>apply.</a:t>
            </a:r>
            <a:endParaRPr lang="ko-KR" altLang="en-US"/>
          </a:p>
          <a:p>
            <a:r>
              <a:rPr lang="en-US" altLang="ko-KR" sz="1300">
                <a:solidFill>
                  <a:srgbClr val="5E6C7A"/>
                </a:solidFill>
                <a:latin typeface="Arial"/>
                <a:ea typeface="맑은 고딕"/>
                <a:cs typeface="Arial"/>
              </a:rPr>
              <a:t>.</a:t>
            </a:r>
            <a:endParaRPr lang="ko-KR" altLang="en-US">
              <a:solidFill>
                <a:srgbClr val="000000"/>
              </a:solidFill>
              <a:latin typeface="맑은 고딕"/>
              <a:ea typeface="맑은 고딕"/>
              <a:cs typeface="Arial"/>
            </a:endParaRPr>
          </a:p>
          <a:p>
            <a:endParaRPr lang="en-US" altLang="ko-KR" sz="1300">
              <a:solidFill>
                <a:srgbClr val="5E6C7A"/>
              </a:solidFill>
              <a:latin typeface="Arial"/>
              <a:ea typeface="맑은 고딕"/>
              <a:cs typeface="Arial"/>
            </a:endParaRPr>
          </a:p>
          <a:p>
            <a:endParaRPr lang="en-US" altLang="ko-KR" sz="1300">
              <a:solidFill>
                <a:srgbClr val="5E6C7A"/>
              </a:solidFill>
              <a:latin typeface="Arial"/>
              <a:ea typeface="맑은 고딕"/>
              <a:cs typeface="Arial"/>
            </a:endParaRPr>
          </a:p>
          <a:p>
            <a:endParaRPr lang="en-US" altLang="ko-KR" sz="1300">
              <a:solidFill>
                <a:srgbClr val="5E6C7A"/>
              </a:solidFill>
              <a:latin typeface="Arial"/>
              <a:ea typeface="맑은 고딕"/>
              <a:cs typeface="Arial"/>
            </a:endParaRPr>
          </a:p>
          <a:p>
            <a:endParaRPr lang="en-US" altLang="ko-KR" sz="1300">
              <a:solidFill>
                <a:srgbClr val="5E6C7A"/>
              </a:solidFill>
              <a:latin typeface="Arial"/>
              <a:ea typeface="맑은 고딕"/>
              <a:cs typeface="Arial"/>
            </a:endParaRPr>
          </a:p>
          <a:p>
            <a:endParaRPr lang="en-US" altLang="ko-KR" sz="1300">
              <a:solidFill>
                <a:srgbClr val="5E6C7A"/>
              </a:solidFill>
              <a:latin typeface="Arial"/>
              <a:ea typeface="맑은 고딕"/>
              <a:cs typeface="Arial"/>
            </a:endParaRPr>
          </a:p>
          <a:p>
            <a:r>
              <a:rPr lang="ko-KR" sz="1300">
                <a:solidFill>
                  <a:srgbClr val="5E6C7A"/>
                </a:solidFill>
                <a:latin typeface="Arial"/>
                <a:ea typeface="맑은 고딕"/>
                <a:cs typeface="Arial"/>
              </a:rPr>
              <a:t>.</a:t>
            </a:r>
            <a:endParaRPr lang="ko-KR">
              <a:ea typeface="맑은 고딕"/>
            </a:endParaRPr>
          </a:p>
          <a:p>
            <a:pPr algn="l"/>
            <a:endParaRPr lang="ko-KR" altLang="en-US">
              <a:ea typeface="맑은 고딕"/>
            </a:endParaRPr>
          </a:p>
        </p:txBody>
      </p:sp>
      <p:sp>
        <p:nvSpPr>
          <p:cNvPr id="12" name="TextBox 11">
            <a:extLst>
              <a:ext uri="{FF2B5EF4-FFF2-40B4-BE49-F238E27FC236}">
                <a16:creationId xmlns:a16="http://schemas.microsoft.com/office/drawing/2014/main" id="{6F1BB68D-924E-DA15-9B7C-0A610AF33BCC}"/>
              </a:ext>
            </a:extLst>
          </p:cNvPr>
          <p:cNvSpPr txBox="1"/>
          <p:nvPr/>
        </p:nvSpPr>
        <p:spPr>
          <a:xfrm>
            <a:off x="487195" y="4732624"/>
            <a:ext cx="11058434" cy="258532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500" b="1">
                <a:solidFill>
                  <a:srgbClr val="136F73"/>
                </a:solidFill>
                <a:latin typeface="Arial"/>
                <a:ea typeface="맑은 고딕"/>
                <a:cs typeface="Arial"/>
              </a:rPr>
              <a:t>● Documented ◐ Partial / conditional ?</a:t>
            </a:r>
            <a:r>
              <a:rPr lang="en-US" altLang="ko-KR" sz="1500" b="1">
                <a:solidFill>
                  <a:srgbClr val="136F73"/>
                </a:solidFill>
                <a:latin typeface="Arial"/>
                <a:ea typeface="맑은 고딕"/>
                <a:cs typeface="Arial"/>
              </a:rPr>
              <a:t> </a:t>
            </a:r>
            <a:r>
              <a:rPr lang="en-US" sz="1500" b="1">
                <a:solidFill>
                  <a:srgbClr val="136F73"/>
                </a:solidFill>
                <a:latin typeface="Arial"/>
                <a:ea typeface="맑은 고딕"/>
                <a:cs typeface="Arial"/>
              </a:rPr>
              <a:t>Not verified,</a:t>
            </a:r>
            <a:r>
              <a:rPr lang="en-US" altLang="ko-KR" sz="1500" b="1">
                <a:solidFill>
                  <a:srgbClr val="136F73"/>
                </a:solidFill>
                <a:latin typeface="Arial"/>
                <a:ea typeface="맑은 고딕"/>
                <a:cs typeface="Arial"/>
              </a:rPr>
              <a:t> not</a:t>
            </a:r>
            <a:r>
              <a:rPr lang="en-US" sz="1500" b="1">
                <a:solidFill>
                  <a:srgbClr val="136F73"/>
                </a:solidFill>
                <a:latin typeface="Arial"/>
                <a:ea typeface="맑은 고딕"/>
                <a:cs typeface="Arial"/>
              </a:rPr>
              <a:t> confirmed absent</a:t>
            </a:r>
            <a:endParaRPr lang="ko-KR" altLang="en-US"/>
          </a:p>
          <a:p>
            <a:r>
              <a:rPr lang="en-US" sz="1500" b="1">
                <a:solidFill>
                  <a:srgbClr val="136F73"/>
                </a:solidFill>
                <a:latin typeface="Arial"/>
                <a:ea typeface="맑은 고딕"/>
                <a:cs typeface="Arial"/>
              </a:rPr>
              <a:t>AI implication: test the exact client, API and agent route before assigning a coverage claim.</a:t>
            </a:r>
            <a:endParaRPr lang="en-US"/>
          </a:p>
          <a:p>
            <a:endParaRPr lang="en-US" sz="1500" b="1">
              <a:solidFill>
                <a:srgbClr val="136F73"/>
              </a:solidFill>
              <a:latin typeface="Arial"/>
              <a:ea typeface="맑은 고딕"/>
              <a:cs typeface="Arial"/>
            </a:endParaRPr>
          </a:p>
          <a:p>
            <a:endParaRPr lang="en-US" sz="1500" b="1">
              <a:solidFill>
                <a:srgbClr val="136F73"/>
              </a:solidFill>
              <a:latin typeface="Arial"/>
              <a:ea typeface="맑은 고딕"/>
              <a:cs typeface="Arial"/>
            </a:endParaRPr>
          </a:p>
          <a:p>
            <a:endParaRPr lang="en-US" altLang="ko-KR" sz="1500" b="1">
              <a:solidFill>
                <a:srgbClr val="136F73"/>
              </a:solidFill>
              <a:latin typeface="Arial"/>
              <a:ea typeface="맑은 고딕"/>
              <a:cs typeface="Arial"/>
            </a:endParaRPr>
          </a:p>
          <a:p>
            <a:endParaRPr lang="en-US" altLang="ko-KR" sz="1500" b="1">
              <a:solidFill>
                <a:srgbClr val="136F73"/>
              </a:solidFill>
              <a:latin typeface="Arial"/>
              <a:ea typeface="맑은 고딕"/>
              <a:cs typeface="Arial"/>
            </a:endParaRPr>
          </a:p>
          <a:p>
            <a:endParaRPr lang="en-US" altLang="ko-KR" sz="1500" b="1">
              <a:solidFill>
                <a:srgbClr val="136F73"/>
              </a:solidFill>
              <a:latin typeface="Arial"/>
              <a:ea typeface="맑은 고딕"/>
              <a:cs typeface="Arial"/>
            </a:endParaRPr>
          </a:p>
          <a:p>
            <a:endParaRPr lang="en-US" altLang="ko-KR" sz="1300">
              <a:solidFill>
                <a:srgbClr val="5E6C7A"/>
              </a:solidFill>
              <a:latin typeface="Arial"/>
              <a:ea typeface="맑은 고딕"/>
              <a:cs typeface="Arial"/>
            </a:endParaRPr>
          </a:p>
          <a:p>
            <a:endParaRPr lang="en-US" altLang="ko-KR" sz="1300">
              <a:solidFill>
                <a:srgbClr val="5E6C7A"/>
              </a:solidFill>
              <a:latin typeface="Arial"/>
              <a:ea typeface="맑은 고딕"/>
              <a:cs typeface="Arial"/>
            </a:endParaRPr>
          </a:p>
          <a:p>
            <a:r>
              <a:rPr lang="ko-KR" sz="1300">
                <a:solidFill>
                  <a:srgbClr val="5E6C7A"/>
                </a:solidFill>
                <a:latin typeface="Arial"/>
                <a:ea typeface="맑은 고딕"/>
                <a:cs typeface="Arial"/>
              </a:rPr>
              <a:t>.</a:t>
            </a:r>
            <a:endParaRPr lang="ko-KR">
              <a:ea typeface="맑은 고딕"/>
            </a:endParaRPr>
          </a:p>
          <a:p>
            <a:pPr algn="l"/>
            <a:endParaRPr lang="ko-KR" altLang="en-US">
              <a:ea typeface="맑은 고딕"/>
            </a:endParaRPr>
          </a:p>
        </p:txBody>
      </p:sp>
      <p:graphicFrame>
        <p:nvGraphicFramePr>
          <p:cNvPr id="4" name="표 3">
            <a:extLst>
              <a:ext uri="{FF2B5EF4-FFF2-40B4-BE49-F238E27FC236}">
                <a16:creationId xmlns:a16="http://schemas.microsoft.com/office/drawing/2014/main" id="{8E5DA7A2-28C9-84DE-EE7D-7DB0326D302A}"/>
              </a:ext>
            </a:extLst>
          </p:cNvPr>
          <p:cNvGraphicFramePr>
            <a:graphicFrameLocks noGrp="1"/>
          </p:cNvGraphicFramePr>
          <p:nvPr>
            <p:extLst>
              <p:ext uri="{D42A27DB-BD31-4B8C-83A1-F6EECF244321}">
                <p14:modId xmlns:p14="http://schemas.microsoft.com/office/powerpoint/2010/main" val="2373600542"/>
              </p:ext>
            </p:extLst>
          </p:nvPr>
        </p:nvGraphicFramePr>
        <p:xfrm>
          <a:off x="571500" y="1715135"/>
          <a:ext cx="11049000" cy="2838450"/>
        </p:xfrm>
        <a:graphic>
          <a:graphicData uri="http://schemas.openxmlformats.org/drawingml/2006/table">
            <a:tbl>
              <a:tblPr bandRow="1">
                <a:tableStyleId>{5C22544A-7EE6-4342-B048-85BDC9FD1C3A}</a:tableStyleId>
              </a:tblPr>
              <a:tblGrid>
                <a:gridCol w="762000">
                  <a:extLst>
                    <a:ext uri="{9D8B030D-6E8A-4147-A177-3AD203B41FA5}">
                      <a16:colId xmlns:a16="http://schemas.microsoft.com/office/drawing/2014/main" val="2662727718"/>
                    </a:ext>
                  </a:extLst>
                </a:gridCol>
                <a:gridCol w="3143250">
                  <a:extLst>
                    <a:ext uri="{9D8B030D-6E8A-4147-A177-3AD203B41FA5}">
                      <a16:colId xmlns:a16="http://schemas.microsoft.com/office/drawing/2014/main" val="2542322759"/>
                    </a:ext>
                  </a:extLst>
                </a:gridCol>
                <a:gridCol w="571500">
                  <a:extLst>
                    <a:ext uri="{9D8B030D-6E8A-4147-A177-3AD203B41FA5}">
                      <a16:colId xmlns:a16="http://schemas.microsoft.com/office/drawing/2014/main" val="635078598"/>
                    </a:ext>
                  </a:extLst>
                </a:gridCol>
                <a:gridCol w="6572250">
                  <a:extLst>
                    <a:ext uri="{9D8B030D-6E8A-4147-A177-3AD203B41FA5}">
                      <a16:colId xmlns:a16="http://schemas.microsoft.com/office/drawing/2014/main" val="3971105666"/>
                    </a:ext>
                  </a:extLst>
                </a:gridCol>
              </a:tblGrid>
              <a:tr h="323850">
                <a:tc>
                  <a:txBody>
                    <a:bodyPr/>
                    <a:lstStyle/>
                    <a:p>
                      <a:pPr algn="l">
                        <a:buNone/>
                      </a:pPr>
                      <a:r>
                        <a:rPr lang="ko-KR" sz="1200" b="1">
                          <a:solidFill>
                            <a:srgbClr val="144772"/>
                          </a:solidFill>
                          <a:effectLst/>
                          <a:latin typeface="Arial" panose="020B0604020202020204" pitchFamily="34" charset="0"/>
                          <a:ea typeface="Arial" panose="020B0604020202020204" pitchFamily="34" charset="0"/>
                        </a:rPr>
                        <a:t>ID</a:t>
                      </a:r>
                      <a:endParaRPr lang="ko-KR" sz="1200" b="1">
                        <a:solidFill>
                          <a:srgbClr val="144772"/>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DDECF2"/>
                    </a:solidFill>
                  </a:tcPr>
                </a:tc>
                <a:tc>
                  <a:txBody>
                    <a:bodyPr/>
                    <a:lstStyle/>
                    <a:p>
                      <a:pPr algn="l">
                        <a:buNone/>
                      </a:pPr>
                      <a:r>
                        <a:rPr lang="ko-KR" sz="1200" b="1">
                          <a:solidFill>
                            <a:srgbClr val="144772"/>
                          </a:solidFill>
                          <a:effectLst/>
                          <a:latin typeface="Arial" panose="020B0604020202020204" pitchFamily="34" charset="0"/>
                          <a:ea typeface="Arial" panose="020B0604020202020204" pitchFamily="34" charset="0"/>
                        </a:rPr>
                        <a:t>Capability</a:t>
                      </a:r>
                      <a:endParaRPr lang="ko-KR" sz="1200" b="1">
                        <a:solidFill>
                          <a:srgbClr val="144772"/>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DDECF2"/>
                    </a:solidFill>
                  </a:tcPr>
                </a:tc>
                <a:tc>
                  <a:txBody>
                    <a:bodyPr/>
                    <a:lstStyle/>
                    <a:p>
                      <a:pPr algn="l">
                        <a:buNone/>
                      </a:pPr>
                      <a:r>
                        <a:rPr lang="ko-KR" sz="1200" b="1">
                          <a:solidFill>
                            <a:srgbClr val="144772"/>
                          </a:solidFill>
                          <a:effectLst/>
                          <a:latin typeface="Arial" panose="020B0604020202020204" pitchFamily="34" charset="0"/>
                          <a:ea typeface="Arial" panose="020B0604020202020204" pitchFamily="34" charset="0"/>
                        </a:rPr>
                        <a:t>Flag</a:t>
                      </a:r>
                      <a:endParaRPr lang="ko-KR" sz="1200" b="1">
                        <a:solidFill>
                          <a:srgbClr val="144772"/>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DDECF2"/>
                    </a:solidFill>
                  </a:tcPr>
                </a:tc>
                <a:tc>
                  <a:txBody>
                    <a:bodyPr/>
                    <a:lstStyle/>
                    <a:p>
                      <a:pPr algn="l">
                        <a:buNone/>
                      </a:pPr>
                      <a:r>
                        <a:rPr lang="ko-KR" sz="1200" b="1">
                          <a:solidFill>
                            <a:srgbClr val="144772"/>
                          </a:solidFill>
                          <a:effectLst/>
                          <a:latin typeface="Arial" panose="020B0604020202020204" pitchFamily="34" charset="0"/>
                          <a:ea typeface="Arial" panose="020B0604020202020204" pitchFamily="34" charset="0"/>
                        </a:rPr>
                        <a:t>Documented scope and evidence</a:t>
                      </a:r>
                      <a:endParaRPr lang="ko-KR" sz="1200" b="1">
                        <a:solidFill>
                          <a:srgbClr val="144772"/>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DDECF2"/>
                    </a:solidFill>
                  </a:tcPr>
                </a:tc>
                <a:extLst>
                  <a:ext uri="{0D108BD9-81ED-4DB2-BD59-A6C34878D82A}">
                    <a16:rowId xmlns:a16="http://schemas.microsoft.com/office/drawing/2014/main" val="2216053980"/>
                  </a:ext>
                </a:extLst>
              </a:tr>
              <a:tr h="314325">
                <a:tc>
                  <a:txBody>
                    <a:bodyPr/>
                    <a:lstStyle/>
                    <a:p>
                      <a:pPr algn="l">
                        <a:buNone/>
                      </a:pPr>
                      <a:r>
                        <a:rPr lang="ko-KR" sz="1300" b="1">
                          <a:solidFill>
                            <a:srgbClr val="243447"/>
                          </a:solidFill>
                          <a:effectLst/>
                          <a:latin typeface="Arial" panose="020B0604020202020204" pitchFamily="34" charset="0"/>
                          <a:ea typeface="Arial" panose="020B0604020202020204" pitchFamily="34" charset="0"/>
                        </a:rPr>
                        <a:t>D6-01</a:t>
                      </a:r>
                      <a:endParaRPr lang="ko-KR" sz="1300" b="1">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a:solidFill>
                            <a:srgbClr val="243447"/>
                          </a:solidFill>
                          <a:effectLst/>
                          <a:latin typeface="Arial" panose="020B0604020202020204" pitchFamily="34" charset="0"/>
                          <a:ea typeface="Arial" panose="020B0604020202020204" pitchFamily="34" charset="0"/>
                        </a:rPr>
                        <a:t>Security verification / CC for DLP</a:t>
                      </a:r>
                      <a:endParaRPr lang="ko-KR" sz="1300">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b="1">
                          <a:solidFill>
                            <a:srgbClr val="956319"/>
                          </a:solidFill>
                          <a:effectLst/>
                          <a:latin typeface="Arial" panose="020B0604020202020204" pitchFamily="34" charset="0"/>
                          <a:ea typeface="Arial" panose="020B0604020202020204" pitchFamily="34" charset="0"/>
                        </a:rPr>
                        <a:t>◐</a:t>
                      </a:r>
                      <a:endParaRPr lang="ko-KR" sz="1300" b="1">
                        <a:solidFill>
                          <a:srgbClr val="956319"/>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a:solidFill>
                            <a:srgbClr val="243447"/>
                          </a:solidFill>
                          <a:effectLst/>
                          <a:latin typeface="Arial" panose="020B0604020202020204" pitchFamily="34" charset="0"/>
                          <a:ea typeface="Arial" panose="020B0604020202020204" pitchFamily="34" charset="0"/>
                        </a:rPr>
                        <a:t>Privacy-i verification stated. Version / validity need checking. [S1]</a:t>
                      </a:r>
                      <a:endParaRPr lang="ko-KR" sz="1300">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972197236"/>
                  </a:ext>
                </a:extLst>
              </a:tr>
              <a:tr h="314325">
                <a:tc>
                  <a:txBody>
                    <a:bodyPr/>
                    <a:lstStyle/>
                    <a:p>
                      <a:pPr algn="l">
                        <a:buNone/>
                      </a:pPr>
                      <a:r>
                        <a:rPr lang="ko-KR" sz="1300" b="1">
                          <a:solidFill>
                            <a:srgbClr val="243447"/>
                          </a:solidFill>
                          <a:effectLst/>
                          <a:latin typeface="Arial" panose="020B0604020202020204" pitchFamily="34" charset="0"/>
                          <a:ea typeface="Arial" panose="020B0604020202020204" pitchFamily="34" charset="0"/>
                        </a:rPr>
                        <a:t>D6-02</a:t>
                      </a:r>
                      <a:endParaRPr lang="ko-KR" sz="1300" b="1">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a:solidFill>
                            <a:srgbClr val="243447"/>
                          </a:solidFill>
                          <a:effectLst/>
                          <a:latin typeface="Arial" panose="020B0604020202020204" pitchFamily="34" charset="0"/>
                          <a:ea typeface="Arial" panose="020B0604020202020204" pitchFamily="34" charset="0"/>
                        </a:rPr>
                        <a:t>GS certification</a:t>
                      </a:r>
                      <a:endParaRPr lang="ko-KR" sz="1300">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b="1">
                          <a:solidFill>
                            <a:srgbClr val="956319"/>
                          </a:solidFill>
                          <a:effectLst/>
                          <a:latin typeface="Arial" panose="020B0604020202020204" pitchFamily="34" charset="0"/>
                          <a:ea typeface="Arial" panose="020B0604020202020204" pitchFamily="34" charset="0"/>
                        </a:rPr>
                        <a:t>◐</a:t>
                      </a:r>
                      <a:endParaRPr lang="ko-KR" sz="1300" b="1">
                        <a:solidFill>
                          <a:srgbClr val="956319"/>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a:solidFill>
                            <a:srgbClr val="243447"/>
                          </a:solidFill>
                          <a:effectLst/>
                          <a:latin typeface="Arial" panose="020B0604020202020204" pitchFamily="34" charset="0"/>
                          <a:ea typeface="Arial" panose="020B0604020202020204" pitchFamily="34" charset="0"/>
                        </a:rPr>
                        <a:t>Privacy-i GS grade 1 stated. Exact version not shown. [S1]</a:t>
                      </a:r>
                      <a:endParaRPr lang="ko-KR" sz="1300">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3675172745"/>
                  </a:ext>
                </a:extLst>
              </a:tr>
              <a:tr h="314325">
                <a:tc>
                  <a:txBody>
                    <a:bodyPr/>
                    <a:lstStyle/>
                    <a:p>
                      <a:pPr algn="l">
                        <a:buNone/>
                      </a:pPr>
                      <a:r>
                        <a:rPr lang="ko-KR" sz="1300" b="1">
                          <a:solidFill>
                            <a:srgbClr val="243447"/>
                          </a:solidFill>
                          <a:effectLst/>
                          <a:latin typeface="Arial" panose="020B0604020202020204" pitchFamily="34" charset="0"/>
                          <a:ea typeface="Arial" panose="020B0604020202020204" pitchFamily="34" charset="0"/>
                        </a:rPr>
                        <a:t>D6-03</a:t>
                      </a:r>
                      <a:endParaRPr lang="ko-KR" sz="1300" b="1">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a:solidFill>
                            <a:srgbClr val="243447"/>
                          </a:solidFill>
                          <a:effectLst/>
                          <a:latin typeface="Arial" panose="020B0604020202020204" pitchFamily="34" charset="0"/>
                          <a:ea typeface="Arial" panose="020B0604020202020204" pitchFamily="34" charset="0"/>
                        </a:rPr>
                        <a:t>Korean public procurement listing</a:t>
                      </a:r>
                      <a:endParaRPr lang="ko-KR" sz="1300">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b="1">
                          <a:solidFill>
                            <a:srgbClr val="956319"/>
                          </a:solidFill>
                          <a:effectLst/>
                          <a:latin typeface="Arial" panose="020B0604020202020204" pitchFamily="34" charset="0"/>
                          <a:ea typeface="Arial" panose="020B0604020202020204" pitchFamily="34" charset="0"/>
                        </a:rPr>
                        <a:t>◐</a:t>
                      </a:r>
                      <a:endParaRPr lang="ko-KR" sz="1300" b="1">
                        <a:solidFill>
                          <a:srgbClr val="956319"/>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a:solidFill>
                            <a:srgbClr val="243447"/>
                          </a:solidFill>
                          <a:effectLst/>
                          <a:latin typeface="Arial" panose="020B0604020202020204" pitchFamily="34" charset="0"/>
                          <a:ea typeface="Arial" panose="020B0604020202020204" pitchFamily="34" charset="0"/>
                        </a:rPr>
                        <a:t>Mail-i procurement claim. Current listing not checked. [S3]</a:t>
                      </a:r>
                      <a:endParaRPr lang="ko-KR" sz="1300">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753240120"/>
                  </a:ext>
                </a:extLst>
              </a:tr>
              <a:tr h="314325">
                <a:tc>
                  <a:txBody>
                    <a:bodyPr/>
                    <a:lstStyle/>
                    <a:p>
                      <a:pPr algn="l">
                        <a:buNone/>
                      </a:pPr>
                      <a:r>
                        <a:rPr lang="ko-KR" sz="1300" b="1">
                          <a:solidFill>
                            <a:srgbClr val="243447"/>
                          </a:solidFill>
                          <a:effectLst/>
                          <a:latin typeface="Arial" panose="020B0604020202020204" pitchFamily="34" charset="0"/>
                          <a:ea typeface="Arial" panose="020B0604020202020204" pitchFamily="34" charset="0"/>
                        </a:rPr>
                        <a:t>D6-04</a:t>
                      </a:r>
                      <a:endParaRPr lang="ko-KR" sz="1300" b="1">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a:solidFill>
                            <a:srgbClr val="243447"/>
                          </a:solidFill>
                          <a:effectLst/>
                          <a:latin typeface="Arial" panose="020B0604020202020204" pitchFamily="34" charset="0"/>
                          <a:ea typeface="Arial" panose="020B0604020202020204" pitchFamily="34" charset="0"/>
                        </a:rPr>
                        <a:t>N2SF / C-S-O grade support</a:t>
                      </a:r>
                      <a:endParaRPr lang="ko-KR" sz="1300">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b="1">
                          <a:solidFill>
                            <a:srgbClr val="956319"/>
                          </a:solidFill>
                          <a:effectLst/>
                          <a:latin typeface="Arial" panose="020B0604020202020204" pitchFamily="34" charset="0"/>
                          <a:ea typeface="Arial" panose="020B0604020202020204" pitchFamily="34" charset="0"/>
                        </a:rPr>
                        <a:t>◐</a:t>
                      </a:r>
                      <a:endParaRPr lang="ko-KR" sz="1300" b="1">
                        <a:solidFill>
                          <a:srgbClr val="956319"/>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a:solidFill>
                            <a:srgbClr val="243447"/>
                          </a:solidFill>
                          <a:effectLst/>
                          <a:latin typeface="Arial" panose="020B0604020202020204" pitchFamily="34" charset="0"/>
                          <a:ea typeface="Arial" panose="020B0604020202020204" pitchFamily="34" charset="0"/>
                        </a:rPr>
                        <a:t>Vendor N2SF control mapping. C-S-O classifier unverified. [S13]</a:t>
                      </a:r>
                      <a:endParaRPr lang="ko-KR" sz="1300">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728702100"/>
                  </a:ext>
                </a:extLst>
              </a:tr>
              <a:tr h="314325">
                <a:tc>
                  <a:txBody>
                    <a:bodyPr/>
                    <a:lstStyle/>
                    <a:p>
                      <a:pPr algn="l">
                        <a:buNone/>
                      </a:pPr>
                      <a:r>
                        <a:rPr lang="ko-KR" sz="1300" b="1">
                          <a:solidFill>
                            <a:srgbClr val="243447"/>
                          </a:solidFill>
                          <a:effectLst/>
                          <a:latin typeface="Arial" panose="020B0604020202020204" pitchFamily="34" charset="0"/>
                          <a:ea typeface="Arial" panose="020B0604020202020204" pitchFamily="34" charset="0"/>
                        </a:rPr>
                        <a:t>D6-05</a:t>
                      </a:r>
                      <a:endParaRPr lang="ko-KR" sz="1300" b="1">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a:solidFill>
                            <a:srgbClr val="243447"/>
                          </a:solidFill>
                          <a:effectLst/>
                          <a:latin typeface="Arial" panose="020B0604020202020204" pitchFamily="34" charset="0"/>
                          <a:ea typeface="Arial" panose="020B0604020202020204" pitchFamily="34" charset="0"/>
                        </a:rPr>
                        <a:t>ISMS-P control alignment</a:t>
                      </a:r>
                      <a:endParaRPr lang="ko-KR" sz="1300">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b="1">
                          <a:solidFill>
                            <a:srgbClr val="5E6C7A"/>
                          </a:solidFill>
                          <a:effectLst/>
                          <a:latin typeface="Arial" panose="020B0604020202020204" pitchFamily="34" charset="0"/>
                          <a:ea typeface="Arial" panose="020B0604020202020204" pitchFamily="34" charset="0"/>
                        </a:rPr>
                        <a:t>?</a:t>
                      </a:r>
                      <a:endParaRPr lang="ko-KR" sz="1300" b="1">
                        <a:solidFill>
                          <a:srgbClr val="5E6C7A"/>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a:solidFill>
                            <a:srgbClr val="243447"/>
                          </a:solidFill>
                          <a:effectLst/>
                          <a:latin typeface="Arial" panose="020B0604020202020204" pitchFamily="34" charset="0"/>
                          <a:ea typeface="Arial" panose="020B0604020202020204" pitchFamily="34" charset="0"/>
                        </a:rPr>
                        <a:t>Product-specific ISMS-P mapping not verified.</a:t>
                      </a:r>
                      <a:endParaRPr lang="ko-KR" sz="1300">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951101190"/>
                  </a:ext>
                </a:extLst>
              </a:tr>
              <a:tr h="314325">
                <a:tc>
                  <a:txBody>
                    <a:bodyPr/>
                    <a:lstStyle/>
                    <a:p>
                      <a:pPr algn="l">
                        <a:buNone/>
                      </a:pPr>
                      <a:r>
                        <a:rPr lang="ko-KR" sz="1300" b="1">
                          <a:solidFill>
                            <a:srgbClr val="243447"/>
                          </a:solidFill>
                          <a:effectLst/>
                          <a:latin typeface="Arial" panose="020B0604020202020204" pitchFamily="34" charset="0"/>
                          <a:ea typeface="Arial" panose="020B0604020202020204" pitchFamily="34" charset="0"/>
                        </a:rPr>
                        <a:t>D6-06</a:t>
                      </a:r>
                      <a:endParaRPr lang="ko-KR" sz="1300" b="1">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a:solidFill>
                            <a:srgbClr val="243447"/>
                          </a:solidFill>
                          <a:effectLst/>
                          <a:latin typeface="Arial" panose="020B0604020202020204" pitchFamily="34" charset="0"/>
                          <a:ea typeface="Arial" panose="020B0604020202020204" pitchFamily="34" charset="0"/>
                        </a:rPr>
                        <a:t>KCMVP-validated crypto module</a:t>
                      </a:r>
                      <a:endParaRPr lang="ko-KR" sz="1300">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b="1">
                          <a:solidFill>
                            <a:srgbClr val="5E6C7A"/>
                          </a:solidFill>
                          <a:effectLst/>
                          <a:latin typeface="Arial" panose="020B0604020202020204" pitchFamily="34" charset="0"/>
                          <a:ea typeface="Arial" panose="020B0604020202020204" pitchFamily="34" charset="0"/>
                        </a:rPr>
                        <a:t>?</a:t>
                      </a:r>
                      <a:endParaRPr lang="ko-KR" sz="1300" b="1">
                        <a:solidFill>
                          <a:srgbClr val="5E6C7A"/>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a:solidFill>
                            <a:srgbClr val="243447"/>
                          </a:solidFill>
                          <a:effectLst/>
                          <a:latin typeface="Arial" panose="020B0604020202020204" pitchFamily="34" charset="0"/>
                          <a:ea typeface="Arial" panose="020B0604020202020204" pitchFamily="34" charset="0"/>
                        </a:rPr>
                        <a:t>Module name / validation version not verified.</a:t>
                      </a:r>
                      <a:endParaRPr lang="ko-KR" sz="1300">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4166374155"/>
                  </a:ext>
                </a:extLst>
              </a:tr>
              <a:tr h="314325">
                <a:tc>
                  <a:txBody>
                    <a:bodyPr/>
                    <a:lstStyle/>
                    <a:p>
                      <a:pPr algn="l">
                        <a:buNone/>
                      </a:pPr>
                      <a:r>
                        <a:rPr lang="ko-KR" sz="1300" b="1">
                          <a:solidFill>
                            <a:srgbClr val="243447"/>
                          </a:solidFill>
                          <a:effectLst/>
                          <a:latin typeface="Arial" panose="020B0604020202020204" pitchFamily="34" charset="0"/>
                          <a:ea typeface="Arial" panose="020B0604020202020204" pitchFamily="34" charset="0"/>
                        </a:rPr>
                        <a:t>D6-07</a:t>
                      </a:r>
                      <a:endParaRPr lang="ko-KR" sz="1300" b="1">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a:solidFill>
                            <a:srgbClr val="243447"/>
                          </a:solidFill>
                          <a:effectLst/>
                          <a:latin typeface="Arial" panose="020B0604020202020204" pitchFamily="34" charset="0"/>
                          <a:ea typeface="Arial" panose="020B0604020202020204" pitchFamily="34" charset="0"/>
                        </a:rPr>
                        <a:t>Independent analyst recognition</a:t>
                      </a:r>
                      <a:endParaRPr lang="ko-KR" sz="1300">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b="1">
                          <a:solidFill>
                            <a:srgbClr val="956319"/>
                          </a:solidFill>
                          <a:effectLst/>
                          <a:latin typeface="Arial" panose="020B0604020202020204" pitchFamily="34" charset="0"/>
                          <a:ea typeface="Arial" panose="020B0604020202020204" pitchFamily="34" charset="0"/>
                        </a:rPr>
                        <a:t>◐</a:t>
                      </a:r>
                      <a:endParaRPr lang="ko-KR" sz="1300" b="1">
                        <a:solidFill>
                          <a:srgbClr val="956319"/>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a:solidFill>
                            <a:srgbClr val="243447"/>
                          </a:solidFill>
                          <a:effectLst/>
                          <a:latin typeface="Arial" panose="020B0604020202020204" pitchFamily="34" charset="0"/>
                          <a:ea typeface="Arial" panose="020B0604020202020204" pitchFamily="34" charset="0"/>
                        </a:rPr>
                        <a:t>Historical Gartner reference, including 2017. Vendor record only. [S12]</a:t>
                      </a:r>
                      <a:endParaRPr lang="ko-KR" sz="1300">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4069850078"/>
                  </a:ext>
                </a:extLst>
              </a:tr>
              <a:tr h="314325">
                <a:tc>
                  <a:txBody>
                    <a:bodyPr/>
                    <a:lstStyle/>
                    <a:p>
                      <a:pPr algn="l">
                        <a:buNone/>
                      </a:pPr>
                      <a:r>
                        <a:rPr lang="ko-KR" sz="1300" b="1">
                          <a:solidFill>
                            <a:srgbClr val="243447"/>
                          </a:solidFill>
                          <a:effectLst/>
                          <a:latin typeface="Arial" panose="020B0604020202020204" pitchFamily="34" charset="0"/>
                          <a:ea typeface="Arial" panose="020B0604020202020204" pitchFamily="34" charset="0"/>
                        </a:rPr>
                        <a:t>D6-08</a:t>
                      </a:r>
                      <a:endParaRPr lang="ko-KR" sz="1300" b="1">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a:solidFill>
                            <a:srgbClr val="243447"/>
                          </a:solidFill>
                          <a:effectLst/>
                          <a:latin typeface="Arial" panose="020B0604020202020204" pitchFamily="34" charset="0"/>
                          <a:ea typeface="Arial" panose="020B0604020202020204" pitchFamily="34" charset="0"/>
                        </a:rPr>
                        <a:t>Other certification / recognition</a:t>
                      </a:r>
                      <a:endParaRPr lang="ko-KR" sz="1300">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b="1">
                          <a:solidFill>
                            <a:srgbClr val="5E6C7A"/>
                          </a:solidFill>
                          <a:effectLst/>
                          <a:latin typeface="Arial" panose="020B0604020202020204" pitchFamily="34" charset="0"/>
                          <a:ea typeface="Arial" panose="020B0604020202020204" pitchFamily="34" charset="0"/>
                        </a:rPr>
                        <a:t>?</a:t>
                      </a:r>
                      <a:endParaRPr lang="ko-KR" sz="1300" b="1">
                        <a:solidFill>
                          <a:srgbClr val="5E6C7A"/>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a:solidFill>
                            <a:srgbClr val="243447"/>
                          </a:solidFill>
                          <a:effectLst/>
                          <a:latin typeface="Arial" panose="020B0604020202020204" pitchFamily="34" charset="0"/>
                          <a:ea typeface="Arial" panose="020B0604020202020204" pitchFamily="34" charset="0"/>
                        </a:rPr>
                        <a:t>No additional DLP-specific certificate verified.</a:t>
                      </a:r>
                      <a:endParaRPr lang="ko-KR" sz="1300">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3730704136"/>
                  </a:ext>
                </a:extLst>
              </a:tr>
            </a:tbl>
          </a:graphicData>
        </a:graphic>
      </p:graphicFrame>
    </p:spTree>
    <p:extLst>
      <p:ext uri="{BB962C8B-B14F-4D97-AF65-F5344CB8AC3E}">
        <p14:creationId xmlns:p14="http://schemas.microsoft.com/office/powerpoint/2010/main" val="399421612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6E2778-19E7-61E5-7F4C-B4F81A22C810}"/>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3F5A0F6-10B3-F778-4EBF-3F3D3F4E87A9}"/>
              </a:ext>
            </a:extLst>
          </p:cNvPr>
          <p:cNvSpPr>
            <a:spLocks noGrp="1"/>
          </p:cNvSpPr>
          <p:nvPr>
            <p:ph type="sldNum" sz="quarter" idx="4"/>
          </p:nvPr>
        </p:nvSpPr>
        <p:spPr/>
        <p:txBody>
          <a:bodyPr/>
          <a:lstStyle/>
          <a:p>
            <a:fld id="{4EA1E582-E1CC-4474-812F-1657BC5920B7}" type="slidenum">
              <a:rPr lang="ko-KR" altLang="en-US" smtClean="0"/>
              <a:t>20</a:t>
            </a:fld>
            <a:endParaRPr lang="ko-KR" altLang="en-US"/>
          </a:p>
        </p:txBody>
      </p:sp>
      <p:sp>
        <p:nvSpPr>
          <p:cNvPr id="5" name="Text Placeholder 4">
            <a:extLst>
              <a:ext uri="{FF2B5EF4-FFF2-40B4-BE49-F238E27FC236}">
                <a16:creationId xmlns:a16="http://schemas.microsoft.com/office/drawing/2014/main" id="{7965BC14-413C-8FD2-13CA-63B774DB110D}"/>
              </a:ext>
            </a:extLst>
          </p:cNvPr>
          <p:cNvSpPr>
            <a:spLocks noGrp="1"/>
          </p:cNvSpPr>
          <p:nvPr>
            <p:ph type="body" sz="quarter" idx="11"/>
          </p:nvPr>
        </p:nvSpPr>
        <p:spPr>
          <a:xfrm>
            <a:off x="285075" y="4334398"/>
            <a:ext cx="11465393" cy="401637"/>
          </a:xfrm>
        </p:spPr>
        <p:txBody>
          <a:bodyPr lIns="91440" tIns="45720" rIns="91440" bIns="45720" anchor="ctr" anchorCtr="0"/>
          <a:lstStyle/>
          <a:p>
            <a:r>
              <a:rPr lang="en-US">
                <a:ea typeface="KoPub돋움체 Bold"/>
              </a:rPr>
              <a:t>Product portfolio</a:t>
            </a:r>
            <a:endParaRPr lang="ko-KR" altLang="en-US"/>
          </a:p>
          <a:p>
            <a:endParaRPr lang="en-US" altLang="ko-KR"/>
          </a:p>
          <a:p>
            <a:endParaRPr lang="en-US" altLang="ko-KR"/>
          </a:p>
          <a:p>
            <a:endParaRPr lang="en-US" altLang="ko-KR"/>
          </a:p>
          <a:p>
            <a:endParaRPr lang="en-US" altLang="ko-KR"/>
          </a:p>
          <a:p>
            <a:endParaRPr lang="en-US" altLang="ko-KR"/>
          </a:p>
          <a:p>
            <a:endParaRPr lang="en-US" altLang="ko-KR"/>
          </a:p>
          <a:p>
            <a:endParaRPr lang="en-US" altLang="ko-KR"/>
          </a:p>
          <a:p>
            <a:endParaRPr lang="en-US" altLang="ko-KR"/>
          </a:p>
          <a:p>
            <a:endParaRPr lang="en-US" altLang="ko-KR"/>
          </a:p>
          <a:p>
            <a:endParaRPr lang="en-US"/>
          </a:p>
        </p:txBody>
      </p:sp>
      <p:sp>
        <p:nvSpPr>
          <p:cNvPr id="7" name="제목 3">
            <a:extLst>
              <a:ext uri="{FF2B5EF4-FFF2-40B4-BE49-F238E27FC236}">
                <a16:creationId xmlns:a16="http://schemas.microsoft.com/office/drawing/2014/main" id="{B9FA930D-997F-6D19-281F-EC373C0A2F11}"/>
              </a:ext>
            </a:extLst>
          </p:cNvPr>
          <p:cNvSpPr txBox="1">
            <a:spLocks/>
          </p:cNvSpPr>
          <p:nvPr/>
        </p:nvSpPr>
        <p:spPr>
          <a:xfrm>
            <a:off x="286194" y="265704"/>
            <a:ext cx="10666268" cy="464670"/>
          </a:xfrm>
          <a:prstGeom prst="rect">
            <a:avLst/>
          </a:prstGeom>
        </p:spPr>
        <p:txBody>
          <a:bodyPr lIns="91440" tIns="45720" rIns="91440" bIns="45720" anchor="ctr" anchorCtr="0"/>
          <a:lstStyle>
            <a:lvl1pPr algn="l" rtl="0" eaLnBrk="1" fontAlgn="base" latinLnBrk="1" hangingPunct="1">
              <a:spcBef>
                <a:spcPct val="0"/>
              </a:spcBef>
              <a:spcAft>
                <a:spcPct val="0"/>
              </a:spcAft>
              <a:defRPr lang="ko-KR" altLang="en-US" sz="2400" b="1" kern="1200" baseline="0" dirty="0">
                <a:ln>
                  <a:solidFill>
                    <a:schemeClr val="accent1">
                      <a:alpha val="0"/>
                    </a:schemeClr>
                  </a:solidFill>
                </a:ln>
                <a:solidFill>
                  <a:srgbClr val="144772"/>
                </a:solidFill>
                <a:effectLst>
                  <a:glow rad="127000">
                    <a:schemeClr val="bg1"/>
                  </a:glow>
                  <a:outerShdw blurRad="38100" dist="38100" dir="2700000" algn="tl" rotWithShape="0">
                    <a:prstClr val="black">
                      <a:alpha val="40000"/>
                    </a:prstClr>
                  </a:outerShdw>
                </a:effectLst>
                <a:latin typeface="Pretendard Black" panose="02000A03000000020004" pitchFamily="50" charset="-127"/>
                <a:ea typeface="Pretendard Black" panose="02000A03000000020004" pitchFamily="50" charset="-127"/>
                <a:cs typeface="Pretendard Black" panose="02000A03000000020004" pitchFamily="50" charset="-127"/>
              </a:defRPr>
            </a:lvl1pPr>
            <a:lvl2pPr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2pPr>
            <a:lvl3pPr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3pPr>
            <a:lvl4pPr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4pPr>
            <a:lvl5pPr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5pPr>
            <a:lvl6pPr marL="457200"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6pPr>
            <a:lvl7pPr marL="914400"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7pPr>
            <a:lvl8pPr marL="1371600"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8pPr>
            <a:lvl9pPr marL="1828800"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9pPr>
          </a:lstStyle>
          <a:p>
            <a:r>
              <a:rPr lang="ko-KR" altLang="en-US">
                <a:ln>
                  <a:solidFill>
                    <a:srgbClr val="4F81BD">
                      <a:alpha val="0"/>
                    </a:srgbClr>
                  </a:solidFill>
                </a:ln>
                <a:effectLst>
                  <a:glow rad="127000">
                    <a:prstClr val="white"/>
                  </a:glow>
                  <a:outerShdw blurRad="38100" dist="38100" dir="2700000" algn="tl" rotWithShape="0">
                    <a:prstClr val="black">
                      <a:alpha val="40000"/>
                    </a:prstClr>
                  </a:outerShdw>
                </a:effectLst>
                <a:latin typeface="Pretendard Black"/>
                <a:ea typeface="Pretendard Black"/>
              </a:rPr>
              <a:t>파수 (윤석)</a:t>
            </a:r>
            <a:endParaRPr lang="ko-KR" altLang="en-US">
              <a:ln>
                <a:solidFill>
                  <a:srgbClr val="4F81BD">
                    <a:alpha val="0"/>
                  </a:srgbClr>
                </a:solidFill>
              </a:ln>
              <a:effectLst>
                <a:glow rad="127000">
                  <a:prstClr val="white"/>
                </a:glow>
                <a:outerShdw blurRad="38100" dist="38100" dir="2700000" algn="tl" rotWithShape="0">
                  <a:prstClr val="black">
                    <a:alpha val="40000"/>
                  </a:prstClr>
                </a:outerShdw>
              </a:effectLst>
              <a:latin typeface="Pretendard Black"/>
            </a:endParaRPr>
          </a:p>
        </p:txBody>
      </p:sp>
      <p:sp>
        <p:nvSpPr>
          <p:cNvPr id="8" name="TextBox 7">
            <a:extLst>
              <a:ext uri="{FF2B5EF4-FFF2-40B4-BE49-F238E27FC236}">
                <a16:creationId xmlns:a16="http://schemas.microsoft.com/office/drawing/2014/main" id="{DF259901-4754-D8DF-498D-069B264BBBB9}"/>
              </a:ext>
            </a:extLst>
          </p:cNvPr>
          <p:cNvSpPr txBox="1"/>
          <p:nvPr/>
        </p:nvSpPr>
        <p:spPr>
          <a:xfrm>
            <a:off x="487196" y="1288384"/>
            <a:ext cx="10631714" cy="216982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ltLang="ko-KR" sz="1300">
                <a:solidFill>
                  <a:srgbClr val="5E6C7A"/>
                </a:solidFill>
                <a:latin typeface="Arial"/>
                <a:ea typeface="맑은 고딕"/>
                <a:cs typeface="Arial"/>
              </a:rPr>
              <a:t>Persistent</a:t>
            </a:r>
            <a:r>
              <a:rPr lang="ko-KR" altLang="en-US" sz="1300">
                <a:solidFill>
                  <a:srgbClr val="5E6C7A"/>
                </a:solidFill>
                <a:latin typeface="Arial"/>
                <a:ea typeface="맑은 고딕"/>
                <a:cs typeface="Arial"/>
              </a:rPr>
              <a:t> </a:t>
            </a:r>
            <a:r>
              <a:rPr lang="en-US" altLang="ko-KR" sz="1300">
                <a:solidFill>
                  <a:srgbClr val="5E6C7A"/>
                </a:solidFill>
                <a:latin typeface="Arial"/>
                <a:ea typeface="맑은 고딕"/>
                <a:cs typeface="Arial"/>
              </a:rPr>
              <a:t>document</a:t>
            </a:r>
            <a:r>
              <a:rPr lang="ko-KR" altLang="en-US" sz="1300">
                <a:solidFill>
                  <a:srgbClr val="5E6C7A"/>
                </a:solidFill>
                <a:latin typeface="Arial"/>
                <a:ea typeface="맑은 고딕"/>
                <a:cs typeface="Arial"/>
              </a:rPr>
              <a:t> </a:t>
            </a:r>
            <a:r>
              <a:rPr lang="en-US" altLang="ko-KR" sz="1300">
                <a:solidFill>
                  <a:srgbClr val="5E6C7A"/>
                </a:solidFill>
                <a:latin typeface="Arial"/>
                <a:ea typeface="맑은 고딕"/>
                <a:cs typeface="Arial"/>
              </a:rPr>
              <a:t>protection</a:t>
            </a:r>
            <a:r>
              <a:rPr lang="ko-KR" altLang="en-US" sz="1300">
                <a:solidFill>
                  <a:srgbClr val="5E6C7A"/>
                </a:solidFill>
                <a:latin typeface="Arial"/>
                <a:ea typeface="맑은 고딕"/>
                <a:cs typeface="Arial"/>
              </a:rPr>
              <a:t> </a:t>
            </a:r>
            <a:r>
              <a:rPr lang="en-US" altLang="ko-KR" sz="1300">
                <a:solidFill>
                  <a:srgbClr val="5E6C7A"/>
                </a:solidFill>
                <a:latin typeface="Arial"/>
                <a:ea typeface="맑은 고딕"/>
                <a:cs typeface="Arial"/>
              </a:rPr>
              <a:t>connects</a:t>
            </a:r>
            <a:r>
              <a:rPr lang="ko-KR" altLang="en-US" sz="1300">
                <a:solidFill>
                  <a:srgbClr val="5E6C7A"/>
                </a:solidFill>
                <a:latin typeface="Arial"/>
                <a:ea typeface="맑은 고딕"/>
                <a:cs typeface="Arial"/>
              </a:rPr>
              <a:t> </a:t>
            </a:r>
            <a:r>
              <a:rPr lang="en-US" altLang="ko-KR" sz="1300">
                <a:solidFill>
                  <a:srgbClr val="5E6C7A"/>
                </a:solidFill>
                <a:latin typeface="Arial"/>
                <a:ea typeface="맑은 고딕"/>
                <a:cs typeface="Arial"/>
              </a:rPr>
              <a:t>discovery,</a:t>
            </a:r>
            <a:r>
              <a:rPr lang="ko-KR" altLang="en-US" sz="1300">
                <a:solidFill>
                  <a:srgbClr val="5E6C7A"/>
                </a:solidFill>
                <a:latin typeface="Arial"/>
                <a:ea typeface="맑은 고딕"/>
                <a:cs typeface="Arial"/>
              </a:rPr>
              <a:t> </a:t>
            </a:r>
            <a:r>
              <a:rPr lang="en-US" altLang="ko-KR" sz="1300">
                <a:solidFill>
                  <a:srgbClr val="5E6C7A"/>
                </a:solidFill>
                <a:latin typeface="Arial"/>
                <a:ea typeface="맑은 고딕"/>
                <a:cs typeface="Arial"/>
              </a:rPr>
              <a:t>access</a:t>
            </a:r>
            <a:r>
              <a:rPr lang="ko-KR" altLang="en-US" sz="1300">
                <a:solidFill>
                  <a:srgbClr val="5E6C7A"/>
                </a:solidFill>
                <a:latin typeface="Arial"/>
                <a:ea typeface="맑은 고딕"/>
                <a:cs typeface="Arial"/>
              </a:rPr>
              <a:t> </a:t>
            </a:r>
            <a:r>
              <a:rPr lang="en-US" altLang="ko-KR" sz="1300">
                <a:solidFill>
                  <a:srgbClr val="5E6C7A"/>
                </a:solidFill>
                <a:latin typeface="Arial"/>
                <a:ea typeface="맑은 고딕"/>
                <a:cs typeface="Arial"/>
              </a:rPr>
              <a:t>rights</a:t>
            </a:r>
            <a:r>
              <a:rPr lang="ko-KR" altLang="en-US" sz="1300">
                <a:solidFill>
                  <a:srgbClr val="5E6C7A"/>
                </a:solidFill>
                <a:latin typeface="Arial"/>
                <a:ea typeface="맑은 고딕"/>
                <a:cs typeface="Arial"/>
              </a:rPr>
              <a:t> </a:t>
            </a:r>
            <a:r>
              <a:rPr lang="en-US" altLang="ko-KR" sz="1300">
                <a:solidFill>
                  <a:srgbClr val="5E6C7A"/>
                </a:solidFill>
                <a:latin typeface="Arial"/>
                <a:ea typeface="맑은 고딕"/>
                <a:cs typeface="Arial"/>
              </a:rPr>
              <a:t>and</a:t>
            </a:r>
            <a:r>
              <a:rPr lang="ko-KR" sz="1300">
                <a:solidFill>
                  <a:srgbClr val="5E6C7A"/>
                </a:solidFill>
                <a:latin typeface="Arial"/>
                <a:ea typeface="맑은 고딕"/>
                <a:cs typeface="Arial"/>
              </a:rPr>
              <a:t> </a:t>
            </a:r>
            <a:r>
              <a:rPr lang="en-US" altLang="ko-KR" sz="1300">
                <a:solidFill>
                  <a:srgbClr val="5E6C7A"/>
                </a:solidFill>
                <a:latin typeface="Arial"/>
                <a:ea typeface="맑은 고딕"/>
                <a:cs typeface="Arial"/>
              </a:rPr>
              <a:t>AI-specific</a:t>
            </a:r>
            <a:r>
              <a:rPr lang="ko-KR" altLang="en-US" sz="1300">
                <a:solidFill>
                  <a:srgbClr val="5E6C7A"/>
                </a:solidFill>
                <a:latin typeface="Arial"/>
                <a:ea typeface="맑은 고딕"/>
                <a:cs typeface="Arial"/>
              </a:rPr>
              <a:t> </a:t>
            </a:r>
            <a:r>
              <a:rPr lang="en-US" altLang="ko-KR" sz="1300">
                <a:solidFill>
                  <a:srgbClr val="5E6C7A"/>
                </a:solidFill>
                <a:latin typeface="Arial"/>
                <a:ea typeface="맑은 고딕"/>
                <a:cs typeface="Arial"/>
              </a:rPr>
              <a:t>controls.</a:t>
            </a:r>
            <a:endParaRPr lang="ko-KR" altLang="en-US"/>
          </a:p>
          <a:p>
            <a:endParaRPr lang="en-US" altLang="ko-KR" sz="1300">
              <a:solidFill>
                <a:srgbClr val="5E6C7A"/>
              </a:solidFill>
              <a:latin typeface="Arial"/>
              <a:ea typeface="맑은 고딕"/>
              <a:cs typeface="Arial"/>
            </a:endParaRPr>
          </a:p>
          <a:p>
            <a:r>
              <a:rPr lang="en-US" altLang="ko-KR" sz="1300">
                <a:solidFill>
                  <a:srgbClr val="5E6C7A"/>
                </a:solidFill>
                <a:latin typeface="Arial"/>
                <a:ea typeface="맑은 고딕"/>
                <a:cs typeface="Arial"/>
              </a:rPr>
              <a:t>.</a:t>
            </a:r>
            <a:endParaRPr lang="ko-KR" altLang="en-US">
              <a:solidFill>
                <a:srgbClr val="000000"/>
              </a:solidFill>
              <a:latin typeface="맑은 고딕"/>
              <a:ea typeface="맑은 고딕"/>
              <a:cs typeface="Arial"/>
            </a:endParaRPr>
          </a:p>
          <a:p>
            <a:endParaRPr lang="en-US" altLang="ko-KR" sz="1300">
              <a:solidFill>
                <a:srgbClr val="5E6C7A"/>
              </a:solidFill>
              <a:latin typeface="Arial"/>
              <a:ea typeface="맑은 고딕"/>
              <a:cs typeface="Arial"/>
            </a:endParaRPr>
          </a:p>
          <a:p>
            <a:endParaRPr lang="en-US" altLang="ko-KR" sz="1300">
              <a:solidFill>
                <a:srgbClr val="5E6C7A"/>
              </a:solidFill>
              <a:latin typeface="Arial"/>
              <a:ea typeface="맑은 고딕"/>
              <a:cs typeface="Arial"/>
            </a:endParaRPr>
          </a:p>
          <a:p>
            <a:endParaRPr lang="en-US" altLang="ko-KR" sz="1300">
              <a:solidFill>
                <a:srgbClr val="5E6C7A"/>
              </a:solidFill>
              <a:latin typeface="Arial"/>
              <a:ea typeface="맑은 고딕"/>
              <a:cs typeface="Arial"/>
            </a:endParaRPr>
          </a:p>
          <a:p>
            <a:endParaRPr lang="en-US" altLang="ko-KR" sz="1300">
              <a:solidFill>
                <a:srgbClr val="5E6C7A"/>
              </a:solidFill>
              <a:latin typeface="Arial"/>
              <a:ea typeface="맑은 고딕"/>
              <a:cs typeface="Arial"/>
            </a:endParaRPr>
          </a:p>
          <a:p>
            <a:endParaRPr lang="en-US" altLang="ko-KR" sz="1300">
              <a:solidFill>
                <a:srgbClr val="5E6C7A"/>
              </a:solidFill>
              <a:latin typeface="Arial"/>
              <a:ea typeface="맑은 고딕"/>
              <a:cs typeface="Arial"/>
            </a:endParaRPr>
          </a:p>
          <a:p>
            <a:r>
              <a:rPr lang="ko-KR" sz="1300">
                <a:solidFill>
                  <a:srgbClr val="5E6C7A"/>
                </a:solidFill>
                <a:latin typeface="Arial"/>
                <a:ea typeface="맑은 고딕"/>
                <a:cs typeface="Arial"/>
              </a:rPr>
              <a:t>.</a:t>
            </a:r>
            <a:endParaRPr lang="ko-KR">
              <a:ea typeface="맑은 고딕"/>
            </a:endParaRPr>
          </a:p>
          <a:p>
            <a:pPr algn="l"/>
            <a:endParaRPr lang="ko-KR" altLang="en-US">
              <a:ea typeface="맑은 고딕"/>
            </a:endParaRPr>
          </a:p>
        </p:txBody>
      </p:sp>
      <p:sp>
        <p:nvSpPr>
          <p:cNvPr id="12" name="TextBox 11">
            <a:extLst>
              <a:ext uri="{FF2B5EF4-FFF2-40B4-BE49-F238E27FC236}">
                <a16:creationId xmlns:a16="http://schemas.microsoft.com/office/drawing/2014/main" id="{4F28AC88-7815-7784-050B-5E1CBE9348DC}"/>
              </a:ext>
            </a:extLst>
          </p:cNvPr>
          <p:cNvSpPr txBox="1"/>
          <p:nvPr/>
        </p:nvSpPr>
        <p:spPr>
          <a:xfrm>
            <a:off x="487195" y="5758784"/>
            <a:ext cx="11058434" cy="258532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ltLang="ko-KR" sz="1500" b="1">
                <a:solidFill>
                  <a:srgbClr val="136F73"/>
                </a:solidFill>
                <a:latin typeface="Arial"/>
                <a:ea typeface="맑은 고딕"/>
                <a:cs typeface="Arial"/>
              </a:rPr>
              <a:t>Design</a:t>
            </a:r>
            <a:r>
              <a:rPr lang="ko-KR" altLang="en-US" sz="1500" b="1">
                <a:solidFill>
                  <a:srgbClr val="136F73"/>
                </a:solidFill>
                <a:latin typeface="Arial"/>
                <a:ea typeface="맑은 고딕"/>
                <a:cs typeface="Arial"/>
              </a:rPr>
              <a:t> </a:t>
            </a:r>
            <a:r>
              <a:rPr lang="en-US" altLang="ko-KR" sz="1500" b="1">
                <a:solidFill>
                  <a:srgbClr val="136F73"/>
                </a:solidFill>
                <a:latin typeface="Arial"/>
                <a:ea typeface="맑은 고딕"/>
                <a:cs typeface="Arial"/>
              </a:rPr>
              <a:t>implication:</a:t>
            </a:r>
            <a:r>
              <a:rPr lang="ko-KR" altLang="en-US" sz="1500" b="1">
                <a:solidFill>
                  <a:srgbClr val="136F73"/>
                </a:solidFill>
                <a:latin typeface="Arial"/>
                <a:ea typeface="맑은 고딕"/>
                <a:cs typeface="Arial"/>
              </a:rPr>
              <a:t> </a:t>
            </a:r>
            <a:r>
              <a:rPr lang="en-US" altLang="ko-KR" sz="1500" b="1">
                <a:solidFill>
                  <a:srgbClr val="136F73"/>
                </a:solidFill>
                <a:latin typeface="Arial"/>
                <a:ea typeface="맑은 고딕"/>
                <a:cs typeface="Arial"/>
              </a:rPr>
              <a:t>attach</a:t>
            </a:r>
            <a:r>
              <a:rPr lang="ko-KR" altLang="en-US" sz="1500" b="1">
                <a:solidFill>
                  <a:srgbClr val="136F73"/>
                </a:solidFill>
                <a:latin typeface="Arial"/>
                <a:ea typeface="맑은 고딕"/>
                <a:cs typeface="Arial"/>
              </a:rPr>
              <a:t> </a:t>
            </a:r>
            <a:r>
              <a:rPr lang="en-US" altLang="ko-KR" sz="1500" b="1">
                <a:solidFill>
                  <a:srgbClr val="136F73"/>
                </a:solidFill>
                <a:latin typeface="Arial"/>
                <a:ea typeface="맑은 고딕"/>
                <a:cs typeface="Arial"/>
              </a:rPr>
              <a:t>policy</a:t>
            </a:r>
            <a:r>
              <a:rPr lang="ko-KR" altLang="en-US" sz="1500" b="1">
                <a:solidFill>
                  <a:srgbClr val="136F73"/>
                </a:solidFill>
                <a:latin typeface="Arial"/>
                <a:ea typeface="맑은 고딕"/>
                <a:cs typeface="Arial"/>
              </a:rPr>
              <a:t> </a:t>
            </a:r>
            <a:r>
              <a:rPr lang="en-US" altLang="ko-KR" sz="1500" b="1">
                <a:solidFill>
                  <a:srgbClr val="136F73"/>
                </a:solidFill>
                <a:latin typeface="Arial"/>
                <a:ea typeface="맑은 고딕"/>
                <a:cs typeface="Arial"/>
              </a:rPr>
              <a:t>to</a:t>
            </a:r>
            <a:r>
              <a:rPr lang="ko-KR" altLang="en-US" sz="1500" b="1">
                <a:solidFill>
                  <a:srgbClr val="136F73"/>
                </a:solidFill>
                <a:latin typeface="Arial"/>
                <a:ea typeface="맑은 고딕"/>
                <a:cs typeface="Arial"/>
              </a:rPr>
              <a:t> </a:t>
            </a:r>
            <a:r>
              <a:rPr lang="en-US" altLang="ko-KR" sz="1500" b="1">
                <a:solidFill>
                  <a:srgbClr val="136F73"/>
                </a:solidFill>
                <a:latin typeface="Arial"/>
                <a:ea typeface="맑은 고딕"/>
                <a:cs typeface="Arial"/>
              </a:rPr>
              <a:t>the</a:t>
            </a:r>
            <a:r>
              <a:rPr lang="ko-KR" altLang="en-US" sz="1500" b="1">
                <a:solidFill>
                  <a:srgbClr val="136F73"/>
                </a:solidFill>
                <a:latin typeface="Arial"/>
                <a:ea typeface="맑은 고딕"/>
                <a:cs typeface="Arial"/>
              </a:rPr>
              <a:t> </a:t>
            </a:r>
            <a:r>
              <a:rPr lang="en-US" altLang="ko-KR" sz="1500" b="1">
                <a:solidFill>
                  <a:srgbClr val="136F73"/>
                </a:solidFill>
                <a:latin typeface="Arial"/>
                <a:ea typeface="맑은 고딕"/>
                <a:cs typeface="Arial"/>
              </a:rPr>
              <a:t>data</a:t>
            </a:r>
            <a:r>
              <a:rPr lang="ko-KR" altLang="en-US" sz="1500" b="1">
                <a:solidFill>
                  <a:srgbClr val="136F73"/>
                </a:solidFill>
                <a:latin typeface="Arial"/>
                <a:ea typeface="맑은 고딕"/>
                <a:cs typeface="Arial"/>
              </a:rPr>
              <a:t> </a:t>
            </a:r>
            <a:r>
              <a:rPr lang="en-US" altLang="ko-KR" sz="1500" b="1">
                <a:solidFill>
                  <a:srgbClr val="136F73"/>
                </a:solidFill>
                <a:latin typeface="Arial"/>
                <a:ea typeface="맑은 고딕"/>
                <a:cs typeface="Arial"/>
              </a:rPr>
              <a:t>and</a:t>
            </a:r>
            <a:r>
              <a:rPr lang="ko-KR" altLang="en-US" sz="1500" b="1">
                <a:solidFill>
                  <a:srgbClr val="136F73"/>
                </a:solidFill>
                <a:latin typeface="Arial"/>
                <a:ea typeface="맑은 고딕"/>
                <a:cs typeface="Arial"/>
              </a:rPr>
              <a:t> </a:t>
            </a:r>
            <a:r>
              <a:rPr lang="en-US" altLang="ko-KR" sz="1500" b="1">
                <a:solidFill>
                  <a:srgbClr val="136F73"/>
                </a:solidFill>
                <a:latin typeface="Arial"/>
                <a:ea typeface="맑은 고딕"/>
                <a:cs typeface="Arial"/>
              </a:rPr>
              <a:t>destination,</a:t>
            </a:r>
            <a:r>
              <a:rPr lang="ko-KR" altLang="en-US" sz="1500" b="1">
                <a:solidFill>
                  <a:srgbClr val="136F73"/>
                </a:solidFill>
                <a:latin typeface="Arial"/>
                <a:ea typeface="맑은 고딕"/>
                <a:cs typeface="Arial"/>
              </a:rPr>
              <a:t> </a:t>
            </a:r>
            <a:r>
              <a:rPr lang="en-US" altLang="ko-KR" sz="1500" b="1">
                <a:solidFill>
                  <a:srgbClr val="136F73"/>
                </a:solidFill>
                <a:latin typeface="Arial"/>
                <a:ea typeface="맑은 고딕"/>
                <a:cs typeface="Arial"/>
              </a:rPr>
              <a:t>then</a:t>
            </a:r>
            <a:r>
              <a:rPr lang="ko-KR" altLang="en-US" sz="1500" b="1">
                <a:solidFill>
                  <a:srgbClr val="136F73"/>
                </a:solidFill>
                <a:latin typeface="Arial"/>
                <a:ea typeface="맑은 고딕"/>
                <a:cs typeface="Arial"/>
              </a:rPr>
              <a:t> </a:t>
            </a:r>
            <a:r>
              <a:rPr lang="en-US" altLang="ko-KR" sz="1500" b="1">
                <a:solidFill>
                  <a:srgbClr val="136F73"/>
                </a:solidFill>
                <a:latin typeface="Arial"/>
                <a:ea typeface="맑은 고딕"/>
                <a:cs typeface="Arial"/>
              </a:rPr>
              <a:t>reuse</a:t>
            </a:r>
            <a:r>
              <a:rPr lang="ko-KR" altLang="en-US" sz="1500" b="1">
                <a:solidFill>
                  <a:srgbClr val="136F73"/>
                </a:solidFill>
                <a:latin typeface="Arial"/>
                <a:ea typeface="맑은 고딕"/>
                <a:cs typeface="Arial"/>
              </a:rPr>
              <a:t> </a:t>
            </a:r>
            <a:r>
              <a:rPr lang="en-US" altLang="ko-KR" sz="1500" b="1">
                <a:solidFill>
                  <a:srgbClr val="136F73"/>
                </a:solidFill>
                <a:latin typeface="Arial"/>
                <a:ea typeface="맑은 고딕"/>
                <a:cs typeface="Arial"/>
              </a:rPr>
              <a:t>it</a:t>
            </a:r>
            <a:r>
              <a:rPr lang="ko-KR" altLang="en-US" sz="1500" b="1">
                <a:solidFill>
                  <a:srgbClr val="136F73"/>
                </a:solidFill>
                <a:latin typeface="Arial"/>
                <a:ea typeface="맑은 고딕"/>
                <a:cs typeface="Arial"/>
              </a:rPr>
              <a:t> </a:t>
            </a:r>
            <a:r>
              <a:rPr lang="en-US" altLang="ko-KR" sz="1500" b="1">
                <a:solidFill>
                  <a:srgbClr val="136F73"/>
                </a:solidFill>
                <a:latin typeface="Arial"/>
                <a:ea typeface="맑은 고딕"/>
                <a:cs typeface="Arial"/>
              </a:rPr>
              <a:t>at</a:t>
            </a:r>
            <a:r>
              <a:rPr lang="ko-KR" altLang="en-US" sz="1500" b="1">
                <a:solidFill>
                  <a:srgbClr val="136F73"/>
                </a:solidFill>
                <a:latin typeface="Arial"/>
                <a:ea typeface="맑은 고딕"/>
                <a:cs typeface="Arial"/>
              </a:rPr>
              <a:t> </a:t>
            </a:r>
            <a:r>
              <a:rPr lang="en-US" altLang="ko-KR" sz="1500" b="1">
                <a:solidFill>
                  <a:srgbClr val="136F73"/>
                </a:solidFill>
                <a:latin typeface="Arial"/>
                <a:ea typeface="맑은 고딕"/>
                <a:cs typeface="Arial"/>
              </a:rPr>
              <a:t>each</a:t>
            </a:r>
            <a:r>
              <a:rPr lang="ko-KR" altLang="en-US" sz="1500" b="1">
                <a:solidFill>
                  <a:srgbClr val="136F73"/>
                </a:solidFill>
                <a:latin typeface="Arial"/>
                <a:ea typeface="맑은 고딕"/>
                <a:cs typeface="Arial"/>
              </a:rPr>
              <a:t> </a:t>
            </a:r>
            <a:r>
              <a:rPr lang="en-US" altLang="ko-KR" sz="1500" b="1">
                <a:solidFill>
                  <a:srgbClr val="136F73"/>
                </a:solidFill>
                <a:latin typeface="Arial"/>
                <a:ea typeface="맑은 고딕"/>
                <a:cs typeface="Arial"/>
              </a:rPr>
              <a:t>supported</a:t>
            </a:r>
            <a:r>
              <a:rPr lang="ko-KR" altLang="en-US" sz="1500" b="1">
                <a:solidFill>
                  <a:srgbClr val="136F73"/>
                </a:solidFill>
                <a:latin typeface="Arial"/>
                <a:ea typeface="맑은 고딕"/>
                <a:cs typeface="Arial"/>
              </a:rPr>
              <a:t> </a:t>
            </a:r>
            <a:r>
              <a:rPr lang="en-US" altLang="ko-KR" sz="1500" b="1">
                <a:solidFill>
                  <a:srgbClr val="136F73"/>
                </a:solidFill>
                <a:latin typeface="Arial"/>
                <a:ea typeface="맑은 고딕"/>
                <a:cs typeface="Arial"/>
              </a:rPr>
              <a:t>enforcement</a:t>
            </a:r>
            <a:r>
              <a:rPr lang="ko-KR" altLang="en-US" sz="1500" b="1">
                <a:solidFill>
                  <a:srgbClr val="136F73"/>
                </a:solidFill>
                <a:latin typeface="Arial"/>
                <a:ea typeface="맑은 고딕"/>
                <a:cs typeface="Arial"/>
              </a:rPr>
              <a:t> </a:t>
            </a:r>
            <a:r>
              <a:rPr lang="en-US" altLang="ko-KR" sz="1500" b="1">
                <a:solidFill>
                  <a:srgbClr val="136F73"/>
                </a:solidFill>
                <a:latin typeface="Arial"/>
                <a:ea typeface="맑은 고딕"/>
                <a:cs typeface="Arial"/>
              </a:rPr>
              <a:t>point.</a:t>
            </a:r>
            <a:endParaRPr lang="ko-KR" altLang="en-US"/>
          </a:p>
          <a:p>
            <a:endParaRPr lang="en-US" sz="1500" b="1">
              <a:solidFill>
                <a:srgbClr val="136F73"/>
              </a:solidFill>
              <a:latin typeface="Arial"/>
              <a:ea typeface="맑은 고딕"/>
              <a:cs typeface="Arial"/>
            </a:endParaRPr>
          </a:p>
          <a:p>
            <a:endParaRPr lang="en-US" sz="1500" b="1">
              <a:solidFill>
                <a:srgbClr val="136F73"/>
              </a:solidFill>
              <a:latin typeface="Arial"/>
              <a:ea typeface="맑은 고딕"/>
              <a:cs typeface="Arial"/>
            </a:endParaRPr>
          </a:p>
          <a:p>
            <a:endParaRPr lang="en-US" sz="1500" b="1">
              <a:solidFill>
                <a:srgbClr val="136F73"/>
              </a:solidFill>
              <a:latin typeface="Arial"/>
              <a:ea typeface="맑은 고딕"/>
              <a:cs typeface="Arial"/>
            </a:endParaRPr>
          </a:p>
          <a:p>
            <a:endParaRPr lang="en-US" altLang="ko-KR" sz="1500" b="1">
              <a:solidFill>
                <a:srgbClr val="136F73"/>
              </a:solidFill>
              <a:latin typeface="Arial"/>
              <a:ea typeface="맑은 고딕"/>
              <a:cs typeface="Arial"/>
            </a:endParaRPr>
          </a:p>
          <a:p>
            <a:endParaRPr lang="en-US" altLang="ko-KR" sz="1500" b="1">
              <a:solidFill>
                <a:srgbClr val="136F73"/>
              </a:solidFill>
              <a:latin typeface="Arial"/>
              <a:ea typeface="맑은 고딕"/>
              <a:cs typeface="Arial"/>
            </a:endParaRPr>
          </a:p>
          <a:p>
            <a:endParaRPr lang="en-US" altLang="ko-KR" sz="1500" b="1">
              <a:solidFill>
                <a:srgbClr val="136F73"/>
              </a:solidFill>
              <a:latin typeface="Arial"/>
              <a:ea typeface="맑은 고딕"/>
              <a:cs typeface="Arial"/>
            </a:endParaRPr>
          </a:p>
          <a:p>
            <a:endParaRPr lang="en-US" altLang="ko-KR" sz="1300">
              <a:solidFill>
                <a:srgbClr val="5E6C7A"/>
              </a:solidFill>
              <a:latin typeface="Arial"/>
              <a:ea typeface="맑은 고딕"/>
              <a:cs typeface="Arial"/>
            </a:endParaRPr>
          </a:p>
          <a:p>
            <a:endParaRPr lang="en-US" altLang="ko-KR" sz="1300">
              <a:solidFill>
                <a:srgbClr val="5E6C7A"/>
              </a:solidFill>
              <a:latin typeface="Arial"/>
              <a:ea typeface="맑은 고딕"/>
              <a:cs typeface="Arial"/>
            </a:endParaRPr>
          </a:p>
          <a:p>
            <a:r>
              <a:rPr lang="ko-KR" sz="1300">
                <a:solidFill>
                  <a:srgbClr val="5E6C7A"/>
                </a:solidFill>
                <a:latin typeface="Arial"/>
                <a:ea typeface="맑은 고딕"/>
                <a:cs typeface="Arial"/>
              </a:rPr>
              <a:t>.</a:t>
            </a:r>
            <a:endParaRPr lang="ko-KR">
              <a:ea typeface="맑은 고딕"/>
            </a:endParaRPr>
          </a:p>
          <a:p>
            <a:pPr algn="l"/>
            <a:endParaRPr lang="ko-KR" altLang="en-US">
              <a:ea typeface="맑은 고딕"/>
            </a:endParaRPr>
          </a:p>
        </p:txBody>
      </p:sp>
      <p:graphicFrame>
        <p:nvGraphicFramePr>
          <p:cNvPr id="6" name="표 5">
            <a:extLst>
              <a:ext uri="{FF2B5EF4-FFF2-40B4-BE49-F238E27FC236}">
                <a16:creationId xmlns:a16="http://schemas.microsoft.com/office/drawing/2014/main" id="{ADB61A38-BA37-3B21-827A-2255AC3C1209}"/>
              </a:ext>
            </a:extLst>
          </p:cNvPr>
          <p:cNvGraphicFramePr>
            <a:graphicFrameLocks noGrp="1"/>
          </p:cNvGraphicFramePr>
          <p:nvPr>
            <p:extLst>
              <p:ext uri="{D42A27DB-BD31-4B8C-83A1-F6EECF244321}">
                <p14:modId xmlns:p14="http://schemas.microsoft.com/office/powerpoint/2010/main" val="3390164635"/>
              </p:ext>
            </p:extLst>
          </p:nvPr>
        </p:nvGraphicFramePr>
        <p:xfrm>
          <a:off x="490220" y="1718627"/>
          <a:ext cx="11049000" cy="3705225"/>
        </p:xfrm>
        <a:graphic>
          <a:graphicData uri="http://schemas.openxmlformats.org/drawingml/2006/table">
            <a:tbl>
              <a:tblPr bandRow="1">
                <a:tableStyleId>{5C22544A-7EE6-4342-B048-85BDC9FD1C3A}</a:tableStyleId>
              </a:tblPr>
              <a:tblGrid>
                <a:gridCol w="2619375">
                  <a:extLst>
                    <a:ext uri="{9D8B030D-6E8A-4147-A177-3AD203B41FA5}">
                      <a16:colId xmlns:a16="http://schemas.microsoft.com/office/drawing/2014/main" val="2109485862"/>
                    </a:ext>
                  </a:extLst>
                </a:gridCol>
                <a:gridCol w="2143125">
                  <a:extLst>
                    <a:ext uri="{9D8B030D-6E8A-4147-A177-3AD203B41FA5}">
                      <a16:colId xmlns:a16="http://schemas.microsoft.com/office/drawing/2014/main" val="1950582977"/>
                    </a:ext>
                  </a:extLst>
                </a:gridCol>
                <a:gridCol w="6286500">
                  <a:extLst>
                    <a:ext uri="{9D8B030D-6E8A-4147-A177-3AD203B41FA5}">
                      <a16:colId xmlns:a16="http://schemas.microsoft.com/office/drawing/2014/main" val="3635946446"/>
                    </a:ext>
                  </a:extLst>
                </a:gridCol>
              </a:tblGrid>
              <a:tr h="371475">
                <a:tc>
                  <a:txBody>
                    <a:bodyPr/>
                    <a:lstStyle/>
                    <a:p>
                      <a:pPr algn="l">
                        <a:buNone/>
                      </a:pPr>
                      <a:r>
                        <a:rPr lang="ko-KR" sz="1300" b="1">
                          <a:solidFill>
                            <a:srgbClr val="144772"/>
                          </a:solidFill>
                          <a:effectLst/>
                          <a:latin typeface="Arial" panose="020B0604020202020204" pitchFamily="34" charset="0"/>
                          <a:ea typeface="Arial" panose="020B0604020202020204" pitchFamily="34" charset="0"/>
                        </a:rPr>
                        <a:t>Product / product set</a:t>
                      </a:r>
                      <a:endParaRPr lang="ko-KR" sz="1300" b="1">
                        <a:solidFill>
                          <a:srgbClr val="144772"/>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DDECF2"/>
                    </a:solidFill>
                  </a:tcPr>
                </a:tc>
                <a:tc>
                  <a:txBody>
                    <a:bodyPr/>
                    <a:lstStyle/>
                    <a:p>
                      <a:pPr algn="l">
                        <a:buNone/>
                      </a:pPr>
                      <a:r>
                        <a:rPr lang="ko-KR" sz="1300" b="1">
                          <a:solidFill>
                            <a:srgbClr val="144772"/>
                          </a:solidFill>
                          <a:effectLst/>
                          <a:latin typeface="Arial" panose="020B0604020202020204" pitchFamily="34" charset="0"/>
                          <a:ea typeface="Arial" panose="020B0604020202020204" pitchFamily="34" charset="0"/>
                        </a:rPr>
                        <a:t>Protection role</a:t>
                      </a:r>
                      <a:endParaRPr lang="ko-KR" sz="1300" b="1">
                        <a:solidFill>
                          <a:srgbClr val="144772"/>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DDECF2"/>
                    </a:solidFill>
                  </a:tcPr>
                </a:tc>
                <a:tc>
                  <a:txBody>
                    <a:bodyPr/>
                    <a:lstStyle/>
                    <a:p>
                      <a:pPr algn="l">
                        <a:buNone/>
                      </a:pPr>
                      <a:r>
                        <a:rPr lang="ko-KR" sz="1300" b="1">
                          <a:solidFill>
                            <a:srgbClr val="144772"/>
                          </a:solidFill>
                          <a:effectLst/>
                          <a:latin typeface="Arial" panose="020B0604020202020204" pitchFamily="34" charset="0"/>
                          <a:ea typeface="Arial" panose="020B0604020202020204" pitchFamily="34" charset="0"/>
                        </a:rPr>
                        <a:t>Documented functions</a:t>
                      </a:r>
                      <a:endParaRPr lang="ko-KR" sz="1300" b="1">
                        <a:solidFill>
                          <a:srgbClr val="144772"/>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DDECF2"/>
                    </a:solidFill>
                  </a:tcPr>
                </a:tc>
                <a:extLst>
                  <a:ext uri="{0D108BD9-81ED-4DB2-BD59-A6C34878D82A}">
                    <a16:rowId xmlns:a16="http://schemas.microsoft.com/office/drawing/2014/main" val="1631978155"/>
                  </a:ext>
                </a:extLst>
              </a:tr>
              <a:tr h="666750">
                <a:tc>
                  <a:txBody>
                    <a:bodyPr/>
                    <a:lstStyle/>
                    <a:p>
                      <a:pPr algn="l">
                        <a:buNone/>
                      </a:pPr>
                      <a:r>
                        <a:rPr lang="ko-KR" sz="1400" b="1">
                          <a:solidFill>
                            <a:srgbClr val="243447"/>
                          </a:solidFill>
                          <a:effectLst/>
                          <a:latin typeface="Arial" panose="020B0604020202020204" pitchFamily="34" charset="0"/>
                          <a:ea typeface="Arial" panose="020B0604020202020204" pitchFamily="34" charset="0"/>
                        </a:rPr>
                        <a:t>FED + FDR</a:t>
                      </a:r>
                      <a:endParaRPr lang="ko-KR" sz="1400" b="1">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400">
                          <a:solidFill>
                            <a:srgbClr val="243447"/>
                          </a:solidFill>
                          <a:effectLst/>
                          <a:latin typeface="Arial" panose="020B0604020202020204" pitchFamily="34" charset="0"/>
                          <a:ea typeface="Arial" panose="020B0604020202020204" pitchFamily="34" charset="0"/>
                        </a:rPr>
                        <a:t>Files and repositories</a:t>
                      </a:r>
                      <a:endParaRPr lang="ko-KR" sz="1400">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400">
                          <a:solidFill>
                            <a:srgbClr val="243447"/>
                          </a:solidFill>
                          <a:effectLst/>
                          <a:latin typeface="Arial" panose="020B0604020202020204" pitchFamily="34" charset="0"/>
                          <a:ea typeface="Arial" panose="020B0604020202020204" pitchFamily="34" charset="0"/>
                        </a:rPr>
                        <a:t>Encryption, usage rights, discovery, classification and remediation. [F1,F2]</a:t>
                      </a:r>
                      <a:endParaRPr lang="ko-KR" sz="1400">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3696540960"/>
                  </a:ext>
                </a:extLst>
              </a:tr>
              <a:tr h="666750">
                <a:tc>
                  <a:txBody>
                    <a:bodyPr/>
                    <a:lstStyle/>
                    <a:p>
                      <a:pPr algn="l">
                        <a:buNone/>
                      </a:pPr>
                      <a:r>
                        <a:rPr lang="ko-KR" sz="1400" b="1">
                          <a:solidFill>
                            <a:srgbClr val="243447"/>
                          </a:solidFill>
                          <a:effectLst/>
                          <a:latin typeface="Arial" panose="020B0604020202020204" pitchFamily="34" charset="0"/>
                          <a:ea typeface="Arial" panose="020B0604020202020204" pitchFamily="34" charset="0"/>
                        </a:rPr>
                        <a:t>FSS / FSP / FSM / FXM</a:t>
                      </a:r>
                      <a:endParaRPr lang="ko-KR" sz="1400" b="1">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400">
                          <a:solidFill>
                            <a:srgbClr val="243447"/>
                          </a:solidFill>
                          <a:effectLst/>
                          <a:latin typeface="Arial" panose="020B0604020202020204" pitchFamily="34" charset="0"/>
                          <a:ea typeface="Arial" panose="020B0604020202020204" pitchFamily="34" charset="0"/>
                        </a:rPr>
                        <a:t>Channels and approvals</a:t>
                      </a:r>
                      <a:endParaRPr lang="ko-KR" sz="1400">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400">
                          <a:solidFill>
                            <a:srgbClr val="243447"/>
                          </a:solidFill>
                          <a:effectLst/>
                          <a:latin typeface="Arial" panose="020B0604020202020204" pitchFamily="34" charset="0"/>
                          <a:ea typeface="Arial" panose="020B0604020202020204" pitchFamily="34" charset="0"/>
                        </a:rPr>
                        <a:t>Screen / print protection, governed email release and exceptions. [F8-F11]</a:t>
                      </a:r>
                      <a:endParaRPr lang="ko-KR" sz="1400">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3531940978"/>
                  </a:ext>
                </a:extLst>
              </a:tr>
              <a:tr h="666750">
                <a:tc>
                  <a:txBody>
                    <a:bodyPr/>
                    <a:lstStyle/>
                    <a:p>
                      <a:pPr algn="l">
                        <a:buNone/>
                      </a:pPr>
                      <a:r>
                        <a:rPr lang="ko-KR" sz="1400" b="1">
                          <a:solidFill>
                            <a:srgbClr val="243447"/>
                          </a:solidFill>
                          <a:effectLst/>
                          <a:latin typeface="Arial" panose="020B0604020202020204" pitchFamily="34" charset="0"/>
                          <a:ea typeface="Arial" panose="020B0604020202020204" pitchFamily="34" charset="0"/>
                        </a:rPr>
                        <a:t>AI-R DLP</a:t>
                      </a:r>
                      <a:endParaRPr lang="ko-KR" sz="1400" b="1">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400">
                          <a:solidFill>
                            <a:srgbClr val="243447"/>
                          </a:solidFill>
                          <a:effectLst/>
                          <a:latin typeface="Arial" panose="020B0604020202020204" pitchFamily="34" charset="0"/>
                          <a:ea typeface="Arial" panose="020B0604020202020204" pitchFamily="34" charset="0"/>
                        </a:rPr>
                        <a:t>GenAI content</a:t>
                      </a:r>
                      <a:endParaRPr lang="ko-KR" sz="1400">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400">
                          <a:solidFill>
                            <a:srgbClr val="243447"/>
                          </a:solidFill>
                          <a:effectLst/>
                          <a:latin typeface="Arial" panose="020B0604020202020204" pitchFamily="34" charset="0"/>
                          <a:ea typeface="Arial" panose="020B0604020202020204" pitchFamily="34" charset="0"/>
                        </a:rPr>
                        <a:t>Pattern and contextual analysis of prompts and uploads. [F3,F17]</a:t>
                      </a:r>
                      <a:endParaRPr lang="ko-KR" sz="1400">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957634673"/>
                  </a:ext>
                </a:extLst>
              </a:tr>
              <a:tr h="666750">
                <a:tc>
                  <a:txBody>
                    <a:bodyPr/>
                    <a:lstStyle/>
                    <a:p>
                      <a:pPr algn="l">
                        <a:buNone/>
                      </a:pPr>
                      <a:r>
                        <a:rPr lang="ko-KR" sz="1400" b="1">
                          <a:solidFill>
                            <a:srgbClr val="243447"/>
                          </a:solidFill>
                          <a:effectLst/>
                          <a:latin typeface="Arial" panose="020B0604020202020204" pitchFamily="34" charset="0"/>
                          <a:ea typeface="Arial" panose="020B0604020202020204" pitchFamily="34" charset="0"/>
                        </a:rPr>
                        <a:t>Endpoint / Bridge / Gateway</a:t>
                      </a:r>
                      <a:endParaRPr lang="ko-KR" sz="1400" b="1">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400">
                          <a:solidFill>
                            <a:srgbClr val="243447"/>
                          </a:solidFill>
                          <a:effectLst/>
                          <a:latin typeface="Arial" panose="020B0604020202020204" pitchFamily="34" charset="0"/>
                          <a:ea typeface="Arial" panose="020B0604020202020204" pitchFamily="34" charset="0"/>
                        </a:rPr>
                        <a:t>AI observation / control</a:t>
                      </a:r>
                      <a:endParaRPr lang="ko-KR" sz="1400">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400">
                          <a:solidFill>
                            <a:srgbClr val="243447"/>
                          </a:solidFill>
                          <a:effectLst/>
                          <a:latin typeface="Arial" panose="020B0604020202020204" pitchFamily="34" charset="0"/>
                          <a:ea typeface="Arial" panose="020B0604020202020204" pitchFamily="34" charset="0"/>
                        </a:rPr>
                        <a:t>PC control, network visibility and LLM API inspection. [F4-F6]</a:t>
                      </a:r>
                      <a:endParaRPr lang="ko-KR" sz="1400">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550103207"/>
                  </a:ext>
                </a:extLst>
              </a:tr>
              <a:tr h="666750">
                <a:tc>
                  <a:txBody>
                    <a:bodyPr/>
                    <a:lstStyle/>
                    <a:p>
                      <a:pPr algn="l">
                        <a:buNone/>
                      </a:pPr>
                      <a:r>
                        <a:rPr lang="ko-KR" sz="1400" b="1">
                          <a:solidFill>
                            <a:srgbClr val="243447"/>
                          </a:solidFill>
                          <a:effectLst/>
                          <a:latin typeface="Arial" panose="020B0604020202020204" pitchFamily="34" charset="0"/>
                          <a:ea typeface="Arial" panose="020B0604020202020204" pitchFamily="34" charset="0"/>
                        </a:rPr>
                        <a:t>AI Radar / Privacy / Cloud</a:t>
                      </a:r>
                      <a:endParaRPr lang="ko-KR" sz="1400" b="1">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400">
                          <a:solidFill>
                            <a:srgbClr val="243447"/>
                          </a:solidFill>
                          <a:effectLst/>
                          <a:latin typeface="Arial" panose="020B0604020202020204" pitchFamily="34" charset="0"/>
                          <a:ea typeface="Arial" panose="020B0604020202020204" pitchFamily="34" charset="0"/>
                        </a:rPr>
                        <a:t>Management and options</a:t>
                      </a:r>
                      <a:endParaRPr lang="ko-KR" sz="1400">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400">
                          <a:solidFill>
                            <a:srgbClr val="243447"/>
                          </a:solidFill>
                          <a:effectLst/>
                          <a:latin typeface="Arial" panose="020B0604020202020204" pitchFamily="34" charset="0"/>
                          <a:ea typeface="Arial" panose="020B0604020202020204" pitchFamily="34" charset="0"/>
                        </a:rPr>
                        <a:t>Central policies, contextual masking and selected cloud modules. [F7,F12,F14]</a:t>
                      </a:r>
                      <a:endParaRPr lang="ko-KR" sz="1400">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082911194"/>
                  </a:ext>
                </a:extLst>
              </a:tr>
            </a:tbl>
          </a:graphicData>
        </a:graphic>
      </p:graphicFrame>
    </p:spTree>
    <p:extLst>
      <p:ext uri="{BB962C8B-B14F-4D97-AF65-F5344CB8AC3E}">
        <p14:creationId xmlns:p14="http://schemas.microsoft.com/office/powerpoint/2010/main" val="310680309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B55CF3-52C8-BBA3-9D67-808E3B4DEAD1}"/>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D3AE2B7-C2C7-FD6C-96D5-44BD36ED43B8}"/>
              </a:ext>
            </a:extLst>
          </p:cNvPr>
          <p:cNvSpPr>
            <a:spLocks noGrp="1"/>
          </p:cNvSpPr>
          <p:nvPr>
            <p:ph type="sldNum" sz="quarter" idx="4"/>
          </p:nvPr>
        </p:nvSpPr>
        <p:spPr/>
        <p:txBody>
          <a:bodyPr/>
          <a:lstStyle/>
          <a:p>
            <a:fld id="{4EA1E582-E1CC-4474-812F-1657BC5920B7}" type="slidenum">
              <a:rPr lang="ko-KR" altLang="en-US" smtClean="0"/>
              <a:t>21</a:t>
            </a:fld>
            <a:endParaRPr lang="ko-KR" altLang="en-US"/>
          </a:p>
        </p:txBody>
      </p:sp>
      <p:sp>
        <p:nvSpPr>
          <p:cNvPr id="5" name="Text Placeholder 4">
            <a:extLst>
              <a:ext uri="{FF2B5EF4-FFF2-40B4-BE49-F238E27FC236}">
                <a16:creationId xmlns:a16="http://schemas.microsoft.com/office/drawing/2014/main" id="{CDA14D6E-8208-7CD8-68C8-77A229DB6800}"/>
              </a:ext>
            </a:extLst>
          </p:cNvPr>
          <p:cNvSpPr>
            <a:spLocks noGrp="1"/>
          </p:cNvSpPr>
          <p:nvPr>
            <p:ph type="body" sz="quarter" idx="11"/>
          </p:nvPr>
        </p:nvSpPr>
        <p:spPr>
          <a:xfrm>
            <a:off x="285075" y="4639198"/>
            <a:ext cx="11465393" cy="401637"/>
          </a:xfrm>
        </p:spPr>
        <p:txBody>
          <a:bodyPr lIns="91440" tIns="45720" rIns="91440" bIns="45720" anchor="ctr" anchorCtr="0"/>
          <a:lstStyle/>
          <a:p>
            <a:r>
              <a:rPr lang="en-US">
                <a:ea typeface="KoPub돋움체 Bold"/>
              </a:rPr>
              <a:t>Document rights and AI disclosure</a:t>
            </a:r>
            <a:endParaRPr lang="ko-KR" altLang="en-US"/>
          </a:p>
          <a:p>
            <a:endParaRPr lang="en-US" altLang="ko-KR"/>
          </a:p>
          <a:p>
            <a:endParaRPr lang="en-US" altLang="ko-KR"/>
          </a:p>
          <a:p>
            <a:endParaRPr lang="en-US" altLang="ko-KR"/>
          </a:p>
          <a:p>
            <a:endParaRPr lang="en-US" altLang="ko-KR"/>
          </a:p>
          <a:p>
            <a:endParaRPr lang="en-US" altLang="ko-KR"/>
          </a:p>
          <a:p>
            <a:endParaRPr lang="en-US" altLang="ko-KR"/>
          </a:p>
          <a:p>
            <a:endParaRPr lang="en-US" altLang="ko-KR"/>
          </a:p>
          <a:p>
            <a:endParaRPr lang="en-US" altLang="ko-KR"/>
          </a:p>
          <a:p>
            <a:endParaRPr lang="en-US" altLang="ko-KR"/>
          </a:p>
          <a:p>
            <a:endParaRPr lang="en-US" altLang="ko-KR"/>
          </a:p>
          <a:p>
            <a:endParaRPr lang="en-US"/>
          </a:p>
        </p:txBody>
      </p:sp>
      <p:sp>
        <p:nvSpPr>
          <p:cNvPr id="7" name="제목 3">
            <a:extLst>
              <a:ext uri="{FF2B5EF4-FFF2-40B4-BE49-F238E27FC236}">
                <a16:creationId xmlns:a16="http://schemas.microsoft.com/office/drawing/2014/main" id="{4890067F-3082-677A-BD27-17A0859D7FAD}"/>
              </a:ext>
            </a:extLst>
          </p:cNvPr>
          <p:cNvSpPr txBox="1">
            <a:spLocks/>
          </p:cNvSpPr>
          <p:nvPr/>
        </p:nvSpPr>
        <p:spPr>
          <a:xfrm>
            <a:off x="286194" y="265704"/>
            <a:ext cx="10666268" cy="464670"/>
          </a:xfrm>
          <a:prstGeom prst="rect">
            <a:avLst/>
          </a:prstGeom>
        </p:spPr>
        <p:txBody>
          <a:bodyPr lIns="91440" tIns="45720" rIns="91440" bIns="45720" anchor="ctr" anchorCtr="0"/>
          <a:lstStyle>
            <a:lvl1pPr algn="l" rtl="0" eaLnBrk="1" fontAlgn="base" latinLnBrk="1" hangingPunct="1">
              <a:spcBef>
                <a:spcPct val="0"/>
              </a:spcBef>
              <a:spcAft>
                <a:spcPct val="0"/>
              </a:spcAft>
              <a:defRPr lang="ko-KR" altLang="en-US" sz="2400" b="1" kern="1200" baseline="0" dirty="0">
                <a:ln>
                  <a:solidFill>
                    <a:schemeClr val="accent1">
                      <a:alpha val="0"/>
                    </a:schemeClr>
                  </a:solidFill>
                </a:ln>
                <a:solidFill>
                  <a:srgbClr val="144772"/>
                </a:solidFill>
                <a:effectLst>
                  <a:glow rad="127000">
                    <a:schemeClr val="bg1"/>
                  </a:glow>
                  <a:outerShdw blurRad="38100" dist="38100" dir="2700000" algn="tl" rotWithShape="0">
                    <a:prstClr val="black">
                      <a:alpha val="40000"/>
                    </a:prstClr>
                  </a:outerShdw>
                </a:effectLst>
                <a:latin typeface="Pretendard Black" panose="02000A03000000020004" pitchFamily="50" charset="-127"/>
                <a:ea typeface="Pretendard Black" panose="02000A03000000020004" pitchFamily="50" charset="-127"/>
                <a:cs typeface="Pretendard Black" panose="02000A03000000020004" pitchFamily="50" charset="-127"/>
              </a:defRPr>
            </a:lvl1pPr>
            <a:lvl2pPr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2pPr>
            <a:lvl3pPr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3pPr>
            <a:lvl4pPr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4pPr>
            <a:lvl5pPr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5pPr>
            <a:lvl6pPr marL="457200"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6pPr>
            <a:lvl7pPr marL="914400"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7pPr>
            <a:lvl8pPr marL="1371600"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8pPr>
            <a:lvl9pPr marL="1828800"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9pPr>
          </a:lstStyle>
          <a:p>
            <a:r>
              <a:rPr lang="ko-KR" altLang="en-US">
                <a:ln>
                  <a:solidFill>
                    <a:srgbClr val="4F81BD">
                      <a:alpha val="0"/>
                    </a:srgbClr>
                  </a:solidFill>
                </a:ln>
                <a:effectLst>
                  <a:glow rad="127000">
                    <a:prstClr val="white"/>
                  </a:glow>
                  <a:outerShdw blurRad="38100" dist="38100" dir="2700000" algn="tl" rotWithShape="0">
                    <a:prstClr val="black">
                      <a:alpha val="40000"/>
                    </a:prstClr>
                  </a:outerShdw>
                </a:effectLst>
                <a:latin typeface="Pretendard Black"/>
                <a:ea typeface="Pretendard Black"/>
              </a:rPr>
              <a:t>파수 (윤석)</a:t>
            </a:r>
            <a:endParaRPr lang="ko-KR" altLang="en-US">
              <a:ln>
                <a:solidFill>
                  <a:srgbClr val="4F81BD">
                    <a:alpha val="0"/>
                  </a:srgbClr>
                </a:solidFill>
              </a:ln>
              <a:effectLst>
                <a:glow rad="127000">
                  <a:prstClr val="white"/>
                </a:glow>
                <a:outerShdw blurRad="38100" dist="38100" dir="2700000" algn="tl" rotWithShape="0">
                  <a:prstClr val="black">
                    <a:alpha val="40000"/>
                  </a:prstClr>
                </a:outerShdw>
              </a:effectLst>
              <a:latin typeface="Pretendard Black"/>
            </a:endParaRPr>
          </a:p>
        </p:txBody>
      </p:sp>
      <p:sp>
        <p:nvSpPr>
          <p:cNvPr id="8" name="TextBox 7">
            <a:extLst>
              <a:ext uri="{FF2B5EF4-FFF2-40B4-BE49-F238E27FC236}">
                <a16:creationId xmlns:a16="http://schemas.microsoft.com/office/drawing/2014/main" id="{31DD2301-9B9B-0635-30A0-4BFAD4447826}"/>
              </a:ext>
            </a:extLst>
          </p:cNvPr>
          <p:cNvSpPr txBox="1"/>
          <p:nvPr/>
        </p:nvSpPr>
        <p:spPr>
          <a:xfrm>
            <a:off x="487196" y="1288384"/>
            <a:ext cx="10631714" cy="236988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ltLang="ko-KR" sz="1300">
                <a:solidFill>
                  <a:srgbClr val="5E6C7A"/>
                </a:solidFill>
                <a:latin typeface="Arial"/>
                <a:ea typeface="맑은 고딕"/>
                <a:cs typeface="Arial"/>
              </a:rPr>
              <a:t>AI</a:t>
            </a:r>
            <a:r>
              <a:rPr lang="ko-KR" altLang="en-US" sz="1300">
                <a:solidFill>
                  <a:srgbClr val="5E6C7A"/>
                </a:solidFill>
                <a:latin typeface="Arial"/>
                <a:ea typeface="맑은 고딕"/>
                <a:cs typeface="Arial"/>
              </a:rPr>
              <a:t> </a:t>
            </a:r>
            <a:r>
              <a:rPr lang="en-US" altLang="ko-KR" sz="1300">
                <a:solidFill>
                  <a:srgbClr val="5E6C7A"/>
                </a:solidFill>
                <a:latin typeface="Arial"/>
                <a:ea typeface="맑은 고딕"/>
                <a:cs typeface="Arial"/>
              </a:rPr>
              <a:t>attachment</a:t>
            </a:r>
            <a:r>
              <a:rPr lang="ko-KR" altLang="en-US" sz="1300">
                <a:solidFill>
                  <a:srgbClr val="5E6C7A"/>
                </a:solidFill>
                <a:latin typeface="Arial"/>
                <a:ea typeface="맑은 고딕"/>
                <a:cs typeface="Arial"/>
              </a:rPr>
              <a:t> </a:t>
            </a:r>
            <a:r>
              <a:rPr lang="en-US" altLang="ko-KR" sz="1300">
                <a:solidFill>
                  <a:srgbClr val="5E6C7A"/>
                </a:solidFill>
                <a:latin typeface="Arial"/>
                <a:ea typeface="맑은 고딕"/>
                <a:cs typeface="Arial"/>
              </a:rPr>
              <a:t>decisions</a:t>
            </a:r>
            <a:r>
              <a:rPr lang="ko-KR" altLang="en-US" sz="1300">
                <a:solidFill>
                  <a:srgbClr val="5E6C7A"/>
                </a:solidFill>
                <a:latin typeface="Arial"/>
                <a:ea typeface="맑은 고딕"/>
                <a:cs typeface="Arial"/>
              </a:rPr>
              <a:t> </a:t>
            </a:r>
            <a:r>
              <a:rPr lang="ko-KR" sz="1300">
                <a:solidFill>
                  <a:srgbClr val="5E6C7A"/>
                </a:solidFill>
                <a:latin typeface="Arial"/>
                <a:ea typeface="맑은 고딕"/>
                <a:cs typeface="Arial"/>
              </a:rPr>
              <a:t>can</a:t>
            </a:r>
            <a:r>
              <a:rPr lang="ko-KR" altLang="en-US" sz="1300">
                <a:solidFill>
                  <a:srgbClr val="5E6C7A"/>
                </a:solidFill>
                <a:latin typeface="Arial"/>
                <a:ea typeface="맑은 고딕"/>
                <a:cs typeface="Arial"/>
              </a:rPr>
              <a:t> </a:t>
            </a:r>
            <a:r>
              <a:rPr lang="en-US" altLang="ko-KR" sz="1300">
                <a:solidFill>
                  <a:srgbClr val="5E6C7A"/>
                </a:solidFill>
                <a:latin typeface="Arial"/>
                <a:ea typeface="맑은 고딕"/>
                <a:cs typeface="Arial"/>
              </a:rPr>
              <a:t>reuse</a:t>
            </a:r>
            <a:r>
              <a:rPr lang="ko-KR" altLang="en-US" sz="1300">
                <a:solidFill>
                  <a:srgbClr val="5E6C7A"/>
                </a:solidFill>
                <a:latin typeface="Arial"/>
                <a:ea typeface="맑은 고딕"/>
                <a:cs typeface="Arial"/>
              </a:rPr>
              <a:t> </a:t>
            </a:r>
            <a:r>
              <a:rPr lang="en-US" altLang="ko-KR" sz="1300">
                <a:solidFill>
                  <a:srgbClr val="5E6C7A"/>
                </a:solidFill>
                <a:latin typeface="Arial"/>
                <a:ea typeface="맑은 고딕"/>
                <a:cs typeface="Arial"/>
              </a:rPr>
              <a:t>a</a:t>
            </a:r>
            <a:r>
              <a:rPr lang="ko-KR" sz="1300">
                <a:solidFill>
                  <a:srgbClr val="5E6C7A"/>
                </a:solidFill>
                <a:latin typeface="Arial"/>
                <a:ea typeface="맑은 고딕"/>
                <a:cs typeface="Arial"/>
              </a:rPr>
              <a:t> </a:t>
            </a:r>
            <a:r>
              <a:rPr lang="en-US" altLang="ko-KR" sz="1300">
                <a:solidFill>
                  <a:srgbClr val="5E6C7A"/>
                </a:solidFill>
                <a:latin typeface="Arial"/>
                <a:ea typeface="맑은 고딕"/>
                <a:cs typeface="Arial"/>
              </a:rPr>
              <a:t>document’s</a:t>
            </a:r>
            <a:r>
              <a:rPr lang="ko-KR" sz="1300">
                <a:solidFill>
                  <a:srgbClr val="5E6C7A"/>
                </a:solidFill>
                <a:latin typeface="Arial"/>
                <a:ea typeface="맑은 고딕"/>
                <a:cs typeface="Arial"/>
              </a:rPr>
              <a:t> classification</a:t>
            </a:r>
            <a:r>
              <a:rPr lang="ko-KR" altLang="en-US" sz="1300">
                <a:solidFill>
                  <a:srgbClr val="5E6C7A"/>
                </a:solidFill>
                <a:latin typeface="Arial"/>
                <a:ea typeface="맑은 고딕"/>
                <a:cs typeface="Arial"/>
              </a:rPr>
              <a:t> </a:t>
            </a:r>
            <a:r>
              <a:rPr lang="en-US" altLang="ko-KR" sz="1300">
                <a:solidFill>
                  <a:srgbClr val="5E6C7A"/>
                </a:solidFill>
                <a:latin typeface="Arial"/>
                <a:ea typeface="맑은 고딕"/>
                <a:cs typeface="Arial"/>
              </a:rPr>
              <a:t>and</a:t>
            </a:r>
            <a:r>
              <a:rPr lang="ko-KR" altLang="en-US" sz="1300">
                <a:solidFill>
                  <a:srgbClr val="5E6C7A"/>
                </a:solidFill>
                <a:latin typeface="Arial"/>
                <a:ea typeface="맑은 고딕"/>
                <a:cs typeface="Arial"/>
              </a:rPr>
              <a:t> </a:t>
            </a:r>
            <a:r>
              <a:rPr lang="en-US" altLang="ko-KR" sz="1300">
                <a:solidFill>
                  <a:srgbClr val="5E6C7A"/>
                </a:solidFill>
                <a:latin typeface="Arial"/>
                <a:ea typeface="맑은 고딕"/>
                <a:cs typeface="Arial"/>
              </a:rPr>
              <a:t>access</a:t>
            </a:r>
            <a:r>
              <a:rPr lang="ko-KR" sz="1300">
                <a:solidFill>
                  <a:srgbClr val="5E6C7A"/>
                </a:solidFill>
                <a:latin typeface="Arial"/>
                <a:ea typeface="맑은 고딕"/>
                <a:cs typeface="Arial"/>
              </a:rPr>
              <a:t> </a:t>
            </a:r>
            <a:r>
              <a:rPr lang="en-US" altLang="ko-KR" sz="1300">
                <a:solidFill>
                  <a:srgbClr val="5E6C7A"/>
                </a:solidFill>
                <a:latin typeface="Arial"/>
                <a:ea typeface="맑은 고딕"/>
                <a:cs typeface="Arial"/>
              </a:rPr>
              <a:t>rights.</a:t>
            </a:r>
            <a:r>
              <a:rPr lang="ko-KR" altLang="en-US" sz="1300">
                <a:solidFill>
                  <a:srgbClr val="5E6C7A"/>
                </a:solidFill>
                <a:latin typeface="Arial"/>
                <a:ea typeface="맑은 고딕"/>
                <a:cs typeface="Arial"/>
              </a:rPr>
              <a:t> </a:t>
            </a:r>
            <a:r>
              <a:rPr lang="en-US" altLang="ko-KR" sz="1300">
                <a:solidFill>
                  <a:srgbClr val="5E6C7A"/>
                </a:solidFill>
                <a:latin typeface="Arial"/>
                <a:ea typeface="맑은 고딕"/>
                <a:cs typeface="Arial"/>
              </a:rPr>
              <a:t>[F4]</a:t>
            </a:r>
            <a:endParaRPr lang="ko-KR" altLang="en-US"/>
          </a:p>
          <a:p>
            <a:endParaRPr lang="en-US" altLang="ko-KR" sz="1300">
              <a:solidFill>
                <a:srgbClr val="5E6C7A"/>
              </a:solidFill>
              <a:latin typeface="Arial"/>
              <a:ea typeface="맑은 고딕"/>
              <a:cs typeface="Arial"/>
            </a:endParaRPr>
          </a:p>
          <a:p>
            <a:endParaRPr lang="en-US" altLang="ko-KR" sz="1300">
              <a:solidFill>
                <a:srgbClr val="5E6C7A"/>
              </a:solidFill>
              <a:latin typeface="Arial"/>
              <a:ea typeface="맑은 고딕"/>
              <a:cs typeface="Arial"/>
            </a:endParaRPr>
          </a:p>
          <a:p>
            <a:r>
              <a:rPr lang="en-US" altLang="ko-KR" sz="1300">
                <a:solidFill>
                  <a:srgbClr val="5E6C7A"/>
                </a:solidFill>
                <a:latin typeface="Arial"/>
                <a:ea typeface="맑은 고딕"/>
                <a:cs typeface="Arial"/>
              </a:rPr>
              <a:t>.</a:t>
            </a:r>
            <a:endParaRPr lang="ko-KR" altLang="en-US">
              <a:solidFill>
                <a:srgbClr val="000000"/>
              </a:solidFill>
              <a:latin typeface="맑은 고딕"/>
              <a:ea typeface="맑은 고딕"/>
              <a:cs typeface="Arial"/>
            </a:endParaRPr>
          </a:p>
          <a:p>
            <a:endParaRPr lang="en-US" altLang="ko-KR" sz="1300">
              <a:solidFill>
                <a:srgbClr val="5E6C7A"/>
              </a:solidFill>
              <a:latin typeface="Arial"/>
              <a:ea typeface="맑은 고딕"/>
              <a:cs typeface="Arial"/>
            </a:endParaRPr>
          </a:p>
          <a:p>
            <a:endParaRPr lang="en-US" altLang="ko-KR" sz="1300">
              <a:solidFill>
                <a:srgbClr val="5E6C7A"/>
              </a:solidFill>
              <a:latin typeface="Arial"/>
              <a:ea typeface="맑은 고딕"/>
              <a:cs typeface="Arial"/>
            </a:endParaRPr>
          </a:p>
          <a:p>
            <a:endParaRPr lang="en-US" altLang="ko-KR" sz="1300">
              <a:solidFill>
                <a:srgbClr val="5E6C7A"/>
              </a:solidFill>
              <a:latin typeface="Arial"/>
              <a:ea typeface="맑은 고딕"/>
              <a:cs typeface="Arial"/>
            </a:endParaRPr>
          </a:p>
          <a:p>
            <a:endParaRPr lang="en-US" altLang="ko-KR" sz="1300">
              <a:solidFill>
                <a:srgbClr val="5E6C7A"/>
              </a:solidFill>
              <a:latin typeface="Arial"/>
              <a:ea typeface="맑은 고딕"/>
              <a:cs typeface="Arial"/>
            </a:endParaRPr>
          </a:p>
          <a:p>
            <a:endParaRPr lang="en-US" altLang="ko-KR" sz="1300">
              <a:solidFill>
                <a:srgbClr val="5E6C7A"/>
              </a:solidFill>
              <a:latin typeface="Arial"/>
              <a:ea typeface="맑은 고딕"/>
              <a:cs typeface="Arial"/>
            </a:endParaRPr>
          </a:p>
          <a:p>
            <a:r>
              <a:rPr lang="ko-KR" sz="1300">
                <a:solidFill>
                  <a:srgbClr val="5E6C7A"/>
                </a:solidFill>
                <a:latin typeface="Arial"/>
                <a:ea typeface="맑은 고딕"/>
                <a:cs typeface="Arial"/>
              </a:rPr>
              <a:t>.</a:t>
            </a:r>
            <a:endParaRPr lang="ko-KR">
              <a:ea typeface="맑은 고딕"/>
            </a:endParaRPr>
          </a:p>
          <a:p>
            <a:pPr algn="l"/>
            <a:endParaRPr lang="ko-KR" altLang="en-US">
              <a:ea typeface="맑은 고딕"/>
            </a:endParaRPr>
          </a:p>
        </p:txBody>
      </p:sp>
      <p:sp>
        <p:nvSpPr>
          <p:cNvPr id="12" name="TextBox 11">
            <a:extLst>
              <a:ext uri="{FF2B5EF4-FFF2-40B4-BE49-F238E27FC236}">
                <a16:creationId xmlns:a16="http://schemas.microsoft.com/office/drawing/2014/main" id="{D374DA9F-0606-CB9F-6CF1-21306755CB9E}"/>
              </a:ext>
            </a:extLst>
          </p:cNvPr>
          <p:cNvSpPr txBox="1"/>
          <p:nvPr/>
        </p:nvSpPr>
        <p:spPr>
          <a:xfrm>
            <a:off x="487195" y="5616544"/>
            <a:ext cx="11058434" cy="281615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ltLang="ko-KR" sz="1500" b="1">
                <a:solidFill>
                  <a:srgbClr val="136F73"/>
                </a:solidFill>
                <a:latin typeface="Arial"/>
                <a:ea typeface="맑은 고딕"/>
                <a:cs typeface="Arial"/>
              </a:rPr>
              <a:t>Our</a:t>
            </a:r>
            <a:r>
              <a:rPr lang="ko-KR" altLang="en-US" sz="1500" b="1">
                <a:solidFill>
                  <a:srgbClr val="136F73"/>
                </a:solidFill>
                <a:latin typeface="Arial"/>
                <a:ea typeface="맑은 고딕"/>
                <a:cs typeface="Arial"/>
              </a:rPr>
              <a:t> </a:t>
            </a:r>
            <a:r>
              <a:rPr lang="en-US" altLang="ko-KR" sz="1500" b="1">
                <a:solidFill>
                  <a:srgbClr val="136F73"/>
                </a:solidFill>
                <a:latin typeface="Arial"/>
                <a:ea typeface="맑은 고딕"/>
                <a:cs typeface="Arial"/>
              </a:rPr>
              <a:t>direction:</a:t>
            </a:r>
            <a:r>
              <a:rPr lang="ko-KR" sz="1500" b="1">
                <a:solidFill>
                  <a:srgbClr val="136F73"/>
                </a:solidFill>
                <a:latin typeface="Arial"/>
                <a:ea typeface="맑은 고딕"/>
                <a:cs typeface="Arial"/>
              </a:rPr>
              <a:t> </a:t>
            </a:r>
            <a:r>
              <a:rPr lang="en-US" altLang="ko-KR" sz="1500" b="1">
                <a:solidFill>
                  <a:srgbClr val="136F73"/>
                </a:solidFill>
                <a:latin typeface="Arial"/>
                <a:ea typeface="맑은 고딕"/>
                <a:cs typeface="Arial"/>
              </a:rPr>
              <a:t>test</a:t>
            </a:r>
            <a:r>
              <a:rPr lang="ko-KR" altLang="en-US" sz="1500" b="1">
                <a:solidFill>
                  <a:srgbClr val="136F73"/>
                </a:solidFill>
                <a:latin typeface="Arial"/>
                <a:ea typeface="맑은 고딕"/>
                <a:cs typeface="Arial"/>
              </a:rPr>
              <a:t> </a:t>
            </a:r>
            <a:r>
              <a:rPr lang="en-US" altLang="ko-KR" sz="1500" b="1">
                <a:solidFill>
                  <a:srgbClr val="136F73"/>
                </a:solidFill>
                <a:latin typeface="Arial"/>
                <a:ea typeface="맑은 고딕"/>
                <a:cs typeface="Arial"/>
              </a:rPr>
              <a:t>read-allowed</a:t>
            </a:r>
            <a:r>
              <a:rPr lang="ko-KR" altLang="en-US" sz="1500" b="1">
                <a:solidFill>
                  <a:srgbClr val="136F73"/>
                </a:solidFill>
                <a:latin typeface="Arial"/>
                <a:ea typeface="맑은 고딕"/>
                <a:cs typeface="Arial"/>
              </a:rPr>
              <a:t> </a:t>
            </a:r>
            <a:r>
              <a:rPr lang="en-US" altLang="ko-KR" sz="1500" b="1">
                <a:solidFill>
                  <a:srgbClr val="136F73"/>
                </a:solidFill>
                <a:latin typeface="Arial"/>
                <a:ea typeface="맑은 고딕"/>
                <a:cs typeface="Arial"/>
              </a:rPr>
              <a:t>/</a:t>
            </a:r>
            <a:r>
              <a:rPr lang="ko-KR" altLang="en-US" sz="1500" b="1">
                <a:solidFill>
                  <a:srgbClr val="136F73"/>
                </a:solidFill>
                <a:latin typeface="Arial"/>
                <a:ea typeface="맑은 고딕"/>
                <a:cs typeface="Arial"/>
              </a:rPr>
              <a:t> </a:t>
            </a:r>
            <a:r>
              <a:rPr lang="en-US" altLang="ko-KR" sz="1500" b="1">
                <a:solidFill>
                  <a:srgbClr val="136F73"/>
                </a:solidFill>
                <a:latin typeface="Arial"/>
                <a:ea typeface="맑은 고딕"/>
                <a:cs typeface="Arial"/>
              </a:rPr>
              <a:t>export-denied</a:t>
            </a:r>
            <a:r>
              <a:rPr lang="ko-KR" altLang="en-US" sz="1500" b="1">
                <a:solidFill>
                  <a:srgbClr val="136F73"/>
                </a:solidFill>
                <a:latin typeface="Arial"/>
                <a:ea typeface="맑은 고딕"/>
                <a:cs typeface="Arial"/>
              </a:rPr>
              <a:t> </a:t>
            </a:r>
            <a:r>
              <a:rPr lang="ko-KR" sz="1500" b="1">
                <a:solidFill>
                  <a:srgbClr val="136F73"/>
                </a:solidFill>
                <a:latin typeface="Arial"/>
                <a:ea typeface="맑은 고딕"/>
                <a:cs typeface="Arial"/>
              </a:rPr>
              <a:t>cases</a:t>
            </a:r>
            <a:r>
              <a:rPr lang="ko-KR" altLang="en-US" sz="1500" b="1">
                <a:solidFill>
                  <a:srgbClr val="136F73"/>
                </a:solidFill>
                <a:latin typeface="Arial"/>
                <a:ea typeface="맑은 고딕"/>
                <a:cs typeface="Arial"/>
              </a:rPr>
              <a:t> </a:t>
            </a:r>
            <a:r>
              <a:rPr lang="en-US" altLang="ko-KR" sz="1500" b="1">
                <a:solidFill>
                  <a:srgbClr val="136F73"/>
                </a:solidFill>
                <a:latin typeface="Arial"/>
                <a:ea typeface="맑은 고딕"/>
                <a:cs typeface="Arial"/>
              </a:rPr>
              <a:t>and</a:t>
            </a:r>
            <a:r>
              <a:rPr lang="ko-KR" altLang="en-US" sz="1500" b="1">
                <a:solidFill>
                  <a:srgbClr val="136F73"/>
                </a:solidFill>
                <a:latin typeface="Arial"/>
                <a:ea typeface="맑은 고딕"/>
                <a:cs typeface="Arial"/>
              </a:rPr>
              <a:t> </a:t>
            </a:r>
            <a:r>
              <a:rPr lang="ko-KR" sz="1500" b="1">
                <a:solidFill>
                  <a:srgbClr val="136F73"/>
                </a:solidFill>
                <a:latin typeface="Arial"/>
                <a:ea typeface="맑은 고딕"/>
                <a:cs typeface="Arial"/>
              </a:rPr>
              <a:t>preserve</a:t>
            </a:r>
            <a:r>
              <a:rPr lang="ko-KR" altLang="en-US" sz="1500" b="1">
                <a:solidFill>
                  <a:srgbClr val="136F73"/>
                </a:solidFill>
                <a:latin typeface="Arial"/>
                <a:ea typeface="맑은 고딕"/>
                <a:cs typeface="Arial"/>
              </a:rPr>
              <a:t> </a:t>
            </a:r>
            <a:r>
              <a:rPr lang="en-US" altLang="ko-KR" sz="1500" b="1">
                <a:solidFill>
                  <a:srgbClr val="136F73"/>
                </a:solidFill>
                <a:latin typeface="Arial"/>
                <a:ea typeface="맑은 고딕"/>
                <a:cs typeface="Arial"/>
              </a:rPr>
              <a:t>the</a:t>
            </a:r>
            <a:r>
              <a:rPr lang="ko-KR" sz="1500" b="1">
                <a:solidFill>
                  <a:srgbClr val="136F73"/>
                </a:solidFill>
                <a:latin typeface="Arial"/>
                <a:ea typeface="맑은 고딕"/>
                <a:cs typeface="Arial"/>
              </a:rPr>
              <a:t> </a:t>
            </a:r>
            <a:r>
              <a:rPr lang="en-US" altLang="ko-KR" sz="1500" b="1">
                <a:solidFill>
                  <a:srgbClr val="136F73"/>
                </a:solidFill>
                <a:latin typeface="Arial"/>
                <a:ea typeface="맑은 고딕"/>
                <a:cs typeface="Arial"/>
              </a:rPr>
              <a:t>same</a:t>
            </a:r>
            <a:r>
              <a:rPr lang="ko-KR" altLang="en-US" sz="1500" b="1">
                <a:solidFill>
                  <a:srgbClr val="136F73"/>
                </a:solidFill>
                <a:latin typeface="Arial"/>
                <a:ea typeface="맑은 고딕"/>
                <a:cs typeface="Arial"/>
              </a:rPr>
              <a:t> </a:t>
            </a:r>
            <a:r>
              <a:rPr lang="en-US" altLang="ko-KR" sz="1500" b="1">
                <a:solidFill>
                  <a:srgbClr val="136F73"/>
                </a:solidFill>
                <a:latin typeface="Arial"/>
                <a:ea typeface="맑은 고딕"/>
                <a:cs typeface="Arial"/>
              </a:rPr>
              <a:t>decision</a:t>
            </a:r>
            <a:r>
              <a:rPr lang="ko-KR" altLang="en-US" sz="1500" b="1">
                <a:solidFill>
                  <a:srgbClr val="136F73"/>
                </a:solidFill>
                <a:latin typeface="Arial"/>
                <a:ea typeface="맑은 고딕"/>
                <a:cs typeface="Arial"/>
              </a:rPr>
              <a:t> </a:t>
            </a:r>
            <a:r>
              <a:rPr lang="en-US" altLang="ko-KR" sz="1500" b="1">
                <a:solidFill>
                  <a:srgbClr val="136F73"/>
                </a:solidFill>
                <a:latin typeface="Arial"/>
                <a:ea typeface="맑은 고딕"/>
                <a:cs typeface="Arial"/>
              </a:rPr>
              <a:t>across</a:t>
            </a:r>
            <a:r>
              <a:rPr lang="ko-KR" altLang="en-US" sz="1500" b="1">
                <a:solidFill>
                  <a:srgbClr val="136F73"/>
                </a:solidFill>
                <a:latin typeface="Arial"/>
                <a:ea typeface="맑은 고딕"/>
                <a:cs typeface="Arial"/>
              </a:rPr>
              <a:t> </a:t>
            </a:r>
            <a:r>
              <a:rPr lang="en-US" altLang="ko-KR" sz="1500" b="1">
                <a:solidFill>
                  <a:srgbClr val="136F73"/>
                </a:solidFill>
                <a:latin typeface="Arial"/>
                <a:ea typeface="맑은 고딕"/>
                <a:cs typeface="Arial"/>
              </a:rPr>
              <a:t>endpoint</a:t>
            </a:r>
            <a:r>
              <a:rPr lang="ko-KR" altLang="en-US" sz="1500" b="1">
                <a:solidFill>
                  <a:srgbClr val="136F73"/>
                </a:solidFill>
                <a:latin typeface="Arial"/>
                <a:ea typeface="맑은 고딕"/>
                <a:cs typeface="Arial"/>
              </a:rPr>
              <a:t> </a:t>
            </a:r>
            <a:r>
              <a:rPr lang="en-US" altLang="ko-KR" sz="1500" b="1">
                <a:solidFill>
                  <a:srgbClr val="136F73"/>
                </a:solidFill>
                <a:latin typeface="Arial"/>
                <a:ea typeface="맑은 고딕"/>
                <a:cs typeface="Arial"/>
              </a:rPr>
              <a:t>and</a:t>
            </a:r>
            <a:r>
              <a:rPr lang="ko-KR" sz="1500" b="1">
                <a:solidFill>
                  <a:srgbClr val="136F73"/>
                </a:solidFill>
                <a:latin typeface="Arial"/>
                <a:ea typeface="맑은 고딕"/>
                <a:cs typeface="Arial"/>
              </a:rPr>
              <a:t> </a:t>
            </a:r>
            <a:r>
              <a:rPr lang="en-US" altLang="ko-KR" sz="1500" b="1">
                <a:solidFill>
                  <a:srgbClr val="136F73"/>
                </a:solidFill>
                <a:latin typeface="Arial"/>
                <a:ea typeface="맑은 고딕"/>
                <a:cs typeface="Arial"/>
              </a:rPr>
              <a:t>API</a:t>
            </a:r>
            <a:r>
              <a:rPr lang="ko-KR" altLang="en-US" sz="1500" b="1">
                <a:solidFill>
                  <a:srgbClr val="136F73"/>
                </a:solidFill>
                <a:latin typeface="Arial"/>
                <a:ea typeface="맑은 고딕"/>
                <a:cs typeface="Arial"/>
              </a:rPr>
              <a:t> </a:t>
            </a:r>
            <a:r>
              <a:rPr lang="en-US" altLang="ko-KR" sz="1500" b="1">
                <a:solidFill>
                  <a:srgbClr val="136F73"/>
                </a:solidFill>
                <a:latin typeface="Arial"/>
                <a:ea typeface="맑은 고딕"/>
                <a:cs typeface="Arial"/>
              </a:rPr>
              <a:t>paths.</a:t>
            </a:r>
            <a:endParaRPr lang="ko-KR" altLang="en-US"/>
          </a:p>
          <a:p>
            <a:endParaRPr lang="en-US" altLang="ko-KR" sz="1500" b="1">
              <a:solidFill>
                <a:srgbClr val="136F73"/>
              </a:solidFill>
              <a:latin typeface="Arial"/>
              <a:ea typeface="맑은 고딕"/>
              <a:cs typeface="Arial"/>
            </a:endParaRPr>
          </a:p>
          <a:p>
            <a:endParaRPr lang="en-US" sz="1500" b="1">
              <a:solidFill>
                <a:srgbClr val="136F73"/>
              </a:solidFill>
              <a:latin typeface="Arial"/>
              <a:ea typeface="맑은 고딕"/>
              <a:cs typeface="Arial"/>
            </a:endParaRPr>
          </a:p>
          <a:p>
            <a:endParaRPr lang="en-US" sz="1500" b="1">
              <a:solidFill>
                <a:srgbClr val="136F73"/>
              </a:solidFill>
              <a:latin typeface="Arial"/>
              <a:ea typeface="맑은 고딕"/>
              <a:cs typeface="Arial"/>
            </a:endParaRPr>
          </a:p>
          <a:p>
            <a:endParaRPr lang="en-US" sz="1500" b="1">
              <a:solidFill>
                <a:srgbClr val="136F73"/>
              </a:solidFill>
              <a:latin typeface="Arial"/>
              <a:ea typeface="맑은 고딕"/>
              <a:cs typeface="Arial"/>
            </a:endParaRPr>
          </a:p>
          <a:p>
            <a:endParaRPr lang="en-US" altLang="ko-KR" sz="1500" b="1">
              <a:solidFill>
                <a:srgbClr val="136F73"/>
              </a:solidFill>
              <a:latin typeface="Arial"/>
              <a:ea typeface="맑은 고딕"/>
              <a:cs typeface="Arial"/>
            </a:endParaRPr>
          </a:p>
          <a:p>
            <a:endParaRPr lang="en-US" altLang="ko-KR" sz="1500" b="1">
              <a:solidFill>
                <a:srgbClr val="136F73"/>
              </a:solidFill>
              <a:latin typeface="Arial"/>
              <a:ea typeface="맑은 고딕"/>
              <a:cs typeface="Arial"/>
            </a:endParaRPr>
          </a:p>
          <a:p>
            <a:endParaRPr lang="en-US" altLang="ko-KR" sz="1500" b="1">
              <a:solidFill>
                <a:srgbClr val="136F73"/>
              </a:solidFill>
              <a:latin typeface="Arial"/>
              <a:ea typeface="맑은 고딕"/>
              <a:cs typeface="Arial"/>
            </a:endParaRPr>
          </a:p>
          <a:p>
            <a:endParaRPr lang="en-US" altLang="ko-KR" sz="1300">
              <a:solidFill>
                <a:srgbClr val="5E6C7A"/>
              </a:solidFill>
              <a:latin typeface="Arial"/>
              <a:ea typeface="맑은 고딕"/>
              <a:cs typeface="Arial"/>
            </a:endParaRPr>
          </a:p>
          <a:p>
            <a:endParaRPr lang="en-US" altLang="ko-KR" sz="1300">
              <a:solidFill>
                <a:srgbClr val="5E6C7A"/>
              </a:solidFill>
              <a:latin typeface="Arial"/>
              <a:ea typeface="맑은 고딕"/>
              <a:cs typeface="Arial"/>
            </a:endParaRPr>
          </a:p>
          <a:p>
            <a:r>
              <a:rPr lang="ko-KR" sz="1300">
                <a:solidFill>
                  <a:srgbClr val="5E6C7A"/>
                </a:solidFill>
                <a:latin typeface="Arial"/>
                <a:ea typeface="맑은 고딕"/>
                <a:cs typeface="Arial"/>
              </a:rPr>
              <a:t>.</a:t>
            </a:r>
            <a:endParaRPr lang="ko-KR">
              <a:ea typeface="맑은 고딕"/>
            </a:endParaRPr>
          </a:p>
          <a:p>
            <a:pPr algn="l"/>
            <a:endParaRPr lang="ko-KR" altLang="en-US">
              <a:ea typeface="맑은 고딕"/>
            </a:endParaRPr>
          </a:p>
        </p:txBody>
      </p:sp>
      <p:graphicFrame>
        <p:nvGraphicFramePr>
          <p:cNvPr id="4" name="표 3">
            <a:extLst>
              <a:ext uri="{FF2B5EF4-FFF2-40B4-BE49-F238E27FC236}">
                <a16:creationId xmlns:a16="http://schemas.microsoft.com/office/drawing/2014/main" id="{7401E35D-9038-D9DC-2DB0-0FA7905D66C2}"/>
              </a:ext>
            </a:extLst>
          </p:cNvPr>
          <p:cNvGraphicFramePr>
            <a:graphicFrameLocks noGrp="1"/>
          </p:cNvGraphicFramePr>
          <p:nvPr/>
        </p:nvGraphicFramePr>
        <p:xfrm>
          <a:off x="571500" y="1643062"/>
          <a:ext cx="11049000" cy="3571875"/>
        </p:xfrm>
        <a:graphic>
          <a:graphicData uri="http://schemas.openxmlformats.org/drawingml/2006/table">
            <a:tbl>
              <a:tblPr bandRow="1">
                <a:tableStyleId>{5C22544A-7EE6-4342-B048-85BDC9FD1C3A}</a:tableStyleId>
              </a:tblPr>
              <a:tblGrid>
                <a:gridCol w="2714625">
                  <a:extLst>
                    <a:ext uri="{9D8B030D-6E8A-4147-A177-3AD203B41FA5}">
                      <a16:colId xmlns:a16="http://schemas.microsoft.com/office/drawing/2014/main" val="176944252"/>
                    </a:ext>
                  </a:extLst>
                </a:gridCol>
                <a:gridCol w="3381375">
                  <a:extLst>
                    <a:ext uri="{9D8B030D-6E8A-4147-A177-3AD203B41FA5}">
                      <a16:colId xmlns:a16="http://schemas.microsoft.com/office/drawing/2014/main" val="1621170547"/>
                    </a:ext>
                  </a:extLst>
                </a:gridCol>
                <a:gridCol w="4953000">
                  <a:extLst>
                    <a:ext uri="{9D8B030D-6E8A-4147-A177-3AD203B41FA5}">
                      <a16:colId xmlns:a16="http://schemas.microsoft.com/office/drawing/2014/main" val="1536361961"/>
                    </a:ext>
                  </a:extLst>
                </a:gridCol>
              </a:tblGrid>
              <a:tr h="371475">
                <a:tc>
                  <a:txBody>
                    <a:bodyPr/>
                    <a:lstStyle/>
                    <a:p>
                      <a:pPr algn="l">
                        <a:buNone/>
                      </a:pPr>
                      <a:r>
                        <a:rPr lang="ko-KR" sz="1300" b="1">
                          <a:solidFill>
                            <a:srgbClr val="144772"/>
                          </a:solidFill>
                          <a:effectLst/>
                          <a:latin typeface="Arial" panose="020B0604020202020204" pitchFamily="34" charset="0"/>
                          <a:ea typeface="Arial" panose="020B0604020202020204" pitchFamily="34" charset="0"/>
                        </a:rPr>
                        <a:t>Control question</a:t>
                      </a:r>
                      <a:endParaRPr lang="ko-KR" sz="1300" b="1">
                        <a:solidFill>
                          <a:srgbClr val="144772"/>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DDECF2"/>
                    </a:solidFill>
                  </a:tcPr>
                </a:tc>
                <a:tc>
                  <a:txBody>
                    <a:bodyPr/>
                    <a:lstStyle/>
                    <a:p>
                      <a:pPr algn="l">
                        <a:buNone/>
                      </a:pPr>
                      <a:r>
                        <a:rPr lang="ko-KR" sz="1300" b="1">
                          <a:solidFill>
                            <a:srgbClr val="144772"/>
                          </a:solidFill>
                          <a:effectLst/>
                          <a:latin typeface="Arial" panose="020B0604020202020204" pitchFamily="34" charset="0"/>
                          <a:ea typeface="Arial" panose="020B0604020202020204" pitchFamily="34" charset="0"/>
                        </a:rPr>
                        <a:t>Documented Fasoo component</a:t>
                      </a:r>
                      <a:endParaRPr lang="ko-KR" sz="1300" b="1">
                        <a:solidFill>
                          <a:srgbClr val="144772"/>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DDECF2"/>
                    </a:solidFill>
                  </a:tcPr>
                </a:tc>
                <a:tc>
                  <a:txBody>
                    <a:bodyPr/>
                    <a:lstStyle/>
                    <a:p>
                      <a:pPr algn="l">
                        <a:buNone/>
                      </a:pPr>
                      <a:r>
                        <a:rPr lang="ko-KR" sz="1300" b="1">
                          <a:solidFill>
                            <a:srgbClr val="144772"/>
                          </a:solidFill>
                          <a:effectLst/>
                          <a:latin typeface="Arial" panose="020B0604020202020204" pitchFamily="34" charset="0"/>
                          <a:ea typeface="Arial" panose="020B0604020202020204" pitchFamily="34" charset="0"/>
                        </a:rPr>
                        <a:t>What it means for the workflow</a:t>
                      </a:r>
                      <a:endParaRPr lang="ko-KR" sz="1300" b="1">
                        <a:solidFill>
                          <a:srgbClr val="144772"/>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DDECF2"/>
                    </a:solidFill>
                  </a:tcPr>
                </a:tc>
                <a:extLst>
                  <a:ext uri="{0D108BD9-81ED-4DB2-BD59-A6C34878D82A}">
                    <a16:rowId xmlns:a16="http://schemas.microsoft.com/office/drawing/2014/main" val="3113796571"/>
                  </a:ext>
                </a:extLst>
              </a:tr>
              <a:tr h="800100">
                <a:tc>
                  <a:txBody>
                    <a:bodyPr/>
                    <a:lstStyle/>
                    <a:p>
                      <a:pPr algn="l">
                        <a:buNone/>
                      </a:pPr>
                      <a:r>
                        <a:rPr lang="ko-KR" sz="1400" b="1">
                          <a:solidFill>
                            <a:srgbClr val="243447"/>
                          </a:solidFill>
                          <a:effectLst/>
                          <a:latin typeface="Arial" panose="020B0604020202020204" pitchFamily="34" charset="0"/>
                          <a:ea typeface="Arial" panose="020B0604020202020204" pitchFamily="34" charset="0"/>
                        </a:rPr>
                        <a:t>Where is sensitive data?</a:t>
                      </a:r>
                      <a:endParaRPr lang="ko-KR" sz="1400" b="1">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400">
                          <a:solidFill>
                            <a:srgbClr val="243447"/>
                          </a:solidFill>
                          <a:effectLst/>
                          <a:latin typeface="Arial" panose="020B0604020202020204" pitchFamily="34" charset="0"/>
                          <a:ea typeface="Arial" panose="020B0604020202020204" pitchFamily="34" charset="0"/>
                        </a:rPr>
                        <a:t>FDR discovery and classification. [F2,F15]</a:t>
                      </a:r>
                      <a:endParaRPr lang="ko-KR" sz="1400">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400">
                          <a:solidFill>
                            <a:srgbClr val="243447"/>
                          </a:solidFill>
                          <a:effectLst/>
                          <a:latin typeface="Arial" panose="020B0604020202020204" pitchFamily="34" charset="0"/>
                          <a:ea typeface="Arial" panose="020B0604020202020204" pitchFamily="34" charset="0"/>
                        </a:rPr>
                        <a:t>Classification supplies a basis for later policy decisions.</a:t>
                      </a:r>
                      <a:endParaRPr lang="ko-KR" sz="1400">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488551791"/>
                  </a:ext>
                </a:extLst>
              </a:tr>
              <a:tr h="800100">
                <a:tc>
                  <a:txBody>
                    <a:bodyPr/>
                    <a:lstStyle/>
                    <a:p>
                      <a:pPr algn="l">
                        <a:buNone/>
                      </a:pPr>
                      <a:r>
                        <a:rPr lang="ko-KR" sz="1400" b="1">
                          <a:solidFill>
                            <a:srgbClr val="243447"/>
                          </a:solidFill>
                          <a:effectLst/>
                          <a:latin typeface="Arial" panose="020B0604020202020204" pitchFamily="34" charset="0"/>
                          <a:ea typeface="Arial" panose="020B0604020202020204" pitchFamily="34" charset="0"/>
                        </a:rPr>
                        <a:t>Who may use the file?</a:t>
                      </a:r>
                      <a:endParaRPr lang="ko-KR" sz="1400" b="1">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400">
                          <a:solidFill>
                            <a:srgbClr val="243447"/>
                          </a:solidFill>
                          <a:effectLst/>
                          <a:latin typeface="Arial" panose="020B0604020202020204" pitchFamily="34" charset="0"/>
                          <a:ea typeface="Arial" panose="020B0604020202020204" pitchFamily="34" charset="0"/>
                        </a:rPr>
                        <a:t>FED encryption and usage permissions. [F1]</a:t>
                      </a:r>
                      <a:endParaRPr lang="ko-KR" sz="1400">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400">
                          <a:solidFill>
                            <a:srgbClr val="243447"/>
                          </a:solidFill>
                          <a:effectLst/>
                          <a:latin typeface="Arial" panose="020B0604020202020204" pitchFamily="34" charset="0"/>
                          <a:ea typeface="Arial" panose="020B0604020202020204" pitchFamily="34" charset="0"/>
                        </a:rPr>
                        <a:t>Controls can follow the protected file beyond one transfer.</a:t>
                      </a:r>
                      <a:endParaRPr lang="ko-KR" sz="1400">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705831900"/>
                  </a:ext>
                </a:extLst>
              </a:tr>
              <a:tr h="800100">
                <a:tc>
                  <a:txBody>
                    <a:bodyPr/>
                    <a:lstStyle/>
                    <a:p>
                      <a:pPr algn="l">
                        <a:buNone/>
                      </a:pPr>
                      <a:r>
                        <a:rPr lang="ko-KR" sz="1400" b="1">
                          <a:solidFill>
                            <a:srgbClr val="243447"/>
                          </a:solidFill>
                          <a:effectLst/>
                          <a:latin typeface="Arial" panose="020B0604020202020204" pitchFamily="34" charset="0"/>
                          <a:ea typeface="Arial" panose="020B0604020202020204" pitchFamily="34" charset="0"/>
                        </a:rPr>
                        <a:t>May the user send it to AI?</a:t>
                      </a:r>
                      <a:endParaRPr lang="ko-KR" sz="1400" b="1">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400">
                          <a:solidFill>
                            <a:srgbClr val="243447"/>
                          </a:solidFill>
                          <a:effectLst/>
                          <a:latin typeface="Arial" panose="020B0604020202020204" pitchFamily="34" charset="0"/>
                          <a:ea typeface="Arial" panose="020B0604020202020204" pitchFamily="34" charset="0"/>
                        </a:rPr>
                        <a:t>Endpoint checks DRM status, rights and ACLs. [F4]</a:t>
                      </a:r>
                      <a:endParaRPr lang="ko-KR" sz="1400">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400">
                          <a:solidFill>
                            <a:srgbClr val="243447"/>
                          </a:solidFill>
                          <a:effectLst/>
                          <a:latin typeface="Arial" panose="020B0604020202020204" pitchFamily="34" charset="0"/>
                          <a:ea typeface="Arial" panose="020B0604020202020204" pitchFamily="34" charset="0"/>
                        </a:rPr>
                        <a:t>Reading a file and disclosing it externally require separate policy decisions.</a:t>
                      </a:r>
                      <a:endParaRPr lang="ko-KR" sz="1400">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3549789118"/>
                  </a:ext>
                </a:extLst>
              </a:tr>
              <a:tr h="800100">
                <a:tc>
                  <a:txBody>
                    <a:bodyPr/>
                    <a:lstStyle/>
                    <a:p>
                      <a:pPr algn="l">
                        <a:buNone/>
                      </a:pPr>
                      <a:r>
                        <a:rPr lang="ko-KR" sz="1400" b="1">
                          <a:solidFill>
                            <a:srgbClr val="243447"/>
                          </a:solidFill>
                          <a:effectLst/>
                          <a:latin typeface="Arial" panose="020B0604020202020204" pitchFamily="34" charset="0"/>
                          <a:ea typeface="Arial" panose="020B0604020202020204" pitchFamily="34" charset="0"/>
                        </a:rPr>
                        <a:t>Which path carries the API call?</a:t>
                      </a:r>
                      <a:endParaRPr lang="ko-KR" sz="1400" b="1">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400">
                          <a:solidFill>
                            <a:srgbClr val="243447"/>
                          </a:solidFill>
                          <a:effectLst/>
                          <a:latin typeface="Arial" panose="020B0604020202020204" pitchFamily="34" charset="0"/>
                          <a:ea typeface="Arial" panose="020B0604020202020204" pitchFamily="34" charset="0"/>
                        </a:rPr>
                        <a:t>Gateway inspects requests and responses. [F5]</a:t>
                      </a:r>
                      <a:endParaRPr lang="ko-KR" sz="1400">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400">
                          <a:solidFill>
                            <a:srgbClr val="243447"/>
                          </a:solidFill>
                          <a:effectLst/>
                          <a:latin typeface="Arial" panose="020B0604020202020204" pitchFamily="34" charset="0"/>
                          <a:ea typeface="Arial" panose="020B0604020202020204" pitchFamily="34" charset="0"/>
                        </a:rPr>
                        <a:t>Protection depends on the API traffic entering that gateway.</a:t>
                      </a:r>
                      <a:endParaRPr lang="ko-KR" sz="1400">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3397583161"/>
                  </a:ext>
                </a:extLst>
              </a:tr>
            </a:tbl>
          </a:graphicData>
        </a:graphic>
      </p:graphicFrame>
    </p:spTree>
    <p:extLst>
      <p:ext uri="{BB962C8B-B14F-4D97-AF65-F5344CB8AC3E}">
        <p14:creationId xmlns:p14="http://schemas.microsoft.com/office/powerpoint/2010/main" val="84872496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ACE200-2137-FD2B-5A83-40C2421EEC05}"/>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0C8B49C-ED08-4216-1C87-6DDFF75BF7C9}"/>
              </a:ext>
            </a:extLst>
          </p:cNvPr>
          <p:cNvSpPr>
            <a:spLocks noGrp="1"/>
          </p:cNvSpPr>
          <p:nvPr>
            <p:ph type="sldNum" sz="quarter" idx="4"/>
          </p:nvPr>
        </p:nvSpPr>
        <p:spPr/>
        <p:txBody>
          <a:bodyPr/>
          <a:lstStyle/>
          <a:p>
            <a:fld id="{4EA1E582-E1CC-4474-812F-1657BC5920B7}" type="slidenum">
              <a:rPr lang="ko-KR" altLang="en-US" smtClean="0"/>
              <a:t>22</a:t>
            </a:fld>
            <a:endParaRPr lang="ko-KR" altLang="en-US"/>
          </a:p>
        </p:txBody>
      </p:sp>
      <p:sp>
        <p:nvSpPr>
          <p:cNvPr id="5" name="Text Placeholder 4">
            <a:extLst>
              <a:ext uri="{FF2B5EF4-FFF2-40B4-BE49-F238E27FC236}">
                <a16:creationId xmlns:a16="http://schemas.microsoft.com/office/drawing/2014/main" id="{3D35D298-F75B-0AC6-9F3E-B04AC95AF68B}"/>
              </a:ext>
            </a:extLst>
          </p:cNvPr>
          <p:cNvSpPr>
            <a:spLocks noGrp="1"/>
          </p:cNvSpPr>
          <p:nvPr>
            <p:ph type="body" sz="quarter" idx="11"/>
          </p:nvPr>
        </p:nvSpPr>
        <p:spPr>
          <a:xfrm>
            <a:off x="285075" y="5015118"/>
            <a:ext cx="11465393" cy="401637"/>
          </a:xfrm>
        </p:spPr>
        <p:txBody>
          <a:bodyPr lIns="91440" tIns="45720" rIns="91440" bIns="45720" anchor="ctr" anchorCtr="0"/>
          <a:lstStyle/>
          <a:p>
            <a:r>
              <a:rPr lang="en-US">
                <a:ea typeface="KoPub돋움체 Bold"/>
              </a:rPr>
              <a:t>AI product boundaries</a:t>
            </a:r>
            <a:endParaRPr lang="en-US" b="0">
              <a:ea typeface="KoPub돋움체 Bold"/>
            </a:endParaRPr>
          </a:p>
          <a:p>
            <a:endParaRPr lang="en-US" altLang="ko-KR"/>
          </a:p>
          <a:p>
            <a:endParaRPr lang="en-US" altLang="ko-KR"/>
          </a:p>
          <a:p>
            <a:endParaRPr lang="en-US" altLang="ko-KR"/>
          </a:p>
          <a:p>
            <a:endParaRPr lang="en-US" altLang="ko-KR"/>
          </a:p>
          <a:p>
            <a:endParaRPr lang="en-US" altLang="ko-KR"/>
          </a:p>
          <a:p>
            <a:endParaRPr lang="en-US" altLang="ko-KR"/>
          </a:p>
          <a:p>
            <a:endParaRPr lang="en-US" altLang="ko-KR"/>
          </a:p>
          <a:p>
            <a:endParaRPr lang="en-US" altLang="ko-KR"/>
          </a:p>
          <a:p>
            <a:endParaRPr lang="en-US" altLang="ko-KR"/>
          </a:p>
          <a:p>
            <a:endParaRPr lang="en-US" altLang="ko-KR"/>
          </a:p>
          <a:p>
            <a:endParaRPr lang="en-US" altLang="ko-KR"/>
          </a:p>
          <a:p>
            <a:endParaRPr lang="en-US"/>
          </a:p>
        </p:txBody>
      </p:sp>
      <p:sp>
        <p:nvSpPr>
          <p:cNvPr id="7" name="제목 3">
            <a:extLst>
              <a:ext uri="{FF2B5EF4-FFF2-40B4-BE49-F238E27FC236}">
                <a16:creationId xmlns:a16="http://schemas.microsoft.com/office/drawing/2014/main" id="{3F49E0B6-EF86-1D0F-0BE1-9754F94FF50A}"/>
              </a:ext>
            </a:extLst>
          </p:cNvPr>
          <p:cNvSpPr txBox="1">
            <a:spLocks/>
          </p:cNvSpPr>
          <p:nvPr/>
        </p:nvSpPr>
        <p:spPr>
          <a:xfrm>
            <a:off x="286194" y="265704"/>
            <a:ext cx="10666268" cy="464670"/>
          </a:xfrm>
          <a:prstGeom prst="rect">
            <a:avLst/>
          </a:prstGeom>
        </p:spPr>
        <p:txBody>
          <a:bodyPr lIns="91440" tIns="45720" rIns="91440" bIns="45720" anchor="ctr" anchorCtr="0"/>
          <a:lstStyle>
            <a:lvl1pPr algn="l" rtl="0" eaLnBrk="1" fontAlgn="base" latinLnBrk="1" hangingPunct="1">
              <a:spcBef>
                <a:spcPct val="0"/>
              </a:spcBef>
              <a:spcAft>
                <a:spcPct val="0"/>
              </a:spcAft>
              <a:defRPr lang="ko-KR" altLang="en-US" sz="2400" b="1" kern="1200" baseline="0" dirty="0">
                <a:ln>
                  <a:solidFill>
                    <a:schemeClr val="accent1">
                      <a:alpha val="0"/>
                    </a:schemeClr>
                  </a:solidFill>
                </a:ln>
                <a:solidFill>
                  <a:srgbClr val="144772"/>
                </a:solidFill>
                <a:effectLst>
                  <a:glow rad="127000">
                    <a:schemeClr val="bg1"/>
                  </a:glow>
                  <a:outerShdw blurRad="38100" dist="38100" dir="2700000" algn="tl" rotWithShape="0">
                    <a:prstClr val="black">
                      <a:alpha val="40000"/>
                    </a:prstClr>
                  </a:outerShdw>
                </a:effectLst>
                <a:latin typeface="Pretendard Black" panose="02000A03000000020004" pitchFamily="50" charset="-127"/>
                <a:ea typeface="Pretendard Black" panose="02000A03000000020004" pitchFamily="50" charset="-127"/>
                <a:cs typeface="Pretendard Black" panose="02000A03000000020004" pitchFamily="50" charset="-127"/>
              </a:defRPr>
            </a:lvl1pPr>
            <a:lvl2pPr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2pPr>
            <a:lvl3pPr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3pPr>
            <a:lvl4pPr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4pPr>
            <a:lvl5pPr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5pPr>
            <a:lvl6pPr marL="457200"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6pPr>
            <a:lvl7pPr marL="914400"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7pPr>
            <a:lvl8pPr marL="1371600"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8pPr>
            <a:lvl9pPr marL="1828800"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9pPr>
          </a:lstStyle>
          <a:p>
            <a:r>
              <a:rPr lang="ko-KR" altLang="en-US">
                <a:ln>
                  <a:solidFill>
                    <a:srgbClr val="4F81BD">
                      <a:alpha val="0"/>
                    </a:srgbClr>
                  </a:solidFill>
                </a:ln>
                <a:effectLst>
                  <a:glow rad="127000">
                    <a:prstClr val="white"/>
                  </a:glow>
                  <a:outerShdw blurRad="38100" dist="38100" dir="2700000" algn="tl" rotWithShape="0">
                    <a:prstClr val="black">
                      <a:alpha val="40000"/>
                    </a:prstClr>
                  </a:outerShdw>
                </a:effectLst>
                <a:latin typeface="Pretendard Black"/>
                <a:ea typeface="Pretendard Black"/>
              </a:rPr>
              <a:t>파수 (윤석)</a:t>
            </a:r>
            <a:endParaRPr lang="ko-KR" altLang="en-US">
              <a:ln>
                <a:solidFill>
                  <a:srgbClr val="4F81BD">
                    <a:alpha val="0"/>
                  </a:srgbClr>
                </a:solidFill>
              </a:ln>
              <a:effectLst>
                <a:glow rad="127000">
                  <a:prstClr val="white"/>
                </a:glow>
                <a:outerShdw blurRad="38100" dist="38100" dir="2700000" algn="tl" rotWithShape="0">
                  <a:prstClr val="black">
                    <a:alpha val="40000"/>
                  </a:prstClr>
                </a:outerShdw>
              </a:effectLst>
              <a:latin typeface="Pretendard Black"/>
            </a:endParaRPr>
          </a:p>
        </p:txBody>
      </p:sp>
      <p:sp>
        <p:nvSpPr>
          <p:cNvPr id="8" name="TextBox 7">
            <a:extLst>
              <a:ext uri="{FF2B5EF4-FFF2-40B4-BE49-F238E27FC236}">
                <a16:creationId xmlns:a16="http://schemas.microsoft.com/office/drawing/2014/main" id="{A8A3648B-2726-3613-D695-7970062DB0BF}"/>
              </a:ext>
            </a:extLst>
          </p:cNvPr>
          <p:cNvSpPr txBox="1"/>
          <p:nvPr/>
        </p:nvSpPr>
        <p:spPr>
          <a:xfrm>
            <a:off x="487196" y="1288384"/>
            <a:ext cx="10631714" cy="256993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300">
                <a:solidFill>
                  <a:srgbClr val="5E6C7A"/>
                </a:solidFill>
                <a:latin typeface="Arial"/>
                <a:ea typeface="맑은 고딕"/>
                <a:cs typeface="Arial"/>
              </a:rPr>
              <a:t>Observation, endpoint enforcement and</a:t>
            </a:r>
            <a:r>
              <a:rPr lang="en-US" altLang="ko-KR" sz="1300">
                <a:solidFill>
                  <a:srgbClr val="5E6C7A"/>
                </a:solidFill>
                <a:latin typeface="Arial"/>
                <a:ea typeface="맑은 고딕"/>
                <a:cs typeface="Arial"/>
              </a:rPr>
              <a:t> </a:t>
            </a:r>
            <a:r>
              <a:rPr lang="en-US" sz="1300">
                <a:solidFill>
                  <a:srgbClr val="5E6C7A"/>
                </a:solidFill>
                <a:latin typeface="Arial"/>
                <a:ea typeface="맑은 고딕"/>
                <a:cs typeface="Arial"/>
              </a:rPr>
              <a:t>API mediation have different scopes.</a:t>
            </a:r>
            <a:endParaRPr lang="ko-KR"/>
          </a:p>
          <a:p>
            <a:endParaRPr lang="en-US" altLang="ko-KR" sz="1300">
              <a:solidFill>
                <a:srgbClr val="5E6C7A"/>
              </a:solidFill>
              <a:latin typeface="Arial"/>
              <a:ea typeface="맑은 고딕"/>
              <a:cs typeface="Arial"/>
            </a:endParaRPr>
          </a:p>
          <a:p>
            <a:endParaRPr lang="en-US" altLang="ko-KR" sz="1300">
              <a:solidFill>
                <a:srgbClr val="5E6C7A"/>
              </a:solidFill>
              <a:latin typeface="Arial"/>
              <a:ea typeface="맑은 고딕"/>
              <a:cs typeface="Arial"/>
            </a:endParaRPr>
          </a:p>
          <a:p>
            <a:endParaRPr lang="en-US" altLang="ko-KR" sz="1300">
              <a:solidFill>
                <a:srgbClr val="5E6C7A"/>
              </a:solidFill>
              <a:latin typeface="Arial"/>
              <a:ea typeface="맑은 고딕"/>
              <a:cs typeface="Arial"/>
            </a:endParaRPr>
          </a:p>
          <a:p>
            <a:r>
              <a:rPr lang="en-US" altLang="ko-KR" sz="1300">
                <a:solidFill>
                  <a:srgbClr val="5E6C7A"/>
                </a:solidFill>
                <a:latin typeface="Arial"/>
                <a:ea typeface="맑은 고딕"/>
                <a:cs typeface="Arial"/>
              </a:rPr>
              <a:t>.</a:t>
            </a:r>
            <a:endParaRPr lang="ko-KR" altLang="en-US">
              <a:solidFill>
                <a:srgbClr val="000000"/>
              </a:solidFill>
              <a:latin typeface="맑은 고딕"/>
              <a:ea typeface="맑은 고딕"/>
              <a:cs typeface="Arial"/>
            </a:endParaRPr>
          </a:p>
          <a:p>
            <a:endParaRPr lang="en-US" altLang="ko-KR" sz="1300">
              <a:solidFill>
                <a:srgbClr val="5E6C7A"/>
              </a:solidFill>
              <a:latin typeface="Arial"/>
              <a:ea typeface="맑은 고딕"/>
              <a:cs typeface="Arial"/>
            </a:endParaRPr>
          </a:p>
          <a:p>
            <a:endParaRPr lang="en-US" altLang="ko-KR" sz="1300">
              <a:solidFill>
                <a:srgbClr val="5E6C7A"/>
              </a:solidFill>
              <a:latin typeface="Arial"/>
              <a:ea typeface="맑은 고딕"/>
              <a:cs typeface="Arial"/>
            </a:endParaRPr>
          </a:p>
          <a:p>
            <a:endParaRPr lang="en-US" altLang="ko-KR" sz="1300">
              <a:solidFill>
                <a:srgbClr val="5E6C7A"/>
              </a:solidFill>
              <a:latin typeface="Arial"/>
              <a:ea typeface="맑은 고딕"/>
              <a:cs typeface="Arial"/>
            </a:endParaRPr>
          </a:p>
          <a:p>
            <a:endParaRPr lang="en-US" altLang="ko-KR" sz="1300">
              <a:solidFill>
                <a:srgbClr val="5E6C7A"/>
              </a:solidFill>
              <a:latin typeface="Arial"/>
              <a:ea typeface="맑은 고딕"/>
              <a:cs typeface="Arial"/>
            </a:endParaRPr>
          </a:p>
          <a:p>
            <a:endParaRPr lang="en-US" altLang="ko-KR" sz="1300">
              <a:solidFill>
                <a:srgbClr val="5E6C7A"/>
              </a:solidFill>
              <a:latin typeface="Arial"/>
              <a:ea typeface="맑은 고딕"/>
              <a:cs typeface="Arial"/>
            </a:endParaRPr>
          </a:p>
          <a:p>
            <a:r>
              <a:rPr lang="ko-KR" sz="1300">
                <a:solidFill>
                  <a:srgbClr val="5E6C7A"/>
                </a:solidFill>
                <a:latin typeface="Arial"/>
                <a:ea typeface="맑은 고딕"/>
                <a:cs typeface="Arial"/>
              </a:rPr>
              <a:t>.</a:t>
            </a:r>
            <a:endParaRPr lang="ko-KR">
              <a:ea typeface="맑은 고딕"/>
            </a:endParaRPr>
          </a:p>
          <a:p>
            <a:pPr algn="l"/>
            <a:endParaRPr lang="ko-KR" altLang="en-US">
              <a:ea typeface="맑은 고딕"/>
            </a:endParaRPr>
          </a:p>
        </p:txBody>
      </p:sp>
      <p:sp>
        <p:nvSpPr>
          <p:cNvPr id="12" name="TextBox 11">
            <a:extLst>
              <a:ext uri="{FF2B5EF4-FFF2-40B4-BE49-F238E27FC236}">
                <a16:creationId xmlns:a16="http://schemas.microsoft.com/office/drawing/2014/main" id="{9E218203-A1F8-BA6C-B4E2-61CAC5DC95B8}"/>
              </a:ext>
            </a:extLst>
          </p:cNvPr>
          <p:cNvSpPr txBox="1"/>
          <p:nvPr/>
        </p:nvSpPr>
        <p:spPr>
          <a:xfrm>
            <a:off x="487195" y="5616544"/>
            <a:ext cx="11058434" cy="32778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ltLang="ko-KR" sz="1500" b="1">
                <a:solidFill>
                  <a:srgbClr val="136F73"/>
                </a:solidFill>
                <a:latin typeface="Arial"/>
                <a:ea typeface="맑은 고딕"/>
                <a:cs typeface="Arial"/>
              </a:rPr>
              <a:t>Our</a:t>
            </a:r>
            <a:r>
              <a:rPr lang="ko-KR" sz="1500" b="1">
                <a:solidFill>
                  <a:srgbClr val="136F73"/>
                </a:solidFill>
                <a:latin typeface="Arial"/>
                <a:ea typeface="맑은 고딕"/>
                <a:cs typeface="Arial"/>
              </a:rPr>
              <a:t> </a:t>
            </a:r>
            <a:r>
              <a:rPr lang="en-US" altLang="ko-KR" sz="1500" b="1">
                <a:solidFill>
                  <a:srgbClr val="136F73"/>
                </a:solidFill>
                <a:latin typeface="Arial"/>
                <a:ea typeface="맑은 고딕"/>
                <a:cs typeface="Arial"/>
              </a:rPr>
              <a:t>direction:</a:t>
            </a:r>
            <a:r>
              <a:rPr lang="ko-KR" sz="1500" b="1">
                <a:solidFill>
                  <a:srgbClr val="136F73"/>
                </a:solidFill>
                <a:latin typeface="Arial"/>
                <a:ea typeface="맑은 고딕"/>
                <a:cs typeface="Arial"/>
              </a:rPr>
              <a:t> </a:t>
            </a:r>
            <a:r>
              <a:rPr lang="en-US" altLang="ko-KR" sz="1500" b="1">
                <a:solidFill>
                  <a:srgbClr val="136F73"/>
                </a:solidFill>
                <a:latin typeface="Arial"/>
                <a:ea typeface="맑은 고딕"/>
                <a:cs typeface="Arial"/>
              </a:rPr>
              <a:t>separate</a:t>
            </a:r>
            <a:r>
              <a:rPr lang="ko-KR" altLang="en-US" sz="1500" b="1">
                <a:solidFill>
                  <a:srgbClr val="136F73"/>
                </a:solidFill>
                <a:latin typeface="Arial"/>
                <a:ea typeface="맑은 고딕"/>
                <a:cs typeface="Arial"/>
              </a:rPr>
              <a:t> “</a:t>
            </a:r>
            <a:r>
              <a:rPr lang="en-US" altLang="ko-KR" sz="1500" b="1">
                <a:solidFill>
                  <a:srgbClr val="136F73"/>
                </a:solidFill>
                <a:latin typeface="Arial"/>
                <a:ea typeface="맑은 고딕"/>
                <a:cs typeface="Arial"/>
              </a:rPr>
              <a:t>observed</a:t>
            </a:r>
            <a:r>
              <a:rPr lang="ko-KR" altLang="en-US" sz="1500" b="1">
                <a:solidFill>
                  <a:srgbClr val="136F73"/>
                </a:solidFill>
                <a:latin typeface="Arial"/>
                <a:ea typeface="맑은 고딕"/>
                <a:cs typeface="Arial"/>
              </a:rPr>
              <a:t>”</a:t>
            </a:r>
            <a:r>
              <a:rPr lang="en-US" altLang="ko-KR" sz="1500" b="1">
                <a:solidFill>
                  <a:srgbClr val="136F73"/>
                </a:solidFill>
                <a:latin typeface="Arial"/>
                <a:ea typeface="맑은 고딕"/>
                <a:cs typeface="Arial"/>
              </a:rPr>
              <a:t>,</a:t>
            </a:r>
            <a:r>
              <a:rPr lang="ko-KR" altLang="en-US" sz="1500" b="1">
                <a:solidFill>
                  <a:srgbClr val="136F73"/>
                </a:solidFill>
                <a:latin typeface="Arial"/>
                <a:ea typeface="맑은 고딕"/>
                <a:cs typeface="Arial"/>
              </a:rPr>
              <a:t> “</a:t>
            </a:r>
            <a:r>
              <a:rPr lang="en-US" altLang="ko-KR" sz="1500" b="1">
                <a:solidFill>
                  <a:srgbClr val="136F73"/>
                </a:solidFill>
                <a:latin typeface="Arial"/>
                <a:ea typeface="맑은 고딕"/>
                <a:cs typeface="Arial"/>
              </a:rPr>
              <a:t>inspected</a:t>
            </a:r>
            <a:r>
              <a:rPr lang="ko-KR" altLang="en-US" sz="1500" b="1">
                <a:solidFill>
                  <a:srgbClr val="136F73"/>
                </a:solidFill>
                <a:latin typeface="Arial"/>
                <a:ea typeface="맑은 고딕"/>
                <a:cs typeface="Arial"/>
              </a:rPr>
              <a:t>” </a:t>
            </a:r>
            <a:r>
              <a:rPr lang="en-US" altLang="ko-KR" sz="1500" b="1">
                <a:solidFill>
                  <a:srgbClr val="136F73"/>
                </a:solidFill>
                <a:latin typeface="Arial"/>
                <a:ea typeface="맑은 고딕"/>
                <a:cs typeface="Arial"/>
              </a:rPr>
              <a:t>and</a:t>
            </a:r>
            <a:r>
              <a:rPr lang="ko-KR" sz="1500" b="1">
                <a:solidFill>
                  <a:srgbClr val="136F73"/>
                </a:solidFill>
                <a:latin typeface="Arial"/>
                <a:ea typeface="맑은 고딕"/>
                <a:cs typeface="Arial"/>
              </a:rPr>
              <a:t> </a:t>
            </a:r>
            <a:r>
              <a:rPr lang="ko-KR" altLang="en-US" sz="1500" b="1">
                <a:solidFill>
                  <a:srgbClr val="136F73"/>
                </a:solidFill>
                <a:latin typeface="Arial"/>
                <a:ea typeface="맑은 고딕"/>
                <a:cs typeface="Arial"/>
              </a:rPr>
              <a:t>“</a:t>
            </a:r>
            <a:r>
              <a:rPr lang="en-US" altLang="ko-KR" sz="1500" b="1">
                <a:solidFill>
                  <a:srgbClr val="136F73"/>
                </a:solidFill>
                <a:latin typeface="Arial"/>
                <a:ea typeface="맑은 고딕"/>
                <a:cs typeface="Arial"/>
              </a:rPr>
              <a:t>blocked</a:t>
            </a:r>
            <a:r>
              <a:rPr lang="ko-KR" altLang="en-US" sz="1500" b="1">
                <a:solidFill>
                  <a:srgbClr val="136F73"/>
                </a:solidFill>
                <a:latin typeface="Arial"/>
                <a:ea typeface="맑은 고딕"/>
                <a:cs typeface="Arial"/>
              </a:rPr>
              <a:t>” </a:t>
            </a:r>
            <a:r>
              <a:rPr lang="en-US" altLang="ko-KR" sz="1500" b="1">
                <a:solidFill>
                  <a:srgbClr val="136F73"/>
                </a:solidFill>
                <a:latin typeface="Arial"/>
                <a:ea typeface="맑은 고딕"/>
                <a:cs typeface="Arial"/>
              </a:rPr>
              <a:t>in</a:t>
            </a:r>
            <a:r>
              <a:rPr lang="ko-KR" altLang="en-US" sz="1500" b="1">
                <a:solidFill>
                  <a:srgbClr val="136F73"/>
                </a:solidFill>
                <a:latin typeface="Arial"/>
                <a:ea typeface="맑은 고딕"/>
                <a:cs typeface="Arial"/>
              </a:rPr>
              <a:t> </a:t>
            </a:r>
            <a:r>
              <a:rPr lang="en-US" altLang="ko-KR" sz="1500" b="1">
                <a:solidFill>
                  <a:srgbClr val="136F73"/>
                </a:solidFill>
                <a:latin typeface="Arial"/>
                <a:ea typeface="맑은 고딕"/>
                <a:cs typeface="Arial"/>
              </a:rPr>
              <a:t>the</a:t>
            </a:r>
            <a:r>
              <a:rPr lang="ko-KR" altLang="en-US" sz="1500" b="1">
                <a:solidFill>
                  <a:srgbClr val="136F73"/>
                </a:solidFill>
                <a:latin typeface="Arial"/>
                <a:ea typeface="맑은 고딕"/>
                <a:cs typeface="Arial"/>
              </a:rPr>
              <a:t> </a:t>
            </a:r>
            <a:r>
              <a:rPr lang="en-US" altLang="ko-KR" sz="1500" b="1">
                <a:solidFill>
                  <a:srgbClr val="136F73"/>
                </a:solidFill>
                <a:latin typeface="Arial"/>
                <a:ea typeface="맑은 고딕"/>
                <a:cs typeface="Arial"/>
              </a:rPr>
              <a:t>console,</a:t>
            </a:r>
            <a:r>
              <a:rPr lang="ko-KR" altLang="en-US" sz="1500" b="1">
                <a:solidFill>
                  <a:srgbClr val="136F73"/>
                </a:solidFill>
                <a:latin typeface="Arial"/>
                <a:ea typeface="맑은 고딕"/>
                <a:cs typeface="Arial"/>
              </a:rPr>
              <a:t> </a:t>
            </a:r>
            <a:r>
              <a:rPr lang="en-US" altLang="ko-KR" sz="1500" b="1">
                <a:solidFill>
                  <a:srgbClr val="136F73"/>
                </a:solidFill>
                <a:latin typeface="Arial"/>
                <a:ea typeface="맑은 고딕"/>
                <a:cs typeface="Arial"/>
              </a:rPr>
              <a:t>the</a:t>
            </a:r>
            <a:r>
              <a:rPr lang="ko-KR" sz="1500" b="1">
                <a:solidFill>
                  <a:srgbClr val="136F73"/>
                </a:solidFill>
                <a:latin typeface="Arial"/>
                <a:ea typeface="맑은 고딕"/>
                <a:cs typeface="Arial"/>
              </a:rPr>
              <a:t> </a:t>
            </a:r>
            <a:r>
              <a:rPr lang="en-US" altLang="ko-KR" sz="1500" b="1">
                <a:solidFill>
                  <a:srgbClr val="136F73"/>
                </a:solidFill>
                <a:latin typeface="Arial"/>
                <a:ea typeface="맑은 고딕"/>
                <a:cs typeface="Arial"/>
              </a:rPr>
              <a:t>evidence</a:t>
            </a:r>
            <a:r>
              <a:rPr lang="ko-KR" altLang="en-US" sz="1500" b="1">
                <a:solidFill>
                  <a:srgbClr val="136F73"/>
                </a:solidFill>
                <a:latin typeface="Arial"/>
                <a:ea typeface="맑은 고딕"/>
                <a:cs typeface="Arial"/>
              </a:rPr>
              <a:t> </a:t>
            </a:r>
            <a:r>
              <a:rPr lang="en-US" altLang="ko-KR" sz="1500" b="1">
                <a:solidFill>
                  <a:srgbClr val="136F73"/>
                </a:solidFill>
                <a:latin typeface="Arial"/>
                <a:ea typeface="맑은 고딕"/>
                <a:cs typeface="Arial"/>
              </a:rPr>
              <a:t>schema</a:t>
            </a:r>
            <a:r>
              <a:rPr lang="ko-KR" altLang="en-US" sz="1500" b="1">
                <a:solidFill>
                  <a:srgbClr val="136F73"/>
                </a:solidFill>
                <a:latin typeface="Arial"/>
                <a:ea typeface="맑은 고딕"/>
                <a:cs typeface="Arial"/>
              </a:rPr>
              <a:t> </a:t>
            </a:r>
            <a:r>
              <a:rPr lang="en-US" altLang="ko-KR" sz="1500" b="1">
                <a:solidFill>
                  <a:srgbClr val="136F73"/>
                </a:solidFill>
                <a:latin typeface="Arial"/>
                <a:ea typeface="맑은 고딕"/>
                <a:cs typeface="Arial"/>
              </a:rPr>
              <a:t>and</a:t>
            </a:r>
            <a:r>
              <a:rPr lang="ko-KR" sz="1500" b="1">
                <a:solidFill>
                  <a:srgbClr val="136F73"/>
                </a:solidFill>
                <a:latin typeface="Arial"/>
                <a:ea typeface="맑은 고딕"/>
                <a:cs typeface="Arial"/>
              </a:rPr>
              <a:t> </a:t>
            </a:r>
            <a:r>
              <a:rPr lang="en-US" altLang="ko-KR" sz="1500" b="1">
                <a:solidFill>
                  <a:srgbClr val="136F73"/>
                </a:solidFill>
                <a:latin typeface="Arial"/>
                <a:ea typeface="맑은 고딕"/>
                <a:cs typeface="Arial"/>
              </a:rPr>
              <a:t>evaluation</a:t>
            </a:r>
            <a:r>
              <a:rPr lang="ko-KR" altLang="en-US" sz="1500" b="1">
                <a:solidFill>
                  <a:srgbClr val="136F73"/>
                </a:solidFill>
                <a:latin typeface="Arial"/>
                <a:ea typeface="맑은 고딕"/>
                <a:cs typeface="Arial"/>
              </a:rPr>
              <a:t> </a:t>
            </a:r>
            <a:r>
              <a:rPr lang="en-US" altLang="ko-KR" sz="1500" b="1">
                <a:solidFill>
                  <a:srgbClr val="136F73"/>
                </a:solidFill>
                <a:latin typeface="Arial"/>
                <a:ea typeface="맑은 고딕"/>
                <a:cs typeface="Arial"/>
              </a:rPr>
              <a:t>results.</a:t>
            </a:r>
            <a:endParaRPr lang="ko-KR" altLang="en-US"/>
          </a:p>
          <a:p>
            <a:endParaRPr lang="en-US" altLang="ko-KR" sz="1500" b="1">
              <a:solidFill>
                <a:srgbClr val="136F73"/>
              </a:solidFill>
              <a:latin typeface="Arial"/>
              <a:ea typeface="맑은 고딕"/>
              <a:cs typeface="Arial"/>
            </a:endParaRPr>
          </a:p>
          <a:p>
            <a:endParaRPr lang="en-US" altLang="ko-KR" sz="1500" b="1">
              <a:solidFill>
                <a:srgbClr val="136F73"/>
              </a:solidFill>
              <a:latin typeface="Arial"/>
              <a:ea typeface="맑은 고딕"/>
              <a:cs typeface="Arial"/>
            </a:endParaRPr>
          </a:p>
          <a:p>
            <a:endParaRPr lang="en-US" sz="1500" b="1">
              <a:solidFill>
                <a:srgbClr val="136F73"/>
              </a:solidFill>
              <a:latin typeface="Arial"/>
              <a:ea typeface="맑은 고딕"/>
              <a:cs typeface="Arial"/>
            </a:endParaRPr>
          </a:p>
          <a:p>
            <a:endParaRPr lang="en-US" sz="1500" b="1">
              <a:solidFill>
                <a:srgbClr val="136F73"/>
              </a:solidFill>
              <a:latin typeface="Arial"/>
              <a:ea typeface="맑은 고딕"/>
              <a:cs typeface="Arial"/>
            </a:endParaRPr>
          </a:p>
          <a:p>
            <a:endParaRPr lang="en-US" sz="1500" b="1">
              <a:solidFill>
                <a:srgbClr val="136F73"/>
              </a:solidFill>
              <a:latin typeface="Arial"/>
              <a:ea typeface="맑은 고딕"/>
              <a:cs typeface="Arial"/>
            </a:endParaRPr>
          </a:p>
          <a:p>
            <a:endParaRPr lang="en-US" altLang="ko-KR" sz="1500" b="1">
              <a:solidFill>
                <a:srgbClr val="136F73"/>
              </a:solidFill>
              <a:latin typeface="Arial"/>
              <a:ea typeface="맑은 고딕"/>
              <a:cs typeface="Arial"/>
            </a:endParaRPr>
          </a:p>
          <a:p>
            <a:endParaRPr lang="en-US" altLang="ko-KR" sz="1500" b="1">
              <a:solidFill>
                <a:srgbClr val="136F73"/>
              </a:solidFill>
              <a:latin typeface="Arial"/>
              <a:ea typeface="맑은 고딕"/>
              <a:cs typeface="Arial"/>
            </a:endParaRPr>
          </a:p>
          <a:p>
            <a:endParaRPr lang="en-US" altLang="ko-KR" sz="1500" b="1">
              <a:solidFill>
                <a:srgbClr val="136F73"/>
              </a:solidFill>
              <a:latin typeface="Arial"/>
              <a:ea typeface="맑은 고딕"/>
              <a:cs typeface="Arial"/>
            </a:endParaRPr>
          </a:p>
          <a:p>
            <a:endParaRPr lang="en-US" altLang="ko-KR" sz="1300">
              <a:solidFill>
                <a:srgbClr val="5E6C7A"/>
              </a:solidFill>
              <a:latin typeface="Arial"/>
              <a:ea typeface="맑은 고딕"/>
              <a:cs typeface="Arial"/>
            </a:endParaRPr>
          </a:p>
          <a:p>
            <a:endParaRPr lang="en-US" altLang="ko-KR" sz="1300">
              <a:solidFill>
                <a:srgbClr val="5E6C7A"/>
              </a:solidFill>
              <a:latin typeface="Arial"/>
              <a:ea typeface="맑은 고딕"/>
              <a:cs typeface="Arial"/>
            </a:endParaRPr>
          </a:p>
          <a:p>
            <a:r>
              <a:rPr lang="ko-KR" sz="1300">
                <a:solidFill>
                  <a:srgbClr val="5E6C7A"/>
                </a:solidFill>
                <a:latin typeface="Arial"/>
                <a:ea typeface="맑은 고딕"/>
                <a:cs typeface="Arial"/>
              </a:rPr>
              <a:t>.</a:t>
            </a:r>
            <a:endParaRPr lang="ko-KR">
              <a:ea typeface="맑은 고딕"/>
            </a:endParaRPr>
          </a:p>
          <a:p>
            <a:pPr algn="l"/>
            <a:endParaRPr lang="ko-KR" altLang="en-US">
              <a:ea typeface="맑은 고딕"/>
            </a:endParaRPr>
          </a:p>
        </p:txBody>
      </p:sp>
      <p:graphicFrame>
        <p:nvGraphicFramePr>
          <p:cNvPr id="6" name="표 5">
            <a:extLst>
              <a:ext uri="{FF2B5EF4-FFF2-40B4-BE49-F238E27FC236}">
                <a16:creationId xmlns:a16="http://schemas.microsoft.com/office/drawing/2014/main" id="{EF160D1B-60E0-2947-F023-10C8508429CB}"/>
              </a:ext>
            </a:extLst>
          </p:cNvPr>
          <p:cNvGraphicFramePr>
            <a:graphicFrameLocks noGrp="1"/>
          </p:cNvGraphicFramePr>
          <p:nvPr/>
        </p:nvGraphicFramePr>
        <p:xfrm>
          <a:off x="571500" y="1643062"/>
          <a:ext cx="11049000" cy="3571875"/>
        </p:xfrm>
        <a:graphic>
          <a:graphicData uri="http://schemas.openxmlformats.org/drawingml/2006/table">
            <a:tbl>
              <a:tblPr bandRow="1">
                <a:tableStyleId>{5C22544A-7EE6-4342-B048-85BDC9FD1C3A}</a:tableStyleId>
              </a:tblPr>
              <a:tblGrid>
                <a:gridCol w="2333625">
                  <a:extLst>
                    <a:ext uri="{9D8B030D-6E8A-4147-A177-3AD203B41FA5}">
                      <a16:colId xmlns:a16="http://schemas.microsoft.com/office/drawing/2014/main" val="1673242628"/>
                    </a:ext>
                  </a:extLst>
                </a:gridCol>
                <a:gridCol w="4762500">
                  <a:extLst>
                    <a:ext uri="{9D8B030D-6E8A-4147-A177-3AD203B41FA5}">
                      <a16:colId xmlns:a16="http://schemas.microsoft.com/office/drawing/2014/main" val="3446981553"/>
                    </a:ext>
                  </a:extLst>
                </a:gridCol>
                <a:gridCol w="3952875">
                  <a:extLst>
                    <a:ext uri="{9D8B030D-6E8A-4147-A177-3AD203B41FA5}">
                      <a16:colId xmlns:a16="http://schemas.microsoft.com/office/drawing/2014/main" val="2298459557"/>
                    </a:ext>
                  </a:extLst>
                </a:gridCol>
              </a:tblGrid>
              <a:tr h="371475">
                <a:tc>
                  <a:txBody>
                    <a:bodyPr/>
                    <a:lstStyle/>
                    <a:p>
                      <a:pPr algn="l">
                        <a:buNone/>
                      </a:pPr>
                      <a:r>
                        <a:rPr lang="ko-KR" sz="1300" b="1">
                          <a:solidFill>
                            <a:srgbClr val="144772"/>
                          </a:solidFill>
                          <a:effectLst/>
                          <a:latin typeface="Arial" panose="020B0604020202020204" pitchFamily="34" charset="0"/>
                          <a:ea typeface="Arial" panose="020B0604020202020204" pitchFamily="34" charset="0"/>
                        </a:rPr>
                        <a:t>Component</a:t>
                      </a:r>
                      <a:endParaRPr lang="ko-KR" sz="1300" b="1">
                        <a:solidFill>
                          <a:srgbClr val="144772"/>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DDECF2"/>
                    </a:solidFill>
                  </a:tcPr>
                </a:tc>
                <a:tc>
                  <a:txBody>
                    <a:bodyPr/>
                    <a:lstStyle/>
                    <a:p>
                      <a:pPr algn="l">
                        <a:buNone/>
                      </a:pPr>
                      <a:r>
                        <a:rPr lang="ko-KR" sz="1300" b="1">
                          <a:solidFill>
                            <a:srgbClr val="144772"/>
                          </a:solidFill>
                          <a:effectLst/>
                          <a:latin typeface="Arial" panose="020B0604020202020204" pitchFamily="34" charset="0"/>
                          <a:ea typeface="Arial" panose="020B0604020202020204" pitchFamily="34" charset="0"/>
                        </a:rPr>
                        <a:t>Documented behavior</a:t>
                      </a:r>
                      <a:endParaRPr lang="ko-KR" sz="1300" b="1">
                        <a:solidFill>
                          <a:srgbClr val="144772"/>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DDECF2"/>
                    </a:solidFill>
                  </a:tcPr>
                </a:tc>
                <a:tc>
                  <a:txBody>
                    <a:bodyPr/>
                    <a:lstStyle/>
                    <a:p>
                      <a:pPr algn="l">
                        <a:buNone/>
                      </a:pPr>
                      <a:r>
                        <a:rPr lang="ko-KR" sz="1300" b="1">
                          <a:solidFill>
                            <a:srgbClr val="144772"/>
                          </a:solidFill>
                          <a:effectLst/>
                          <a:latin typeface="Arial" panose="020B0604020202020204" pitchFamily="34" charset="0"/>
                          <a:ea typeface="Arial" panose="020B0604020202020204" pitchFamily="34" charset="0"/>
                        </a:rPr>
                        <a:t>Boundary to validate</a:t>
                      </a:r>
                      <a:endParaRPr lang="ko-KR" sz="1300" b="1">
                        <a:solidFill>
                          <a:srgbClr val="144772"/>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DDECF2"/>
                    </a:solidFill>
                  </a:tcPr>
                </a:tc>
                <a:extLst>
                  <a:ext uri="{0D108BD9-81ED-4DB2-BD59-A6C34878D82A}">
                    <a16:rowId xmlns:a16="http://schemas.microsoft.com/office/drawing/2014/main" val="348201926"/>
                  </a:ext>
                </a:extLst>
              </a:tr>
              <a:tr h="800100">
                <a:tc>
                  <a:txBody>
                    <a:bodyPr/>
                    <a:lstStyle/>
                    <a:p>
                      <a:pPr algn="l">
                        <a:buNone/>
                      </a:pPr>
                      <a:r>
                        <a:rPr lang="ko-KR" sz="1400" b="1">
                          <a:solidFill>
                            <a:srgbClr val="243447"/>
                          </a:solidFill>
                          <a:effectLst/>
                          <a:latin typeface="Arial" panose="020B0604020202020204" pitchFamily="34" charset="0"/>
                          <a:ea typeface="Arial" panose="020B0604020202020204" pitchFamily="34" charset="0"/>
                        </a:rPr>
                        <a:t>AI-R Endpoint</a:t>
                      </a:r>
                      <a:endParaRPr lang="ko-KR" sz="1400" b="1">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400">
                          <a:solidFill>
                            <a:srgbClr val="243447"/>
                          </a:solidFill>
                          <a:effectLst/>
                          <a:latin typeface="Arial" panose="020B0604020202020204" pitchFamily="34" charset="0"/>
                          <a:ea typeface="Arial" panose="020B0604020202020204" pitchFamily="34" charset="0"/>
                        </a:rPr>
                        <a:t>Prompt / attachment warning or blocking; agent file / transfer control. [F4]</a:t>
                      </a:r>
                      <a:endParaRPr lang="ko-KR" sz="1400">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400">
                          <a:solidFill>
                            <a:srgbClr val="243447"/>
                          </a:solidFill>
                          <a:effectLst/>
                          <a:latin typeface="Arial" panose="020B0604020202020204" pitchFamily="34" charset="0"/>
                          <a:ea typeface="Arial" panose="020B0604020202020204" pitchFamily="34" charset="0"/>
                        </a:rPr>
                        <a:t>Confirm supported OS, apps, agents and document formats.</a:t>
                      </a:r>
                      <a:endParaRPr lang="ko-KR" sz="1400">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3747624995"/>
                  </a:ext>
                </a:extLst>
              </a:tr>
              <a:tr h="800100">
                <a:tc>
                  <a:txBody>
                    <a:bodyPr/>
                    <a:lstStyle/>
                    <a:p>
                      <a:pPr algn="l">
                        <a:buNone/>
                      </a:pPr>
                      <a:r>
                        <a:rPr lang="ko-KR" sz="1400" b="1">
                          <a:solidFill>
                            <a:srgbClr val="243447"/>
                          </a:solidFill>
                          <a:effectLst/>
                          <a:latin typeface="Arial" panose="020B0604020202020204" pitchFamily="34" charset="0"/>
                          <a:ea typeface="Arial" panose="020B0604020202020204" pitchFamily="34" charset="0"/>
                        </a:rPr>
                        <a:t>AI-R Bridge</a:t>
                      </a:r>
                      <a:endParaRPr lang="ko-KR" sz="1400" b="1">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400">
                          <a:solidFill>
                            <a:srgbClr val="243447"/>
                          </a:solidFill>
                          <a:effectLst/>
                          <a:latin typeface="Arial" panose="020B0604020202020204" pitchFamily="34" charset="0"/>
                          <a:ea typeface="Arial" panose="020B0604020202020204" pitchFamily="34" charset="0"/>
                        </a:rPr>
                        <a:t>Agentless Shadow AI discovery, prompt collection and inspection. [F6]</a:t>
                      </a:r>
                      <a:endParaRPr lang="ko-KR" sz="1400">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400">
                          <a:solidFill>
                            <a:srgbClr val="243447"/>
                          </a:solidFill>
                          <a:effectLst/>
                          <a:latin typeface="Arial" panose="020B0604020202020204" pitchFamily="34" charset="0"/>
                          <a:ea typeface="Arial" panose="020B0604020202020204" pitchFamily="34" charset="0"/>
                        </a:rPr>
                        <a:t>The reviewed page does not establish inline blocking.</a:t>
                      </a:r>
                      <a:endParaRPr lang="ko-KR" sz="1400">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3016895432"/>
                  </a:ext>
                </a:extLst>
              </a:tr>
              <a:tr h="800100">
                <a:tc>
                  <a:txBody>
                    <a:bodyPr/>
                    <a:lstStyle/>
                    <a:p>
                      <a:pPr algn="l">
                        <a:buNone/>
                      </a:pPr>
                      <a:r>
                        <a:rPr lang="ko-KR" sz="1400" b="1">
                          <a:solidFill>
                            <a:srgbClr val="243447"/>
                          </a:solidFill>
                          <a:effectLst/>
                          <a:latin typeface="Arial" panose="020B0604020202020204" pitchFamily="34" charset="0"/>
                          <a:ea typeface="Arial" panose="020B0604020202020204" pitchFamily="34" charset="0"/>
                        </a:rPr>
                        <a:t>AI-R Gateway</a:t>
                      </a:r>
                      <a:endParaRPr lang="ko-KR" sz="1400" b="1">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400">
                          <a:solidFill>
                            <a:srgbClr val="243447"/>
                          </a:solidFill>
                          <a:effectLst/>
                          <a:latin typeface="Arial" panose="020B0604020202020204" pitchFamily="34" charset="0"/>
                          <a:ea typeface="Arial" panose="020B0604020202020204" pitchFamily="34" charset="0"/>
                        </a:rPr>
                        <a:t>API request / response checks, virtual keys and budgets. [F5]</a:t>
                      </a:r>
                      <a:endParaRPr lang="ko-KR" sz="1400">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400">
                          <a:solidFill>
                            <a:srgbClr val="243447"/>
                          </a:solidFill>
                          <a:effectLst/>
                          <a:latin typeface="Arial" panose="020B0604020202020204" pitchFamily="34" charset="0"/>
                          <a:ea typeface="Arial" panose="020B0604020202020204" pitchFamily="34" charset="0"/>
                        </a:rPr>
                        <a:t>Direct API calls require a controlled routing policy.</a:t>
                      </a:r>
                      <a:endParaRPr lang="ko-KR" sz="1400">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972530746"/>
                  </a:ext>
                </a:extLst>
              </a:tr>
              <a:tr h="800100">
                <a:tc>
                  <a:txBody>
                    <a:bodyPr/>
                    <a:lstStyle/>
                    <a:p>
                      <a:pPr algn="l">
                        <a:buNone/>
                      </a:pPr>
                      <a:r>
                        <a:rPr lang="ko-KR" sz="1400" b="1">
                          <a:solidFill>
                            <a:srgbClr val="243447"/>
                          </a:solidFill>
                          <a:effectLst/>
                          <a:latin typeface="Arial" panose="020B0604020202020204" pitchFamily="34" charset="0"/>
                          <a:ea typeface="Arial" panose="020B0604020202020204" pitchFamily="34" charset="0"/>
                        </a:rPr>
                        <a:t>AI Radar</a:t>
                      </a:r>
                      <a:endParaRPr lang="ko-KR" sz="1400" b="1">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400">
                          <a:solidFill>
                            <a:srgbClr val="243447"/>
                          </a:solidFill>
                          <a:effectLst/>
                          <a:latin typeface="Arial" panose="020B0604020202020204" pitchFamily="34" charset="0"/>
                          <a:ea typeface="Arial" panose="020B0604020202020204" pitchFamily="34" charset="0"/>
                        </a:rPr>
                        <a:t>Policy distribution, event collection and administrator controls. [F7]</a:t>
                      </a:r>
                      <a:endParaRPr lang="ko-KR" sz="1400">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400">
                          <a:solidFill>
                            <a:srgbClr val="243447"/>
                          </a:solidFill>
                          <a:effectLst/>
                          <a:latin typeface="Arial" panose="020B0604020202020204" pitchFamily="34" charset="0"/>
                          <a:ea typeface="Arial" panose="020B0604020202020204" pitchFamily="34" charset="0"/>
                        </a:rPr>
                        <a:t>A central console does not by itself prove consistent enforcement.</a:t>
                      </a:r>
                      <a:endParaRPr lang="ko-KR" sz="1400">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207578170"/>
                  </a:ext>
                </a:extLst>
              </a:tr>
            </a:tbl>
          </a:graphicData>
        </a:graphic>
      </p:graphicFrame>
    </p:spTree>
    <p:extLst>
      <p:ext uri="{BB962C8B-B14F-4D97-AF65-F5344CB8AC3E}">
        <p14:creationId xmlns:p14="http://schemas.microsoft.com/office/powerpoint/2010/main" val="319075361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B7729E-993D-8649-E873-A3D245828B5D}"/>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F582911-D55C-DCEF-0F29-080441D27793}"/>
              </a:ext>
            </a:extLst>
          </p:cNvPr>
          <p:cNvSpPr>
            <a:spLocks noGrp="1"/>
          </p:cNvSpPr>
          <p:nvPr>
            <p:ph type="sldNum" sz="quarter" idx="4"/>
          </p:nvPr>
        </p:nvSpPr>
        <p:spPr/>
        <p:txBody>
          <a:bodyPr/>
          <a:lstStyle/>
          <a:p>
            <a:fld id="{4EA1E582-E1CC-4474-812F-1657BC5920B7}" type="slidenum">
              <a:rPr lang="ko-KR" altLang="en-US" smtClean="0"/>
              <a:t>23</a:t>
            </a:fld>
            <a:endParaRPr lang="ko-KR" altLang="en-US"/>
          </a:p>
        </p:txBody>
      </p:sp>
      <p:sp>
        <p:nvSpPr>
          <p:cNvPr id="5" name="Text Placeholder 4">
            <a:extLst>
              <a:ext uri="{FF2B5EF4-FFF2-40B4-BE49-F238E27FC236}">
                <a16:creationId xmlns:a16="http://schemas.microsoft.com/office/drawing/2014/main" id="{A92EA85E-8D6F-A1A4-A0F1-55A4A661F10A}"/>
              </a:ext>
            </a:extLst>
          </p:cNvPr>
          <p:cNvSpPr>
            <a:spLocks noGrp="1"/>
          </p:cNvSpPr>
          <p:nvPr>
            <p:ph type="body" sz="quarter" idx="11"/>
          </p:nvPr>
        </p:nvSpPr>
        <p:spPr>
          <a:xfrm>
            <a:off x="285075" y="5309758"/>
            <a:ext cx="11465393" cy="401637"/>
          </a:xfrm>
        </p:spPr>
        <p:txBody>
          <a:bodyPr lIns="91440" tIns="45720" rIns="91440" bIns="45720" anchor="ctr" anchorCtr="0"/>
          <a:lstStyle/>
          <a:p>
            <a:r>
              <a:rPr lang="en-US">
                <a:latin typeface="KoPub돋움체 Bold"/>
              </a:rPr>
              <a:t>Competitive position</a:t>
            </a:r>
            <a:endParaRPr lang="ko-KR" altLang="en-US"/>
          </a:p>
          <a:p>
            <a:endParaRPr lang="en-US">
              <a:ea typeface="KoPub돋움체 Bold"/>
            </a:endParaRPr>
          </a:p>
          <a:p>
            <a:endParaRPr lang="en-US" altLang="ko-KR"/>
          </a:p>
          <a:p>
            <a:endParaRPr lang="en-US" altLang="ko-KR"/>
          </a:p>
          <a:p>
            <a:endParaRPr lang="en-US" altLang="ko-KR"/>
          </a:p>
          <a:p>
            <a:endParaRPr lang="en-US" altLang="ko-KR"/>
          </a:p>
          <a:p>
            <a:endParaRPr lang="en-US" altLang="ko-KR"/>
          </a:p>
          <a:p>
            <a:endParaRPr lang="en-US" altLang="ko-KR"/>
          </a:p>
          <a:p>
            <a:endParaRPr lang="en-US" altLang="ko-KR"/>
          </a:p>
          <a:p>
            <a:endParaRPr lang="en-US" altLang="ko-KR"/>
          </a:p>
          <a:p>
            <a:endParaRPr lang="en-US" altLang="ko-KR"/>
          </a:p>
          <a:p>
            <a:endParaRPr lang="en-US" altLang="ko-KR"/>
          </a:p>
          <a:p>
            <a:endParaRPr lang="en-US" altLang="ko-KR"/>
          </a:p>
          <a:p>
            <a:endParaRPr lang="en-US"/>
          </a:p>
        </p:txBody>
      </p:sp>
      <p:sp>
        <p:nvSpPr>
          <p:cNvPr id="7" name="제목 3">
            <a:extLst>
              <a:ext uri="{FF2B5EF4-FFF2-40B4-BE49-F238E27FC236}">
                <a16:creationId xmlns:a16="http://schemas.microsoft.com/office/drawing/2014/main" id="{DF2D914E-C893-2792-830B-AB83EE46EBF1}"/>
              </a:ext>
            </a:extLst>
          </p:cNvPr>
          <p:cNvSpPr txBox="1">
            <a:spLocks/>
          </p:cNvSpPr>
          <p:nvPr/>
        </p:nvSpPr>
        <p:spPr>
          <a:xfrm>
            <a:off x="286194" y="265704"/>
            <a:ext cx="10666268" cy="464670"/>
          </a:xfrm>
          <a:prstGeom prst="rect">
            <a:avLst/>
          </a:prstGeom>
        </p:spPr>
        <p:txBody>
          <a:bodyPr lIns="91440" tIns="45720" rIns="91440" bIns="45720" anchor="ctr" anchorCtr="0"/>
          <a:lstStyle>
            <a:lvl1pPr algn="l" rtl="0" eaLnBrk="1" fontAlgn="base" latinLnBrk="1" hangingPunct="1">
              <a:spcBef>
                <a:spcPct val="0"/>
              </a:spcBef>
              <a:spcAft>
                <a:spcPct val="0"/>
              </a:spcAft>
              <a:defRPr lang="ko-KR" altLang="en-US" sz="2400" b="1" kern="1200" baseline="0" dirty="0">
                <a:ln>
                  <a:solidFill>
                    <a:schemeClr val="accent1">
                      <a:alpha val="0"/>
                    </a:schemeClr>
                  </a:solidFill>
                </a:ln>
                <a:solidFill>
                  <a:srgbClr val="144772"/>
                </a:solidFill>
                <a:effectLst>
                  <a:glow rad="127000">
                    <a:schemeClr val="bg1"/>
                  </a:glow>
                  <a:outerShdw blurRad="38100" dist="38100" dir="2700000" algn="tl" rotWithShape="0">
                    <a:prstClr val="black">
                      <a:alpha val="40000"/>
                    </a:prstClr>
                  </a:outerShdw>
                </a:effectLst>
                <a:latin typeface="Pretendard Black" panose="02000A03000000020004" pitchFamily="50" charset="-127"/>
                <a:ea typeface="Pretendard Black" panose="02000A03000000020004" pitchFamily="50" charset="-127"/>
                <a:cs typeface="Pretendard Black" panose="02000A03000000020004" pitchFamily="50" charset="-127"/>
              </a:defRPr>
            </a:lvl1pPr>
            <a:lvl2pPr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2pPr>
            <a:lvl3pPr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3pPr>
            <a:lvl4pPr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4pPr>
            <a:lvl5pPr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5pPr>
            <a:lvl6pPr marL="457200"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6pPr>
            <a:lvl7pPr marL="914400"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7pPr>
            <a:lvl8pPr marL="1371600"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8pPr>
            <a:lvl9pPr marL="1828800"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9pPr>
          </a:lstStyle>
          <a:p>
            <a:r>
              <a:rPr lang="ko-KR" altLang="en-US">
                <a:ln>
                  <a:solidFill>
                    <a:srgbClr val="4F81BD">
                      <a:alpha val="0"/>
                    </a:srgbClr>
                  </a:solidFill>
                </a:ln>
                <a:effectLst>
                  <a:glow rad="127000">
                    <a:prstClr val="white"/>
                  </a:glow>
                  <a:outerShdw blurRad="38100" dist="38100" dir="2700000" algn="tl" rotWithShape="0">
                    <a:prstClr val="black">
                      <a:alpha val="40000"/>
                    </a:prstClr>
                  </a:outerShdw>
                </a:effectLst>
                <a:latin typeface="Pretendard Black"/>
                <a:ea typeface="Pretendard Black"/>
              </a:rPr>
              <a:t>파수 (윤석)</a:t>
            </a:r>
            <a:endParaRPr lang="ko-KR" altLang="en-US">
              <a:ln>
                <a:solidFill>
                  <a:srgbClr val="4F81BD">
                    <a:alpha val="0"/>
                  </a:srgbClr>
                </a:solidFill>
              </a:ln>
              <a:effectLst>
                <a:glow rad="127000">
                  <a:prstClr val="white"/>
                </a:glow>
                <a:outerShdw blurRad="38100" dist="38100" dir="2700000" algn="tl" rotWithShape="0">
                  <a:prstClr val="black">
                    <a:alpha val="40000"/>
                  </a:prstClr>
                </a:outerShdw>
              </a:effectLst>
              <a:latin typeface="Pretendard Black"/>
            </a:endParaRPr>
          </a:p>
        </p:txBody>
      </p:sp>
      <p:sp>
        <p:nvSpPr>
          <p:cNvPr id="8" name="TextBox 7">
            <a:extLst>
              <a:ext uri="{FF2B5EF4-FFF2-40B4-BE49-F238E27FC236}">
                <a16:creationId xmlns:a16="http://schemas.microsoft.com/office/drawing/2014/main" id="{99BF3FAF-78F3-FEEA-430B-F3C548CF7FFC}"/>
              </a:ext>
            </a:extLst>
          </p:cNvPr>
          <p:cNvSpPr txBox="1"/>
          <p:nvPr/>
        </p:nvSpPr>
        <p:spPr>
          <a:xfrm>
            <a:off x="487196" y="1227424"/>
            <a:ext cx="10631714" cy="276998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ltLang="ko-KR" sz="1300">
                <a:solidFill>
                  <a:srgbClr val="5E6C7A"/>
                </a:solidFill>
                <a:latin typeface="Arial"/>
                <a:ea typeface="맑은 고딕"/>
                <a:cs typeface="Arial"/>
              </a:rPr>
              <a:t>A</a:t>
            </a:r>
            <a:r>
              <a:rPr lang="ko-KR" altLang="en-US" sz="1300">
                <a:solidFill>
                  <a:srgbClr val="5E6C7A"/>
                </a:solidFill>
                <a:latin typeface="Arial"/>
                <a:ea typeface="맑은 고딕"/>
                <a:cs typeface="Arial"/>
              </a:rPr>
              <a:t> </a:t>
            </a:r>
            <a:r>
              <a:rPr lang="en-US" altLang="ko-KR" sz="1300">
                <a:solidFill>
                  <a:srgbClr val="5E6C7A"/>
                </a:solidFill>
                <a:latin typeface="Arial"/>
                <a:ea typeface="맑은 고딕"/>
                <a:cs typeface="Arial"/>
              </a:rPr>
              <a:t>documented</a:t>
            </a:r>
            <a:r>
              <a:rPr lang="ko-KR" altLang="en-US" sz="1300">
                <a:solidFill>
                  <a:srgbClr val="5E6C7A"/>
                </a:solidFill>
                <a:latin typeface="Arial"/>
                <a:ea typeface="맑은 고딕"/>
                <a:cs typeface="Arial"/>
              </a:rPr>
              <a:t> </a:t>
            </a:r>
            <a:r>
              <a:rPr lang="en-US" altLang="ko-KR" sz="1300">
                <a:solidFill>
                  <a:srgbClr val="5E6C7A"/>
                </a:solidFill>
                <a:latin typeface="Arial"/>
                <a:ea typeface="맑은 고딕"/>
                <a:cs typeface="Arial"/>
              </a:rPr>
              <a:t>strength</a:t>
            </a:r>
            <a:r>
              <a:rPr lang="ko-KR" altLang="en-US" sz="1300">
                <a:solidFill>
                  <a:srgbClr val="5E6C7A"/>
                </a:solidFill>
                <a:latin typeface="Arial"/>
                <a:ea typeface="맑은 고딕"/>
                <a:cs typeface="Arial"/>
              </a:rPr>
              <a:t> </a:t>
            </a:r>
            <a:r>
              <a:rPr lang="en-US" altLang="ko-KR" sz="1300">
                <a:solidFill>
                  <a:srgbClr val="5E6C7A"/>
                </a:solidFill>
                <a:latin typeface="Arial"/>
                <a:ea typeface="맑은 고딕"/>
                <a:cs typeface="Arial"/>
              </a:rPr>
              <a:t>is</a:t>
            </a:r>
            <a:r>
              <a:rPr lang="ko-KR" altLang="en-US" sz="1300">
                <a:solidFill>
                  <a:srgbClr val="5E6C7A"/>
                </a:solidFill>
                <a:latin typeface="Arial"/>
                <a:ea typeface="맑은 고딕"/>
                <a:cs typeface="Arial"/>
              </a:rPr>
              <a:t> </a:t>
            </a:r>
            <a:r>
              <a:rPr lang="en-US" altLang="ko-KR" sz="1300">
                <a:solidFill>
                  <a:srgbClr val="5E6C7A"/>
                </a:solidFill>
                <a:latin typeface="Arial"/>
                <a:ea typeface="맑은 고딕"/>
                <a:cs typeface="Arial"/>
              </a:rPr>
              <a:t>carrying</a:t>
            </a:r>
            <a:r>
              <a:rPr lang="ko-KR" altLang="en-US" sz="1300">
                <a:solidFill>
                  <a:srgbClr val="5E6C7A"/>
                </a:solidFill>
                <a:latin typeface="Arial"/>
                <a:ea typeface="맑은 고딕"/>
                <a:cs typeface="Arial"/>
              </a:rPr>
              <a:t> </a:t>
            </a:r>
            <a:r>
              <a:rPr lang="en-US" altLang="ko-KR" sz="1300">
                <a:solidFill>
                  <a:srgbClr val="5E6C7A"/>
                </a:solidFill>
                <a:latin typeface="Arial"/>
                <a:ea typeface="맑은 고딕"/>
                <a:cs typeface="Arial"/>
              </a:rPr>
              <a:t>existing</a:t>
            </a:r>
            <a:r>
              <a:rPr lang="ko-KR" altLang="en-US" sz="1300">
                <a:solidFill>
                  <a:srgbClr val="5E6C7A"/>
                </a:solidFill>
                <a:latin typeface="Arial"/>
                <a:ea typeface="맑은 고딕"/>
                <a:cs typeface="Arial"/>
              </a:rPr>
              <a:t> </a:t>
            </a:r>
            <a:r>
              <a:rPr lang="en-US" altLang="ko-KR" sz="1300">
                <a:solidFill>
                  <a:srgbClr val="5E6C7A"/>
                </a:solidFill>
                <a:latin typeface="Arial"/>
                <a:ea typeface="맑은 고딕"/>
                <a:cs typeface="Arial"/>
              </a:rPr>
              <a:t>document</a:t>
            </a:r>
            <a:r>
              <a:rPr lang="ko-KR" altLang="en-US" sz="1300">
                <a:solidFill>
                  <a:srgbClr val="5E6C7A"/>
                </a:solidFill>
                <a:latin typeface="Arial"/>
                <a:ea typeface="맑은 고딕"/>
                <a:cs typeface="Arial"/>
              </a:rPr>
              <a:t> </a:t>
            </a:r>
            <a:r>
              <a:rPr lang="en-US" altLang="ko-KR" sz="1300">
                <a:solidFill>
                  <a:srgbClr val="5E6C7A"/>
                </a:solidFill>
                <a:latin typeface="Arial"/>
                <a:ea typeface="맑은 고딕"/>
                <a:cs typeface="Arial"/>
              </a:rPr>
              <a:t>policy</a:t>
            </a:r>
            <a:r>
              <a:rPr lang="ko-KR" altLang="en-US" sz="1300">
                <a:solidFill>
                  <a:srgbClr val="5E6C7A"/>
                </a:solidFill>
                <a:latin typeface="Arial"/>
                <a:ea typeface="맑은 고딕"/>
                <a:cs typeface="Arial"/>
              </a:rPr>
              <a:t> </a:t>
            </a:r>
            <a:r>
              <a:rPr lang="en-US" altLang="ko-KR" sz="1300">
                <a:solidFill>
                  <a:srgbClr val="5E6C7A"/>
                </a:solidFill>
                <a:latin typeface="Arial"/>
                <a:ea typeface="맑은 고딕"/>
                <a:cs typeface="Arial"/>
              </a:rPr>
              <a:t>into</a:t>
            </a:r>
            <a:r>
              <a:rPr lang="ko-KR" altLang="en-US" sz="1300">
                <a:solidFill>
                  <a:srgbClr val="5E6C7A"/>
                </a:solidFill>
                <a:latin typeface="Arial"/>
                <a:ea typeface="맑은 고딕"/>
                <a:cs typeface="Arial"/>
              </a:rPr>
              <a:t> </a:t>
            </a:r>
            <a:r>
              <a:rPr lang="en-US" altLang="ko-KR" sz="1300">
                <a:solidFill>
                  <a:srgbClr val="5E6C7A"/>
                </a:solidFill>
                <a:latin typeface="Arial"/>
                <a:ea typeface="맑은 고딕"/>
                <a:cs typeface="Arial"/>
              </a:rPr>
              <a:t>AI</a:t>
            </a:r>
            <a:r>
              <a:rPr lang="ko-KR" altLang="en-US" sz="1300">
                <a:solidFill>
                  <a:srgbClr val="5E6C7A"/>
                </a:solidFill>
                <a:latin typeface="Arial"/>
                <a:ea typeface="맑은 고딕"/>
                <a:cs typeface="Arial"/>
              </a:rPr>
              <a:t> </a:t>
            </a:r>
            <a:r>
              <a:rPr lang="en-US" altLang="ko-KR" sz="1300">
                <a:solidFill>
                  <a:srgbClr val="5E6C7A"/>
                </a:solidFill>
                <a:latin typeface="Arial"/>
                <a:ea typeface="맑은 고딕"/>
                <a:cs typeface="Arial"/>
              </a:rPr>
              <a:t>use.</a:t>
            </a:r>
            <a:endParaRPr lang="ko-KR" altLang="en-US"/>
          </a:p>
          <a:p>
            <a:endParaRPr lang="en-US" altLang="ko-KR" sz="1300">
              <a:solidFill>
                <a:srgbClr val="5E6C7A"/>
              </a:solidFill>
              <a:latin typeface="Arial"/>
              <a:ea typeface="맑은 고딕"/>
              <a:cs typeface="Arial"/>
            </a:endParaRPr>
          </a:p>
          <a:p>
            <a:endParaRPr lang="en-US" altLang="ko-KR" sz="1300">
              <a:solidFill>
                <a:srgbClr val="5E6C7A"/>
              </a:solidFill>
              <a:latin typeface="Arial"/>
              <a:ea typeface="맑은 고딕"/>
              <a:cs typeface="Arial"/>
            </a:endParaRPr>
          </a:p>
          <a:p>
            <a:endParaRPr lang="en-US" altLang="ko-KR" sz="1300">
              <a:solidFill>
                <a:srgbClr val="5E6C7A"/>
              </a:solidFill>
              <a:latin typeface="Arial"/>
              <a:ea typeface="맑은 고딕"/>
              <a:cs typeface="Arial"/>
            </a:endParaRPr>
          </a:p>
          <a:p>
            <a:endParaRPr lang="en-US" altLang="ko-KR" sz="1300">
              <a:solidFill>
                <a:srgbClr val="5E6C7A"/>
              </a:solidFill>
              <a:latin typeface="Arial"/>
              <a:ea typeface="맑은 고딕"/>
              <a:cs typeface="Arial"/>
            </a:endParaRPr>
          </a:p>
          <a:p>
            <a:r>
              <a:rPr lang="en-US" altLang="ko-KR" sz="1300">
                <a:solidFill>
                  <a:srgbClr val="5E6C7A"/>
                </a:solidFill>
                <a:latin typeface="Arial"/>
                <a:ea typeface="맑은 고딕"/>
                <a:cs typeface="Arial"/>
              </a:rPr>
              <a:t>.</a:t>
            </a:r>
            <a:endParaRPr lang="ko-KR" altLang="en-US">
              <a:solidFill>
                <a:srgbClr val="000000"/>
              </a:solidFill>
              <a:latin typeface="맑은 고딕"/>
              <a:ea typeface="맑은 고딕"/>
              <a:cs typeface="Arial"/>
            </a:endParaRPr>
          </a:p>
          <a:p>
            <a:endParaRPr lang="en-US" altLang="ko-KR" sz="1300">
              <a:solidFill>
                <a:srgbClr val="5E6C7A"/>
              </a:solidFill>
              <a:latin typeface="Arial"/>
              <a:ea typeface="맑은 고딕"/>
              <a:cs typeface="Arial"/>
            </a:endParaRPr>
          </a:p>
          <a:p>
            <a:endParaRPr lang="en-US" altLang="ko-KR" sz="1300">
              <a:solidFill>
                <a:srgbClr val="5E6C7A"/>
              </a:solidFill>
              <a:latin typeface="Arial"/>
              <a:ea typeface="맑은 고딕"/>
              <a:cs typeface="Arial"/>
            </a:endParaRPr>
          </a:p>
          <a:p>
            <a:endParaRPr lang="en-US" altLang="ko-KR" sz="1300">
              <a:solidFill>
                <a:srgbClr val="5E6C7A"/>
              </a:solidFill>
              <a:latin typeface="Arial"/>
              <a:ea typeface="맑은 고딕"/>
              <a:cs typeface="Arial"/>
            </a:endParaRPr>
          </a:p>
          <a:p>
            <a:endParaRPr lang="en-US" altLang="ko-KR" sz="1300">
              <a:solidFill>
                <a:srgbClr val="5E6C7A"/>
              </a:solidFill>
              <a:latin typeface="Arial"/>
              <a:ea typeface="맑은 고딕"/>
              <a:cs typeface="Arial"/>
            </a:endParaRPr>
          </a:p>
          <a:p>
            <a:endParaRPr lang="en-US" altLang="ko-KR" sz="1300">
              <a:solidFill>
                <a:srgbClr val="5E6C7A"/>
              </a:solidFill>
              <a:latin typeface="Arial"/>
              <a:ea typeface="맑은 고딕"/>
              <a:cs typeface="Arial"/>
            </a:endParaRPr>
          </a:p>
          <a:p>
            <a:r>
              <a:rPr lang="ko-KR" sz="1300">
                <a:solidFill>
                  <a:srgbClr val="5E6C7A"/>
                </a:solidFill>
                <a:latin typeface="Arial"/>
                <a:ea typeface="맑은 고딕"/>
                <a:cs typeface="Arial"/>
              </a:rPr>
              <a:t>.</a:t>
            </a:r>
            <a:endParaRPr lang="ko-KR">
              <a:ea typeface="맑은 고딕"/>
            </a:endParaRPr>
          </a:p>
          <a:p>
            <a:pPr algn="l"/>
            <a:endParaRPr lang="ko-KR" altLang="en-US">
              <a:ea typeface="맑은 고딕"/>
            </a:endParaRPr>
          </a:p>
        </p:txBody>
      </p:sp>
      <p:sp>
        <p:nvSpPr>
          <p:cNvPr id="12" name="TextBox 11">
            <a:extLst>
              <a:ext uri="{FF2B5EF4-FFF2-40B4-BE49-F238E27FC236}">
                <a16:creationId xmlns:a16="http://schemas.microsoft.com/office/drawing/2014/main" id="{1808B1BA-B549-7B16-9E40-9699AF1AAEB6}"/>
              </a:ext>
            </a:extLst>
          </p:cNvPr>
          <p:cNvSpPr txBox="1"/>
          <p:nvPr/>
        </p:nvSpPr>
        <p:spPr>
          <a:xfrm>
            <a:off x="487195" y="5616544"/>
            <a:ext cx="11058434" cy="350865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ltLang="ko-KR" sz="1500" b="1">
                <a:solidFill>
                  <a:srgbClr val="136F73"/>
                </a:solidFill>
                <a:latin typeface="Arial"/>
                <a:ea typeface="맑은 고딕"/>
                <a:cs typeface="Arial"/>
              </a:rPr>
              <a:t>Limits</a:t>
            </a:r>
            <a:r>
              <a:rPr lang="ko-KR" altLang="en-US" sz="1500" b="1">
                <a:solidFill>
                  <a:srgbClr val="136F73"/>
                </a:solidFill>
                <a:latin typeface="Arial"/>
                <a:ea typeface="맑은 고딕"/>
                <a:cs typeface="Arial"/>
              </a:rPr>
              <a:t> </a:t>
            </a:r>
            <a:r>
              <a:rPr lang="en-US" altLang="ko-KR" sz="1500" b="1">
                <a:solidFill>
                  <a:srgbClr val="136F73"/>
                </a:solidFill>
                <a:latin typeface="Arial"/>
                <a:ea typeface="맑은 고딕"/>
                <a:cs typeface="Arial"/>
              </a:rPr>
              <a:t>to</a:t>
            </a:r>
            <a:r>
              <a:rPr lang="ko-KR" altLang="en-US" sz="1500" b="1">
                <a:solidFill>
                  <a:srgbClr val="136F73"/>
                </a:solidFill>
                <a:latin typeface="Arial"/>
                <a:ea typeface="맑은 고딕"/>
                <a:cs typeface="Arial"/>
              </a:rPr>
              <a:t> </a:t>
            </a:r>
            <a:r>
              <a:rPr lang="en-US" altLang="ko-KR" sz="1500" b="1">
                <a:solidFill>
                  <a:srgbClr val="136F73"/>
                </a:solidFill>
                <a:latin typeface="Arial"/>
                <a:ea typeface="맑은 고딕"/>
                <a:cs typeface="Arial"/>
              </a:rPr>
              <a:t>distinguish:</a:t>
            </a:r>
            <a:r>
              <a:rPr lang="ko-KR" sz="1500" b="1">
                <a:solidFill>
                  <a:srgbClr val="136F73"/>
                </a:solidFill>
                <a:latin typeface="Arial"/>
                <a:ea typeface="맑은 고딕"/>
                <a:cs typeface="Arial"/>
              </a:rPr>
              <a:t> </a:t>
            </a:r>
            <a:r>
              <a:rPr lang="en-US" altLang="ko-KR" sz="1500" b="1">
                <a:solidFill>
                  <a:srgbClr val="136F73"/>
                </a:solidFill>
                <a:latin typeface="Arial"/>
                <a:ea typeface="맑은 고딕"/>
                <a:cs typeface="Arial"/>
              </a:rPr>
              <a:t>protected-file</a:t>
            </a:r>
            <a:r>
              <a:rPr lang="ko-KR" altLang="en-US" sz="1500" b="1">
                <a:solidFill>
                  <a:srgbClr val="136F73"/>
                </a:solidFill>
                <a:latin typeface="Arial"/>
                <a:ea typeface="맑은 고딕"/>
                <a:cs typeface="Arial"/>
              </a:rPr>
              <a:t> </a:t>
            </a:r>
            <a:r>
              <a:rPr lang="ko-KR" sz="1500" b="1">
                <a:solidFill>
                  <a:srgbClr val="136F73"/>
                </a:solidFill>
                <a:latin typeface="Arial"/>
                <a:ea typeface="맑은 고딕"/>
                <a:cs typeface="Arial"/>
              </a:rPr>
              <a:t>scope</a:t>
            </a:r>
            <a:r>
              <a:rPr lang="en-US" altLang="ko-KR" sz="1500" b="1">
                <a:solidFill>
                  <a:srgbClr val="136F73"/>
                </a:solidFill>
                <a:latin typeface="Arial"/>
                <a:ea typeface="맑은 고딕"/>
                <a:cs typeface="Arial"/>
              </a:rPr>
              <a:t>,</a:t>
            </a:r>
            <a:r>
              <a:rPr lang="ko-KR" sz="1500" b="1">
                <a:solidFill>
                  <a:srgbClr val="136F73"/>
                </a:solidFill>
                <a:latin typeface="Arial"/>
                <a:ea typeface="맑은 고딕"/>
                <a:cs typeface="Arial"/>
              </a:rPr>
              <a:t> </a:t>
            </a:r>
            <a:r>
              <a:rPr lang="en-US" altLang="ko-KR" sz="1500" b="1">
                <a:solidFill>
                  <a:srgbClr val="136F73"/>
                </a:solidFill>
                <a:latin typeface="Arial"/>
                <a:ea typeface="맑은 고딕"/>
                <a:cs typeface="Arial"/>
              </a:rPr>
              <a:t>gateway</a:t>
            </a:r>
            <a:r>
              <a:rPr lang="ko-KR" altLang="en-US" sz="1500" b="1">
                <a:solidFill>
                  <a:srgbClr val="136F73"/>
                </a:solidFill>
                <a:latin typeface="Arial"/>
                <a:ea typeface="맑은 고딕"/>
                <a:cs typeface="Arial"/>
              </a:rPr>
              <a:t> </a:t>
            </a:r>
            <a:r>
              <a:rPr lang="en-US" altLang="ko-KR" sz="1500" b="1">
                <a:solidFill>
                  <a:srgbClr val="136F73"/>
                </a:solidFill>
                <a:latin typeface="Arial"/>
                <a:ea typeface="맑은 고딕"/>
                <a:cs typeface="Arial"/>
              </a:rPr>
              <a:t>routing,</a:t>
            </a:r>
            <a:r>
              <a:rPr lang="ko-KR" sz="1500" b="1">
                <a:solidFill>
                  <a:srgbClr val="136F73"/>
                </a:solidFill>
                <a:latin typeface="Arial"/>
                <a:ea typeface="맑은 고딕"/>
                <a:cs typeface="Arial"/>
              </a:rPr>
              <a:t> </a:t>
            </a:r>
            <a:r>
              <a:rPr lang="en-US" altLang="ko-KR" sz="1500" b="1">
                <a:solidFill>
                  <a:srgbClr val="136F73"/>
                </a:solidFill>
                <a:latin typeface="Arial"/>
                <a:ea typeface="맑은 고딕"/>
                <a:cs typeface="Arial"/>
              </a:rPr>
              <a:t>Bridge</a:t>
            </a:r>
            <a:r>
              <a:rPr lang="ko-KR" altLang="en-US" sz="1500" b="1">
                <a:solidFill>
                  <a:srgbClr val="136F73"/>
                </a:solidFill>
                <a:latin typeface="Arial"/>
                <a:ea typeface="맑은 고딕"/>
                <a:cs typeface="Arial"/>
              </a:rPr>
              <a:t> </a:t>
            </a:r>
            <a:r>
              <a:rPr lang="en-US" altLang="ko-KR" sz="1500" b="1">
                <a:solidFill>
                  <a:srgbClr val="136F73"/>
                </a:solidFill>
                <a:latin typeface="Arial"/>
                <a:ea typeface="맑은 고딕"/>
                <a:cs typeface="Arial"/>
              </a:rPr>
              <a:t>visibility</a:t>
            </a:r>
            <a:r>
              <a:rPr lang="ko-KR" altLang="en-US" sz="1500" b="1">
                <a:solidFill>
                  <a:srgbClr val="136F73"/>
                </a:solidFill>
                <a:latin typeface="Arial"/>
                <a:ea typeface="맑은 고딕"/>
                <a:cs typeface="Arial"/>
              </a:rPr>
              <a:t> </a:t>
            </a:r>
            <a:r>
              <a:rPr lang="en-US" altLang="ko-KR" sz="1500" b="1">
                <a:solidFill>
                  <a:srgbClr val="136F73"/>
                </a:solidFill>
                <a:latin typeface="Arial"/>
                <a:ea typeface="맑은 고딕"/>
                <a:cs typeface="Arial"/>
              </a:rPr>
              <a:t>and</a:t>
            </a:r>
            <a:r>
              <a:rPr lang="ko-KR" sz="1500" b="1">
                <a:solidFill>
                  <a:srgbClr val="136F73"/>
                </a:solidFill>
                <a:latin typeface="Arial"/>
                <a:ea typeface="맑은 고딕"/>
                <a:cs typeface="Arial"/>
              </a:rPr>
              <a:t> </a:t>
            </a:r>
            <a:r>
              <a:rPr lang="en-US" altLang="ko-KR" sz="1500" b="1">
                <a:solidFill>
                  <a:srgbClr val="136F73"/>
                </a:solidFill>
                <a:latin typeface="Arial"/>
                <a:ea typeface="맑은 고딕"/>
                <a:cs typeface="Arial"/>
              </a:rPr>
              <a:t>integration</a:t>
            </a:r>
            <a:r>
              <a:rPr lang="ko-KR" altLang="en-US" sz="1500" b="1">
                <a:solidFill>
                  <a:srgbClr val="136F73"/>
                </a:solidFill>
                <a:latin typeface="Arial"/>
                <a:ea typeface="맑은 고딕"/>
                <a:cs typeface="Arial"/>
              </a:rPr>
              <a:t> </a:t>
            </a:r>
            <a:r>
              <a:rPr lang="en-US" altLang="ko-KR" sz="1500" b="1">
                <a:solidFill>
                  <a:srgbClr val="136F73"/>
                </a:solidFill>
                <a:latin typeface="Arial"/>
                <a:ea typeface="맑은 고딕"/>
                <a:cs typeface="Arial"/>
              </a:rPr>
              <a:t>across</a:t>
            </a:r>
            <a:r>
              <a:rPr lang="ko-KR" altLang="en-US" sz="1500" b="1">
                <a:solidFill>
                  <a:srgbClr val="136F73"/>
                </a:solidFill>
                <a:latin typeface="Arial"/>
                <a:ea typeface="맑은 고딕"/>
                <a:cs typeface="Arial"/>
              </a:rPr>
              <a:t> </a:t>
            </a:r>
            <a:r>
              <a:rPr lang="en-US" altLang="ko-KR" sz="1500" b="1">
                <a:solidFill>
                  <a:srgbClr val="136F73"/>
                </a:solidFill>
                <a:latin typeface="Arial"/>
                <a:ea typeface="맑은 고딕"/>
                <a:cs typeface="Arial"/>
              </a:rPr>
              <a:t>separately</a:t>
            </a:r>
            <a:r>
              <a:rPr lang="ko-KR" altLang="en-US" sz="1500" b="1">
                <a:solidFill>
                  <a:srgbClr val="136F73"/>
                </a:solidFill>
                <a:latin typeface="Arial"/>
                <a:ea typeface="맑은 고딕"/>
                <a:cs typeface="Arial"/>
              </a:rPr>
              <a:t> </a:t>
            </a:r>
            <a:r>
              <a:rPr lang="en-US" altLang="ko-KR" sz="1500" b="1">
                <a:solidFill>
                  <a:srgbClr val="136F73"/>
                </a:solidFill>
                <a:latin typeface="Arial"/>
                <a:ea typeface="맑은 고딕"/>
                <a:cs typeface="Arial"/>
              </a:rPr>
              <a:t>named</a:t>
            </a:r>
            <a:r>
              <a:rPr lang="ko-KR" altLang="en-US" sz="1500" b="1">
                <a:solidFill>
                  <a:srgbClr val="136F73"/>
                </a:solidFill>
                <a:latin typeface="Arial"/>
                <a:ea typeface="맑은 고딕"/>
                <a:cs typeface="Arial"/>
              </a:rPr>
              <a:t> </a:t>
            </a:r>
            <a:r>
              <a:rPr lang="en-US" altLang="ko-KR" sz="1500" b="1">
                <a:solidFill>
                  <a:srgbClr val="136F73"/>
                </a:solidFill>
                <a:latin typeface="Arial"/>
                <a:ea typeface="맑은 고딕"/>
                <a:cs typeface="Arial"/>
              </a:rPr>
              <a:t>products.</a:t>
            </a:r>
            <a:endParaRPr lang="ko-KR" altLang="en-US"/>
          </a:p>
          <a:p>
            <a:endParaRPr lang="en-US" altLang="ko-KR" sz="1500" b="1">
              <a:solidFill>
                <a:srgbClr val="136F73"/>
              </a:solidFill>
              <a:latin typeface="Arial"/>
              <a:ea typeface="맑은 고딕"/>
              <a:cs typeface="Arial"/>
            </a:endParaRPr>
          </a:p>
          <a:p>
            <a:endParaRPr lang="en-US" altLang="ko-KR" sz="1500" b="1">
              <a:solidFill>
                <a:srgbClr val="136F73"/>
              </a:solidFill>
              <a:latin typeface="Arial"/>
              <a:ea typeface="맑은 고딕"/>
              <a:cs typeface="Arial"/>
            </a:endParaRPr>
          </a:p>
          <a:p>
            <a:endParaRPr lang="en-US" altLang="ko-KR" sz="1500" b="1">
              <a:solidFill>
                <a:srgbClr val="136F73"/>
              </a:solidFill>
              <a:latin typeface="Arial"/>
              <a:ea typeface="맑은 고딕"/>
              <a:cs typeface="Arial"/>
            </a:endParaRPr>
          </a:p>
          <a:p>
            <a:endParaRPr lang="en-US" sz="1500" b="1">
              <a:solidFill>
                <a:srgbClr val="136F73"/>
              </a:solidFill>
              <a:latin typeface="Arial"/>
              <a:ea typeface="맑은 고딕"/>
              <a:cs typeface="Arial"/>
            </a:endParaRPr>
          </a:p>
          <a:p>
            <a:endParaRPr lang="en-US" sz="1500" b="1">
              <a:solidFill>
                <a:srgbClr val="136F73"/>
              </a:solidFill>
              <a:latin typeface="Arial"/>
              <a:ea typeface="맑은 고딕"/>
              <a:cs typeface="Arial"/>
            </a:endParaRPr>
          </a:p>
          <a:p>
            <a:endParaRPr lang="en-US" sz="1500" b="1">
              <a:solidFill>
                <a:srgbClr val="136F73"/>
              </a:solidFill>
              <a:latin typeface="Arial"/>
              <a:ea typeface="맑은 고딕"/>
              <a:cs typeface="Arial"/>
            </a:endParaRPr>
          </a:p>
          <a:p>
            <a:endParaRPr lang="en-US" altLang="ko-KR" sz="1500" b="1">
              <a:solidFill>
                <a:srgbClr val="136F73"/>
              </a:solidFill>
              <a:latin typeface="Arial"/>
              <a:ea typeface="맑은 고딕"/>
              <a:cs typeface="Arial"/>
            </a:endParaRPr>
          </a:p>
          <a:p>
            <a:endParaRPr lang="en-US" altLang="ko-KR" sz="1500" b="1">
              <a:solidFill>
                <a:srgbClr val="136F73"/>
              </a:solidFill>
              <a:latin typeface="Arial"/>
              <a:ea typeface="맑은 고딕"/>
              <a:cs typeface="Arial"/>
            </a:endParaRPr>
          </a:p>
          <a:p>
            <a:endParaRPr lang="en-US" altLang="ko-KR" sz="1500" b="1">
              <a:solidFill>
                <a:srgbClr val="136F73"/>
              </a:solidFill>
              <a:latin typeface="Arial"/>
              <a:ea typeface="맑은 고딕"/>
              <a:cs typeface="Arial"/>
            </a:endParaRPr>
          </a:p>
          <a:p>
            <a:endParaRPr lang="en-US" altLang="ko-KR" sz="1300">
              <a:solidFill>
                <a:srgbClr val="5E6C7A"/>
              </a:solidFill>
              <a:latin typeface="Arial"/>
              <a:ea typeface="맑은 고딕"/>
              <a:cs typeface="Arial"/>
            </a:endParaRPr>
          </a:p>
          <a:p>
            <a:endParaRPr lang="en-US" altLang="ko-KR" sz="1300">
              <a:solidFill>
                <a:srgbClr val="5E6C7A"/>
              </a:solidFill>
              <a:latin typeface="Arial"/>
              <a:ea typeface="맑은 고딕"/>
              <a:cs typeface="Arial"/>
            </a:endParaRPr>
          </a:p>
          <a:p>
            <a:r>
              <a:rPr lang="ko-KR" sz="1300">
                <a:solidFill>
                  <a:srgbClr val="5E6C7A"/>
                </a:solidFill>
                <a:latin typeface="Arial"/>
                <a:ea typeface="맑은 고딕"/>
                <a:cs typeface="Arial"/>
              </a:rPr>
              <a:t>.</a:t>
            </a:r>
            <a:endParaRPr lang="ko-KR">
              <a:ea typeface="맑은 고딕"/>
            </a:endParaRPr>
          </a:p>
          <a:p>
            <a:pPr algn="l"/>
            <a:endParaRPr lang="ko-KR" altLang="en-US">
              <a:ea typeface="맑은 고딕"/>
            </a:endParaRPr>
          </a:p>
        </p:txBody>
      </p:sp>
      <p:graphicFrame>
        <p:nvGraphicFramePr>
          <p:cNvPr id="4" name="표 3">
            <a:extLst>
              <a:ext uri="{FF2B5EF4-FFF2-40B4-BE49-F238E27FC236}">
                <a16:creationId xmlns:a16="http://schemas.microsoft.com/office/drawing/2014/main" id="{048809FC-87E2-58FD-A2E3-9F068062495A}"/>
              </a:ext>
            </a:extLst>
          </p:cNvPr>
          <p:cNvGraphicFramePr>
            <a:graphicFrameLocks noGrp="1"/>
          </p:cNvGraphicFramePr>
          <p:nvPr/>
        </p:nvGraphicFramePr>
        <p:xfrm>
          <a:off x="571500" y="1643062"/>
          <a:ext cx="11049000" cy="3571875"/>
        </p:xfrm>
        <a:graphic>
          <a:graphicData uri="http://schemas.openxmlformats.org/drawingml/2006/table">
            <a:tbl>
              <a:tblPr bandRow="1">
                <a:tableStyleId>{5C22544A-7EE6-4342-B048-85BDC9FD1C3A}</a:tableStyleId>
              </a:tblPr>
              <a:tblGrid>
                <a:gridCol w="2286000">
                  <a:extLst>
                    <a:ext uri="{9D8B030D-6E8A-4147-A177-3AD203B41FA5}">
                      <a16:colId xmlns:a16="http://schemas.microsoft.com/office/drawing/2014/main" val="2223231852"/>
                    </a:ext>
                  </a:extLst>
                </a:gridCol>
                <a:gridCol w="4333875">
                  <a:extLst>
                    <a:ext uri="{9D8B030D-6E8A-4147-A177-3AD203B41FA5}">
                      <a16:colId xmlns:a16="http://schemas.microsoft.com/office/drawing/2014/main" val="1969056309"/>
                    </a:ext>
                  </a:extLst>
                </a:gridCol>
                <a:gridCol w="4429125">
                  <a:extLst>
                    <a:ext uri="{9D8B030D-6E8A-4147-A177-3AD203B41FA5}">
                      <a16:colId xmlns:a16="http://schemas.microsoft.com/office/drawing/2014/main" val="3998364264"/>
                    </a:ext>
                  </a:extLst>
                </a:gridCol>
              </a:tblGrid>
              <a:tr h="371475">
                <a:tc>
                  <a:txBody>
                    <a:bodyPr/>
                    <a:lstStyle/>
                    <a:p>
                      <a:pPr algn="l">
                        <a:buNone/>
                      </a:pPr>
                      <a:r>
                        <a:rPr lang="ko-KR" sz="1300" b="1">
                          <a:solidFill>
                            <a:srgbClr val="144772"/>
                          </a:solidFill>
                          <a:effectLst/>
                          <a:latin typeface="Arial" panose="020B0604020202020204" pitchFamily="34" charset="0"/>
                          <a:ea typeface="Arial" panose="020B0604020202020204" pitchFamily="34" charset="0"/>
                        </a:rPr>
                        <a:t>Comparison axis</a:t>
                      </a:r>
                      <a:endParaRPr lang="ko-KR" sz="1300" b="1">
                        <a:solidFill>
                          <a:srgbClr val="144772"/>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DDECF2"/>
                    </a:solidFill>
                  </a:tcPr>
                </a:tc>
                <a:tc>
                  <a:txBody>
                    <a:bodyPr/>
                    <a:lstStyle/>
                    <a:p>
                      <a:pPr algn="l">
                        <a:buNone/>
                      </a:pPr>
                      <a:r>
                        <a:rPr lang="ko-KR" sz="1300" b="1">
                          <a:solidFill>
                            <a:srgbClr val="144772"/>
                          </a:solidFill>
                          <a:effectLst/>
                          <a:latin typeface="Arial" panose="020B0604020202020204" pitchFamily="34" charset="0"/>
                          <a:ea typeface="Arial" panose="020B0604020202020204" pitchFamily="34" charset="0"/>
                        </a:rPr>
                        <a:t>Fasoo evidence</a:t>
                      </a:r>
                      <a:endParaRPr lang="ko-KR" sz="1300" b="1">
                        <a:solidFill>
                          <a:srgbClr val="144772"/>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DDECF2"/>
                    </a:solidFill>
                  </a:tcPr>
                </a:tc>
                <a:tc>
                  <a:txBody>
                    <a:bodyPr/>
                    <a:lstStyle/>
                    <a:p>
                      <a:pPr algn="l">
                        <a:buNone/>
                      </a:pPr>
                      <a:r>
                        <a:rPr lang="ko-KR" sz="1300" b="1">
                          <a:solidFill>
                            <a:srgbClr val="144772"/>
                          </a:solidFill>
                          <a:effectLst/>
                          <a:latin typeface="Arial" panose="020B0604020202020204" pitchFamily="34" charset="0"/>
                          <a:ea typeface="Arial" panose="020B0604020202020204" pitchFamily="34" charset="0"/>
                        </a:rPr>
                        <a:t>Competing reference / assessment</a:t>
                      </a:r>
                      <a:endParaRPr lang="ko-KR" sz="1300" b="1">
                        <a:solidFill>
                          <a:srgbClr val="144772"/>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DDECF2"/>
                    </a:solidFill>
                  </a:tcPr>
                </a:tc>
                <a:extLst>
                  <a:ext uri="{0D108BD9-81ED-4DB2-BD59-A6C34878D82A}">
                    <a16:rowId xmlns:a16="http://schemas.microsoft.com/office/drawing/2014/main" val="266903310"/>
                  </a:ext>
                </a:extLst>
              </a:tr>
              <a:tr h="800100">
                <a:tc>
                  <a:txBody>
                    <a:bodyPr/>
                    <a:lstStyle/>
                    <a:p>
                      <a:pPr algn="l">
                        <a:buNone/>
                      </a:pPr>
                      <a:r>
                        <a:rPr lang="ko-KR" sz="1300" b="1">
                          <a:solidFill>
                            <a:srgbClr val="243447"/>
                          </a:solidFill>
                          <a:effectLst/>
                          <a:latin typeface="Arial" panose="020B0604020202020204" pitchFamily="34" charset="0"/>
                          <a:ea typeface="Arial" panose="020B0604020202020204" pitchFamily="34" charset="0"/>
                        </a:rPr>
                        <a:t>Persistent file policy</a:t>
                      </a:r>
                      <a:endParaRPr lang="ko-KR" sz="1300" b="1">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a:solidFill>
                            <a:srgbClr val="243447"/>
                          </a:solidFill>
                          <a:effectLst/>
                          <a:latin typeface="Arial" panose="020B0604020202020204" pitchFamily="34" charset="0"/>
                          <a:ea typeface="Arial" panose="020B0604020202020204" pitchFamily="34" charset="0"/>
                        </a:rPr>
                        <a:t>FED keeps encryption and usage permissions with protected files. [F1]</a:t>
                      </a:r>
                      <a:endParaRPr lang="ko-KR" sz="1300">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a:solidFill>
                            <a:srgbClr val="243447"/>
                          </a:solidFill>
                          <a:effectLst/>
                          <a:latin typeface="Arial" panose="020B0604020202020204" pitchFamily="34" charset="0"/>
                          <a:ea typeface="Arial" panose="020B0604020202020204" pitchFamily="34" charset="0"/>
                        </a:rPr>
                        <a:t>This differs from transit-only inspection. Purview also offers persistent rights, so exclusivity is not established. [C4]</a:t>
                      </a:r>
                      <a:endParaRPr lang="ko-KR" sz="1300">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750713447"/>
                  </a:ext>
                </a:extLst>
              </a:tr>
              <a:tr h="800100">
                <a:tc>
                  <a:txBody>
                    <a:bodyPr/>
                    <a:lstStyle/>
                    <a:p>
                      <a:pPr algn="l">
                        <a:buNone/>
                      </a:pPr>
                      <a:r>
                        <a:rPr lang="ko-KR" sz="1300" b="1">
                          <a:solidFill>
                            <a:srgbClr val="243447"/>
                          </a:solidFill>
                          <a:effectLst/>
                          <a:latin typeface="Arial" panose="020B0604020202020204" pitchFamily="34" charset="0"/>
                          <a:ea typeface="Arial" panose="020B0604020202020204" pitchFamily="34" charset="0"/>
                        </a:rPr>
                        <a:t>AI attachment decisions</a:t>
                      </a:r>
                      <a:endParaRPr lang="ko-KR" sz="1300" b="1">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a:solidFill>
                            <a:srgbClr val="243447"/>
                          </a:solidFill>
                          <a:effectLst/>
                          <a:latin typeface="Arial" panose="020B0604020202020204" pitchFamily="34" charset="0"/>
                          <a:ea typeface="Arial" panose="020B0604020202020204" pitchFamily="34" charset="0"/>
                        </a:rPr>
                        <a:t>Endpoint reuses DRM status, classification and ACLs. [F4]</a:t>
                      </a:r>
                      <a:endParaRPr lang="ko-KR" sz="1300">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a:solidFill>
                            <a:srgbClr val="243447"/>
                          </a:solidFill>
                          <a:effectLst/>
                          <a:latin typeface="Arial" panose="020B0604020202020204" pitchFamily="34" charset="0"/>
                          <a:ea typeface="Arial" panose="020B0604020202020204" pitchFamily="34" charset="0"/>
                        </a:rPr>
                        <a:t>A useful fit for an existing document-policy estate. Test policy conflicts and supported apps.</a:t>
                      </a:r>
                      <a:endParaRPr lang="ko-KR" sz="1300">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35103608"/>
                  </a:ext>
                </a:extLst>
              </a:tr>
              <a:tr h="800100">
                <a:tc>
                  <a:txBody>
                    <a:bodyPr/>
                    <a:lstStyle/>
                    <a:p>
                      <a:pPr algn="l">
                        <a:buNone/>
                      </a:pPr>
                      <a:r>
                        <a:rPr lang="ko-KR" sz="1300" b="1">
                          <a:solidFill>
                            <a:srgbClr val="243447"/>
                          </a:solidFill>
                          <a:effectLst/>
                          <a:latin typeface="Arial" panose="020B0604020202020204" pitchFamily="34" charset="0"/>
                          <a:ea typeface="Arial" panose="020B0604020202020204" pitchFamily="34" charset="0"/>
                        </a:rPr>
                        <a:t>Microsoft 365</a:t>
                      </a:r>
                      <a:endParaRPr lang="ko-KR" sz="1300" b="1">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a:solidFill>
                            <a:srgbClr val="243447"/>
                          </a:solidFill>
                          <a:effectLst/>
                          <a:latin typeface="Arial" panose="020B0604020202020204" pitchFamily="34" charset="0"/>
                          <a:ea typeface="Arial" panose="020B0604020202020204" pitchFamily="34" charset="0"/>
                        </a:rPr>
                        <a:t>FED documents M365 integration and DRM / MIP conversion. [F1]</a:t>
                      </a:r>
                      <a:endParaRPr lang="ko-KR" sz="1300">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a:solidFill>
                            <a:srgbClr val="243447"/>
                          </a:solidFill>
                          <a:effectLst/>
                          <a:latin typeface="Arial" panose="020B0604020202020204" pitchFamily="34" charset="0"/>
                          <a:ea typeface="Arial" panose="020B0604020202020204" pitchFamily="34" charset="0"/>
                        </a:rPr>
                        <a:t>Purview offers native M365 DLP policies. Compare exact workflows and deployment effort. [C3]</a:t>
                      </a:r>
                      <a:endParaRPr lang="ko-KR" sz="1300">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4044236054"/>
                  </a:ext>
                </a:extLst>
              </a:tr>
              <a:tr h="800100">
                <a:tc>
                  <a:txBody>
                    <a:bodyPr/>
                    <a:lstStyle/>
                    <a:p>
                      <a:pPr algn="l">
                        <a:buNone/>
                      </a:pPr>
                      <a:r>
                        <a:rPr lang="ko-KR" sz="1300" b="1">
                          <a:solidFill>
                            <a:srgbClr val="243447"/>
                          </a:solidFill>
                          <a:effectLst/>
                          <a:latin typeface="Arial" panose="020B0604020202020204" pitchFamily="34" charset="0"/>
                          <a:ea typeface="Arial" panose="020B0604020202020204" pitchFamily="34" charset="0"/>
                        </a:rPr>
                        <a:t>Detection and prevention</a:t>
                      </a:r>
                      <a:endParaRPr lang="ko-KR" sz="1300" b="1">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a:solidFill>
                            <a:srgbClr val="243447"/>
                          </a:solidFill>
                          <a:effectLst/>
                          <a:latin typeface="Arial" panose="020B0604020202020204" pitchFamily="34" charset="0"/>
                          <a:ea typeface="Arial" panose="020B0604020202020204" pitchFamily="34" charset="0"/>
                        </a:rPr>
                        <a:t>AI-R DLP adds context; FDR adds OCR. [F15,F17]</a:t>
                      </a:r>
                      <a:endParaRPr lang="ko-KR" sz="1300">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a:solidFill>
                            <a:srgbClr val="243447"/>
                          </a:solidFill>
                          <a:effectLst/>
                          <a:latin typeface="Arial" panose="020B0604020202020204" pitchFamily="34" charset="0"/>
                          <a:ea typeface="Arial" panose="020B0604020202020204" pitchFamily="34" charset="0"/>
                        </a:rPr>
                        <a:t>EDM / document-fingerprint equivalence and matched accuracy remain unverified. [C1,C2]</a:t>
                      </a:r>
                      <a:endParaRPr lang="ko-KR" sz="1300">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4256649000"/>
                  </a:ext>
                </a:extLst>
              </a:tr>
            </a:tbl>
          </a:graphicData>
        </a:graphic>
      </p:graphicFrame>
    </p:spTree>
    <p:extLst>
      <p:ext uri="{BB962C8B-B14F-4D97-AF65-F5344CB8AC3E}">
        <p14:creationId xmlns:p14="http://schemas.microsoft.com/office/powerpoint/2010/main" val="316069570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4D9B55-9A64-2BFF-FC06-2A83DE0E1F28}"/>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3B50A7F-60FC-57DE-2D3F-5F71AF12280B}"/>
              </a:ext>
            </a:extLst>
          </p:cNvPr>
          <p:cNvSpPr>
            <a:spLocks noGrp="1"/>
          </p:cNvSpPr>
          <p:nvPr>
            <p:ph type="sldNum" sz="quarter" idx="4"/>
          </p:nvPr>
        </p:nvSpPr>
        <p:spPr/>
        <p:txBody>
          <a:bodyPr/>
          <a:lstStyle/>
          <a:p>
            <a:fld id="{4EA1E582-E1CC-4474-812F-1657BC5920B7}" type="slidenum">
              <a:rPr lang="ko-KR" altLang="en-US" smtClean="0"/>
              <a:t>24</a:t>
            </a:fld>
            <a:endParaRPr lang="ko-KR" altLang="en-US"/>
          </a:p>
        </p:txBody>
      </p:sp>
      <p:sp>
        <p:nvSpPr>
          <p:cNvPr id="5" name="Text Placeholder 4">
            <a:extLst>
              <a:ext uri="{FF2B5EF4-FFF2-40B4-BE49-F238E27FC236}">
                <a16:creationId xmlns:a16="http://schemas.microsoft.com/office/drawing/2014/main" id="{1EDB879C-914F-8C5A-1F08-DB63774C89D8}"/>
              </a:ext>
            </a:extLst>
          </p:cNvPr>
          <p:cNvSpPr>
            <a:spLocks noGrp="1"/>
          </p:cNvSpPr>
          <p:nvPr>
            <p:ph type="body" sz="quarter" idx="11"/>
          </p:nvPr>
        </p:nvSpPr>
        <p:spPr>
          <a:xfrm>
            <a:off x="285075" y="5614558"/>
            <a:ext cx="11465393" cy="401637"/>
          </a:xfrm>
        </p:spPr>
        <p:txBody>
          <a:bodyPr lIns="91440" tIns="45720" rIns="91440" bIns="45720" anchor="ctr" anchorCtr="0"/>
          <a:lstStyle/>
          <a:p>
            <a:r>
              <a:rPr lang="en-US">
                <a:ea typeface="KoPub돋움체 Bold"/>
              </a:rPr>
              <a:t>Implications for our solution</a:t>
            </a:r>
            <a:endParaRPr lang="ko-KR" altLang="en-US"/>
          </a:p>
          <a:p>
            <a:endParaRPr lang="en-US" altLang="ko-KR"/>
          </a:p>
          <a:p>
            <a:endParaRPr lang="en-US">
              <a:ea typeface="KoPub돋움체 Bold"/>
            </a:endParaRPr>
          </a:p>
          <a:p>
            <a:endParaRPr lang="en-US" altLang="ko-KR"/>
          </a:p>
          <a:p>
            <a:endParaRPr lang="en-US" altLang="ko-KR"/>
          </a:p>
          <a:p>
            <a:endParaRPr lang="en-US" altLang="ko-KR"/>
          </a:p>
          <a:p>
            <a:endParaRPr lang="en-US" altLang="ko-KR"/>
          </a:p>
          <a:p>
            <a:endParaRPr lang="en-US" altLang="ko-KR"/>
          </a:p>
          <a:p>
            <a:endParaRPr lang="en-US" altLang="ko-KR"/>
          </a:p>
          <a:p>
            <a:endParaRPr lang="en-US" altLang="ko-KR"/>
          </a:p>
          <a:p>
            <a:endParaRPr lang="en-US" altLang="ko-KR"/>
          </a:p>
          <a:p>
            <a:endParaRPr lang="en-US" altLang="ko-KR"/>
          </a:p>
          <a:p>
            <a:endParaRPr lang="en-US" altLang="ko-KR"/>
          </a:p>
          <a:p>
            <a:endParaRPr lang="en-US" altLang="ko-KR"/>
          </a:p>
          <a:p>
            <a:endParaRPr lang="en-US"/>
          </a:p>
        </p:txBody>
      </p:sp>
      <p:sp>
        <p:nvSpPr>
          <p:cNvPr id="7" name="제목 3">
            <a:extLst>
              <a:ext uri="{FF2B5EF4-FFF2-40B4-BE49-F238E27FC236}">
                <a16:creationId xmlns:a16="http://schemas.microsoft.com/office/drawing/2014/main" id="{D059F489-B4E9-182C-3B4C-BF92C04E3668}"/>
              </a:ext>
            </a:extLst>
          </p:cNvPr>
          <p:cNvSpPr txBox="1">
            <a:spLocks/>
          </p:cNvSpPr>
          <p:nvPr/>
        </p:nvSpPr>
        <p:spPr>
          <a:xfrm>
            <a:off x="286194" y="265704"/>
            <a:ext cx="10666268" cy="464670"/>
          </a:xfrm>
          <a:prstGeom prst="rect">
            <a:avLst/>
          </a:prstGeom>
        </p:spPr>
        <p:txBody>
          <a:bodyPr lIns="91440" tIns="45720" rIns="91440" bIns="45720" anchor="ctr" anchorCtr="0"/>
          <a:lstStyle>
            <a:lvl1pPr algn="l" rtl="0" eaLnBrk="1" fontAlgn="base" latinLnBrk="1" hangingPunct="1">
              <a:spcBef>
                <a:spcPct val="0"/>
              </a:spcBef>
              <a:spcAft>
                <a:spcPct val="0"/>
              </a:spcAft>
              <a:defRPr lang="ko-KR" altLang="en-US" sz="2400" b="1" kern="1200" baseline="0" dirty="0">
                <a:ln>
                  <a:solidFill>
                    <a:schemeClr val="accent1">
                      <a:alpha val="0"/>
                    </a:schemeClr>
                  </a:solidFill>
                </a:ln>
                <a:solidFill>
                  <a:srgbClr val="144772"/>
                </a:solidFill>
                <a:effectLst>
                  <a:glow rad="127000">
                    <a:schemeClr val="bg1"/>
                  </a:glow>
                  <a:outerShdw blurRad="38100" dist="38100" dir="2700000" algn="tl" rotWithShape="0">
                    <a:prstClr val="black">
                      <a:alpha val="40000"/>
                    </a:prstClr>
                  </a:outerShdw>
                </a:effectLst>
                <a:latin typeface="Pretendard Black" panose="02000A03000000020004" pitchFamily="50" charset="-127"/>
                <a:ea typeface="Pretendard Black" panose="02000A03000000020004" pitchFamily="50" charset="-127"/>
                <a:cs typeface="Pretendard Black" panose="02000A03000000020004" pitchFamily="50" charset="-127"/>
              </a:defRPr>
            </a:lvl1pPr>
            <a:lvl2pPr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2pPr>
            <a:lvl3pPr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3pPr>
            <a:lvl4pPr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4pPr>
            <a:lvl5pPr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5pPr>
            <a:lvl6pPr marL="457200"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6pPr>
            <a:lvl7pPr marL="914400"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7pPr>
            <a:lvl8pPr marL="1371600"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8pPr>
            <a:lvl9pPr marL="1828800"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9pPr>
          </a:lstStyle>
          <a:p>
            <a:r>
              <a:rPr lang="ko-KR" altLang="en-US">
                <a:ln>
                  <a:solidFill>
                    <a:srgbClr val="4F81BD">
                      <a:alpha val="0"/>
                    </a:srgbClr>
                  </a:solidFill>
                </a:ln>
                <a:effectLst>
                  <a:glow rad="127000">
                    <a:prstClr val="white"/>
                  </a:glow>
                  <a:outerShdw blurRad="38100" dist="38100" dir="2700000" algn="tl" rotWithShape="0">
                    <a:prstClr val="black">
                      <a:alpha val="40000"/>
                    </a:prstClr>
                  </a:outerShdw>
                </a:effectLst>
                <a:latin typeface="Pretendard Black"/>
                <a:ea typeface="Pretendard Black"/>
              </a:rPr>
              <a:t>파수 (윤석)</a:t>
            </a:r>
            <a:endParaRPr lang="ko-KR" altLang="en-US">
              <a:ln>
                <a:solidFill>
                  <a:srgbClr val="4F81BD">
                    <a:alpha val="0"/>
                  </a:srgbClr>
                </a:solidFill>
              </a:ln>
              <a:effectLst>
                <a:glow rad="127000">
                  <a:prstClr val="white"/>
                </a:glow>
                <a:outerShdw blurRad="38100" dist="38100" dir="2700000" algn="tl" rotWithShape="0">
                  <a:prstClr val="black">
                    <a:alpha val="40000"/>
                  </a:prstClr>
                </a:outerShdw>
              </a:effectLst>
              <a:latin typeface="Pretendard Black"/>
            </a:endParaRPr>
          </a:p>
        </p:txBody>
      </p:sp>
      <p:sp>
        <p:nvSpPr>
          <p:cNvPr id="8" name="TextBox 7">
            <a:extLst>
              <a:ext uri="{FF2B5EF4-FFF2-40B4-BE49-F238E27FC236}">
                <a16:creationId xmlns:a16="http://schemas.microsoft.com/office/drawing/2014/main" id="{5CF3F06D-9B19-7C93-A4BA-CD6CB4E2CC5A}"/>
              </a:ext>
            </a:extLst>
          </p:cNvPr>
          <p:cNvSpPr txBox="1"/>
          <p:nvPr/>
        </p:nvSpPr>
        <p:spPr>
          <a:xfrm>
            <a:off x="487196" y="1176624"/>
            <a:ext cx="10631714" cy="297004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ltLang="ko-KR" sz="1300">
                <a:solidFill>
                  <a:srgbClr val="5E6C7A"/>
                </a:solidFill>
                <a:latin typeface="Arial"/>
                <a:ea typeface="맑은 고딕"/>
                <a:cs typeface="Arial"/>
              </a:rPr>
              <a:t>Proposal:</a:t>
            </a:r>
            <a:r>
              <a:rPr lang="ko-KR" altLang="en-US" sz="1300">
                <a:solidFill>
                  <a:srgbClr val="5E6C7A"/>
                </a:solidFill>
                <a:latin typeface="Arial"/>
                <a:ea typeface="맑은 고딕"/>
                <a:cs typeface="Arial"/>
              </a:rPr>
              <a:t> </a:t>
            </a:r>
            <a:r>
              <a:rPr lang="en-US" altLang="ko-KR" sz="1300">
                <a:solidFill>
                  <a:srgbClr val="5E6C7A"/>
                </a:solidFill>
                <a:latin typeface="Arial"/>
                <a:ea typeface="맑은 고딕"/>
                <a:cs typeface="Arial"/>
              </a:rPr>
              <a:t>make</a:t>
            </a:r>
            <a:r>
              <a:rPr lang="ko-KR" altLang="en-US" sz="1300">
                <a:solidFill>
                  <a:srgbClr val="5E6C7A"/>
                </a:solidFill>
                <a:latin typeface="Arial"/>
                <a:ea typeface="맑은 고딕"/>
                <a:cs typeface="Arial"/>
              </a:rPr>
              <a:t> </a:t>
            </a:r>
            <a:r>
              <a:rPr lang="en-US" altLang="ko-KR" sz="1300">
                <a:solidFill>
                  <a:srgbClr val="5E6C7A"/>
                </a:solidFill>
                <a:latin typeface="Arial"/>
                <a:ea typeface="맑은 고딕"/>
                <a:cs typeface="Arial"/>
              </a:rPr>
              <a:t>authorization</a:t>
            </a:r>
            <a:r>
              <a:rPr lang="ko-KR" altLang="en-US" sz="1300">
                <a:solidFill>
                  <a:srgbClr val="5E6C7A"/>
                </a:solidFill>
                <a:latin typeface="Arial"/>
                <a:ea typeface="맑은 고딕"/>
                <a:cs typeface="Arial"/>
              </a:rPr>
              <a:t> </a:t>
            </a:r>
            <a:r>
              <a:rPr lang="en-US" altLang="ko-KR" sz="1300">
                <a:solidFill>
                  <a:srgbClr val="5E6C7A"/>
                </a:solidFill>
                <a:latin typeface="Arial"/>
                <a:ea typeface="맑은 고딕"/>
                <a:cs typeface="Arial"/>
              </a:rPr>
              <a:t>and</a:t>
            </a:r>
            <a:r>
              <a:rPr lang="ko-KR" altLang="en-US" sz="1300">
                <a:solidFill>
                  <a:srgbClr val="5E6C7A"/>
                </a:solidFill>
                <a:latin typeface="Arial"/>
                <a:ea typeface="맑은 고딕"/>
                <a:cs typeface="Arial"/>
              </a:rPr>
              <a:t> </a:t>
            </a:r>
            <a:r>
              <a:rPr lang="en-US" altLang="ko-KR" sz="1300">
                <a:solidFill>
                  <a:srgbClr val="5E6C7A"/>
                </a:solidFill>
                <a:latin typeface="Arial"/>
                <a:ea typeface="맑은 고딕"/>
                <a:cs typeface="Arial"/>
              </a:rPr>
              <a:t>enforcement</a:t>
            </a:r>
            <a:r>
              <a:rPr lang="ko-KR" altLang="en-US" sz="1300">
                <a:solidFill>
                  <a:srgbClr val="5E6C7A"/>
                </a:solidFill>
                <a:latin typeface="Arial"/>
                <a:ea typeface="맑은 고딕"/>
                <a:cs typeface="Arial"/>
              </a:rPr>
              <a:t> </a:t>
            </a:r>
            <a:r>
              <a:rPr lang="en-US" altLang="ko-KR" sz="1300">
                <a:solidFill>
                  <a:srgbClr val="5E6C7A"/>
                </a:solidFill>
                <a:latin typeface="Arial"/>
                <a:ea typeface="맑은 고딕"/>
                <a:cs typeface="Arial"/>
              </a:rPr>
              <a:t>consistent</a:t>
            </a:r>
            <a:r>
              <a:rPr lang="ko-KR" altLang="en-US" sz="1300">
                <a:solidFill>
                  <a:srgbClr val="5E6C7A"/>
                </a:solidFill>
                <a:latin typeface="Arial"/>
                <a:ea typeface="맑은 고딕"/>
                <a:cs typeface="Arial"/>
              </a:rPr>
              <a:t> </a:t>
            </a:r>
            <a:r>
              <a:rPr lang="en-US" altLang="ko-KR" sz="1300">
                <a:solidFill>
                  <a:srgbClr val="5E6C7A"/>
                </a:solidFill>
                <a:latin typeface="Arial"/>
                <a:ea typeface="맑은 고딕"/>
                <a:cs typeface="Arial"/>
              </a:rPr>
              <a:t>across</a:t>
            </a:r>
            <a:r>
              <a:rPr lang="ko-KR" altLang="en-US" sz="1300">
                <a:solidFill>
                  <a:srgbClr val="5E6C7A"/>
                </a:solidFill>
                <a:latin typeface="Arial"/>
                <a:ea typeface="맑은 고딕"/>
                <a:cs typeface="Arial"/>
              </a:rPr>
              <a:t> </a:t>
            </a:r>
            <a:r>
              <a:rPr lang="en-US" altLang="ko-KR" sz="1300">
                <a:solidFill>
                  <a:srgbClr val="5E6C7A"/>
                </a:solidFill>
                <a:latin typeface="Arial"/>
                <a:ea typeface="맑은 고딕"/>
                <a:cs typeface="Arial"/>
              </a:rPr>
              <a:t>a</a:t>
            </a:r>
            <a:r>
              <a:rPr lang="ko-KR" altLang="en-US" sz="1300">
                <a:solidFill>
                  <a:srgbClr val="5E6C7A"/>
                </a:solidFill>
                <a:latin typeface="Arial"/>
                <a:ea typeface="맑은 고딕"/>
                <a:cs typeface="Arial"/>
              </a:rPr>
              <a:t> </a:t>
            </a:r>
            <a:r>
              <a:rPr lang="ko-KR" sz="1300">
                <a:solidFill>
                  <a:srgbClr val="5E6C7A"/>
                </a:solidFill>
                <a:latin typeface="Arial"/>
                <a:ea typeface="맑은 고딕"/>
                <a:cs typeface="Arial"/>
              </a:rPr>
              <a:t>complete</a:t>
            </a:r>
            <a:r>
              <a:rPr lang="ko-KR" altLang="en-US" sz="1300">
                <a:solidFill>
                  <a:srgbClr val="5E6C7A"/>
                </a:solidFill>
                <a:latin typeface="Arial"/>
                <a:ea typeface="맑은 고딕"/>
                <a:cs typeface="Arial"/>
              </a:rPr>
              <a:t> </a:t>
            </a:r>
            <a:r>
              <a:rPr lang="en-US" altLang="ko-KR" sz="1300">
                <a:solidFill>
                  <a:srgbClr val="5E6C7A"/>
                </a:solidFill>
                <a:latin typeface="Arial"/>
                <a:ea typeface="맑은 고딕"/>
                <a:cs typeface="Arial"/>
              </a:rPr>
              <a:t>task.</a:t>
            </a:r>
            <a:endParaRPr lang="ko-KR" altLang="en-US"/>
          </a:p>
          <a:p>
            <a:endParaRPr lang="en-US" altLang="ko-KR" sz="1300">
              <a:solidFill>
                <a:srgbClr val="5E6C7A"/>
              </a:solidFill>
              <a:latin typeface="Arial"/>
              <a:ea typeface="맑은 고딕"/>
              <a:cs typeface="Arial"/>
            </a:endParaRPr>
          </a:p>
          <a:p>
            <a:endParaRPr lang="en-US" altLang="ko-KR" sz="1300">
              <a:solidFill>
                <a:srgbClr val="5E6C7A"/>
              </a:solidFill>
              <a:latin typeface="Arial"/>
              <a:ea typeface="맑은 고딕"/>
              <a:cs typeface="Arial"/>
            </a:endParaRPr>
          </a:p>
          <a:p>
            <a:endParaRPr lang="en-US" altLang="ko-KR" sz="1300">
              <a:solidFill>
                <a:srgbClr val="5E6C7A"/>
              </a:solidFill>
              <a:latin typeface="Arial"/>
              <a:ea typeface="맑은 고딕"/>
              <a:cs typeface="Arial"/>
            </a:endParaRPr>
          </a:p>
          <a:p>
            <a:endParaRPr lang="en-US" altLang="ko-KR" sz="1300">
              <a:solidFill>
                <a:srgbClr val="5E6C7A"/>
              </a:solidFill>
              <a:latin typeface="Arial"/>
              <a:ea typeface="맑은 고딕"/>
              <a:cs typeface="Arial"/>
            </a:endParaRPr>
          </a:p>
          <a:p>
            <a:endParaRPr lang="en-US" altLang="ko-KR" sz="1300">
              <a:solidFill>
                <a:srgbClr val="5E6C7A"/>
              </a:solidFill>
              <a:latin typeface="Arial"/>
              <a:ea typeface="맑은 고딕"/>
              <a:cs typeface="Arial"/>
            </a:endParaRPr>
          </a:p>
          <a:p>
            <a:r>
              <a:rPr lang="en-US" altLang="ko-KR" sz="1300">
                <a:solidFill>
                  <a:srgbClr val="5E6C7A"/>
                </a:solidFill>
                <a:latin typeface="Arial"/>
                <a:ea typeface="맑은 고딕"/>
                <a:cs typeface="Arial"/>
              </a:rPr>
              <a:t>.</a:t>
            </a:r>
            <a:endParaRPr lang="ko-KR" altLang="en-US">
              <a:solidFill>
                <a:srgbClr val="000000"/>
              </a:solidFill>
              <a:latin typeface="맑은 고딕"/>
              <a:ea typeface="맑은 고딕"/>
              <a:cs typeface="Arial"/>
            </a:endParaRPr>
          </a:p>
          <a:p>
            <a:endParaRPr lang="en-US" altLang="ko-KR" sz="1300">
              <a:solidFill>
                <a:srgbClr val="5E6C7A"/>
              </a:solidFill>
              <a:latin typeface="Arial"/>
              <a:ea typeface="맑은 고딕"/>
              <a:cs typeface="Arial"/>
            </a:endParaRPr>
          </a:p>
          <a:p>
            <a:endParaRPr lang="en-US" altLang="ko-KR" sz="1300">
              <a:solidFill>
                <a:srgbClr val="5E6C7A"/>
              </a:solidFill>
              <a:latin typeface="Arial"/>
              <a:ea typeface="맑은 고딕"/>
              <a:cs typeface="Arial"/>
            </a:endParaRPr>
          </a:p>
          <a:p>
            <a:endParaRPr lang="en-US" altLang="ko-KR" sz="1300">
              <a:solidFill>
                <a:srgbClr val="5E6C7A"/>
              </a:solidFill>
              <a:latin typeface="Arial"/>
              <a:ea typeface="맑은 고딕"/>
              <a:cs typeface="Arial"/>
            </a:endParaRPr>
          </a:p>
          <a:p>
            <a:endParaRPr lang="en-US" altLang="ko-KR" sz="1300">
              <a:solidFill>
                <a:srgbClr val="5E6C7A"/>
              </a:solidFill>
              <a:latin typeface="Arial"/>
              <a:ea typeface="맑은 고딕"/>
              <a:cs typeface="Arial"/>
            </a:endParaRPr>
          </a:p>
          <a:p>
            <a:endParaRPr lang="en-US" altLang="ko-KR" sz="1300">
              <a:solidFill>
                <a:srgbClr val="5E6C7A"/>
              </a:solidFill>
              <a:latin typeface="Arial"/>
              <a:ea typeface="맑은 고딕"/>
              <a:cs typeface="Arial"/>
            </a:endParaRPr>
          </a:p>
          <a:p>
            <a:r>
              <a:rPr lang="ko-KR" sz="1300">
                <a:solidFill>
                  <a:srgbClr val="5E6C7A"/>
                </a:solidFill>
                <a:latin typeface="Arial"/>
                <a:ea typeface="맑은 고딕"/>
                <a:cs typeface="Arial"/>
              </a:rPr>
              <a:t>.</a:t>
            </a:r>
            <a:endParaRPr lang="ko-KR">
              <a:ea typeface="맑은 고딕"/>
            </a:endParaRPr>
          </a:p>
          <a:p>
            <a:pPr algn="l"/>
            <a:endParaRPr lang="ko-KR" altLang="en-US">
              <a:ea typeface="맑은 고딕"/>
            </a:endParaRPr>
          </a:p>
        </p:txBody>
      </p:sp>
      <p:sp>
        <p:nvSpPr>
          <p:cNvPr id="12" name="TextBox 11">
            <a:extLst>
              <a:ext uri="{FF2B5EF4-FFF2-40B4-BE49-F238E27FC236}">
                <a16:creationId xmlns:a16="http://schemas.microsoft.com/office/drawing/2014/main" id="{EF3B0A7B-E452-EB1B-0F2D-8DB802213774}"/>
              </a:ext>
            </a:extLst>
          </p:cNvPr>
          <p:cNvSpPr txBox="1"/>
          <p:nvPr/>
        </p:nvSpPr>
        <p:spPr>
          <a:xfrm>
            <a:off x="487195" y="5616544"/>
            <a:ext cx="11058434" cy="373948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ltLang="ko-KR" sz="1500" b="1">
                <a:solidFill>
                  <a:srgbClr val="136F73"/>
                </a:solidFill>
                <a:latin typeface="Arial"/>
                <a:ea typeface="맑은 고딕"/>
                <a:cs typeface="Arial"/>
              </a:rPr>
              <a:t>Success</a:t>
            </a:r>
            <a:r>
              <a:rPr lang="ko-KR" altLang="en-US" sz="1500" b="1">
                <a:solidFill>
                  <a:srgbClr val="136F73"/>
                </a:solidFill>
                <a:latin typeface="Arial"/>
                <a:ea typeface="맑은 고딕"/>
                <a:cs typeface="Arial"/>
              </a:rPr>
              <a:t> </a:t>
            </a:r>
            <a:r>
              <a:rPr lang="en-US" altLang="ko-KR" sz="1500" b="1">
                <a:solidFill>
                  <a:srgbClr val="136F73"/>
                </a:solidFill>
                <a:latin typeface="Arial"/>
                <a:ea typeface="맑은 고딕"/>
                <a:cs typeface="Arial"/>
              </a:rPr>
              <a:t>criterion:</a:t>
            </a:r>
            <a:r>
              <a:rPr lang="ko-KR" sz="1500" b="1">
                <a:solidFill>
                  <a:srgbClr val="136F73"/>
                </a:solidFill>
                <a:latin typeface="Arial"/>
                <a:ea typeface="맑은 고딕"/>
                <a:cs typeface="Arial"/>
              </a:rPr>
              <a:t> </a:t>
            </a:r>
            <a:r>
              <a:rPr lang="en-US" altLang="ko-KR" sz="1500" b="1">
                <a:solidFill>
                  <a:srgbClr val="136F73"/>
                </a:solidFill>
                <a:latin typeface="Arial"/>
                <a:ea typeface="맑은 고딕"/>
                <a:cs typeface="Arial"/>
              </a:rPr>
              <a:t>equivalent</a:t>
            </a:r>
            <a:r>
              <a:rPr lang="ko-KR" altLang="en-US" sz="1500" b="1">
                <a:solidFill>
                  <a:srgbClr val="136F73"/>
                </a:solidFill>
                <a:latin typeface="Arial"/>
                <a:ea typeface="맑은 고딕"/>
                <a:cs typeface="Arial"/>
              </a:rPr>
              <a:t> </a:t>
            </a:r>
            <a:r>
              <a:rPr lang="en-US" altLang="ko-KR" sz="1500" b="1">
                <a:solidFill>
                  <a:srgbClr val="136F73"/>
                </a:solidFill>
                <a:latin typeface="Arial"/>
                <a:ea typeface="맑은 고딕"/>
                <a:cs typeface="Arial"/>
              </a:rPr>
              <a:t>user,</a:t>
            </a:r>
            <a:r>
              <a:rPr lang="ko-KR" altLang="en-US" sz="1500" b="1">
                <a:solidFill>
                  <a:srgbClr val="136F73"/>
                </a:solidFill>
                <a:latin typeface="Arial"/>
                <a:ea typeface="맑은 고딕"/>
                <a:cs typeface="Arial"/>
              </a:rPr>
              <a:t> </a:t>
            </a:r>
            <a:r>
              <a:rPr lang="en-US" altLang="ko-KR" sz="1500" b="1">
                <a:solidFill>
                  <a:srgbClr val="136F73"/>
                </a:solidFill>
                <a:latin typeface="Arial"/>
                <a:ea typeface="맑은 고딕"/>
                <a:cs typeface="Arial"/>
              </a:rPr>
              <a:t>data,</a:t>
            </a:r>
            <a:r>
              <a:rPr lang="ko-KR" sz="1500" b="1">
                <a:solidFill>
                  <a:srgbClr val="136F73"/>
                </a:solidFill>
                <a:latin typeface="Arial"/>
                <a:ea typeface="맑은 고딕"/>
                <a:cs typeface="Arial"/>
              </a:rPr>
              <a:t> </a:t>
            </a:r>
            <a:r>
              <a:rPr lang="en-US" altLang="ko-KR" sz="1500" b="1">
                <a:solidFill>
                  <a:srgbClr val="136F73"/>
                </a:solidFill>
                <a:latin typeface="Arial"/>
                <a:ea typeface="맑은 고딕"/>
                <a:cs typeface="Arial"/>
              </a:rPr>
              <a:t>action,</a:t>
            </a:r>
            <a:r>
              <a:rPr lang="ko-KR" sz="1500" b="1">
                <a:solidFill>
                  <a:srgbClr val="136F73"/>
                </a:solidFill>
                <a:latin typeface="Arial"/>
                <a:ea typeface="맑은 고딕"/>
                <a:cs typeface="Arial"/>
              </a:rPr>
              <a:t> </a:t>
            </a:r>
            <a:r>
              <a:rPr lang="en-US" altLang="ko-KR" sz="1500" b="1">
                <a:solidFill>
                  <a:srgbClr val="136F73"/>
                </a:solidFill>
                <a:latin typeface="Arial"/>
                <a:ea typeface="맑은 고딕"/>
                <a:cs typeface="Arial"/>
              </a:rPr>
              <a:t>destination</a:t>
            </a:r>
            <a:r>
              <a:rPr lang="ko-KR" altLang="en-US" sz="1500" b="1">
                <a:solidFill>
                  <a:srgbClr val="136F73"/>
                </a:solidFill>
                <a:latin typeface="Arial"/>
                <a:ea typeface="맑은 고딕"/>
                <a:cs typeface="Arial"/>
              </a:rPr>
              <a:t> </a:t>
            </a:r>
            <a:r>
              <a:rPr lang="en-US" altLang="ko-KR" sz="1500" b="1">
                <a:solidFill>
                  <a:srgbClr val="136F73"/>
                </a:solidFill>
                <a:latin typeface="Arial"/>
                <a:ea typeface="맑은 고딕"/>
                <a:cs typeface="Arial"/>
              </a:rPr>
              <a:t>and</a:t>
            </a:r>
            <a:r>
              <a:rPr lang="ko-KR" sz="1500" b="1">
                <a:solidFill>
                  <a:srgbClr val="136F73"/>
                </a:solidFill>
                <a:latin typeface="Arial"/>
                <a:ea typeface="맑은 고딕"/>
                <a:cs typeface="Arial"/>
              </a:rPr>
              <a:t> </a:t>
            </a:r>
            <a:r>
              <a:rPr lang="en-US" altLang="ko-KR" sz="1500" b="1">
                <a:solidFill>
                  <a:srgbClr val="136F73"/>
                </a:solidFill>
                <a:latin typeface="Arial"/>
                <a:ea typeface="맑은 고딕"/>
                <a:cs typeface="Arial"/>
              </a:rPr>
              <a:t>policy</a:t>
            </a:r>
            <a:r>
              <a:rPr lang="ko-KR" altLang="en-US" sz="1500" b="1">
                <a:solidFill>
                  <a:srgbClr val="136F73"/>
                </a:solidFill>
                <a:latin typeface="Arial"/>
                <a:ea typeface="맑은 고딕"/>
                <a:cs typeface="Arial"/>
              </a:rPr>
              <a:t> </a:t>
            </a:r>
            <a:r>
              <a:rPr lang="en-US" altLang="ko-KR" sz="1500" b="1">
                <a:solidFill>
                  <a:srgbClr val="136F73"/>
                </a:solidFill>
                <a:latin typeface="Arial"/>
                <a:ea typeface="맑은 고딕"/>
                <a:cs typeface="Arial"/>
              </a:rPr>
              <a:t>context</a:t>
            </a:r>
            <a:r>
              <a:rPr lang="ko-KR" altLang="en-US" sz="1500" b="1">
                <a:solidFill>
                  <a:srgbClr val="136F73"/>
                </a:solidFill>
                <a:latin typeface="Arial"/>
                <a:ea typeface="맑은 고딕"/>
                <a:cs typeface="Arial"/>
              </a:rPr>
              <a:t> </a:t>
            </a:r>
            <a:r>
              <a:rPr lang="en-US" altLang="ko-KR" sz="1500" b="1">
                <a:solidFill>
                  <a:srgbClr val="136F73"/>
                </a:solidFill>
                <a:latin typeface="Arial"/>
                <a:ea typeface="맑은 고딕"/>
                <a:cs typeface="Arial"/>
              </a:rPr>
              <a:t>yield</a:t>
            </a:r>
            <a:r>
              <a:rPr lang="ko-KR" altLang="en-US" sz="1500" b="1">
                <a:solidFill>
                  <a:srgbClr val="136F73"/>
                </a:solidFill>
                <a:latin typeface="Arial"/>
                <a:ea typeface="맑은 고딕"/>
                <a:cs typeface="Arial"/>
              </a:rPr>
              <a:t> </a:t>
            </a:r>
            <a:r>
              <a:rPr lang="en-US" altLang="ko-KR" sz="1500" b="1">
                <a:solidFill>
                  <a:srgbClr val="136F73"/>
                </a:solidFill>
                <a:latin typeface="Arial"/>
                <a:ea typeface="맑은 고딕"/>
                <a:cs typeface="Arial"/>
              </a:rPr>
              <a:t>consistent</a:t>
            </a:r>
            <a:r>
              <a:rPr lang="ko-KR" altLang="en-US" sz="1500" b="1">
                <a:solidFill>
                  <a:srgbClr val="136F73"/>
                </a:solidFill>
                <a:latin typeface="Arial"/>
                <a:ea typeface="맑은 고딕"/>
                <a:cs typeface="Arial"/>
              </a:rPr>
              <a:t> </a:t>
            </a:r>
            <a:r>
              <a:rPr lang="en-US" altLang="ko-KR" sz="1500" b="1">
                <a:solidFill>
                  <a:srgbClr val="136F73"/>
                </a:solidFill>
                <a:latin typeface="Arial"/>
                <a:ea typeface="맑은 고딕"/>
                <a:cs typeface="Arial"/>
              </a:rPr>
              <a:t>decisions</a:t>
            </a:r>
            <a:r>
              <a:rPr lang="ko-KR" altLang="en-US" sz="1500" b="1">
                <a:solidFill>
                  <a:srgbClr val="136F73"/>
                </a:solidFill>
                <a:latin typeface="Arial"/>
                <a:ea typeface="맑은 고딕"/>
                <a:cs typeface="Arial"/>
              </a:rPr>
              <a:t> </a:t>
            </a:r>
            <a:r>
              <a:rPr lang="en-US" altLang="ko-KR" sz="1500" b="1">
                <a:solidFill>
                  <a:srgbClr val="136F73"/>
                </a:solidFill>
                <a:latin typeface="Arial"/>
                <a:ea typeface="맑은 고딕"/>
                <a:cs typeface="Arial"/>
              </a:rPr>
              <a:t>across</a:t>
            </a:r>
            <a:r>
              <a:rPr lang="ko-KR" sz="1500" b="1">
                <a:solidFill>
                  <a:srgbClr val="136F73"/>
                </a:solidFill>
                <a:latin typeface="Arial"/>
                <a:ea typeface="맑은 고딕"/>
                <a:cs typeface="Arial"/>
              </a:rPr>
              <a:t> </a:t>
            </a:r>
            <a:r>
              <a:rPr lang="en-US" altLang="ko-KR" sz="1500" b="1">
                <a:solidFill>
                  <a:srgbClr val="136F73"/>
                </a:solidFill>
                <a:latin typeface="Arial"/>
                <a:ea typeface="맑은 고딕"/>
                <a:cs typeface="Arial"/>
              </a:rPr>
              <a:t>supported</a:t>
            </a:r>
            <a:r>
              <a:rPr lang="ko-KR" altLang="en-US" sz="1500" b="1">
                <a:solidFill>
                  <a:srgbClr val="136F73"/>
                </a:solidFill>
                <a:latin typeface="Arial"/>
                <a:ea typeface="맑은 고딕"/>
                <a:cs typeface="Arial"/>
              </a:rPr>
              <a:t> </a:t>
            </a:r>
            <a:r>
              <a:rPr lang="en-US" altLang="ko-KR" sz="1500" b="1">
                <a:solidFill>
                  <a:srgbClr val="136F73"/>
                </a:solidFill>
                <a:latin typeface="Arial"/>
                <a:ea typeface="맑은 고딕"/>
                <a:cs typeface="Arial"/>
              </a:rPr>
              <a:t>paths.</a:t>
            </a:r>
            <a:endParaRPr lang="ko-KR" altLang="en-US"/>
          </a:p>
          <a:p>
            <a:endParaRPr lang="en-US" altLang="ko-KR" sz="1500" b="1">
              <a:solidFill>
                <a:srgbClr val="136F73"/>
              </a:solidFill>
              <a:latin typeface="Arial"/>
              <a:ea typeface="맑은 고딕"/>
              <a:cs typeface="Arial"/>
            </a:endParaRPr>
          </a:p>
          <a:p>
            <a:endParaRPr lang="en-US" altLang="ko-KR" sz="1500" b="1">
              <a:solidFill>
                <a:srgbClr val="136F73"/>
              </a:solidFill>
              <a:latin typeface="Arial"/>
              <a:ea typeface="맑은 고딕"/>
              <a:cs typeface="Arial"/>
            </a:endParaRPr>
          </a:p>
          <a:p>
            <a:endParaRPr lang="en-US" altLang="ko-KR" sz="1500" b="1">
              <a:solidFill>
                <a:srgbClr val="136F73"/>
              </a:solidFill>
              <a:latin typeface="Arial"/>
              <a:ea typeface="맑은 고딕"/>
              <a:cs typeface="Arial"/>
            </a:endParaRPr>
          </a:p>
          <a:p>
            <a:endParaRPr lang="en-US" altLang="ko-KR" sz="1500" b="1">
              <a:solidFill>
                <a:srgbClr val="136F73"/>
              </a:solidFill>
              <a:latin typeface="Arial"/>
              <a:ea typeface="맑은 고딕"/>
              <a:cs typeface="Arial"/>
            </a:endParaRPr>
          </a:p>
          <a:p>
            <a:endParaRPr lang="en-US" sz="1500" b="1">
              <a:solidFill>
                <a:srgbClr val="136F73"/>
              </a:solidFill>
              <a:latin typeface="Arial"/>
              <a:ea typeface="맑은 고딕"/>
              <a:cs typeface="Arial"/>
            </a:endParaRPr>
          </a:p>
          <a:p>
            <a:endParaRPr lang="en-US" sz="1500" b="1">
              <a:solidFill>
                <a:srgbClr val="136F73"/>
              </a:solidFill>
              <a:latin typeface="Arial"/>
              <a:ea typeface="맑은 고딕"/>
              <a:cs typeface="Arial"/>
            </a:endParaRPr>
          </a:p>
          <a:p>
            <a:endParaRPr lang="en-US" sz="1500" b="1">
              <a:solidFill>
                <a:srgbClr val="136F73"/>
              </a:solidFill>
              <a:latin typeface="Arial"/>
              <a:ea typeface="맑은 고딕"/>
              <a:cs typeface="Arial"/>
            </a:endParaRPr>
          </a:p>
          <a:p>
            <a:endParaRPr lang="en-US" altLang="ko-KR" sz="1500" b="1">
              <a:solidFill>
                <a:srgbClr val="136F73"/>
              </a:solidFill>
              <a:latin typeface="Arial"/>
              <a:ea typeface="맑은 고딕"/>
              <a:cs typeface="Arial"/>
            </a:endParaRPr>
          </a:p>
          <a:p>
            <a:endParaRPr lang="en-US" altLang="ko-KR" sz="1500" b="1">
              <a:solidFill>
                <a:srgbClr val="136F73"/>
              </a:solidFill>
              <a:latin typeface="Arial"/>
              <a:ea typeface="맑은 고딕"/>
              <a:cs typeface="Arial"/>
            </a:endParaRPr>
          </a:p>
          <a:p>
            <a:endParaRPr lang="en-US" altLang="ko-KR" sz="1500" b="1">
              <a:solidFill>
                <a:srgbClr val="136F73"/>
              </a:solidFill>
              <a:latin typeface="Arial"/>
              <a:ea typeface="맑은 고딕"/>
              <a:cs typeface="Arial"/>
            </a:endParaRPr>
          </a:p>
          <a:p>
            <a:endParaRPr lang="en-US" altLang="ko-KR" sz="1300">
              <a:solidFill>
                <a:srgbClr val="5E6C7A"/>
              </a:solidFill>
              <a:latin typeface="Arial"/>
              <a:ea typeface="맑은 고딕"/>
              <a:cs typeface="Arial"/>
            </a:endParaRPr>
          </a:p>
          <a:p>
            <a:endParaRPr lang="en-US" altLang="ko-KR" sz="1300">
              <a:solidFill>
                <a:srgbClr val="5E6C7A"/>
              </a:solidFill>
              <a:latin typeface="Arial"/>
              <a:ea typeface="맑은 고딕"/>
              <a:cs typeface="Arial"/>
            </a:endParaRPr>
          </a:p>
          <a:p>
            <a:r>
              <a:rPr lang="ko-KR" sz="1300">
                <a:solidFill>
                  <a:srgbClr val="5E6C7A"/>
                </a:solidFill>
                <a:latin typeface="Arial"/>
                <a:ea typeface="맑은 고딕"/>
                <a:cs typeface="Arial"/>
              </a:rPr>
              <a:t>.</a:t>
            </a:r>
            <a:endParaRPr lang="ko-KR">
              <a:ea typeface="맑은 고딕"/>
            </a:endParaRPr>
          </a:p>
          <a:p>
            <a:pPr algn="l"/>
            <a:endParaRPr lang="ko-KR" altLang="en-US">
              <a:ea typeface="맑은 고딕"/>
            </a:endParaRPr>
          </a:p>
        </p:txBody>
      </p:sp>
      <p:graphicFrame>
        <p:nvGraphicFramePr>
          <p:cNvPr id="6" name="표 5">
            <a:extLst>
              <a:ext uri="{FF2B5EF4-FFF2-40B4-BE49-F238E27FC236}">
                <a16:creationId xmlns:a16="http://schemas.microsoft.com/office/drawing/2014/main" id="{64146F12-DE22-9781-4C2D-D19FC70F2A69}"/>
              </a:ext>
            </a:extLst>
          </p:cNvPr>
          <p:cNvGraphicFramePr>
            <a:graphicFrameLocks noGrp="1"/>
          </p:cNvGraphicFramePr>
          <p:nvPr/>
        </p:nvGraphicFramePr>
        <p:xfrm>
          <a:off x="571500" y="1514475"/>
          <a:ext cx="11049000" cy="3829050"/>
        </p:xfrm>
        <a:graphic>
          <a:graphicData uri="http://schemas.openxmlformats.org/drawingml/2006/table">
            <a:tbl>
              <a:tblPr bandRow="1">
                <a:tableStyleId>{5C22544A-7EE6-4342-B048-85BDC9FD1C3A}</a:tableStyleId>
              </a:tblPr>
              <a:tblGrid>
                <a:gridCol w="2952750">
                  <a:extLst>
                    <a:ext uri="{9D8B030D-6E8A-4147-A177-3AD203B41FA5}">
                      <a16:colId xmlns:a16="http://schemas.microsoft.com/office/drawing/2014/main" val="2667148127"/>
                    </a:ext>
                  </a:extLst>
                </a:gridCol>
                <a:gridCol w="8096250">
                  <a:extLst>
                    <a:ext uri="{9D8B030D-6E8A-4147-A177-3AD203B41FA5}">
                      <a16:colId xmlns:a16="http://schemas.microsoft.com/office/drawing/2014/main" val="2671229666"/>
                    </a:ext>
                  </a:extLst>
                </a:gridCol>
              </a:tblGrid>
              <a:tr h="400050">
                <a:tc>
                  <a:txBody>
                    <a:bodyPr/>
                    <a:lstStyle/>
                    <a:p>
                      <a:pPr algn="l">
                        <a:buNone/>
                      </a:pPr>
                      <a:r>
                        <a:rPr lang="ko-KR" sz="1500" b="1">
                          <a:solidFill>
                            <a:srgbClr val="144772"/>
                          </a:solidFill>
                          <a:effectLst/>
                          <a:latin typeface="Arial" panose="020B0604020202020204" pitchFamily="34" charset="0"/>
                          <a:ea typeface="Arial" panose="020B0604020202020204" pitchFamily="34" charset="0"/>
                        </a:rPr>
                        <a:t>Design area</a:t>
                      </a:r>
                      <a:endParaRPr lang="ko-KR" sz="1500" b="1">
                        <a:solidFill>
                          <a:srgbClr val="144772"/>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DDECF2"/>
                    </a:solidFill>
                  </a:tcPr>
                </a:tc>
                <a:tc>
                  <a:txBody>
                    <a:bodyPr/>
                    <a:lstStyle/>
                    <a:p>
                      <a:pPr algn="l">
                        <a:buNone/>
                      </a:pPr>
                      <a:r>
                        <a:rPr lang="ko-KR" sz="1500" b="1">
                          <a:solidFill>
                            <a:srgbClr val="144772"/>
                          </a:solidFill>
                          <a:effectLst/>
                          <a:latin typeface="Arial" panose="020B0604020202020204" pitchFamily="34" charset="0"/>
                          <a:ea typeface="Arial" panose="020B0604020202020204" pitchFamily="34" charset="0"/>
                        </a:rPr>
                        <a:t>Proposed approach</a:t>
                      </a:r>
                      <a:endParaRPr lang="ko-KR" sz="1500" b="1">
                        <a:solidFill>
                          <a:srgbClr val="144772"/>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DDECF2"/>
                    </a:solidFill>
                  </a:tcPr>
                </a:tc>
                <a:extLst>
                  <a:ext uri="{0D108BD9-81ED-4DB2-BD59-A6C34878D82A}">
                    <a16:rowId xmlns:a16="http://schemas.microsoft.com/office/drawing/2014/main" val="3313129494"/>
                  </a:ext>
                </a:extLst>
              </a:tr>
              <a:tr h="1143000">
                <a:tc>
                  <a:txBody>
                    <a:bodyPr/>
                    <a:lstStyle/>
                    <a:p>
                      <a:pPr algn="l">
                        <a:buNone/>
                      </a:pPr>
                      <a:r>
                        <a:rPr lang="ko-KR" sz="1600" b="1">
                          <a:solidFill>
                            <a:srgbClr val="243447"/>
                          </a:solidFill>
                          <a:effectLst/>
                          <a:latin typeface="Arial" panose="020B0604020202020204" pitchFamily="34" charset="0"/>
                          <a:ea typeface="Arial" panose="020B0604020202020204" pitchFamily="34" charset="0"/>
                        </a:rPr>
                        <a:t>A common policy decision</a:t>
                      </a:r>
                      <a:endParaRPr lang="ko-KR" sz="1600" b="1">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600">
                          <a:solidFill>
                            <a:srgbClr val="243447"/>
                          </a:solidFill>
                          <a:effectLst/>
                          <a:latin typeface="Arial" panose="020B0604020202020204" pitchFamily="34" charset="0"/>
                          <a:ea typeface="Arial" panose="020B0604020202020204" pitchFamily="34" charset="0"/>
                        </a:rPr>
                        <a:t>Use user identity, document class, destination and requested action together. Preserve the policy version behind each decision.</a:t>
                      </a:r>
                      <a:endParaRPr lang="ko-KR" sz="1600">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3904260457"/>
                  </a:ext>
                </a:extLst>
              </a:tr>
              <a:tr h="1143000">
                <a:tc>
                  <a:txBody>
                    <a:bodyPr/>
                    <a:lstStyle/>
                    <a:p>
                      <a:pPr algn="l">
                        <a:buNone/>
                      </a:pPr>
                      <a:r>
                        <a:rPr lang="ko-KR" sz="1600" b="1">
                          <a:solidFill>
                            <a:srgbClr val="243447"/>
                          </a:solidFill>
                          <a:effectLst/>
                          <a:latin typeface="Arial" panose="020B0604020202020204" pitchFamily="34" charset="0"/>
                          <a:ea typeface="Arial" panose="020B0604020202020204" pitchFamily="34" charset="0"/>
                        </a:rPr>
                        <a:t>Controlled exceptions</a:t>
                      </a:r>
                      <a:endParaRPr lang="ko-KR" sz="1600" b="1">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600">
                          <a:solidFill>
                            <a:srgbClr val="243447"/>
                          </a:solidFill>
                          <a:effectLst/>
                          <a:latin typeface="Arial" panose="020B0604020202020204" pitchFamily="34" charset="0"/>
                          <a:ea typeface="Arial" panose="020B0604020202020204" pitchFamily="34" charset="0"/>
                        </a:rPr>
                        <a:t>Provide an approval path for legitimate exports and retain an auditable reason. Keep evidence access and retention explicit.</a:t>
                      </a:r>
                      <a:endParaRPr lang="ko-KR" sz="1600">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3846384647"/>
                  </a:ext>
                </a:extLst>
              </a:tr>
              <a:tr h="1143000">
                <a:tc>
                  <a:txBody>
                    <a:bodyPr/>
                    <a:lstStyle/>
                    <a:p>
                      <a:pPr algn="l">
                        <a:buNone/>
                      </a:pPr>
                      <a:r>
                        <a:rPr lang="ko-KR" sz="1600" b="1">
                          <a:solidFill>
                            <a:srgbClr val="243447"/>
                          </a:solidFill>
                          <a:effectLst/>
                          <a:latin typeface="Arial" panose="020B0604020202020204" pitchFamily="34" charset="0"/>
                          <a:ea typeface="Arial" panose="020B0604020202020204" pitchFamily="34" charset="0"/>
                        </a:rPr>
                        <a:t>A testable distinction</a:t>
                      </a:r>
                      <a:endParaRPr lang="ko-KR" sz="1600" b="1">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600">
                          <a:solidFill>
                            <a:srgbClr val="243447"/>
                          </a:solidFill>
                          <a:effectLst/>
                          <a:latin typeface="Arial" panose="020B0604020202020204" pitchFamily="34" charset="0"/>
                          <a:ea typeface="Arial" panose="020B0604020202020204" pitchFamily="34" charset="0"/>
                        </a:rPr>
                        <a:t>Measure decisions across file reading, prompt submission and tool-assisted export. Existing agent-control claims make coverage proof essential. [F4]</a:t>
                      </a:r>
                      <a:endParaRPr lang="ko-KR" sz="1600">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3130966402"/>
                  </a:ext>
                </a:extLst>
              </a:tr>
            </a:tbl>
          </a:graphicData>
        </a:graphic>
      </p:graphicFrame>
    </p:spTree>
    <p:extLst>
      <p:ext uri="{BB962C8B-B14F-4D97-AF65-F5344CB8AC3E}">
        <p14:creationId xmlns:p14="http://schemas.microsoft.com/office/powerpoint/2010/main" val="87160629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D40C56-55C9-439A-E91E-F8DCB468878C}"/>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C7E1F2B-67C5-BB56-B605-0FF2F797F710}"/>
              </a:ext>
            </a:extLst>
          </p:cNvPr>
          <p:cNvSpPr>
            <a:spLocks noGrp="1"/>
          </p:cNvSpPr>
          <p:nvPr>
            <p:ph type="sldNum" sz="quarter" idx="4"/>
          </p:nvPr>
        </p:nvSpPr>
        <p:spPr/>
        <p:txBody>
          <a:bodyPr/>
          <a:lstStyle/>
          <a:p>
            <a:fld id="{4EA1E582-E1CC-4474-812F-1657BC5920B7}" type="slidenum">
              <a:rPr lang="ko-KR" altLang="en-US" smtClean="0"/>
              <a:t>25</a:t>
            </a:fld>
            <a:endParaRPr lang="ko-KR" altLang="en-US"/>
          </a:p>
        </p:txBody>
      </p:sp>
      <p:sp>
        <p:nvSpPr>
          <p:cNvPr id="5" name="Text Placeholder 4">
            <a:extLst>
              <a:ext uri="{FF2B5EF4-FFF2-40B4-BE49-F238E27FC236}">
                <a16:creationId xmlns:a16="http://schemas.microsoft.com/office/drawing/2014/main" id="{20BCD5A4-F49C-021A-E546-060107136F37}"/>
              </a:ext>
            </a:extLst>
          </p:cNvPr>
          <p:cNvSpPr>
            <a:spLocks noGrp="1"/>
          </p:cNvSpPr>
          <p:nvPr>
            <p:ph type="body" sz="quarter" idx="11"/>
          </p:nvPr>
        </p:nvSpPr>
        <p:spPr>
          <a:xfrm>
            <a:off x="285075" y="6010798"/>
            <a:ext cx="11465393" cy="401637"/>
          </a:xfrm>
        </p:spPr>
        <p:txBody>
          <a:bodyPr lIns="91440" tIns="45720" rIns="91440" bIns="45720" anchor="ctr" anchorCtr="0"/>
          <a:lstStyle/>
          <a:p>
            <a:r>
              <a:rPr lang="en-US">
                <a:ea typeface="KoPub돋움체 Bold"/>
              </a:rPr>
              <a:t>D1 Channel coverage(For reference)</a:t>
            </a:r>
            <a:endParaRPr lang="ko-KR" altLang="en-US"/>
          </a:p>
          <a:p>
            <a:endParaRPr lang="en-US" altLang="ko-KR"/>
          </a:p>
          <a:p>
            <a:endParaRPr lang="en-US" altLang="ko-KR"/>
          </a:p>
          <a:p>
            <a:endParaRPr lang="en-US">
              <a:ea typeface="KoPub돋움체 Bold"/>
            </a:endParaRPr>
          </a:p>
          <a:p>
            <a:endParaRPr lang="en-US" altLang="ko-KR"/>
          </a:p>
          <a:p>
            <a:endParaRPr lang="en-US" altLang="ko-KR"/>
          </a:p>
          <a:p>
            <a:endParaRPr lang="en-US" altLang="ko-KR"/>
          </a:p>
          <a:p>
            <a:endParaRPr lang="en-US" altLang="ko-KR"/>
          </a:p>
          <a:p>
            <a:endParaRPr lang="en-US" altLang="ko-KR"/>
          </a:p>
          <a:p>
            <a:endParaRPr lang="en-US" altLang="ko-KR"/>
          </a:p>
          <a:p>
            <a:endParaRPr lang="en-US" altLang="ko-KR"/>
          </a:p>
          <a:p>
            <a:endParaRPr lang="en-US" altLang="ko-KR"/>
          </a:p>
          <a:p>
            <a:endParaRPr lang="en-US" altLang="ko-KR"/>
          </a:p>
          <a:p>
            <a:endParaRPr lang="en-US" altLang="ko-KR"/>
          </a:p>
          <a:p>
            <a:endParaRPr lang="en-US" altLang="ko-KR"/>
          </a:p>
          <a:p>
            <a:endParaRPr lang="en-US"/>
          </a:p>
        </p:txBody>
      </p:sp>
      <p:sp>
        <p:nvSpPr>
          <p:cNvPr id="7" name="제목 3">
            <a:extLst>
              <a:ext uri="{FF2B5EF4-FFF2-40B4-BE49-F238E27FC236}">
                <a16:creationId xmlns:a16="http://schemas.microsoft.com/office/drawing/2014/main" id="{CC7CFF45-78A6-0A4B-A7E8-6970FB91E9EF}"/>
              </a:ext>
            </a:extLst>
          </p:cNvPr>
          <p:cNvSpPr txBox="1">
            <a:spLocks/>
          </p:cNvSpPr>
          <p:nvPr/>
        </p:nvSpPr>
        <p:spPr>
          <a:xfrm>
            <a:off x="286194" y="265704"/>
            <a:ext cx="10666268" cy="464670"/>
          </a:xfrm>
          <a:prstGeom prst="rect">
            <a:avLst/>
          </a:prstGeom>
        </p:spPr>
        <p:txBody>
          <a:bodyPr lIns="91440" tIns="45720" rIns="91440" bIns="45720" anchor="ctr" anchorCtr="0"/>
          <a:lstStyle>
            <a:lvl1pPr algn="l" rtl="0" eaLnBrk="1" fontAlgn="base" latinLnBrk="1" hangingPunct="1">
              <a:spcBef>
                <a:spcPct val="0"/>
              </a:spcBef>
              <a:spcAft>
                <a:spcPct val="0"/>
              </a:spcAft>
              <a:defRPr lang="ko-KR" altLang="en-US" sz="2400" b="1" kern="1200" baseline="0" dirty="0">
                <a:ln>
                  <a:solidFill>
                    <a:schemeClr val="accent1">
                      <a:alpha val="0"/>
                    </a:schemeClr>
                  </a:solidFill>
                </a:ln>
                <a:solidFill>
                  <a:srgbClr val="144772"/>
                </a:solidFill>
                <a:effectLst>
                  <a:glow rad="127000">
                    <a:schemeClr val="bg1"/>
                  </a:glow>
                  <a:outerShdw blurRad="38100" dist="38100" dir="2700000" algn="tl" rotWithShape="0">
                    <a:prstClr val="black">
                      <a:alpha val="40000"/>
                    </a:prstClr>
                  </a:outerShdw>
                </a:effectLst>
                <a:latin typeface="Pretendard Black" panose="02000A03000000020004" pitchFamily="50" charset="-127"/>
                <a:ea typeface="Pretendard Black" panose="02000A03000000020004" pitchFamily="50" charset="-127"/>
                <a:cs typeface="Pretendard Black" panose="02000A03000000020004" pitchFamily="50" charset="-127"/>
              </a:defRPr>
            </a:lvl1pPr>
            <a:lvl2pPr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2pPr>
            <a:lvl3pPr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3pPr>
            <a:lvl4pPr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4pPr>
            <a:lvl5pPr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5pPr>
            <a:lvl6pPr marL="457200"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6pPr>
            <a:lvl7pPr marL="914400"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7pPr>
            <a:lvl8pPr marL="1371600"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8pPr>
            <a:lvl9pPr marL="1828800"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9pPr>
          </a:lstStyle>
          <a:p>
            <a:r>
              <a:rPr lang="ko-KR" altLang="en-US">
                <a:ln>
                  <a:solidFill>
                    <a:srgbClr val="4F81BD">
                      <a:alpha val="0"/>
                    </a:srgbClr>
                  </a:solidFill>
                </a:ln>
                <a:effectLst>
                  <a:glow rad="127000">
                    <a:prstClr val="white"/>
                  </a:glow>
                  <a:outerShdw blurRad="38100" dist="38100" dir="2700000" algn="tl" rotWithShape="0">
                    <a:prstClr val="black">
                      <a:alpha val="40000"/>
                    </a:prstClr>
                  </a:outerShdw>
                </a:effectLst>
                <a:latin typeface="Pretendard Black"/>
                <a:ea typeface="Pretendard Black"/>
              </a:rPr>
              <a:t>파수 (윤석)</a:t>
            </a:r>
            <a:endParaRPr lang="ko-KR" altLang="en-US">
              <a:ln>
                <a:solidFill>
                  <a:srgbClr val="4F81BD">
                    <a:alpha val="0"/>
                  </a:srgbClr>
                </a:solidFill>
              </a:ln>
              <a:effectLst>
                <a:glow rad="127000">
                  <a:prstClr val="white"/>
                </a:glow>
                <a:outerShdw blurRad="38100" dist="38100" dir="2700000" algn="tl" rotWithShape="0">
                  <a:prstClr val="black">
                    <a:alpha val="40000"/>
                  </a:prstClr>
                </a:outerShdw>
              </a:effectLst>
              <a:latin typeface="Pretendard Black"/>
            </a:endParaRPr>
          </a:p>
        </p:txBody>
      </p:sp>
      <p:sp>
        <p:nvSpPr>
          <p:cNvPr id="8" name="TextBox 7">
            <a:extLst>
              <a:ext uri="{FF2B5EF4-FFF2-40B4-BE49-F238E27FC236}">
                <a16:creationId xmlns:a16="http://schemas.microsoft.com/office/drawing/2014/main" id="{BE62FA5B-7BF0-A40B-AA90-EF0CE207EFB5}"/>
              </a:ext>
            </a:extLst>
          </p:cNvPr>
          <p:cNvSpPr txBox="1"/>
          <p:nvPr/>
        </p:nvSpPr>
        <p:spPr>
          <a:xfrm>
            <a:off x="487196" y="1207104"/>
            <a:ext cx="10631714" cy="31700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ltLang="ko-KR" sz="1300">
                <a:solidFill>
                  <a:srgbClr val="5E6C7A"/>
                </a:solidFill>
                <a:latin typeface="Arial"/>
                <a:ea typeface="맑은 고딕"/>
                <a:cs typeface="Arial"/>
              </a:rPr>
              <a:t>Documented</a:t>
            </a:r>
            <a:r>
              <a:rPr lang="ko-KR" altLang="en-US" sz="1300">
                <a:solidFill>
                  <a:srgbClr val="5E6C7A"/>
                </a:solidFill>
                <a:latin typeface="Arial"/>
                <a:ea typeface="맑은 고딕"/>
                <a:cs typeface="Arial"/>
              </a:rPr>
              <a:t> </a:t>
            </a:r>
            <a:r>
              <a:rPr lang="en-US" altLang="ko-KR" sz="1300">
                <a:solidFill>
                  <a:srgbClr val="5E6C7A"/>
                </a:solidFill>
                <a:latin typeface="Arial"/>
                <a:ea typeface="맑은 고딕"/>
                <a:cs typeface="Arial"/>
              </a:rPr>
              <a:t>capability</a:t>
            </a:r>
            <a:r>
              <a:rPr lang="ko-KR" altLang="en-US" sz="1300">
                <a:solidFill>
                  <a:srgbClr val="5E6C7A"/>
                </a:solidFill>
                <a:latin typeface="Arial"/>
                <a:ea typeface="맑은 고딕"/>
                <a:cs typeface="Arial"/>
              </a:rPr>
              <a:t> </a:t>
            </a:r>
            <a:r>
              <a:rPr lang="en-US" altLang="ko-KR" sz="1300">
                <a:solidFill>
                  <a:srgbClr val="5E6C7A"/>
                </a:solidFill>
                <a:latin typeface="Arial"/>
                <a:ea typeface="맑은 고딕"/>
                <a:cs typeface="Arial"/>
              </a:rPr>
              <a:t>and</a:t>
            </a:r>
            <a:r>
              <a:rPr lang="ko-KR" altLang="en-US" sz="1300">
                <a:solidFill>
                  <a:srgbClr val="5E6C7A"/>
                </a:solidFill>
                <a:latin typeface="Arial"/>
                <a:ea typeface="맑은 고딕"/>
                <a:cs typeface="Arial"/>
              </a:rPr>
              <a:t> </a:t>
            </a:r>
            <a:r>
              <a:rPr lang="en-US" altLang="ko-KR" sz="1300">
                <a:solidFill>
                  <a:srgbClr val="5E6C7A"/>
                </a:solidFill>
                <a:latin typeface="Arial"/>
                <a:ea typeface="맑은 고딕"/>
                <a:cs typeface="Arial"/>
              </a:rPr>
              <a:t>scope.</a:t>
            </a:r>
            <a:r>
              <a:rPr lang="ko-KR" altLang="en-US" sz="1300">
                <a:solidFill>
                  <a:srgbClr val="5E6C7A"/>
                </a:solidFill>
                <a:latin typeface="Arial"/>
                <a:ea typeface="맑은 고딕"/>
                <a:cs typeface="Arial"/>
              </a:rPr>
              <a:t> </a:t>
            </a:r>
            <a:r>
              <a:rPr lang="en-US" altLang="ko-KR" sz="1300">
                <a:solidFill>
                  <a:srgbClr val="5E6C7A"/>
                </a:solidFill>
                <a:latin typeface="Arial"/>
                <a:ea typeface="맑은 고딕"/>
                <a:cs typeface="Arial"/>
              </a:rPr>
              <a:t>Product</a:t>
            </a:r>
            <a:r>
              <a:rPr lang="ko-KR" altLang="en-US" sz="1300">
                <a:solidFill>
                  <a:srgbClr val="5E6C7A"/>
                </a:solidFill>
                <a:latin typeface="Arial"/>
                <a:ea typeface="맑은 고딕"/>
                <a:cs typeface="Arial"/>
              </a:rPr>
              <a:t> </a:t>
            </a:r>
            <a:r>
              <a:rPr lang="en-US" altLang="ko-KR" sz="1300">
                <a:solidFill>
                  <a:srgbClr val="5E6C7A"/>
                </a:solidFill>
                <a:latin typeface="Arial"/>
                <a:ea typeface="맑은 고딕"/>
                <a:cs typeface="Arial"/>
              </a:rPr>
              <a:t>and</a:t>
            </a:r>
            <a:r>
              <a:rPr lang="ko-KR" sz="1300">
                <a:solidFill>
                  <a:srgbClr val="5E6C7A"/>
                </a:solidFill>
                <a:latin typeface="Arial"/>
                <a:ea typeface="맑은 고딕"/>
                <a:cs typeface="Arial"/>
              </a:rPr>
              <a:t> </a:t>
            </a:r>
            <a:r>
              <a:rPr lang="en-US" altLang="ko-KR" sz="1300">
                <a:solidFill>
                  <a:srgbClr val="5E6C7A"/>
                </a:solidFill>
                <a:latin typeface="Arial"/>
                <a:ea typeface="맑은 고딕"/>
                <a:cs typeface="Arial"/>
              </a:rPr>
              <a:t>module</a:t>
            </a:r>
            <a:r>
              <a:rPr lang="ko-KR" altLang="en-US" sz="1300">
                <a:solidFill>
                  <a:srgbClr val="5E6C7A"/>
                </a:solidFill>
                <a:latin typeface="Arial"/>
                <a:ea typeface="맑은 고딕"/>
                <a:cs typeface="Arial"/>
              </a:rPr>
              <a:t> </a:t>
            </a:r>
            <a:r>
              <a:rPr lang="en-US" altLang="ko-KR" sz="1300">
                <a:solidFill>
                  <a:srgbClr val="5E6C7A"/>
                </a:solidFill>
                <a:latin typeface="Arial"/>
                <a:ea typeface="맑은 고딕"/>
                <a:cs typeface="Arial"/>
              </a:rPr>
              <a:t>boundaries</a:t>
            </a:r>
            <a:r>
              <a:rPr lang="ko-KR" altLang="en-US" sz="1300">
                <a:solidFill>
                  <a:srgbClr val="5E6C7A"/>
                </a:solidFill>
                <a:latin typeface="Arial"/>
                <a:ea typeface="맑은 고딕"/>
                <a:cs typeface="Arial"/>
              </a:rPr>
              <a:t> </a:t>
            </a:r>
            <a:r>
              <a:rPr lang="en-US" altLang="ko-KR" sz="1300">
                <a:solidFill>
                  <a:srgbClr val="5E6C7A"/>
                </a:solidFill>
                <a:latin typeface="Arial"/>
                <a:ea typeface="맑은 고딕"/>
                <a:cs typeface="Arial"/>
              </a:rPr>
              <a:t>apply.</a:t>
            </a:r>
            <a:endParaRPr lang="ko-KR" altLang="en-US"/>
          </a:p>
          <a:p>
            <a:endParaRPr lang="en-US" altLang="ko-KR" sz="1300">
              <a:solidFill>
                <a:srgbClr val="5E6C7A"/>
              </a:solidFill>
              <a:latin typeface="Arial"/>
              <a:ea typeface="맑은 고딕"/>
              <a:cs typeface="Arial"/>
            </a:endParaRPr>
          </a:p>
          <a:p>
            <a:endParaRPr lang="en-US" altLang="ko-KR" sz="1300">
              <a:solidFill>
                <a:srgbClr val="5E6C7A"/>
              </a:solidFill>
              <a:latin typeface="Arial"/>
              <a:ea typeface="맑은 고딕"/>
              <a:cs typeface="Arial"/>
            </a:endParaRPr>
          </a:p>
          <a:p>
            <a:endParaRPr lang="en-US" altLang="ko-KR" sz="1300">
              <a:solidFill>
                <a:srgbClr val="5E6C7A"/>
              </a:solidFill>
              <a:latin typeface="Arial"/>
              <a:ea typeface="맑은 고딕"/>
              <a:cs typeface="Arial"/>
            </a:endParaRPr>
          </a:p>
          <a:p>
            <a:endParaRPr lang="en-US" altLang="ko-KR" sz="1300">
              <a:solidFill>
                <a:srgbClr val="5E6C7A"/>
              </a:solidFill>
              <a:latin typeface="Arial"/>
              <a:ea typeface="맑은 고딕"/>
              <a:cs typeface="Arial"/>
            </a:endParaRPr>
          </a:p>
          <a:p>
            <a:endParaRPr lang="en-US" altLang="ko-KR" sz="1300">
              <a:solidFill>
                <a:srgbClr val="5E6C7A"/>
              </a:solidFill>
              <a:latin typeface="Arial"/>
              <a:ea typeface="맑은 고딕"/>
              <a:cs typeface="Arial"/>
            </a:endParaRPr>
          </a:p>
          <a:p>
            <a:endParaRPr lang="en-US" altLang="ko-KR" sz="1300">
              <a:solidFill>
                <a:srgbClr val="5E6C7A"/>
              </a:solidFill>
              <a:latin typeface="Arial"/>
              <a:ea typeface="맑은 고딕"/>
              <a:cs typeface="Arial"/>
            </a:endParaRPr>
          </a:p>
          <a:p>
            <a:r>
              <a:rPr lang="en-US" altLang="ko-KR" sz="1300">
                <a:solidFill>
                  <a:srgbClr val="5E6C7A"/>
                </a:solidFill>
                <a:latin typeface="Arial"/>
                <a:ea typeface="맑은 고딕"/>
                <a:cs typeface="Arial"/>
              </a:rPr>
              <a:t>.</a:t>
            </a:r>
            <a:endParaRPr lang="ko-KR" altLang="en-US">
              <a:solidFill>
                <a:srgbClr val="000000"/>
              </a:solidFill>
              <a:latin typeface="맑은 고딕"/>
              <a:ea typeface="맑은 고딕"/>
              <a:cs typeface="Arial"/>
            </a:endParaRPr>
          </a:p>
          <a:p>
            <a:endParaRPr lang="en-US" altLang="ko-KR" sz="1300">
              <a:solidFill>
                <a:srgbClr val="5E6C7A"/>
              </a:solidFill>
              <a:latin typeface="Arial"/>
              <a:ea typeface="맑은 고딕"/>
              <a:cs typeface="Arial"/>
            </a:endParaRPr>
          </a:p>
          <a:p>
            <a:endParaRPr lang="en-US" altLang="ko-KR" sz="1300">
              <a:solidFill>
                <a:srgbClr val="5E6C7A"/>
              </a:solidFill>
              <a:latin typeface="Arial"/>
              <a:ea typeface="맑은 고딕"/>
              <a:cs typeface="Arial"/>
            </a:endParaRPr>
          </a:p>
          <a:p>
            <a:endParaRPr lang="en-US" altLang="ko-KR" sz="1300">
              <a:solidFill>
                <a:srgbClr val="5E6C7A"/>
              </a:solidFill>
              <a:latin typeface="Arial"/>
              <a:ea typeface="맑은 고딕"/>
              <a:cs typeface="Arial"/>
            </a:endParaRPr>
          </a:p>
          <a:p>
            <a:endParaRPr lang="en-US" altLang="ko-KR" sz="1300">
              <a:solidFill>
                <a:srgbClr val="5E6C7A"/>
              </a:solidFill>
              <a:latin typeface="Arial"/>
              <a:ea typeface="맑은 고딕"/>
              <a:cs typeface="Arial"/>
            </a:endParaRPr>
          </a:p>
          <a:p>
            <a:endParaRPr lang="en-US" altLang="ko-KR" sz="1300">
              <a:solidFill>
                <a:srgbClr val="5E6C7A"/>
              </a:solidFill>
              <a:latin typeface="Arial"/>
              <a:ea typeface="맑은 고딕"/>
              <a:cs typeface="Arial"/>
            </a:endParaRPr>
          </a:p>
          <a:p>
            <a:r>
              <a:rPr lang="ko-KR" sz="1300">
                <a:solidFill>
                  <a:srgbClr val="5E6C7A"/>
                </a:solidFill>
                <a:latin typeface="Arial"/>
                <a:ea typeface="맑은 고딕"/>
                <a:cs typeface="Arial"/>
              </a:rPr>
              <a:t>.</a:t>
            </a:r>
            <a:endParaRPr lang="ko-KR">
              <a:ea typeface="맑은 고딕"/>
            </a:endParaRPr>
          </a:p>
          <a:p>
            <a:pPr algn="l"/>
            <a:endParaRPr lang="ko-KR" altLang="en-US">
              <a:ea typeface="맑은 고딕"/>
            </a:endParaRPr>
          </a:p>
        </p:txBody>
      </p:sp>
      <p:sp>
        <p:nvSpPr>
          <p:cNvPr id="12" name="TextBox 11">
            <a:extLst>
              <a:ext uri="{FF2B5EF4-FFF2-40B4-BE49-F238E27FC236}">
                <a16:creationId xmlns:a16="http://schemas.microsoft.com/office/drawing/2014/main" id="{58CF412F-D9A9-1CD0-A356-6746E89433F8}"/>
              </a:ext>
            </a:extLst>
          </p:cNvPr>
          <p:cNvSpPr txBox="1"/>
          <p:nvPr/>
        </p:nvSpPr>
        <p:spPr>
          <a:xfrm>
            <a:off x="487195" y="6205824"/>
            <a:ext cx="11058434" cy="373948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500" b="1">
                <a:solidFill>
                  <a:srgbClr val="136F73"/>
                </a:solidFill>
                <a:latin typeface="Arial"/>
                <a:ea typeface="맑은 고딕"/>
                <a:cs typeface="Arial"/>
              </a:rPr>
              <a:t>● Documented ◐ Partial </a:t>
            </a:r>
            <a:r>
              <a:rPr lang="en-US" altLang="ko-KR" sz="1500" b="1">
                <a:solidFill>
                  <a:srgbClr val="136F73"/>
                </a:solidFill>
                <a:latin typeface="Arial"/>
                <a:ea typeface="맑은 고딕"/>
                <a:cs typeface="Arial"/>
              </a:rPr>
              <a:t>/</a:t>
            </a:r>
            <a:r>
              <a:rPr lang="en-US" sz="1500" b="1">
                <a:solidFill>
                  <a:srgbClr val="136F73"/>
                </a:solidFill>
                <a:latin typeface="Arial"/>
                <a:ea typeface="맑은 고딕"/>
                <a:cs typeface="Arial"/>
              </a:rPr>
              <a:t> conditional ? Not </a:t>
            </a:r>
            <a:r>
              <a:rPr lang="en-US" altLang="ko-KR" sz="1500" b="1">
                <a:solidFill>
                  <a:srgbClr val="136F73"/>
                </a:solidFill>
                <a:latin typeface="Arial"/>
                <a:ea typeface="맑은 고딕"/>
                <a:cs typeface="Arial"/>
              </a:rPr>
              <a:t>verified</a:t>
            </a:r>
            <a:r>
              <a:rPr lang="en-US" sz="1500" b="1">
                <a:solidFill>
                  <a:srgbClr val="136F73"/>
                </a:solidFill>
                <a:latin typeface="Arial"/>
                <a:ea typeface="맑은 고딕"/>
                <a:cs typeface="Arial"/>
              </a:rPr>
              <a:t>,</a:t>
            </a:r>
            <a:r>
              <a:rPr lang="en-US" altLang="ko-KR" sz="1500" b="1">
                <a:solidFill>
                  <a:srgbClr val="136F73"/>
                </a:solidFill>
                <a:latin typeface="Arial"/>
                <a:ea typeface="맑은 고딕"/>
                <a:cs typeface="Arial"/>
              </a:rPr>
              <a:t> </a:t>
            </a:r>
            <a:r>
              <a:rPr lang="en-US" sz="1500" b="1">
                <a:solidFill>
                  <a:srgbClr val="136F73"/>
                </a:solidFill>
                <a:latin typeface="Arial"/>
                <a:ea typeface="맑은 고딕"/>
                <a:cs typeface="Arial"/>
              </a:rPr>
              <a:t>not confirmed absent</a:t>
            </a:r>
            <a:endParaRPr lang="ko-KR" altLang="en-US"/>
          </a:p>
          <a:p>
            <a:endParaRPr lang="en-US" altLang="ko-KR" sz="1500" b="1">
              <a:solidFill>
                <a:srgbClr val="136F73"/>
              </a:solidFill>
              <a:latin typeface="Arial"/>
              <a:ea typeface="맑은 고딕"/>
              <a:cs typeface="Arial"/>
            </a:endParaRPr>
          </a:p>
          <a:p>
            <a:endParaRPr lang="en-US" altLang="ko-KR" sz="1500" b="1">
              <a:solidFill>
                <a:srgbClr val="136F73"/>
              </a:solidFill>
              <a:latin typeface="Arial"/>
              <a:ea typeface="맑은 고딕"/>
              <a:cs typeface="Arial"/>
            </a:endParaRPr>
          </a:p>
          <a:p>
            <a:endParaRPr lang="en-US" altLang="ko-KR" sz="1500" b="1">
              <a:solidFill>
                <a:srgbClr val="136F73"/>
              </a:solidFill>
              <a:latin typeface="Arial"/>
              <a:ea typeface="맑은 고딕"/>
              <a:cs typeface="Arial"/>
            </a:endParaRPr>
          </a:p>
          <a:p>
            <a:endParaRPr lang="en-US" altLang="ko-KR" sz="1500" b="1">
              <a:solidFill>
                <a:srgbClr val="136F73"/>
              </a:solidFill>
              <a:latin typeface="Arial"/>
              <a:ea typeface="맑은 고딕"/>
              <a:cs typeface="Arial"/>
            </a:endParaRPr>
          </a:p>
          <a:p>
            <a:endParaRPr lang="en-US" altLang="ko-KR" sz="1500" b="1">
              <a:solidFill>
                <a:srgbClr val="136F73"/>
              </a:solidFill>
              <a:latin typeface="Arial"/>
              <a:ea typeface="맑은 고딕"/>
              <a:cs typeface="Arial"/>
            </a:endParaRPr>
          </a:p>
          <a:p>
            <a:endParaRPr lang="en-US" sz="1500" b="1">
              <a:solidFill>
                <a:srgbClr val="136F73"/>
              </a:solidFill>
              <a:latin typeface="Arial"/>
              <a:ea typeface="맑은 고딕"/>
              <a:cs typeface="Arial"/>
            </a:endParaRPr>
          </a:p>
          <a:p>
            <a:endParaRPr lang="en-US" sz="1500" b="1">
              <a:solidFill>
                <a:srgbClr val="136F73"/>
              </a:solidFill>
              <a:latin typeface="Arial"/>
              <a:ea typeface="맑은 고딕"/>
              <a:cs typeface="Arial"/>
            </a:endParaRPr>
          </a:p>
          <a:p>
            <a:endParaRPr lang="en-US" sz="1500" b="1">
              <a:solidFill>
                <a:srgbClr val="136F73"/>
              </a:solidFill>
              <a:latin typeface="Arial"/>
              <a:ea typeface="맑은 고딕"/>
              <a:cs typeface="Arial"/>
            </a:endParaRPr>
          </a:p>
          <a:p>
            <a:endParaRPr lang="en-US" altLang="ko-KR" sz="1500" b="1">
              <a:solidFill>
                <a:srgbClr val="136F73"/>
              </a:solidFill>
              <a:latin typeface="Arial"/>
              <a:ea typeface="맑은 고딕"/>
              <a:cs typeface="Arial"/>
            </a:endParaRPr>
          </a:p>
          <a:p>
            <a:endParaRPr lang="en-US" altLang="ko-KR" sz="1500" b="1">
              <a:solidFill>
                <a:srgbClr val="136F73"/>
              </a:solidFill>
              <a:latin typeface="Arial"/>
              <a:ea typeface="맑은 고딕"/>
              <a:cs typeface="Arial"/>
            </a:endParaRPr>
          </a:p>
          <a:p>
            <a:endParaRPr lang="en-US" altLang="ko-KR" sz="1500" b="1">
              <a:solidFill>
                <a:srgbClr val="136F73"/>
              </a:solidFill>
              <a:latin typeface="Arial"/>
              <a:ea typeface="맑은 고딕"/>
              <a:cs typeface="Arial"/>
            </a:endParaRPr>
          </a:p>
          <a:p>
            <a:endParaRPr lang="en-US" altLang="ko-KR" sz="1300">
              <a:solidFill>
                <a:srgbClr val="5E6C7A"/>
              </a:solidFill>
              <a:latin typeface="Arial"/>
              <a:ea typeface="맑은 고딕"/>
              <a:cs typeface="Arial"/>
            </a:endParaRPr>
          </a:p>
          <a:p>
            <a:endParaRPr lang="en-US" altLang="ko-KR" sz="1300">
              <a:solidFill>
                <a:srgbClr val="5E6C7A"/>
              </a:solidFill>
              <a:latin typeface="Arial"/>
              <a:ea typeface="맑은 고딕"/>
              <a:cs typeface="Arial"/>
            </a:endParaRPr>
          </a:p>
          <a:p>
            <a:r>
              <a:rPr lang="ko-KR" sz="1300">
                <a:solidFill>
                  <a:srgbClr val="5E6C7A"/>
                </a:solidFill>
                <a:latin typeface="Arial"/>
                <a:ea typeface="맑은 고딕"/>
                <a:cs typeface="Arial"/>
              </a:rPr>
              <a:t>.</a:t>
            </a:r>
            <a:endParaRPr lang="ko-KR">
              <a:ea typeface="맑은 고딕"/>
            </a:endParaRPr>
          </a:p>
          <a:p>
            <a:pPr algn="l"/>
            <a:endParaRPr lang="ko-KR" altLang="en-US">
              <a:ea typeface="맑은 고딕"/>
            </a:endParaRPr>
          </a:p>
        </p:txBody>
      </p:sp>
      <p:graphicFrame>
        <p:nvGraphicFramePr>
          <p:cNvPr id="4" name="표 3">
            <a:extLst>
              <a:ext uri="{FF2B5EF4-FFF2-40B4-BE49-F238E27FC236}">
                <a16:creationId xmlns:a16="http://schemas.microsoft.com/office/drawing/2014/main" id="{4B9DB5BF-7DD5-823A-6FC9-7A325B211F50}"/>
              </a:ext>
            </a:extLst>
          </p:cNvPr>
          <p:cNvGraphicFramePr>
            <a:graphicFrameLocks noGrp="1"/>
          </p:cNvGraphicFramePr>
          <p:nvPr>
            <p:extLst>
              <p:ext uri="{D42A27DB-BD31-4B8C-83A1-F6EECF244321}">
                <p14:modId xmlns:p14="http://schemas.microsoft.com/office/powerpoint/2010/main" val="2636741183"/>
              </p:ext>
            </p:extLst>
          </p:nvPr>
        </p:nvGraphicFramePr>
        <p:xfrm>
          <a:off x="571500" y="1518602"/>
          <a:ext cx="11049000" cy="4410075"/>
        </p:xfrm>
        <a:graphic>
          <a:graphicData uri="http://schemas.openxmlformats.org/drawingml/2006/table">
            <a:tbl>
              <a:tblPr bandRow="1">
                <a:tableStyleId>{5C22544A-7EE6-4342-B048-85BDC9FD1C3A}</a:tableStyleId>
              </a:tblPr>
              <a:tblGrid>
                <a:gridCol w="762000">
                  <a:extLst>
                    <a:ext uri="{9D8B030D-6E8A-4147-A177-3AD203B41FA5}">
                      <a16:colId xmlns:a16="http://schemas.microsoft.com/office/drawing/2014/main" val="4187045057"/>
                    </a:ext>
                  </a:extLst>
                </a:gridCol>
                <a:gridCol w="3143250">
                  <a:extLst>
                    <a:ext uri="{9D8B030D-6E8A-4147-A177-3AD203B41FA5}">
                      <a16:colId xmlns:a16="http://schemas.microsoft.com/office/drawing/2014/main" val="604112752"/>
                    </a:ext>
                  </a:extLst>
                </a:gridCol>
                <a:gridCol w="571500">
                  <a:extLst>
                    <a:ext uri="{9D8B030D-6E8A-4147-A177-3AD203B41FA5}">
                      <a16:colId xmlns:a16="http://schemas.microsoft.com/office/drawing/2014/main" val="2697395349"/>
                    </a:ext>
                  </a:extLst>
                </a:gridCol>
                <a:gridCol w="6572250">
                  <a:extLst>
                    <a:ext uri="{9D8B030D-6E8A-4147-A177-3AD203B41FA5}">
                      <a16:colId xmlns:a16="http://schemas.microsoft.com/office/drawing/2014/main" val="295132762"/>
                    </a:ext>
                  </a:extLst>
                </a:gridCol>
              </a:tblGrid>
              <a:tr h="323850">
                <a:tc>
                  <a:txBody>
                    <a:bodyPr/>
                    <a:lstStyle/>
                    <a:p>
                      <a:pPr algn="l">
                        <a:buNone/>
                      </a:pPr>
                      <a:r>
                        <a:rPr lang="ko-KR" sz="1200" b="1">
                          <a:solidFill>
                            <a:srgbClr val="144772"/>
                          </a:solidFill>
                          <a:effectLst/>
                          <a:latin typeface="Arial" panose="020B0604020202020204" pitchFamily="34" charset="0"/>
                          <a:ea typeface="Arial" panose="020B0604020202020204" pitchFamily="34" charset="0"/>
                        </a:rPr>
                        <a:t>ID</a:t>
                      </a:r>
                      <a:endParaRPr lang="ko-KR" sz="1200" b="1">
                        <a:solidFill>
                          <a:srgbClr val="144772"/>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DDECF2"/>
                    </a:solidFill>
                  </a:tcPr>
                </a:tc>
                <a:tc>
                  <a:txBody>
                    <a:bodyPr/>
                    <a:lstStyle/>
                    <a:p>
                      <a:pPr algn="l">
                        <a:buNone/>
                      </a:pPr>
                      <a:r>
                        <a:rPr lang="ko-KR" sz="1200" b="1">
                          <a:solidFill>
                            <a:srgbClr val="144772"/>
                          </a:solidFill>
                          <a:effectLst/>
                          <a:latin typeface="Arial" panose="020B0604020202020204" pitchFamily="34" charset="0"/>
                          <a:ea typeface="Arial" panose="020B0604020202020204" pitchFamily="34" charset="0"/>
                        </a:rPr>
                        <a:t>Capability</a:t>
                      </a:r>
                      <a:endParaRPr lang="ko-KR" sz="1200" b="1">
                        <a:solidFill>
                          <a:srgbClr val="144772"/>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DDECF2"/>
                    </a:solidFill>
                  </a:tcPr>
                </a:tc>
                <a:tc>
                  <a:txBody>
                    <a:bodyPr/>
                    <a:lstStyle/>
                    <a:p>
                      <a:pPr algn="l">
                        <a:buNone/>
                      </a:pPr>
                      <a:r>
                        <a:rPr lang="ko-KR" sz="1200" b="1">
                          <a:solidFill>
                            <a:srgbClr val="144772"/>
                          </a:solidFill>
                          <a:effectLst/>
                          <a:latin typeface="Arial" panose="020B0604020202020204" pitchFamily="34" charset="0"/>
                          <a:ea typeface="Arial" panose="020B0604020202020204" pitchFamily="34" charset="0"/>
                        </a:rPr>
                        <a:t>Flag</a:t>
                      </a:r>
                      <a:endParaRPr lang="ko-KR" sz="1200" b="1">
                        <a:solidFill>
                          <a:srgbClr val="144772"/>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DDECF2"/>
                    </a:solidFill>
                  </a:tcPr>
                </a:tc>
                <a:tc>
                  <a:txBody>
                    <a:bodyPr/>
                    <a:lstStyle/>
                    <a:p>
                      <a:pPr algn="l">
                        <a:buNone/>
                      </a:pPr>
                      <a:r>
                        <a:rPr lang="ko-KR" sz="1200" b="1">
                          <a:solidFill>
                            <a:srgbClr val="144772"/>
                          </a:solidFill>
                          <a:effectLst/>
                          <a:latin typeface="Arial" panose="020B0604020202020204" pitchFamily="34" charset="0"/>
                          <a:ea typeface="Arial" panose="020B0604020202020204" pitchFamily="34" charset="0"/>
                        </a:rPr>
                        <a:t>Documented scope and evidence</a:t>
                      </a:r>
                      <a:endParaRPr lang="ko-KR" sz="1200" b="1">
                        <a:solidFill>
                          <a:srgbClr val="144772"/>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DDECF2"/>
                    </a:solidFill>
                  </a:tcPr>
                </a:tc>
                <a:extLst>
                  <a:ext uri="{0D108BD9-81ED-4DB2-BD59-A6C34878D82A}">
                    <a16:rowId xmlns:a16="http://schemas.microsoft.com/office/drawing/2014/main" val="2733217559"/>
                  </a:ext>
                </a:extLst>
              </a:tr>
              <a:tr h="314325">
                <a:tc>
                  <a:txBody>
                    <a:bodyPr/>
                    <a:lstStyle/>
                    <a:p>
                      <a:pPr algn="l">
                        <a:buNone/>
                      </a:pPr>
                      <a:r>
                        <a:rPr lang="ko-KR" sz="1300" b="1">
                          <a:solidFill>
                            <a:srgbClr val="243447"/>
                          </a:solidFill>
                          <a:effectLst/>
                          <a:latin typeface="Arial" panose="020B0604020202020204" pitchFamily="34" charset="0"/>
                          <a:ea typeface="Arial" panose="020B0604020202020204" pitchFamily="34" charset="0"/>
                        </a:rPr>
                        <a:t>D1-01</a:t>
                      </a:r>
                      <a:endParaRPr lang="ko-KR" sz="1300" b="1">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a:solidFill>
                            <a:srgbClr val="243447"/>
                          </a:solidFill>
                          <a:effectLst/>
                          <a:latin typeface="Arial" panose="020B0604020202020204" pitchFamily="34" charset="0"/>
                          <a:ea typeface="Arial" panose="020B0604020202020204" pitchFamily="34" charset="0"/>
                        </a:rPr>
                        <a:t>USB / removable media</a:t>
                      </a:r>
                      <a:endParaRPr lang="ko-KR" sz="1300">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b="1">
                          <a:solidFill>
                            <a:srgbClr val="956319"/>
                          </a:solidFill>
                          <a:effectLst/>
                          <a:latin typeface="Arial" panose="020B0604020202020204" pitchFamily="34" charset="0"/>
                          <a:ea typeface="Arial" panose="020B0604020202020204" pitchFamily="34" charset="0"/>
                        </a:rPr>
                        <a:t>◐</a:t>
                      </a:r>
                      <a:endParaRPr lang="ko-KR" sz="1300" b="1">
                        <a:solidFill>
                          <a:srgbClr val="956319"/>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a:solidFill>
                            <a:srgbClr val="243447"/>
                          </a:solidFill>
                          <a:effectLst/>
                          <a:latin typeface="Arial" panose="020B0604020202020204" pitchFamily="34" charset="0"/>
                          <a:ea typeface="Arial" panose="020B0604020202020204" pitchFamily="34" charset="0"/>
                        </a:rPr>
                        <a:t>FED protects copied encrypted files. USB device control unverified. [F1]</a:t>
                      </a:r>
                      <a:endParaRPr lang="ko-KR" sz="1300">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359882581"/>
                  </a:ext>
                </a:extLst>
              </a:tr>
              <a:tr h="314325">
                <a:tc>
                  <a:txBody>
                    <a:bodyPr/>
                    <a:lstStyle/>
                    <a:p>
                      <a:pPr algn="l">
                        <a:buNone/>
                      </a:pPr>
                      <a:r>
                        <a:rPr lang="ko-KR" sz="1300" b="1">
                          <a:solidFill>
                            <a:srgbClr val="243447"/>
                          </a:solidFill>
                          <a:effectLst/>
                          <a:latin typeface="Arial" panose="020B0604020202020204" pitchFamily="34" charset="0"/>
                          <a:ea typeface="Arial" panose="020B0604020202020204" pitchFamily="34" charset="0"/>
                        </a:rPr>
                        <a:t>D1-02</a:t>
                      </a:r>
                      <a:endParaRPr lang="ko-KR" sz="1300" b="1">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a:solidFill>
                            <a:srgbClr val="243447"/>
                          </a:solidFill>
                          <a:effectLst/>
                          <a:latin typeface="Arial" panose="020B0604020202020204" pitchFamily="34" charset="0"/>
                          <a:ea typeface="Arial" panose="020B0604020202020204" pitchFamily="34" charset="0"/>
                        </a:rPr>
                        <a:t>Print</a:t>
                      </a:r>
                      <a:endParaRPr lang="ko-KR" sz="1300">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b="1">
                          <a:solidFill>
                            <a:srgbClr val="136F73"/>
                          </a:solidFill>
                          <a:effectLst/>
                          <a:latin typeface="Arial" panose="020B0604020202020204" pitchFamily="34" charset="0"/>
                          <a:ea typeface="Arial" panose="020B0604020202020204" pitchFamily="34" charset="0"/>
                        </a:rPr>
                        <a:t>●</a:t>
                      </a:r>
                      <a:endParaRPr lang="ko-KR" sz="1300" b="1">
                        <a:solidFill>
                          <a:srgbClr val="136F73"/>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a:solidFill>
                            <a:srgbClr val="243447"/>
                          </a:solidFill>
                          <a:effectLst/>
                          <a:latin typeface="Arial" panose="020B0604020202020204" pitchFamily="34" charset="0"/>
                          <a:ea typeface="Arial" panose="020B0604020202020204" pitchFamily="34" charset="0"/>
                        </a:rPr>
                        <a:t>FSP content policies and tracking. [F9]</a:t>
                      </a:r>
                      <a:endParaRPr lang="ko-KR" sz="1300">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302260160"/>
                  </a:ext>
                </a:extLst>
              </a:tr>
              <a:tr h="314325">
                <a:tc>
                  <a:txBody>
                    <a:bodyPr/>
                    <a:lstStyle/>
                    <a:p>
                      <a:pPr algn="l">
                        <a:buNone/>
                      </a:pPr>
                      <a:r>
                        <a:rPr lang="ko-KR" sz="1300" b="1">
                          <a:solidFill>
                            <a:srgbClr val="243447"/>
                          </a:solidFill>
                          <a:effectLst/>
                          <a:latin typeface="Arial" panose="020B0604020202020204" pitchFamily="34" charset="0"/>
                          <a:ea typeface="Arial" panose="020B0604020202020204" pitchFamily="34" charset="0"/>
                        </a:rPr>
                        <a:t>D1-03</a:t>
                      </a:r>
                      <a:endParaRPr lang="ko-KR" sz="1300" b="1">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a:solidFill>
                            <a:srgbClr val="243447"/>
                          </a:solidFill>
                          <a:effectLst/>
                          <a:latin typeface="Arial" panose="020B0604020202020204" pitchFamily="34" charset="0"/>
                          <a:ea typeface="Arial" panose="020B0604020202020204" pitchFamily="34" charset="0"/>
                        </a:rPr>
                        <a:t>Clipboard copy / paste</a:t>
                      </a:r>
                      <a:endParaRPr lang="ko-KR" sz="1300">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b="1">
                          <a:solidFill>
                            <a:srgbClr val="5E6C7A"/>
                          </a:solidFill>
                          <a:effectLst/>
                          <a:latin typeface="Arial" panose="020B0604020202020204" pitchFamily="34" charset="0"/>
                          <a:ea typeface="Arial" panose="020B0604020202020204" pitchFamily="34" charset="0"/>
                        </a:rPr>
                        <a:t>?</a:t>
                      </a:r>
                      <a:endParaRPr lang="ko-KR" sz="1300" b="1">
                        <a:solidFill>
                          <a:srgbClr val="5E6C7A"/>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a:solidFill>
                            <a:srgbClr val="243447"/>
                          </a:solidFill>
                          <a:effectLst/>
                          <a:latin typeface="Arial" panose="020B0604020202020204" pitchFamily="34" charset="0"/>
                          <a:ea typeface="Arial" panose="020B0604020202020204" pitchFamily="34" charset="0"/>
                        </a:rPr>
                        <a:t>General clipboard DLP not established by reviewed product pages.</a:t>
                      </a:r>
                      <a:endParaRPr lang="ko-KR" sz="1300">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3327599310"/>
                  </a:ext>
                </a:extLst>
              </a:tr>
              <a:tr h="314325">
                <a:tc>
                  <a:txBody>
                    <a:bodyPr/>
                    <a:lstStyle/>
                    <a:p>
                      <a:pPr algn="l">
                        <a:buNone/>
                      </a:pPr>
                      <a:r>
                        <a:rPr lang="ko-KR" sz="1300" b="1">
                          <a:solidFill>
                            <a:srgbClr val="243447"/>
                          </a:solidFill>
                          <a:effectLst/>
                          <a:latin typeface="Arial" panose="020B0604020202020204" pitchFamily="34" charset="0"/>
                          <a:ea typeface="Arial" panose="020B0604020202020204" pitchFamily="34" charset="0"/>
                        </a:rPr>
                        <a:t>D1-04</a:t>
                      </a:r>
                      <a:endParaRPr lang="ko-KR" sz="1300" b="1">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a:solidFill>
                            <a:srgbClr val="243447"/>
                          </a:solidFill>
                          <a:effectLst/>
                          <a:latin typeface="Arial" panose="020B0604020202020204" pitchFamily="34" charset="0"/>
                          <a:ea typeface="Arial" panose="020B0604020202020204" pitchFamily="34" charset="0"/>
                        </a:rPr>
                        <a:t>Screen capture</a:t>
                      </a:r>
                      <a:endParaRPr lang="ko-KR" sz="1300">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b="1">
                          <a:solidFill>
                            <a:srgbClr val="136F73"/>
                          </a:solidFill>
                          <a:effectLst/>
                          <a:latin typeface="Arial" panose="020B0604020202020204" pitchFamily="34" charset="0"/>
                          <a:ea typeface="Arial" panose="020B0604020202020204" pitchFamily="34" charset="0"/>
                        </a:rPr>
                        <a:t>●</a:t>
                      </a:r>
                      <a:endParaRPr lang="ko-KR" sz="1300" b="1">
                        <a:solidFill>
                          <a:srgbClr val="136F73"/>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a:solidFill>
                            <a:srgbClr val="243447"/>
                          </a:solidFill>
                          <a:effectLst/>
                          <a:latin typeface="Arial" panose="020B0604020202020204" pitchFamily="34" charset="0"/>
                          <a:ea typeface="Arial" panose="020B0604020202020204" pitchFamily="34" charset="0"/>
                        </a:rPr>
                        <a:t>FSS capture blocking and attempt logs. [F8]</a:t>
                      </a:r>
                      <a:endParaRPr lang="ko-KR" sz="1300">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304593967"/>
                  </a:ext>
                </a:extLst>
              </a:tr>
              <a:tr h="314325">
                <a:tc>
                  <a:txBody>
                    <a:bodyPr/>
                    <a:lstStyle/>
                    <a:p>
                      <a:pPr algn="l">
                        <a:buNone/>
                      </a:pPr>
                      <a:r>
                        <a:rPr lang="ko-KR" sz="1300" b="1">
                          <a:solidFill>
                            <a:srgbClr val="243447"/>
                          </a:solidFill>
                          <a:effectLst/>
                          <a:latin typeface="Arial" panose="020B0604020202020204" pitchFamily="34" charset="0"/>
                          <a:ea typeface="Arial" panose="020B0604020202020204" pitchFamily="34" charset="0"/>
                        </a:rPr>
                        <a:t>D1-05</a:t>
                      </a:r>
                      <a:endParaRPr lang="ko-KR" sz="1300" b="1">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a:solidFill>
                            <a:srgbClr val="243447"/>
                          </a:solidFill>
                          <a:effectLst/>
                          <a:latin typeface="Arial" panose="020B0604020202020204" pitchFamily="34" charset="0"/>
                          <a:ea typeface="Arial" panose="020B0604020202020204" pitchFamily="34" charset="0"/>
                        </a:rPr>
                        <a:t>Email (SMTP / webmail)</a:t>
                      </a:r>
                      <a:endParaRPr lang="ko-KR" sz="1300">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b="1">
                          <a:solidFill>
                            <a:srgbClr val="956319"/>
                          </a:solidFill>
                          <a:effectLst/>
                          <a:latin typeface="Arial" panose="020B0604020202020204" pitchFamily="34" charset="0"/>
                          <a:ea typeface="Arial" panose="020B0604020202020204" pitchFamily="34" charset="0"/>
                        </a:rPr>
                        <a:t>◐</a:t>
                      </a:r>
                      <a:endParaRPr lang="ko-KR" sz="1300" b="1">
                        <a:solidFill>
                          <a:srgbClr val="956319"/>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a:solidFill>
                            <a:srgbClr val="243447"/>
                          </a:solidFill>
                          <a:effectLst/>
                          <a:latin typeface="Arial" panose="020B0604020202020204" pitchFamily="34" charset="0"/>
                          <a:ea typeface="Arial" panose="020B0604020202020204" pitchFamily="34" charset="0"/>
                        </a:rPr>
                        <a:t>FSM governs DRM attachments. General mail-body DLP unverified. [F10]</a:t>
                      </a:r>
                      <a:endParaRPr lang="ko-KR" sz="1300">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3536472323"/>
                  </a:ext>
                </a:extLst>
              </a:tr>
              <a:tr h="314325">
                <a:tc>
                  <a:txBody>
                    <a:bodyPr/>
                    <a:lstStyle/>
                    <a:p>
                      <a:pPr algn="l">
                        <a:buNone/>
                      </a:pPr>
                      <a:r>
                        <a:rPr lang="ko-KR" sz="1300" b="1">
                          <a:solidFill>
                            <a:srgbClr val="243447"/>
                          </a:solidFill>
                          <a:effectLst/>
                          <a:latin typeface="Arial" panose="020B0604020202020204" pitchFamily="34" charset="0"/>
                          <a:ea typeface="Arial" panose="020B0604020202020204" pitchFamily="34" charset="0"/>
                        </a:rPr>
                        <a:t>D1-06</a:t>
                      </a:r>
                      <a:endParaRPr lang="ko-KR" sz="1300" b="1">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a:solidFill>
                            <a:srgbClr val="243447"/>
                          </a:solidFill>
                          <a:effectLst/>
                          <a:latin typeface="Arial" panose="020B0604020202020204" pitchFamily="34" charset="0"/>
                          <a:ea typeface="Arial" panose="020B0604020202020204" pitchFamily="34" charset="0"/>
                        </a:rPr>
                        <a:t>Web upload / HTTP(S) / TLS</a:t>
                      </a:r>
                      <a:endParaRPr lang="ko-KR" sz="1300">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b="1">
                          <a:solidFill>
                            <a:srgbClr val="956319"/>
                          </a:solidFill>
                          <a:effectLst/>
                          <a:latin typeface="Arial" panose="020B0604020202020204" pitchFamily="34" charset="0"/>
                          <a:ea typeface="Arial" panose="020B0604020202020204" pitchFamily="34" charset="0"/>
                        </a:rPr>
                        <a:t>◐</a:t>
                      </a:r>
                      <a:endParaRPr lang="ko-KR" sz="1300" b="1">
                        <a:solidFill>
                          <a:srgbClr val="956319"/>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a:solidFill>
                            <a:srgbClr val="243447"/>
                          </a:solidFill>
                          <a:effectLst/>
                          <a:latin typeface="Arial" panose="020B0604020202020204" pitchFamily="34" charset="0"/>
                          <a:ea typeface="Arial" panose="020B0604020202020204" pitchFamily="34" charset="0"/>
                        </a:rPr>
                        <a:t>AI uploads covered. Broad HTTPS / TLS-decryption matrix unverified. [F3,F6]</a:t>
                      </a:r>
                      <a:endParaRPr lang="ko-KR" sz="1300">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3139490907"/>
                  </a:ext>
                </a:extLst>
              </a:tr>
              <a:tr h="314325">
                <a:tc>
                  <a:txBody>
                    <a:bodyPr/>
                    <a:lstStyle/>
                    <a:p>
                      <a:pPr algn="l">
                        <a:buNone/>
                      </a:pPr>
                      <a:r>
                        <a:rPr lang="ko-KR" sz="1300" b="1">
                          <a:solidFill>
                            <a:srgbClr val="243447"/>
                          </a:solidFill>
                          <a:effectLst/>
                          <a:latin typeface="Arial" panose="020B0604020202020204" pitchFamily="34" charset="0"/>
                          <a:ea typeface="Arial" panose="020B0604020202020204" pitchFamily="34" charset="0"/>
                        </a:rPr>
                        <a:t>D1-07</a:t>
                      </a:r>
                      <a:endParaRPr lang="ko-KR" sz="1300" b="1">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a:solidFill>
                            <a:srgbClr val="243447"/>
                          </a:solidFill>
                          <a:effectLst/>
                          <a:latin typeface="Arial" panose="020B0604020202020204" pitchFamily="34" charset="0"/>
                          <a:ea typeface="Arial" panose="020B0604020202020204" pitchFamily="34" charset="0"/>
                        </a:rPr>
                        <a:t>PC messenger</a:t>
                      </a:r>
                      <a:endParaRPr lang="ko-KR" sz="1300">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b="1">
                          <a:solidFill>
                            <a:srgbClr val="956319"/>
                          </a:solidFill>
                          <a:effectLst/>
                          <a:latin typeface="Arial" panose="020B0604020202020204" pitchFamily="34" charset="0"/>
                          <a:ea typeface="Arial" panose="020B0604020202020204" pitchFamily="34" charset="0"/>
                        </a:rPr>
                        <a:t>◐</a:t>
                      </a:r>
                      <a:endParaRPr lang="ko-KR" sz="1300" b="1">
                        <a:solidFill>
                          <a:srgbClr val="956319"/>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a:solidFill>
                            <a:srgbClr val="243447"/>
                          </a:solidFill>
                          <a:effectLst/>
                          <a:latin typeface="Arial" panose="020B0604020202020204" pitchFamily="34" charset="0"/>
                          <a:ea typeface="Arial" panose="020B0604020202020204" pitchFamily="34" charset="0"/>
                        </a:rPr>
                        <a:t>Persistent file protection via FED. Messenger-body inspection unverified. [F1]</a:t>
                      </a:r>
                      <a:endParaRPr lang="ko-KR" sz="1300">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3523529286"/>
                  </a:ext>
                </a:extLst>
              </a:tr>
              <a:tr h="314325">
                <a:tc>
                  <a:txBody>
                    <a:bodyPr/>
                    <a:lstStyle/>
                    <a:p>
                      <a:pPr algn="l">
                        <a:buNone/>
                      </a:pPr>
                      <a:r>
                        <a:rPr lang="ko-KR" sz="1300" b="1">
                          <a:solidFill>
                            <a:srgbClr val="243447"/>
                          </a:solidFill>
                          <a:effectLst/>
                          <a:latin typeface="Arial" panose="020B0604020202020204" pitchFamily="34" charset="0"/>
                          <a:ea typeface="Arial" panose="020B0604020202020204" pitchFamily="34" charset="0"/>
                        </a:rPr>
                        <a:t>D1-08</a:t>
                      </a:r>
                      <a:endParaRPr lang="ko-KR" sz="1300" b="1">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a:solidFill>
                            <a:srgbClr val="243447"/>
                          </a:solidFill>
                          <a:effectLst/>
                          <a:latin typeface="Arial" panose="020B0604020202020204" pitchFamily="34" charset="0"/>
                          <a:ea typeface="Arial" panose="020B0604020202020204" pitchFamily="34" charset="0"/>
                        </a:rPr>
                        <a:t>Cloud storage / webhard upload</a:t>
                      </a:r>
                      <a:endParaRPr lang="ko-KR" sz="1300">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b="1">
                          <a:solidFill>
                            <a:srgbClr val="956319"/>
                          </a:solidFill>
                          <a:effectLst/>
                          <a:latin typeface="Arial" panose="020B0604020202020204" pitchFamily="34" charset="0"/>
                          <a:ea typeface="Arial" panose="020B0604020202020204" pitchFamily="34" charset="0"/>
                        </a:rPr>
                        <a:t>◐</a:t>
                      </a:r>
                      <a:endParaRPr lang="ko-KR" sz="1300" b="1">
                        <a:solidFill>
                          <a:srgbClr val="956319"/>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a:solidFill>
                            <a:srgbClr val="243447"/>
                          </a:solidFill>
                          <a:effectLst/>
                          <a:latin typeface="Arial" panose="020B0604020202020204" pitchFamily="34" charset="0"/>
                          <a:ea typeface="Arial" panose="020B0604020202020204" pitchFamily="34" charset="0"/>
                        </a:rPr>
                        <a:t>FED / M365 file protection. Generic upload DLP not established. [F1]</a:t>
                      </a:r>
                      <a:endParaRPr lang="ko-KR" sz="1300">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854768405"/>
                  </a:ext>
                </a:extLst>
              </a:tr>
              <a:tr h="314325">
                <a:tc>
                  <a:txBody>
                    <a:bodyPr/>
                    <a:lstStyle/>
                    <a:p>
                      <a:pPr algn="l">
                        <a:buNone/>
                      </a:pPr>
                      <a:r>
                        <a:rPr lang="ko-KR" sz="1300" b="1">
                          <a:solidFill>
                            <a:srgbClr val="243447"/>
                          </a:solidFill>
                          <a:effectLst/>
                          <a:latin typeface="Arial" panose="020B0604020202020204" pitchFamily="34" charset="0"/>
                          <a:ea typeface="Arial" panose="020B0604020202020204" pitchFamily="34" charset="0"/>
                        </a:rPr>
                        <a:t>D1-09</a:t>
                      </a:r>
                      <a:endParaRPr lang="ko-KR" sz="1300" b="1">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a:solidFill>
                            <a:srgbClr val="243447"/>
                          </a:solidFill>
                          <a:effectLst/>
                          <a:latin typeface="Arial" panose="020B0604020202020204" pitchFamily="34" charset="0"/>
                          <a:ea typeface="Arial" panose="020B0604020202020204" pitchFamily="34" charset="0"/>
                        </a:rPr>
                        <a:t>Wi-Fi / Bluetooth / shares</a:t>
                      </a:r>
                      <a:endParaRPr lang="ko-KR" sz="1300">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b="1">
                          <a:solidFill>
                            <a:srgbClr val="5E6C7A"/>
                          </a:solidFill>
                          <a:effectLst/>
                          <a:latin typeface="Arial" panose="020B0604020202020204" pitchFamily="34" charset="0"/>
                          <a:ea typeface="Arial" panose="020B0604020202020204" pitchFamily="34" charset="0"/>
                        </a:rPr>
                        <a:t>?</a:t>
                      </a:r>
                      <a:endParaRPr lang="ko-KR" sz="1300" b="1">
                        <a:solidFill>
                          <a:srgbClr val="5E6C7A"/>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a:solidFill>
                            <a:srgbClr val="243447"/>
                          </a:solidFill>
                          <a:effectLst/>
                          <a:latin typeface="Arial" panose="020B0604020202020204" pitchFamily="34" charset="0"/>
                          <a:ea typeface="Arial" panose="020B0604020202020204" pitchFamily="34" charset="0"/>
                        </a:rPr>
                        <a:t>Wi-Fi / Bluetooth / shared-folder device control not specified.</a:t>
                      </a:r>
                      <a:endParaRPr lang="ko-KR" sz="1300">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321707841"/>
                  </a:ext>
                </a:extLst>
              </a:tr>
              <a:tr h="314325">
                <a:tc>
                  <a:txBody>
                    <a:bodyPr/>
                    <a:lstStyle/>
                    <a:p>
                      <a:pPr algn="l">
                        <a:buNone/>
                      </a:pPr>
                      <a:r>
                        <a:rPr lang="ko-KR" sz="1300" b="1">
                          <a:solidFill>
                            <a:srgbClr val="243447"/>
                          </a:solidFill>
                          <a:effectLst/>
                          <a:latin typeface="Arial" panose="020B0604020202020204" pitchFamily="34" charset="0"/>
                          <a:ea typeface="Arial" panose="020B0604020202020204" pitchFamily="34" charset="0"/>
                        </a:rPr>
                        <a:t>D1-10</a:t>
                      </a:r>
                      <a:endParaRPr lang="ko-KR" sz="1300" b="1">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a:solidFill>
                            <a:srgbClr val="243447"/>
                          </a:solidFill>
                          <a:effectLst/>
                          <a:latin typeface="Arial" panose="020B0604020202020204" pitchFamily="34" charset="0"/>
                          <a:ea typeface="Arial" panose="020B0604020202020204" pitchFamily="34" charset="0"/>
                        </a:rPr>
                        <a:t>PC / server data discovery</a:t>
                      </a:r>
                      <a:endParaRPr lang="ko-KR" sz="1300">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b="1">
                          <a:solidFill>
                            <a:srgbClr val="136F73"/>
                          </a:solidFill>
                          <a:effectLst/>
                          <a:latin typeface="Arial" panose="020B0604020202020204" pitchFamily="34" charset="0"/>
                          <a:ea typeface="Arial" panose="020B0604020202020204" pitchFamily="34" charset="0"/>
                        </a:rPr>
                        <a:t>●</a:t>
                      </a:r>
                      <a:endParaRPr lang="ko-KR" sz="1300" b="1">
                        <a:solidFill>
                          <a:srgbClr val="136F73"/>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a:solidFill>
                            <a:srgbClr val="243447"/>
                          </a:solidFill>
                          <a:effectLst/>
                          <a:latin typeface="Arial" panose="020B0604020202020204" pitchFamily="34" charset="0"/>
                          <a:ea typeface="Arial" panose="020B0604020202020204" pitchFamily="34" charset="0"/>
                        </a:rPr>
                        <a:t>FDR discovers PC and file-server data. [F2]</a:t>
                      </a:r>
                      <a:endParaRPr lang="ko-KR" sz="1300">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4251080108"/>
                  </a:ext>
                </a:extLst>
              </a:tr>
              <a:tr h="314325">
                <a:tc>
                  <a:txBody>
                    <a:bodyPr/>
                    <a:lstStyle/>
                    <a:p>
                      <a:pPr algn="l">
                        <a:buNone/>
                      </a:pPr>
                      <a:r>
                        <a:rPr lang="ko-KR" sz="1300" b="1">
                          <a:solidFill>
                            <a:srgbClr val="243447"/>
                          </a:solidFill>
                          <a:effectLst/>
                          <a:latin typeface="Arial" panose="020B0604020202020204" pitchFamily="34" charset="0"/>
                          <a:ea typeface="Arial" panose="020B0604020202020204" pitchFamily="34" charset="0"/>
                        </a:rPr>
                        <a:t>D1-11</a:t>
                      </a:r>
                      <a:endParaRPr lang="ko-KR" sz="1300" b="1">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a:solidFill>
                            <a:srgbClr val="243447"/>
                          </a:solidFill>
                          <a:effectLst/>
                          <a:latin typeface="Arial" panose="020B0604020202020204" pitchFamily="34" charset="0"/>
                          <a:ea typeface="Arial" panose="020B0604020202020204" pitchFamily="34" charset="0"/>
                        </a:rPr>
                        <a:t>GenAI web / desktop clients</a:t>
                      </a:r>
                      <a:endParaRPr lang="ko-KR" sz="1300">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b="1">
                          <a:solidFill>
                            <a:srgbClr val="956319"/>
                          </a:solidFill>
                          <a:effectLst/>
                          <a:latin typeface="Arial" panose="020B0604020202020204" pitchFamily="34" charset="0"/>
                          <a:ea typeface="Arial" panose="020B0604020202020204" pitchFamily="34" charset="0"/>
                        </a:rPr>
                        <a:t>◐</a:t>
                      </a:r>
                      <a:endParaRPr lang="ko-KR" sz="1300" b="1">
                        <a:solidFill>
                          <a:srgbClr val="956319"/>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a:solidFill>
                            <a:srgbClr val="243447"/>
                          </a:solidFill>
                          <a:effectLst/>
                          <a:latin typeface="Arial" panose="020B0604020202020204" pitchFamily="34" charset="0"/>
                          <a:ea typeface="Arial" panose="020B0604020202020204" pitchFamily="34" charset="0"/>
                        </a:rPr>
                        <a:t>AI-R Endpoint controls PC AI prompts / attachments. App matrix not stated. [F4]</a:t>
                      </a:r>
                      <a:endParaRPr lang="ko-KR" sz="1300">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3837435475"/>
                  </a:ext>
                </a:extLst>
              </a:tr>
              <a:tr h="314325">
                <a:tc>
                  <a:txBody>
                    <a:bodyPr/>
                    <a:lstStyle/>
                    <a:p>
                      <a:pPr algn="l">
                        <a:buNone/>
                      </a:pPr>
                      <a:r>
                        <a:rPr lang="ko-KR" sz="1300" b="1">
                          <a:solidFill>
                            <a:srgbClr val="243447"/>
                          </a:solidFill>
                          <a:effectLst/>
                          <a:latin typeface="Arial" panose="020B0604020202020204" pitchFamily="34" charset="0"/>
                          <a:ea typeface="Arial" panose="020B0604020202020204" pitchFamily="34" charset="0"/>
                        </a:rPr>
                        <a:t>D1-12</a:t>
                      </a:r>
                      <a:endParaRPr lang="ko-KR" sz="1300" b="1">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a:solidFill>
                            <a:srgbClr val="243447"/>
                          </a:solidFill>
                          <a:effectLst/>
                          <a:latin typeface="Arial" panose="020B0604020202020204" pitchFamily="34" charset="0"/>
                          <a:ea typeface="Arial" panose="020B0604020202020204" pitchFamily="34" charset="0"/>
                        </a:rPr>
                        <a:t>LLM API traffic</a:t>
                      </a:r>
                      <a:endParaRPr lang="ko-KR" sz="1300">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b="1">
                          <a:solidFill>
                            <a:srgbClr val="136F73"/>
                          </a:solidFill>
                          <a:effectLst/>
                          <a:latin typeface="Arial" panose="020B0604020202020204" pitchFamily="34" charset="0"/>
                          <a:ea typeface="Arial" panose="020B0604020202020204" pitchFamily="34" charset="0"/>
                        </a:rPr>
                        <a:t>●</a:t>
                      </a:r>
                      <a:endParaRPr lang="ko-KR" sz="1300" b="1">
                        <a:solidFill>
                          <a:srgbClr val="136F73"/>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a:solidFill>
                            <a:srgbClr val="243447"/>
                          </a:solidFill>
                          <a:effectLst/>
                          <a:latin typeface="Arial" panose="020B0604020202020204" pitchFamily="34" charset="0"/>
                          <a:ea typeface="Arial" panose="020B0604020202020204" pitchFamily="34" charset="0"/>
                        </a:rPr>
                        <a:t>AI-R Gateway request / response checks. [F5]</a:t>
                      </a:r>
                      <a:endParaRPr lang="ko-KR" sz="1300">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51813177"/>
                  </a:ext>
                </a:extLst>
              </a:tr>
              <a:tr h="314325">
                <a:tc>
                  <a:txBody>
                    <a:bodyPr/>
                    <a:lstStyle/>
                    <a:p>
                      <a:pPr algn="l">
                        <a:buNone/>
                      </a:pPr>
                      <a:r>
                        <a:rPr lang="ko-KR" sz="1300" b="1">
                          <a:solidFill>
                            <a:srgbClr val="243447"/>
                          </a:solidFill>
                          <a:effectLst/>
                          <a:latin typeface="Arial" panose="020B0604020202020204" pitchFamily="34" charset="0"/>
                          <a:ea typeface="Arial" panose="020B0604020202020204" pitchFamily="34" charset="0"/>
                        </a:rPr>
                        <a:t>D1-13</a:t>
                      </a:r>
                      <a:endParaRPr lang="ko-KR" sz="1300" b="1">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a:solidFill>
                            <a:srgbClr val="243447"/>
                          </a:solidFill>
                          <a:effectLst/>
                          <a:latin typeface="Arial" panose="020B0604020202020204" pitchFamily="34" charset="0"/>
                          <a:ea typeface="Arial" panose="020B0604020202020204" pitchFamily="34" charset="0"/>
                        </a:rPr>
                        <a:t>Agent tools / MCP</a:t>
                      </a:r>
                      <a:endParaRPr lang="ko-KR" sz="1300">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b="1">
                          <a:solidFill>
                            <a:srgbClr val="5E6C7A"/>
                          </a:solidFill>
                          <a:effectLst/>
                          <a:latin typeface="Arial" panose="020B0604020202020204" pitchFamily="34" charset="0"/>
                          <a:ea typeface="Arial" panose="020B0604020202020204" pitchFamily="34" charset="0"/>
                        </a:rPr>
                        <a:t>?</a:t>
                      </a:r>
                      <a:endParaRPr lang="ko-KR" sz="1300" b="1">
                        <a:solidFill>
                          <a:srgbClr val="5E6C7A"/>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a:solidFill>
                            <a:srgbClr val="243447"/>
                          </a:solidFill>
                          <a:effectLst/>
                          <a:latin typeface="Arial" panose="020B0604020202020204" pitchFamily="34" charset="0"/>
                          <a:ea typeface="Arial" panose="020B0604020202020204" pitchFamily="34" charset="0"/>
                        </a:rPr>
                        <a:t>Agent file controls do not establish MCP mediation. [F4]</a:t>
                      </a:r>
                      <a:endParaRPr lang="ko-KR" sz="1300">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3847231771"/>
                  </a:ext>
                </a:extLst>
              </a:tr>
            </a:tbl>
          </a:graphicData>
        </a:graphic>
      </p:graphicFrame>
    </p:spTree>
    <p:extLst>
      <p:ext uri="{BB962C8B-B14F-4D97-AF65-F5344CB8AC3E}">
        <p14:creationId xmlns:p14="http://schemas.microsoft.com/office/powerpoint/2010/main" val="105233137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169741-77AC-0F9D-69DA-0EDB284B5683}"/>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B9FE80B-E758-38B5-816F-9CC98369F31D}"/>
              </a:ext>
            </a:extLst>
          </p:cNvPr>
          <p:cNvSpPr>
            <a:spLocks noGrp="1"/>
          </p:cNvSpPr>
          <p:nvPr>
            <p:ph type="sldNum" sz="quarter" idx="4"/>
          </p:nvPr>
        </p:nvSpPr>
        <p:spPr/>
        <p:txBody>
          <a:bodyPr/>
          <a:lstStyle/>
          <a:p>
            <a:fld id="{4EA1E582-E1CC-4474-812F-1657BC5920B7}" type="slidenum">
              <a:rPr lang="ko-KR" altLang="en-US" smtClean="0"/>
              <a:t>26</a:t>
            </a:fld>
            <a:endParaRPr lang="ko-KR" altLang="en-US"/>
          </a:p>
        </p:txBody>
      </p:sp>
      <p:sp>
        <p:nvSpPr>
          <p:cNvPr id="5" name="Text Placeholder 4">
            <a:extLst>
              <a:ext uri="{FF2B5EF4-FFF2-40B4-BE49-F238E27FC236}">
                <a16:creationId xmlns:a16="http://schemas.microsoft.com/office/drawing/2014/main" id="{9F2F074A-B674-C0BF-297B-787B66425CC3}"/>
              </a:ext>
            </a:extLst>
          </p:cNvPr>
          <p:cNvSpPr>
            <a:spLocks noGrp="1"/>
          </p:cNvSpPr>
          <p:nvPr>
            <p:ph type="body" sz="quarter" idx="11"/>
          </p:nvPr>
        </p:nvSpPr>
        <p:spPr>
          <a:xfrm>
            <a:off x="285075" y="6305438"/>
            <a:ext cx="11465393" cy="401637"/>
          </a:xfrm>
        </p:spPr>
        <p:txBody>
          <a:bodyPr lIns="91440" tIns="45720" rIns="91440" bIns="45720" anchor="ctr" anchorCtr="0"/>
          <a:lstStyle/>
          <a:p>
            <a:r>
              <a:rPr lang="en-US">
                <a:ea typeface="KoPub돋움체 Bold"/>
              </a:rPr>
              <a:t>D2 Detection technique(For reference)</a:t>
            </a:r>
            <a:endParaRPr lang="ko-KR" altLang="en-US"/>
          </a:p>
          <a:p>
            <a:endParaRPr lang="en-US" altLang="ko-KR"/>
          </a:p>
          <a:p>
            <a:endParaRPr lang="en-US" altLang="ko-KR"/>
          </a:p>
          <a:p>
            <a:endParaRPr lang="en-US" altLang="ko-KR"/>
          </a:p>
          <a:p>
            <a:endParaRPr lang="en-US">
              <a:ea typeface="KoPub돋움체 Bold"/>
            </a:endParaRPr>
          </a:p>
          <a:p>
            <a:endParaRPr lang="en-US" altLang="ko-KR"/>
          </a:p>
          <a:p>
            <a:endParaRPr lang="en-US" altLang="ko-KR"/>
          </a:p>
          <a:p>
            <a:endParaRPr lang="en-US" altLang="ko-KR"/>
          </a:p>
          <a:p>
            <a:endParaRPr lang="en-US" altLang="ko-KR"/>
          </a:p>
          <a:p>
            <a:endParaRPr lang="en-US" altLang="ko-KR"/>
          </a:p>
          <a:p>
            <a:endParaRPr lang="en-US" altLang="ko-KR"/>
          </a:p>
          <a:p>
            <a:endParaRPr lang="en-US" altLang="ko-KR"/>
          </a:p>
          <a:p>
            <a:endParaRPr lang="en-US" altLang="ko-KR"/>
          </a:p>
          <a:p>
            <a:endParaRPr lang="en-US" altLang="ko-KR"/>
          </a:p>
          <a:p>
            <a:endParaRPr lang="en-US" altLang="ko-KR"/>
          </a:p>
          <a:p>
            <a:endParaRPr lang="en-US" altLang="ko-KR"/>
          </a:p>
          <a:p>
            <a:endParaRPr lang="en-US"/>
          </a:p>
        </p:txBody>
      </p:sp>
      <p:sp>
        <p:nvSpPr>
          <p:cNvPr id="7" name="제목 3">
            <a:extLst>
              <a:ext uri="{FF2B5EF4-FFF2-40B4-BE49-F238E27FC236}">
                <a16:creationId xmlns:a16="http://schemas.microsoft.com/office/drawing/2014/main" id="{5505105C-178D-1565-136E-E6DDFF838F6C}"/>
              </a:ext>
            </a:extLst>
          </p:cNvPr>
          <p:cNvSpPr txBox="1">
            <a:spLocks/>
          </p:cNvSpPr>
          <p:nvPr/>
        </p:nvSpPr>
        <p:spPr>
          <a:xfrm>
            <a:off x="286194" y="265704"/>
            <a:ext cx="10666268" cy="464670"/>
          </a:xfrm>
          <a:prstGeom prst="rect">
            <a:avLst/>
          </a:prstGeom>
        </p:spPr>
        <p:txBody>
          <a:bodyPr lIns="91440" tIns="45720" rIns="91440" bIns="45720" anchor="ctr" anchorCtr="0"/>
          <a:lstStyle>
            <a:lvl1pPr algn="l" rtl="0" eaLnBrk="1" fontAlgn="base" latinLnBrk="1" hangingPunct="1">
              <a:spcBef>
                <a:spcPct val="0"/>
              </a:spcBef>
              <a:spcAft>
                <a:spcPct val="0"/>
              </a:spcAft>
              <a:defRPr lang="ko-KR" altLang="en-US" sz="2400" b="1" kern="1200" baseline="0" dirty="0">
                <a:ln>
                  <a:solidFill>
                    <a:schemeClr val="accent1">
                      <a:alpha val="0"/>
                    </a:schemeClr>
                  </a:solidFill>
                </a:ln>
                <a:solidFill>
                  <a:srgbClr val="144772"/>
                </a:solidFill>
                <a:effectLst>
                  <a:glow rad="127000">
                    <a:schemeClr val="bg1"/>
                  </a:glow>
                  <a:outerShdw blurRad="38100" dist="38100" dir="2700000" algn="tl" rotWithShape="0">
                    <a:prstClr val="black">
                      <a:alpha val="40000"/>
                    </a:prstClr>
                  </a:outerShdw>
                </a:effectLst>
                <a:latin typeface="Pretendard Black" panose="02000A03000000020004" pitchFamily="50" charset="-127"/>
                <a:ea typeface="Pretendard Black" panose="02000A03000000020004" pitchFamily="50" charset="-127"/>
                <a:cs typeface="Pretendard Black" panose="02000A03000000020004" pitchFamily="50" charset="-127"/>
              </a:defRPr>
            </a:lvl1pPr>
            <a:lvl2pPr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2pPr>
            <a:lvl3pPr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3pPr>
            <a:lvl4pPr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4pPr>
            <a:lvl5pPr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5pPr>
            <a:lvl6pPr marL="457200"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6pPr>
            <a:lvl7pPr marL="914400"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7pPr>
            <a:lvl8pPr marL="1371600"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8pPr>
            <a:lvl9pPr marL="1828800"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9pPr>
          </a:lstStyle>
          <a:p>
            <a:r>
              <a:rPr lang="ko-KR" altLang="en-US">
                <a:ln>
                  <a:solidFill>
                    <a:srgbClr val="4F81BD">
                      <a:alpha val="0"/>
                    </a:srgbClr>
                  </a:solidFill>
                </a:ln>
                <a:effectLst>
                  <a:glow rad="127000">
                    <a:prstClr val="white"/>
                  </a:glow>
                  <a:outerShdw blurRad="38100" dist="38100" dir="2700000" algn="tl" rotWithShape="0">
                    <a:prstClr val="black">
                      <a:alpha val="40000"/>
                    </a:prstClr>
                  </a:outerShdw>
                </a:effectLst>
                <a:latin typeface="Pretendard Black"/>
                <a:ea typeface="Pretendard Black"/>
              </a:rPr>
              <a:t>파수 (윤석)</a:t>
            </a:r>
            <a:endParaRPr lang="ko-KR" altLang="en-US">
              <a:ln>
                <a:solidFill>
                  <a:srgbClr val="4F81BD">
                    <a:alpha val="0"/>
                  </a:srgbClr>
                </a:solidFill>
              </a:ln>
              <a:effectLst>
                <a:glow rad="127000">
                  <a:prstClr val="white"/>
                </a:glow>
                <a:outerShdw blurRad="38100" dist="38100" dir="2700000" algn="tl" rotWithShape="0">
                  <a:prstClr val="black">
                    <a:alpha val="40000"/>
                  </a:prstClr>
                </a:outerShdw>
              </a:effectLst>
              <a:latin typeface="Pretendard Black"/>
            </a:endParaRPr>
          </a:p>
        </p:txBody>
      </p:sp>
      <p:sp>
        <p:nvSpPr>
          <p:cNvPr id="8" name="TextBox 7">
            <a:extLst>
              <a:ext uri="{FF2B5EF4-FFF2-40B4-BE49-F238E27FC236}">
                <a16:creationId xmlns:a16="http://schemas.microsoft.com/office/drawing/2014/main" id="{D7B800CF-CB6B-2B24-570E-52CC4F732BE2}"/>
              </a:ext>
            </a:extLst>
          </p:cNvPr>
          <p:cNvSpPr txBox="1"/>
          <p:nvPr/>
        </p:nvSpPr>
        <p:spPr>
          <a:xfrm>
            <a:off x="487196" y="1207104"/>
            <a:ext cx="10631714" cy="31700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ltLang="ko-KR" sz="1300">
                <a:solidFill>
                  <a:srgbClr val="5E6C7A"/>
                </a:solidFill>
                <a:latin typeface="Arial"/>
                <a:ea typeface="맑은 고딕"/>
                <a:cs typeface="Arial"/>
              </a:rPr>
              <a:t>Documented</a:t>
            </a:r>
            <a:r>
              <a:rPr lang="ko-KR" altLang="en-US" sz="1300">
                <a:solidFill>
                  <a:srgbClr val="5E6C7A"/>
                </a:solidFill>
                <a:latin typeface="Arial"/>
                <a:ea typeface="맑은 고딕"/>
                <a:cs typeface="Arial"/>
              </a:rPr>
              <a:t> </a:t>
            </a:r>
            <a:r>
              <a:rPr lang="en-US" altLang="ko-KR" sz="1300">
                <a:solidFill>
                  <a:srgbClr val="5E6C7A"/>
                </a:solidFill>
                <a:latin typeface="Arial"/>
                <a:ea typeface="맑은 고딕"/>
                <a:cs typeface="Arial"/>
              </a:rPr>
              <a:t>capability</a:t>
            </a:r>
            <a:r>
              <a:rPr lang="ko-KR" altLang="en-US" sz="1300">
                <a:solidFill>
                  <a:srgbClr val="5E6C7A"/>
                </a:solidFill>
                <a:latin typeface="Arial"/>
                <a:ea typeface="맑은 고딕"/>
                <a:cs typeface="Arial"/>
              </a:rPr>
              <a:t> </a:t>
            </a:r>
            <a:r>
              <a:rPr lang="en-US" altLang="ko-KR" sz="1300">
                <a:solidFill>
                  <a:srgbClr val="5E6C7A"/>
                </a:solidFill>
                <a:latin typeface="Arial"/>
                <a:ea typeface="맑은 고딕"/>
                <a:cs typeface="Arial"/>
              </a:rPr>
              <a:t>and</a:t>
            </a:r>
            <a:r>
              <a:rPr lang="ko-KR" altLang="en-US" sz="1300">
                <a:solidFill>
                  <a:srgbClr val="5E6C7A"/>
                </a:solidFill>
                <a:latin typeface="Arial"/>
                <a:ea typeface="맑은 고딕"/>
                <a:cs typeface="Arial"/>
              </a:rPr>
              <a:t> </a:t>
            </a:r>
            <a:r>
              <a:rPr lang="en-US" altLang="ko-KR" sz="1300">
                <a:solidFill>
                  <a:srgbClr val="5E6C7A"/>
                </a:solidFill>
                <a:latin typeface="Arial"/>
                <a:ea typeface="맑은 고딕"/>
                <a:cs typeface="Arial"/>
              </a:rPr>
              <a:t>scope.</a:t>
            </a:r>
            <a:r>
              <a:rPr lang="ko-KR" altLang="en-US" sz="1300">
                <a:solidFill>
                  <a:srgbClr val="5E6C7A"/>
                </a:solidFill>
                <a:latin typeface="Arial"/>
                <a:ea typeface="맑은 고딕"/>
                <a:cs typeface="Arial"/>
              </a:rPr>
              <a:t> </a:t>
            </a:r>
            <a:r>
              <a:rPr lang="en-US" altLang="ko-KR" sz="1300">
                <a:solidFill>
                  <a:srgbClr val="5E6C7A"/>
                </a:solidFill>
                <a:latin typeface="Arial"/>
                <a:ea typeface="맑은 고딕"/>
                <a:cs typeface="Arial"/>
              </a:rPr>
              <a:t>Product</a:t>
            </a:r>
            <a:r>
              <a:rPr lang="ko-KR" altLang="en-US" sz="1300">
                <a:solidFill>
                  <a:srgbClr val="5E6C7A"/>
                </a:solidFill>
                <a:latin typeface="Arial"/>
                <a:ea typeface="맑은 고딕"/>
                <a:cs typeface="Arial"/>
              </a:rPr>
              <a:t> </a:t>
            </a:r>
            <a:r>
              <a:rPr lang="en-US" altLang="ko-KR" sz="1300">
                <a:solidFill>
                  <a:srgbClr val="5E6C7A"/>
                </a:solidFill>
                <a:latin typeface="Arial"/>
                <a:ea typeface="맑은 고딕"/>
                <a:cs typeface="Arial"/>
              </a:rPr>
              <a:t>and</a:t>
            </a:r>
            <a:r>
              <a:rPr lang="ko-KR" sz="1300">
                <a:solidFill>
                  <a:srgbClr val="5E6C7A"/>
                </a:solidFill>
                <a:latin typeface="Arial"/>
                <a:ea typeface="맑은 고딕"/>
                <a:cs typeface="Arial"/>
              </a:rPr>
              <a:t> </a:t>
            </a:r>
            <a:r>
              <a:rPr lang="en-US" altLang="ko-KR" sz="1300">
                <a:solidFill>
                  <a:srgbClr val="5E6C7A"/>
                </a:solidFill>
                <a:latin typeface="Arial"/>
                <a:ea typeface="맑은 고딕"/>
                <a:cs typeface="Arial"/>
              </a:rPr>
              <a:t>module</a:t>
            </a:r>
            <a:r>
              <a:rPr lang="ko-KR" altLang="en-US" sz="1300">
                <a:solidFill>
                  <a:srgbClr val="5E6C7A"/>
                </a:solidFill>
                <a:latin typeface="Arial"/>
                <a:ea typeface="맑은 고딕"/>
                <a:cs typeface="Arial"/>
              </a:rPr>
              <a:t> </a:t>
            </a:r>
            <a:r>
              <a:rPr lang="en-US" altLang="ko-KR" sz="1300">
                <a:solidFill>
                  <a:srgbClr val="5E6C7A"/>
                </a:solidFill>
                <a:latin typeface="Arial"/>
                <a:ea typeface="맑은 고딕"/>
                <a:cs typeface="Arial"/>
              </a:rPr>
              <a:t>boundaries</a:t>
            </a:r>
            <a:r>
              <a:rPr lang="ko-KR" altLang="en-US" sz="1300">
                <a:solidFill>
                  <a:srgbClr val="5E6C7A"/>
                </a:solidFill>
                <a:latin typeface="Arial"/>
                <a:ea typeface="맑은 고딕"/>
                <a:cs typeface="Arial"/>
              </a:rPr>
              <a:t> </a:t>
            </a:r>
            <a:r>
              <a:rPr lang="en-US" altLang="ko-KR" sz="1300">
                <a:solidFill>
                  <a:srgbClr val="5E6C7A"/>
                </a:solidFill>
                <a:latin typeface="Arial"/>
                <a:ea typeface="맑은 고딕"/>
                <a:cs typeface="Arial"/>
              </a:rPr>
              <a:t>apply.</a:t>
            </a:r>
            <a:endParaRPr lang="ko-KR" altLang="en-US"/>
          </a:p>
          <a:p>
            <a:endParaRPr lang="en-US" altLang="ko-KR" sz="1300">
              <a:solidFill>
                <a:srgbClr val="5E6C7A"/>
              </a:solidFill>
              <a:latin typeface="Arial"/>
              <a:ea typeface="맑은 고딕"/>
              <a:cs typeface="Arial"/>
            </a:endParaRPr>
          </a:p>
          <a:p>
            <a:endParaRPr lang="en-US" altLang="ko-KR" sz="1300">
              <a:solidFill>
                <a:srgbClr val="5E6C7A"/>
              </a:solidFill>
              <a:latin typeface="Arial"/>
              <a:ea typeface="맑은 고딕"/>
              <a:cs typeface="Arial"/>
            </a:endParaRPr>
          </a:p>
          <a:p>
            <a:endParaRPr lang="en-US" altLang="ko-KR" sz="1300">
              <a:solidFill>
                <a:srgbClr val="5E6C7A"/>
              </a:solidFill>
              <a:latin typeface="Arial"/>
              <a:ea typeface="맑은 고딕"/>
              <a:cs typeface="Arial"/>
            </a:endParaRPr>
          </a:p>
          <a:p>
            <a:endParaRPr lang="en-US" altLang="ko-KR" sz="1300">
              <a:solidFill>
                <a:srgbClr val="5E6C7A"/>
              </a:solidFill>
              <a:latin typeface="Arial"/>
              <a:ea typeface="맑은 고딕"/>
              <a:cs typeface="Arial"/>
            </a:endParaRPr>
          </a:p>
          <a:p>
            <a:endParaRPr lang="en-US" altLang="ko-KR" sz="1300">
              <a:solidFill>
                <a:srgbClr val="5E6C7A"/>
              </a:solidFill>
              <a:latin typeface="Arial"/>
              <a:ea typeface="맑은 고딕"/>
              <a:cs typeface="Arial"/>
            </a:endParaRPr>
          </a:p>
          <a:p>
            <a:endParaRPr lang="en-US" altLang="ko-KR" sz="1300">
              <a:solidFill>
                <a:srgbClr val="5E6C7A"/>
              </a:solidFill>
              <a:latin typeface="Arial"/>
              <a:ea typeface="맑은 고딕"/>
              <a:cs typeface="Arial"/>
            </a:endParaRPr>
          </a:p>
          <a:p>
            <a:r>
              <a:rPr lang="en-US" altLang="ko-KR" sz="1300">
                <a:solidFill>
                  <a:srgbClr val="5E6C7A"/>
                </a:solidFill>
                <a:latin typeface="Arial"/>
                <a:ea typeface="맑은 고딕"/>
                <a:cs typeface="Arial"/>
              </a:rPr>
              <a:t>.</a:t>
            </a:r>
            <a:endParaRPr lang="ko-KR" altLang="en-US">
              <a:solidFill>
                <a:srgbClr val="000000"/>
              </a:solidFill>
              <a:latin typeface="맑은 고딕"/>
              <a:ea typeface="맑은 고딕"/>
              <a:cs typeface="Arial"/>
            </a:endParaRPr>
          </a:p>
          <a:p>
            <a:endParaRPr lang="en-US" altLang="ko-KR" sz="1300">
              <a:solidFill>
                <a:srgbClr val="5E6C7A"/>
              </a:solidFill>
              <a:latin typeface="Arial"/>
              <a:ea typeface="맑은 고딕"/>
              <a:cs typeface="Arial"/>
            </a:endParaRPr>
          </a:p>
          <a:p>
            <a:endParaRPr lang="en-US" altLang="ko-KR" sz="1300">
              <a:solidFill>
                <a:srgbClr val="5E6C7A"/>
              </a:solidFill>
              <a:latin typeface="Arial"/>
              <a:ea typeface="맑은 고딕"/>
              <a:cs typeface="Arial"/>
            </a:endParaRPr>
          </a:p>
          <a:p>
            <a:endParaRPr lang="en-US" altLang="ko-KR" sz="1300">
              <a:solidFill>
                <a:srgbClr val="5E6C7A"/>
              </a:solidFill>
              <a:latin typeface="Arial"/>
              <a:ea typeface="맑은 고딕"/>
              <a:cs typeface="Arial"/>
            </a:endParaRPr>
          </a:p>
          <a:p>
            <a:endParaRPr lang="en-US" altLang="ko-KR" sz="1300">
              <a:solidFill>
                <a:srgbClr val="5E6C7A"/>
              </a:solidFill>
              <a:latin typeface="Arial"/>
              <a:ea typeface="맑은 고딕"/>
              <a:cs typeface="Arial"/>
            </a:endParaRPr>
          </a:p>
          <a:p>
            <a:endParaRPr lang="en-US" altLang="ko-KR" sz="1300">
              <a:solidFill>
                <a:srgbClr val="5E6C7A"/>
              </a:solidFill>
              <a:latin typeface="Arial"/>
              <a:ea typeface="맑은 고딕"/>
              <a:cs typeface="Arial"/>
            </a:endParaRPr>
          </a:p>
          <a:p>
            <a:r>
              <a:rPr lang="ko-KR" sz="1300">
                <a:solidFill>
                  <a:srgbClr val="5E6C7A"/>
                </a:solidFill>
                <a:latin typeface="Arial"/>
                <a:ea typeface="맑은 고딕"/>
                <a:cs typeface="Arial"/>
              </a:rPr>
              <a:t>.</a:t>
            </a:r>
            <a:endParaRPr lang="ko-KR">
              <a:ea typeface="맑은 고딕"/>
            </a:endParaRPr>
          </a:p>
          <a:p>
            <a:pPr algn="l"/>
            <a:endParaRPr lang="ko-KR" altLang="en-US">
              <a:ea typeface="맑은 고딕"/>
            </a:endParaRPr>
          </a:p>
        </p:txBody>
      </p:sp>
      <p:sp>
        <p:nvSpPr>
          <p:cNvPr id="12" name="TextBox 11">
            <a:extLst>
              <a:ext uri="{FF2B5EF4-FFF2-40B4-BE49-F238E27FC236}">
                <a16:creationId xmlns:a16="http://schemas.microsoft.com/office/drawing/2014/main" id="{B4E36E3B-1B00-D33E-3B9B-ACF68BA5B6B3}"/>
              </a:ext>
            </a:extLst>
          </p:cNvPr>
          <p:cNvSpPr txBox="1"/>
          <p:nvPr/>
        </p:nvSpPr>
        <p:spPr>
          <a:xfrm>
            <a:off x="487195" y="6205824"/>
            <a:ext cx="11058434" cy="397031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500" b="1">
                <a:solidFill>
                  <a:srgbClr val="136F73"/>
                </a:solidFill>
                <a:latin typeface="Arial"/>
                <a:ea typeface="맑은 고딕"/>
                <a:cs typeface="Arial"/>
              </a:rPr>
              <a:t>● Documented ◐ Partial / conditional ? Not verified, not confirmed absent</a:t>
            </a:r>
            <a:endParaRPr lang="ko-KR"/>
          </a:p>
          <a:p>
            <a:endParaRPr lang="en-US" sz="1500" b="1">
              <a:solidFill>
                <a:srgbClr val="136F73"/>
              </a:solidFill>
              <a:latin typeface="Arial"/>
              <a:ea typeface="맑은 고딕"/>
              <a:cs typeface="Arial"/>
            </a:endParaRPr>
          </a:p>
          <a:p>
            <a:endParaRPr lang="en-US" altLang="ko-KR" sz="1500" b="1">
              <a:solidFill>
                <a:srgbClr val="136F73"/>
              </a:solidFill>
              <a:latin typeface="Arial"/>
              <a:ea typeface="맑은 고딕"/>
              <a:cs typeface="Arial"/>
            </a:endParaRPr>
          </a:p>
          <a:p>
            <a:endParaRPr lang="en-US" altLang="ko-KR" sz="1500" b="1">
              <a:solidFill>
                <a:srgbClr val="136F73"/>
              </a:solidFill>
              <a:latin typeface="Arial"/>
              <a:ea typeface="맑은 고딕"/>
              <a:cs typeface="Arial"/>
            </a:endParaRPr>
          </a:p>
          <a:p>
            <a:endParaRPr lang="en-US" altLang="ko-KR" sz="1500" b="1">
              <a:solidFill>
                <a:srgbClr val="136F73"/>
              </a:solidFill>
              <a:latin typeface="Arial"/>
              <a:ea typeface="맑은 고딕"/>
              <a:cs typeface="Arial"/>
            </a:endParaRPr>
          </a:p>
          <a:p>
            <a:endParaRPr lang="en-US" altLang="ko-KR" sz="1500" b="1">
              <a:solidFill>
                <a:srgbClr val="136F73"/>
              </a:solidFill>
              <a:latin typeface="Arial"/>
              <a:ea typeface="맑은 고딕"/>
              <a:cs typeface="Arial"/>
            </a:endParaRPr>
          </a:p>
          <a:p>
            <a:endParaRPr lang="en-US" altLang="ko-KR" sz="1500" b="1">
              <a:solidFill>
                <a:srgbClr val="136F73"/>
              </a:solidFill>
              <a:latin typeface="Arial"/>
              <a:ea typeface="맑은 고딕"/>
              <a:cs typeface="Arial"/>
            </a:endParaRPr>
          </a:p>
          <a:p>
            <a:endParaRPr lang="en-US" sz="1500" b="1">
              <a:solidFill>
                <a:srgbClr val="136F73"/>
              </a:solidFill>
              <a:latin typeface="Arial"/>
              <a:ea typeface="맑은 고딕"/>
              <a:cs typeface="Arial"/>
            </a:endParaRPr>
          </a:p>
          <a:p>
            <a:endParaRPr lang="en-US" sz="1500" b="1">
              <a:solidFill>
                <a:srgbClr val="136F73"/>
              </a:solidFill>
              <a:latin typeface="Arial"/>
              <a:ea typeface="맑은 고딕"/>
              <a:cs typeface="Arial"/>
            </a:endParaRPr>
          </a:p>
          <a:p>
            <a:endParaRPr lang="en-US" sz="1500" b="1">
              <a:solidFill>
                <a:srgbClr val="136F73"/>
              </a:solidFill>
              <a:latin typeface="Arial"/>
              <a:ea typeface="맑은 고딕"/>
              <a:cs typeface="Arial"/>
            </a:endParaRPr>
          </a:p>
          <a:p>
            <a:endParaRPr lang="en-US" altLang="ko-KR" sz="1500" b="1">
              <a:solidFill>
                <a:srgbClr val="136F73"/>
              </a:solidFill>
              <a:latin typeface="Arial"/>
              <a:ea typeface="맑은 고딕"/>
              <a:cs typeface="Arial"/>
            </a:endParaRPr>
          </a:p>
          <a:p>
            <a:endParaRPr lang="en-US" altLang="ko-KR" sz="1500" b="1">
              <a:solidFill>
                <a:srgbClr val="136F73"/>
              </a:solidFill>
              <a:latin typeface="Arial"/>
              <a:ea typeface="맑은 고딕"/>
              <a:cs typeface="Arial"/>
            </a:endParaRPr>
          </a:p>
          <a:p>
            <a:endParaRPr lang="en-US" altLang="ko-KR" sz="1500" b="1">
              <a:solidFill>
                <a:srgbClr val="136F73"/>
              </a:solidFill>
              <a:latin typeface="Arial"/>
              <a:ea typeface="맑은 고딕"/>
              <a:cs typeface="Arial"/>
            </a:endParaRPr>
          </a:p>
          <a:p>
            <a:endParaRPr lang="en-US" altLang="ko-KR" sz="1300">
              <a:solidFill>
                <a:srgbClr val="5E6C7A"/>
              </a:solidFill>
              <a:latin typeface="Arial"/>
              <a:ea typeface="맑은 고딕"/>
              <a:cs typeface="Arial"/>
            </a:endParaRPr>
          </a:p>
          <a:p>
            <a:endParaRPr lang="en-US" altLang="ko-KR" sz="1300">
              <a:solidFill>
                <a:srgbClr val="5E6C7A"/>
              </a:solidFill>
              <a:latin typeface="Arial"/>
              <a:ea typeface="맑은 고딕"/>
              <a:cs typeface="Arial"/>
            </a:endParaRPr>
          </a:p>
          <a:p>
            <a:r>
              <a:rPr lang="ko-KR" sz="1300">
                <a:solidFill>
                  <a:srgbClr val="5E6C7A"/>
                </a:solidFill>
                <a:latin typeface="Arial"/>
                <a:ea typeface="맑은 고딕"/>
                <a:cs typeface="Arial"/>
              </a:rPr>
              <a:t>.</a:t>
            </a:r>
            <a:endParaRPr lang="ko-KR">
              <a:ea typeface="맑은 고딕"/>
            </a:endParaRPr>
          </a:p>
          <a:p>
            <a:pPr algn="l"/>
            <a:endParaRPr lang="ko-KR" altLang="en-US">
              <a:ea typeface="맑은 고딕"/>
            </a:endParaRPr>
          </a:p>
        </p:txBody>
      </p:sp>
      <p:graphicFrame>
        <p:nvGraphicFramePr>
          <p:cNvPr id="6" name="표 5">
            <a:extLst>
              <a:ext uri="{FF2B5EF4-FFF2-40B4-BE49-F238E27FC236}">
                <a16:creationId xmlns:a16="http://schemas.microsoft.com/office/drawing/2014/main" id="{04FE0F1B-3A86-5982-1784-BA1C79F9688B}"/>
              </a:ext>
            </a:extLst>
          </p:cNvPr>
          <p:cNvGraphicFramePr>
            <a:graphicFrameLocks noGrp="1"/>
          </p:cNvGraphicFramePr>
          <p:nvPr>
            <p:extLst>
              <p:ext uri="{D42A27DB-BD31-4B8C-83A1-F6EECF244321}">
                <p14:modId xmlns:p14="http://schemas.microsoft.com/office/powerpoint/2010/main" val="1818647439"/>
              </p:ext>
            </p:extLst>
          </p:nvPr>
        </p:nvGraphicFramePr>
        <p:xfrm>
          <a:off x="571500" y="1584325"/>
          <a:ext cx="11049000" cy="4095750"/>
        </p:xfrm>
        <a:graphic>
          <a:graphicData uri="http://schemas.openxmlformats.org/drawingml/2006/table">
            <a:tbl>
              <a:tblPr bandRow="1">
                <a:tableStyleId>{5C22544A-7EE6-4342-B048-85BDC9FD1C3A}</a:tableStyleId>
              </a:tblPr>
              <a:tblGrid>
                <a:gridCol w="762000">
                  <a:extLst>
                    <a:ext uri="{9D8B030D-6E8A-4147-A177-3AD203B41FA5}">
                      <a16:colId xmlns:a16="http://schemas.microsoft.com/office/drawing/2014/main" val="1446836300"/>
                    </a:ext>
                  </a:extLst>
                </a:gridCol>
                <a:gridCol w="3143250">
                  <a:extLst>
                    <a:ext uri="{9D8B030D-6E8A-4147-A177-3AD203B41FA5}">
                      <a16:colId xmlns:a16="http://schemas.microsoft.com/office/drawing/2014/main" val="2404490883"/>
                    </a:ext>
                  </a:extLst>
                </a:gridCol>
                <a:gridCol w="571500">
                  <a:extLst>
                    <a:ext uri="{9D8B030D-6E8A-4147-A177-3AD203B41FA5}">
                      <a16:colId xmlns:a16="http://schemas.microsoft.com/office/drawing/2014/main" val="2520159304"/>
                    </a:ext>
                  </a:extLst>
                </a:gridCol>
                <a:gridCol w="6572250">
                  <a:extLst>
                    <a:ext uri="{9D8B030D-6E8A-4147-A177-3AD203B41FA5}">
                      <a16:colId xmlns:a16="http://schemas.microsoft.com/office/drawing/2014/main" val="3721237348"/>
                    </a:ext>
                  </a:extLst>
                </a:gridCol>
              </a:tblGrid>
              <a:tr h="323850">
                <a:tc>
                  <a:txBody>
                    <a:bodyPr/>
                    <a:lstStyle/>
                    <a:p>
                      <a:pPr algn="l">
                        <a:buNone/>
                      </a:pPr>
                      <a:r>
                        <a:rPr lang="ko-KR" sz="1200" b="1">
                          <a:solidFill>
                            <a:srgbClr val="144772"/>
                          </a:solidFill>
                          <a:effectLst/>
                          <a:latin typeface="Arial" panose="020B0604020202020204" pitchFamily="34" charset="0"/>
                          <a:ea typeface="Arial" panose="020B0604020202020204" pitchFamily="34" charset="0"/>
                        </a:rPr>
                        <a:t>ID</a:t>
                      </a:r>
                      <a:endParaRPr lang="ko-KR" sz="1200" b="1">
                        <a:solidFill>
                          <a:srgbClr val="144772"/>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DDECF2"/>
                    </a:solidFill>
                  </a:tcPr>
                </a:tc>
                <a:tc>
                  <a:txBody>
                    <a:bodyPr/>
                    <a:lstStyle/>
                    <a:p>
                      <a:pPr algn="l">
                        <a:buNone/>
                      </a:pPr>
                      <a:r>
                        <a:rPr lang="ko-KR" sz="1200" b="1">
                          <a:solidFill>
                            <a:srgbClr val="144772"/>
                          </a:solidFill>
                          <a:effectLst/>
                          <a:latin typeface="Arial" panose="020B0604020202020204" pitchFamily="34" charset="0"/>
                          <a:ea typeface="Arial" panose="020B0604020202020204" pitchFamily="34" charset="0"/>
                        </a:rPr>
                        <a:t>Capability</a:t>
                      </a:r>
                      <a:endParaRPr lang="ko-KR" sz="1200" b="1">
                        <a:solidFill>
                          <a:srgbClr val="144772"/>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DDECF2"/>
                    </a:solidFill>
                  </a:tcPr>
                </a:tc>
                <a:tc>
                  <a:txBody>
                    <a:bodyPr/>
                    <a:lstStyle/>
                    <a:p>
                      <a:pPr algn="l">
                        <a:buNone/>
                      </a:pPr>
                      <a:r>
                        <a:rPr lang="ko-KR" sz="1200" b="1">
                          <a:solidFill>
                            <a:srgbClr val="144772"/>
                          </a:solidFill>
                          <a:effectLst/>
                          <a:latin typeface="Arial" panose="020B0604020202020204" pitchFamily="34" charset="0"/>
                          <a:ea typeface="Arial" panose="020B0604020202020204" pitchFamily="34" charset="0"/>
                        </a:rPr>
                        <a:t>Flag</a:t>
                      </a:r>
                      <a:endParaRPr lang="ko-KR" sz="1200" b="1">
                        <a:solidFill>
                          <a:srgbClr val="144772"/>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DDECF2"/>
                    </a:solidFill>
                  </a:tcPr>
                </a:tc>
                <a:tc>
                  <a:txBody>
                    <a:bodyPr/>
                    <a:lstStyle/>
                    <a:p>
                      <a:pPr algn="l">
                        <a:buNone/>
                      </a:pPr>
                      <a:r>
                        <a:rPr lang="ko-KR" sz="1200" b="1">
                          <a:solidFill>
                            <a:srgbClr val="144772"/>
                          </a:solidFill>
                          <a:effectLst/>
                          <a:latin typeface="Arial" panose="020B0604020202020204" pitchFamily="34" charset="0"/>
                          <a:ea typeface="Arial" panose="020B0604020202020204" pitchFamily="34" charset="0"/>
                        </a:rPr>
                        <a:t>Documented scope and evidence</a:t>
                      </a:r>
                      <a:endParaRPr lang="ko-KR" sz="1200" b="1">
                        <a:solidFill>
                          <a:srgbClr val="144772"/>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DDECF2"/>
                    </a:solidFill>
                  </a:tcPr>
                </a:tc>
                <a:extLst>
                  <a:ext uri="{0D108BD9-81ED-4DB2-BD59-A6C34878D82A}">
                    <a16:rowId xmlns:a16="http://schemas.microsoft.com/office/drawing/2014/main" val="3491905111"/>
                  </a:ext>
                </a:extLst>
              </a:tr>
              <a:tr h="314325">
                <a:tc>
                  <a:txBody>
                    <a:bodyPr/>
                    <a:lstStyle/>
                    <a:p>
                      <a:pPr algn="l">
                        <a:buNone/>
                      </a:pPr>
                      <a:r>
                        <a:rPr lang="ko-KR" sz="1300" b="1">
                          <a:solidFill>
                            <a:srgbClr val="243447"/>
                          </a:solidFill>
                          <a:effectLst/>
                          <a:latin typeface="Arial" panose="020B0604020202020204" pitchFamily="34" charset="0"/>
                          <a:ea typeface="Arial" panose="020B0604020202020204" pitchFamily="34" charset="0"/>
                        </a:rPr>
                        <a:t>D2-01</a:t>
                      </a:r>
                      <a:endParaRPr lang="ko-KR" sz="1300" b="1">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a:solidFill>
                            <a:srgbClr val="243447"/>
                          </a:solidFill>
                          <a:effectLst/>
                          <a:latin typeface="Arial" panose="020B0604020202020204" pitchFamily="34" charset="0"/>
                          <a:ea typeface="Arial" panose="020B0604020202020204" pitchFamily="34" charset="0"/>
                        </a:rPr>
                        <a:t>Regex / Korean ID checks</a:t>
                      </a:r>
                      <a:endParaRPr lang="ko-KR" sz="1300">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b="1">
                          <a:solidFill>
                            <a:srgbClr val="956319"/>
                          </a:solidFill>
                          <a:effectLst/>
                          <a:latin typeface="Arial" panose="020B0604020202020204" pitchFamily="34" charset="0"/>
                          <a:ea typeface="Arial" panose="020B0604020202020204" pitchFamily="34" charset="0"/>
                        </a:rPr>
                        <a:t>◐</a:t>
                      </a:r>
                      <a:endParaRPr lang="ko-KR" sz="1300" b="1">
                        <a:solidFill>
                          <a:srgbClr val="956319"/>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a:solidFill>
                            <a:srgbClr val="243447"/>
                          </a:solidFill>
                          <a:effectLst/>
                          <a:latin typeface="Arial" panose="020B0604020202020204" pitchFamily="34" charset="0"/>
                          <a:ea typeface="Arial" panose="020B0604020202020204" pitchFamily="34" charset="0"/>
                        </a:rPr>
                        <a:t>Patterns and validity checks. Korean-ID specifics unverified. [F2,F3]</a:t>
                      </a:r>
                      <a:endParaRPr lang="ko-KR" sz="1300">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118286590"/>
                  </a:ext>
                </a:extLst>
              </a:tr>
              <a:tr h="314325">
                <a:tc>
                  <a:txBody>
                    <a:bodyPr/>
                    <a:lstStyle/>
                    <a:p>
                      <a:pPr algn="l">
                        <a:buNone/>
                      </a:pPr>
                      <a:r>
                        <a:rPr lang="ko-KR" sz="1300" b="1">
                          <a:solidFill>
                            <a:srgbClr val="243447"/>
                          </a:solidFill>
                          <a:effectLst/>
                          <a:latin typeface="Arial" panose="020B0604020202020204" pitchFamily="34" charset="0"/>
                          <a:ea typeface="Arial" panose="020B0604020202020204" pitchFamily="34" charset="0"/>
                        </a:rPr>
                        <a:t>D2-02</a:t>
                      </a:r>
                      <a:endParaRPr lang="ko-KR" sz="1300" b="1">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a:solidFill>
                            <a:srgbClr val="243447"/>
                          </a:solidFill>
                          <a:effectLst/>
                          <a:latin typeface="Arial" panose="020B0604020202020204" pitchFamily="34" charset="0"/>
                          <a:ea typeface="Arial" panose="020B0604020202020204" pitchFamily="34" charset="0"/>
                        </a:rPr>
                        <a:t>Keyword / dictionary rules</a:t>
                      </a:r>
                      <a:endParaRPr lang="ko-KR" sz="1300">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b="1">
                          <a:solidFill>
                            <a:srgbClr val="136F73"/>
                          </a:solidFill>
                          <a:effectLst/>
                          <a:latin typeface="Arial" panose="020B0604020202020204" pitchFamily="34" charset="0"/>
                          <a:ea typeface="Arial" panose="020B0604020202020204" pitchFamily="34" charset="0"/>
                        </a:rPr>
                        <a:t>●</a:t>
                      </a:r>
                      <a:endParaRPr lang="ko-KR" sz="1300" b="1">
                        <a:solidFill>
                          <a:srgbClr val="136F73"/>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a:solidFill>
                            <a:srgbClr val="243447"/>
                          </a:solidFill>
                          <a:effectLst/>
                          <a:latin typeface="Arial" panose="020B0604020202020204" pitchFamily="34" charset="0"/>
                          <a:ea typeface="Arial" panose="020B0604020202020204" pitchFamily="34" charset="0"/>
                        </a:rPr>
                        <a:t>FDR dictionary / exclusion filters. [F2]</a:t>
                      </a:r>
                      <a:endParaRPr lang="ko-KR" sz="1300">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3188854429"/>
                  </a:ext>
                </a:extLst>
              </a:tr>
              <a:tr h="314325">
                <a:tc>
                  <a:txBody>
                    <a:bodyPr/>
                    <a:lstStyle/>
                    <a:p>
                      <a:pPr algn="l">
                        <a:buNone/>
                      </a:pPr>
                      <a:r>
                        <a:rPr lang="ko-KR" sz="1300" b="1">
                          <a:solidFill>
                            <a:srgbClr val="243447"/>
                          </a:solidFill>
                          <a:effectLst/>
                          <a:latin typeface="Arial" panose="020B0604020202020204" pitchFamily="34" charset="0"/>
                          <a:ea typeface="Arial" panose="020B0604020202020204" pitchFamily="34" charset="0"/>
                        </a:rPr>
                        <a:t>D2-03</a:t>
                      </a:r>
                      <a:endParaRPr lang="ko-KR" sz="1300" b="1">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a:solidFill>
                            <a:srgbClr val="243447"/>
                          </a:solidFill>
                          <a:effectLst/>
                          <a:latin typeface="Arial" panose="020B0604020202020204" pitchFamily="34" charset="0"/>
                          <a:ea typeface="Arial" panose="020B0604020202020204" pitchFamily="34" charset="0"/>
                        </a:rPr>
                        <a:t>Exact data matching (EDM)</a:t>
                      </a:r>
                      <a:endParaRPr lang="ko-KR" sz="1300">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b="1">
                          <a:solidFill>
                            <a:srgbClr val="5E6C7A"/>
                          </a:solidFill>
                          <a:effectLst/>
                          <a:latin typeface="Arial" panose="020B0604020202020204" pitchFamily="34" charset="0"/>
                          <a:ea typeface="Arial" panose="020B0604020202020204" pitchFamily="34" charset="0"/>
                        </a:rPr>
                        <a:t>?</a:t>
                      </a:r>
                      <a:endParaRPr lang="ko-KR" sz="1300" b="1">
                        <a:solidFill>
                          <a:srgbClr val="5E6C7A"/>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a:solidFill>
                            <a:srgbClr val="243447"/>
                          </a:solidFill>
                          <a:effectLst/>
                          <a:latin typeface="Arial" panose="020B0604020202020204" pitchFamily="34" charset="0"/>
                          <a:ea typeface="Arial" panose="020B0604020202020204" pitchFamily="34" charset="0"/>
                        </a:rPr>
                        <a:t>Exact DB fingerprint matching not specified.</a:t>
                      </a:r>
                      <a:endParaRPr lang="ko-KR" sz="1300">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961593320"/>
                  </a:ext>
                </a:extLst>
              </a:tr>
              <a:tr h="314325">
                <a:tc>
                  <a:txBody>
                    <a:bodyPr/>
                    <a:lstStyle/>
                    <a:p>
                      <a:pPr algn="l">
                        <a:buNone/>
                      </a:pPr>
                      <a:r>
                        <a:rPr lang="ko-KR" sz="1300" b="1">
                          <a:solidFill>
                            <a:srgbClr val="243447"/>
                          </a:solidFill>
                          <a:effectLst/>
                          <a:latin typeface="Arial" panose="020B0604020202020204" pitchFamily="34" charset="0"/>
                          <a:ea typeface="Arial" panose="020B0604020202020204" pitchFamily="34" charset="0"/>
                        </a:rPr>
                        <a:t>D2-04</a:t>
                      </a:r>
                      <a:endParaRPr lang="ko-KR" sz="1300" b="1">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a:solidFill>
                            <a:srgbClr val="243447"/>
                          </a:solidFill>
                          <a:effectLst/>
                          <a:latin typeface="Arial" panose="020B0604020202020204" pitchFamily="34" charset="0"/>
                          <a:ea typeface="Arial" panose="020B0604020202020204" pitchFamily="34" charset="0"/>
                        </a:rPr>
                        <a:t>Registered document matching</a:t>
                      </a:r>
                      <a:endParaRPr lang="ko-KR" sz="1300">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b="1">
                          <a:solidFill>
                            <a:srgbClr val="5E6C7A"/>
                          </a:solidFill>
                          <a:effectLst/>
                          <a:latin typeface="Arial" panose="020B0604020202020204" pitchFamily="34" charset="0"/>
                          <a:ea typeface="Arial" panose="020B0604020202020204" pitchFamily="34" charset="0"/>
                        </a:rPr>
                        <a:t>?</a:t>
                      </a:r>
                      <a:endParaRPr lang="ko-KR" sz="1300" b="1">
                        <a:solidFill>
                          <a:srgbClr val="5E6C7A"/>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a:solidFill>
                            <a:srgbClr val="243447"/>
                          </a:solidFill>
                          <a:effectLst/>
                          <a:latin typeface="Arial" panose="020B0604020202020204" pitchFamily="34" charset="0"/>
                          <a:ea typeface="Arial" panose="020B0604020202020204" pitchFamily="34" charset="0"/>
                        </a:rPr>
                        <a:t>Registered-document fingerprint matching not established.</a:t>
                      </a:r>
                      <a:endParaRPr lang="ko-KR" sz="1300">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135230095"/>
                  </a:ext>
                </a:extLst>
              </a:tr>
              <a:tr h="314325">
                <a:tc>
                  <a:txBody>
                    <a:bodyPr/>
                    <a:lstStyle/>
                    <a:p>
                      <a:pPr algn="l">
                        <a:buNone/>
                      </a:pPr>
                      <a:r>
                        <a:rPr lang="ko-KR" sz="1300" b="1">
                          <a:solidFill>
                            <a:srgbClr val="243447"/>
                          </a:solidFill>
                          <a:effectLst/>
                          <a:latin typeface="Arial" panose="020B0604020202020204" pitchFamily="34" charset="0"/>
                          <a:ea typeface="Arial" panose="020B0604020202020204" pitchFamily="34" charset="0"/>
                        </a:rPr>
                        <a:t>D2-05</a:t>
                      </a:r>
                      <a:endParaRPr lang="ko-KR" sz="1300" b="1">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a:solidFill>
                            <a:srgbClr val="243447"/>
                          </a:solidFill>
                          <a:effectLst/>
                          <a:latin typeface="Arial" panose="020B0604020202020204" pitchFamily="34" charset="0"/>
                          <a:ea typeface="Arial" panose="020B0604020202020204" pitchFamily="34" charset="0"/>
                        </a:rPr>
                        <a:t>True file-type identification</a:t>
                      </a:r>
                      <a:endParaRPr lang="ko-KR" sz="1300">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b="1">
                          <a:solidFill>
                            <a:srgbClr val="5E6C7A"/>
                          </a:solidFill>
                          <a:effectLst/>
                          <a:latin typeface="Arial" panose="020B0604020202020204" pitchFamily="34" charset="0"/>
                          <a:ea typeface="Arial" panose="020B0604020202020204" pitchFamily="34" charset="0"/>
                        </a:rPr>
                        <a:t>?</a:t>
                      </a:r>
                      <a:endParaRPr lang="ko-KR" sz="1300" b="1">
                        <a:solidFill>
                          <a:srgbClr val="5E6C7A"/>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a:solidFill>
                            <a:srgbClr val="243447"/>
                          </a:solidFill>
                          <a:effectLst/>
                          <a:latin typeface="Arial" panose="020B0604020202020204" pitchFamily="34" charset="0"/>
                          <a:ea typeface="Arial" panose="020B0604020202020204" pitchFamily="34" charset="0"/>
                        </a:rPr>
                        <a:t>File signature / extension-spoofing coverage not stated.</a:t>
                      </a:r>
                      <a:endParaRPr lang="ko-KR" sz="1300">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3039004042"/>
                  </a:ext>
                </a:extLst>
              </a:tr>
              <a:tr h="314325">
                <a:tc>
                  <a:txBody>
                    <a:bodyPr/>
                    <a:lstStyle/>
                    <a:p>
                      <a:pPr algn="l">
                        <a:buNone/>
                      </a:pPr>
                      <a:r>
                        <a:rPr lang="ko-KR" sz="1300" b="1">
                          <a:solidFill>
                            <a:srgbClr val="243447"/>
                          </a:solidFill>
                          <a:effectLst/>
                          <a:latin typeface="Arial" panose="020B0604020202020204" pitchFamily="34" charset="0"/>
                          <a:ea typeface="Arial" panose="020B0604020202020204" pitchFamily="34" charset="0"/>
                        </a:rPr>
                        <a:t>D2-06</a:t>
                      </a:r>
                      <a:endParaRPr lang="ko-KR" sz="1300" b="1">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a:solidFill>
                            <a:srgbClr val="243447"/>
                          </a:solidFill>
                          <a:effectLst/>
                          <a:latin typeface="Arial" panose="020B0604020202020204" pitchFamily="34" charset="0"/>
                          <a:ea typeface="Arial" panose="020B0604020202020204" pitchFamily="34" charset="0"/>
                        </a:rPr>
                        <a:t>OCR on images / scans</a:t>
                      </a:r>
                      <a:endParaRPr lang="ko-KR" sz="1300">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b="1">
                          <a:solidFill>
                            <a:srgbClr val="136F73"/>
                          </a:solidFill>
                          <a:effectLst/>
                          <a:latin typeface="Arial" panose="020B0604020202020204" pitchFamily="34" charset="0"/>
                          <a:ea typeface="Arial" panose="020B0604020202020204" pitchFamily="34" charset="0"/>
                        </a:rPr>
                        <a:t>●</a:t>
                      </a:r>
                      <a:endParaRPr lang="ko-KR" sz="1300" b="1">
                        <a:solidFill>
                          <a:srgbClr val="136F73"/>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a:solidFill>
                            <a:srgbClr val="243447"/>
                          </a:solidFill>
                          <a:effectLst/>
                          <a:latin typeface="Arial" panose="020B0604020202020204" pitchFamily="34" charset="0"/>
                          <a:ea typeface="Arial" panose="020B0604020202020204" pitchFamily="34" charset="0"/>
                        </a:rPr>
                        <a:t>FDR OCR, including embedded images. [F15]</a:t>
                      </a:r>
                      <a:endParaRPr lang="ko-KR" sz="1300">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3181381941"/>
                  </a:ext>
                </a:extLst>
              </a:tr>
              <a:tr h="314325">
                <a:tc>
                  <a:txBody>
                    <a:bodyPr/>
                    <a:lstStyle/>
                    <a:p>
                      <a:pPr algn="l">
                        <a:buNone/>
                      </a:pPr>
                      <a:r>
                        <a:rPr lang="ko-KR" sz="1300" b="1">
                          <a:solidFill>
                            <a:srgbClr val="243447"/>
                          </a:solidFill>
                          <a:effectLst/>
                          <a:latin typeface="Arial" panose="020B0604020202020204" pitchFamily="34" charset="0"/>
                          <a:ea typeface="Arial" panose="020B0604020202020204" pitchFamily="34" charset="0"/>
                        </a:rPr>
                        <a:t>D2-07</a:t>
                      </a:r>
                      <a:endParaRPr lang="ko-KR" sz="1300" b="1">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a:solidFill>
                            <a:srgbClr val="243447"/>
                          </a:solidFill>
                          <a:effectLst/>
                          <a:latin typeface="Arial" panose="020B0604020202020204" pitchFamily="34" charset="0"/>
                          <a:ea typeface="Arial" panose="020B0604020202020204" pitchFamily="34" charset="0"/>
                        </a:rPr>
                        <a:t>HWP / HWPX parsing</a:t>
                      </a:r>
                      <a:endParaRPr lang="ko-KR" sz="1300">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b="1">
                          <a:solidFill>
                            <a:srgbClr val="5E6C7A"/>
                          </a:solidFill>
                          <a:effectLst/>
                          <a:latin typeface="Arial" panose="020B0604020202020204" pitchFamily="34" charset="0"/>
                          <a:ea typeface="Arial" panose="020B0604020202020204" pitchFamily="34" charset="0"/>
                        </a:rPr>
                        <a:t>?</a:t>
                      </a:r>
                      <a:endParaRPr lang="ko-KR" sz="1300" b="1">
                        <a:solidFill>
                          <a:srgbClr val="5E6C7A"/>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a:solidFill>
                            <a:srgbClr val="243447"/>
                          </a:solidFill>
                          <a:effectLst/>
                          <a:latin typeface="Arial" panose="020B0604020202020204" pitchFamily="34" charset="0"/>
                          <a:ea typeface="Arial" panose="020B0604020202020204" pitchFamily="34" charset="0"/>
                        </a:rPr>
                        <a:t>Hangul labels stated; HWP / HWPX parser matrix unverified. [F15]</a:t>
                      </a:r>
                      <a:endParaRPr lang="ko-KR" sz="1300">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700866823"/>
                  </a:ext>
                </a:extLst>
              </a:tr>
              <a:tr h="314325">
                <a:tc>
                  <a:txBody>
                    <a:bodyPr/>
                    <a:lstStyle/>
                    <a:p>
                      <a:pPr algn="l">
                        <a:buNone/>
                      </a:pPr>
                      <a:r>
                        <a:rPr lang="ko-KR" sz="1300" b="1">
                          <a:solidFill>
                            <a:srgbClr val="243447"/>
                          </a:solidFill>
                          <a:effectLst/>
                          <a:latin typeface="Arial" panose="020B0604020202020204" pitchFamily="34" charset="0"/>
                          <a:ea typeface="Arial" panose="020B0604020202020204" pitchFamily="34" charset="0"/>
                        </a:rPr>
                        <a:t>D2-08</a:t>
                      </a:r>
                      <a:endParaRPr lang="ko-KR" sz="1300" b="1">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a:solidFill>
                            <a:srgbClr val="243447"/>
                          </a:solidFill>
                          <a:effectLst/>
                          <a:latin typeface="Arial" panose="020B0604020202020204" pitchFamily="34" charset="0"/>
                          <a:ea typeface="Arial" panose="020B0604020202020204" pitchFamily="34" charset="0"/>
                        </a:rPr>
                        <a:t>Archive recursion</a:t>
                      </a:r>
                      <a:endParaRPr lang="ko-KR" sz="1300">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b="1">
                          <a:solidFill>
                            <a:srgbClr val="5E6C7A"/>
                          </a:solidFill>
                          <a:effectLst/>
                          <a:latin typeface="Arial" panose="020B0604020202020204" pitchFamily="34" charset="0"/>
                          <a:ea typeface="Arial" panose="020B0604020202020204" pitchFamily="34" charset="0"/>
                        </a:rPr>
                        <a:t>?</a:t>
                      </a:r>
                      <a:endParaRPr lang="ko-KR" sz="1300" b="1">
                        <a:solidFill>
                          <a:srgbClr val="5E6C7A"/>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a:solidFill>
                            <a:srgbClr val="243447"/>
                          </a:solidFill>
                          <a:effectLst/>
                          <a:latin typeface="Arial" panose="020B0604020202020204" pitchFamily="34" charset="0"/>
                          <a:ea typeface="Arial" panose="020B0604020202020204" pitchFamily="34" charset="0"/>
                        </a:rPr>
                        <a:t>ZIP / RAR / 7z / ALZip / EGG, recursion and encryption handling unverified.</a:t>
                      </a:r>
                      <a:endParaRPr lang="ko-KR" sz="1300">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3397961330"/>
                  </a:ext>
                </a:extLst>
              </a:tr>
              <a:tr h="314325">
                <a:tc>
                  <a:txBody>
                    <a:bodyPr/>
                    <a:lstStyle/>
                    <a:p>
                      <a:pPr algn="l">
                        <a:buNone/>
                      </a:pPr>
                      <a:r>
                        <a:rPr lang="ko-KR" sz="1300" b="1">
                          <a:solidFill>
                            <a:srgbClr val="243447"/>
                          </a:solidFill>
                          <a:effectLst/>
                          <a:latin typeface="Arial" panose="020B0604020202020204" pitchFamily="34" charset="0"/>
                          <a:ea typeface="Arial" panose="020B0604020202020204" pitchFamily="34" charset="0"/>
                        </a:rPr>
                        <a:t>D2-09</a:t>
                      </a:r>
                      <a:endParaRPr lang="ko-KR" sz="1300" b="1">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a:solidFill>
                            <a:srgbClr val="243447"/>
                          </a:solidFill>
                          <a:effectLst/>
                          <a:latin typeface="Arial" panose="020B0604020202020204" pitchFamily="34" charset="0"/>
                          <a:ea typeface="Arial" panose="020B0604020202020204" pitchFamily="34" charset="0"/>
                        </a:rPr>
                        <a:t>ML / NLP / LLM classification</a:t>
                      </a:r>
                      <a:endParaRPr lang="ko-KR" sz="1300">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b="1">
                          <a:solidFill>
                            <a:srgbClr val="136F73"/>
                          </a:solidFill>
                          <a:effectLst/>
                          <a:latin typeface="Arial" panose="020B0604020202020204" pitchFamily="34" charset="0"/>
                          <a:ea typeface="Arial" panose="020B0604020202020204" pitchFamily="34" charset="0"/>
                        </a:rPr>
                        <a:t>●</a:t>
                      </a:r>
                      <a:endParaRPr lang="ko-KR" sz="1300" b="1">
                        <a:solidFill>
                          <a:srgbClr val="136F73"/>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a:solidFill>
                            <a:srgbClr val="243447"/>
                          </a:solidFill>
                          <a:effectLst/>
                          <a:latin typeface="Arial" panose="020B0604020202020204" pitchFamily="34" charset="0"/>
                          <a:ea typeface="Arial" panose="020B0604020202020204" pitchFamily="34" charset="0"/>
                        </a:rPr>
                        <a:t>AI-R DLP: NLP / LLM. AI-R Privacy: contextual detection. [F17,F14]</a:t>
                      </a:r>
                      <a:endParaRPr lang="ko-KR" sz="1300">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51310576"/>
                  </a:ext>
                </a:extLst>
              </a:tr>
              <a:tr h="314325">
                <a:tc>
                  <a:txBody>
                    <a:bodyPr/>
                    <a:lstStyle/>
                    <a:p>
                      <a:pPr algn="l">
                        <a:buNone/>
                      </a:pPr>
                      <a:r>
                        <a:rPr lang="ko-KR" sz="1300" b="1">
                          <a:solidFill>
                            <a:srgbClr val="243447"/>
                          </a:solidFill>
                          <a:effectLst/>
                          <a:latin typeface="Arial" panose="020B0604020202020204" pitchFamily="34" charset="0"/>
                          <a:ea typeface="Arial" panose="020B0604020202020204" pitchFamily="34" charset="0"/>
                        </a:rPr>
                        <a:t>D2-10</a:t>
                      </a:r>
                      <a:endParaRPr lang="ko-KR" sz="1300" b="1">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a:solidFill>
                            <a:srgbClr val="243447"/>
                          </a:solidFill>
                          <a:effectLst/>
                          <a:latin typeface="Arial" panose="020B0604020202020204" pitchFamily="34" charset="0"/>
                          <a:ea typeface="Arial" panose="020B0604020202020204" pitchFamily="34" charset="0"/>
                        </a:rPr>
                        <a:t>Source code / API keys</a:t>
                      </a:r>
                      <a:endParaRPr lang="ko-KR" sz="1300">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b="1">
                          <a:solidFill>
                            <a:srgbClr val="956319"/>
                          </a:solidFill>
                          <a:effectLst/>
                          <a:latin typeface="Arial" panose="020B0604020202020204" pitchFamily="34" charset="0"/>
                          <a:ea typeface="Arial" panose="020B0604020202020204" pitchFamily="34" charset="0"/>
                        </a:rPr>
                        <a:t>◐</a:t>
                      </a:r>
                      <a:endParaRPr lang="ko-KR" sz="1300" b="1">
                        <a:solidFill>
                          <a:srgbClr val="956319"/>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a:solidFill>
                            <a:srgbClr val="243447"/>
                          </a:solidFill>
                          <a:effectLst/>
                          <a:latin typeface="Arial" panose="020B0604020202020204" pitchFamily="34" charset="0"/>
                          <a:ea typeface="Arial" panose="020B0604020202020204" pitchFamily="34" charset="0"/>
                        </a:rPr>
                        <a:t>Source-code leakage use case. API-key detector not explicit. [F3]</a:t>
                      </a:r>
                      <a:endParaRPr lang="ko-KR" sz="1300">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538971960"/>
                  </a:ext>
                </a:extLst>
              </a:tr>
              <a:tr h="314325">
                <a:tc>
                  <a:txBody>
                    <a:bodyPr/>
                    <a:lstStyle/>
                    <a:p>
                      <a:pPr algn="l">
                        <a:buNone/>
                      </a:pPr>
                      <a:r>
                        <a:rPr lang="ko-KR" sz="1300" b="1">
                          <a:solidFill>
                            <a:srgbClr val="243447"/>
                          </a:solidFill>
                          <a:effectLst/>
                          <a:latin typeface="Arial" panose="020B0604020202020204" pitchFamily="34" charset="0"/>
                          <a:ea typeface="Arial" panose="020B0604020202020204" pitchFamily="34" charset="0"/>
                        </a:rPr>
                        <a:t>D2-11</a:t>
                      </a:r>
                      <a:endParaRPr lang="ko-KR" sz="1300" b="1">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a:solidFill>
                            <a:srgbClr val="243447"/>
                          </a:solidFill>
                          <a:effectLst/>
                          <a:latin typeface="Arial" panose="020B0604020202020204" pitchFamily="34" charset="0"/>
                          <a:ea typeface="Arial" panose="020B0604020202020204" pitchFamily="34" charset="0"/>
                        </a:rPr>
                        <a:t>Custom patterns / trainable model</a:t>
                      </a:r>
                      <a:endParaRPr lang="ko-KR" sz="1300">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b="1">
                          <a:solidFill>
                            <a:srgbClr val="5E6C7A"/>
                          </a:solidFill>
                          <a:effectLst/>
                          <a:latin typeface="Arial" panose="020B0604020202020204" pitchFamily="34" charset="0"/>
                          <a:ea typeface="Arial" panose="020B0604020202020204" pitchFamily="34" charset="0"/>
                        </a:rPr>
                        <a:t>?</a:t>
                      </a:r>
                      <a:endParaRPr lang="ko-KR" sz="1300" b="1">
                        <a:solidFill>
                          <a:srgbClr val="5E6C7A"/>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a:solidFill>
                            <a:srgbClr val="243447"/>
                          </a:solidFill>
                          <a:effectLst/>
                          <a:latin typeface="Arial" panose="020B0604020202020204" pitchFamily="34" charset="0"/>
                          <a:ea typeface="Arial" panose="020B0604020202020204" pitchFamily="34" charset="0"/>
                        </a:rPr>
                        <a:t>Customer retraining / model-upload capability not stated.</a:t>
                      </a:r>
                      <a:endParaRPr lang="ko-KR" sz="1300">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507676895"/>
                  </a:ext>
                </a:extLst>
              </a:tr>
              <a:tr h="314325">
                <a:tc>
                  <a:txBody>
                    <a:bodyPr/>
                    <a:lstStyle/>
                    <a:p>
                      <a:pPr algn="l">
                        <a:buNone/>
                      </a:pPr>
                      <a:r>
                        <a:rPr lang="ko-KR" sz="1300" b="1">
                          <a:solidFill>
                            <a:srgbClr val="243447"/>
                          </a:solidFill>
                          <a:effectLst/>
                          <a:latin typeface="Arial" panose="020B0604020202020204" pitchFamily="34" charset="0"/>
                          <a:ea typeface="Arial" panose="020B0604020202020204" pitchFamily="34" charset="0"/>
                        </a:rPr>
                        <a:t>D2-12</a:t>
                      </a:r>
                      <a:endParaRPr lang="ko-KR" sz="1300" b="1">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a:solidFill>
                            <a:srgbClr val="243447"/>
                          </a:solidFill>
                          <a:effectLst/>
                          <a:latin typeface="Arial" panose="020B0604020202020204" pitchFamily="34" charset="0"/>
                          <a:ea typeface="Arial" panose="020B0604020202020204" pitchFamily="34" charset="0"/>
                        </a:rPr>
                        <a:t>False-positive tuning</a:t>
                      </a:r>
                      <a:endParaRPr lang="ko-KR" sz="1300">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b="1">
                          <a:solidFill>
                            <a:srgbClr val="136F73"/>
                          </a:solidFill>
                          <a:effectLst/>
                          <a:latin typeface="Arial" panose="020B0604020202020204" pitchFamily="34" charset="0"/>
                          <a:ea typeface="Arial" panose="020B0604020202020204" pitchFamily="34" charset="0"/>
                        </a:rPr>
                        <a:t>●</a:t>
                      </a:r>
                      <a:endParaRPr lang="ko-KR" sz="1300" b="1">
                        <a:solidFill>
                          <a:srgbClr val="136F73"/>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a:solidFill>
                            <a:srgbClr val="243447"/>
                          </a:solidFill>
                          <a:effectLst/>
                          <a:latin typeface="Arial" panose="020B0604020202020204" pitchFamily="34" charset="0"/>
                          <a:ea typeface="Arial" panose="020B0604020202020204" pitchFamily="34" charset="0"/>
                        </a:rPr>
                        <a:t>FDR validity checks and dictionary / exception filters. [F2]</a:t>
                      </a:r>
                      <a:endParaRPr lang="ko-KR" sz="1300">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372052216"/>
                  </a:ext>
                </a:extLst>
              </a:tr>
            </a:tbl>
          </a:graphicData>
        </a:graphic>
      </p:graphicFrame>
    </p:spTree>
    <p:extLst>
      <p:ext uri="{BB962C8B-B14F-4D97-AF65-F5344CB8AC3E}">
        <p14:creationId xmlns:p14="http://schemas.microsoft.com/office/powerpoint/2010/main" val="243471498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7CF32D-9055-2CA9-C15E-303F154B559C}"/>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F3B8B1C-2351-9340-B44C-211A665D4433}"/>
              </a:ext>
            </a:extLst>
          </p:cNvPr>
          <p:cNvSpPr>
            <a:spLocks noGrp="1"/>
          </p:cNvSpPr>
          <p:nvPr>
            <p:ph type="sldNum" sz="quarter" idx="4"/>
          </p:nvPr>
        </p:nvSpPr>
        <p:spPr/>
        <p:txBody>
          <a:bodyPr/>
          <a:lstStyle/>
          <a:p>
            <a:fld id="{4EA1E582-E1CC-4474-812F-1657BC5920B7}" type="slidenum">
              <a:rPr lang="ko-KR" altLang="en-US" smtClean="0"/>
              <a:t>27</a:t>
            </a:fld>
            <a:endParaRPr lang="ko-KR" altLang="en-US"/>
          </a:p>
        </p:txBody>
      </p:sp>
      <p:sp>
        <p:nvSpPr>
          <p:cNvPr id="5" name="Text Placeholder 4">
            <a:extLst>
              <a:ext uri="{FF2B5EF4-FFF2-40B4-BE49-F238E27FC236}">
                <a16:creationId xmlns:a16="http://schemas.microsoft.com/office/drawing/2014/main" id="{0105EAC1-AC93-1018-E759-A24A8ADFF035}"/>
              </a:ext>
            </a:extLst>
          </p:cNvPr>
          <p:cNvSpPr>
            <a:spLocks noGrp="1"/>
          </p:cNvSpPr>
          <p:nvPr>
            <p:ph type="body" sz="quarter" idx="11"/>
          </p:nvPr>
        </p:nvSpPr>
        <p:spPr>
          <a:xfrm>
            <a:off x="285075" y="6701678"/>
            <a:ext cx="11465393" cy="401637"/>
          </a:xfrm>
        </p:spPr>
        <p:txBody>
          <a:bodyPr lIns="91440" tIns="45720" rIns="91440" bIns="45720" anchor="ctr" anchorCtr="0"/>
          <a:lstStyle/>
          <a:p>
            <a:r>
              <a:rPr lang="en-US">
                <a:ea typeface="KoPub돋움체 Bold"/>
              </a:rPr>
              <a:t>D3 Enforcement</a:t>
            </a:r>
            <a:r>
              <a:rPr lang="en-US">
                <a:latin typeface="Consolas"/>
                <a:ea typeface="KoPub돋움체 Bold"/>
              </a:rPr>
              <a:t>(For reference)</a:t>
            </a:r>
            <a:endParaRPr lang="ko-KR" altLang="en-US"/>
          </a:p>
          <a:p>
            <a:endParaRPr lang="en-US" altLang="ko-KR"/>
          </a:p>
          <a:p>
            <a:endParaRPr lang="en-US" altLang="ko-KR"/>
          </a:p>
          <a:p>
            <a:endParaRPr lang="en-US" altLang="ko-KR"/>
          </a:p>
          <a:p>
            <a:endParaRPr lang="en-US" altLang="ko-KR"/>
          </a:p>
          <a:p>
            <a:endParaRPr lang="en-US">
              <a:ea typeface="KoPub돋움체 Bold"/>
            </a:endParaRPr>
          </a:p>
          <a:p>
            <a:endParaRPr lang="en-US" altLang="ko-KR"/>
          </a:p>
          <a:p>
            <a:endParaRPr lang="en-US" altLang="ko-KR"/>
          </a:p>
          <a:p>
            <a:endParaRPr lang="en-US" altLang="ko-KR"/>
          </a:p>
          <a:p>
            <a:endParaRPr lang="en-US" altLang="ko-KR"/>
          </a:p>
          <a:p>
            <a:endParaRPr lang="en-US" altLang="ko-KR"/>
          </a:p>
          <a:p>
            <a:endParaRPr lang="en-US" altLang="ko-KR"/>
          </a:p>
          <a:p>
            <a:endParaRPr lang="en-US" altLang="ko-KR"/>
          </a:p>
          <a:p>
            <a:endParaRPr lang="en-US" altLang="ko-KR"/>
          </a:p>
          <a:p>
            <a:endParaRPr lang="en-US" altLang="ko-KR"/>
          </a:p>
          <a:p>
            <a:endParaRPr lang="en-US" altLang="ko-KR"/>
          </a:p>
          <a:p>
            <a:endParaRPr lang="en-US" altLang="ko-KR"/>
          </a:p>
          <a:p>
            <a:endParaRPr lang="en-US"/>
          </a:p>
        </p:txBody>
      </p:sp>
      <p:sp>
        <p:nvSpPr>
          <p:cNvPr id="7" name="제목 3">
            <a:extLst>
              <a:ext uri="{FF2B5EF4-FFF2-40B4-BE49-F238E27FC236}">
                <a16:creationId xmlns:a16="http://schemas.microsoft.com/office/drawing/2014/main" id="{097554EB-2FDD-FB79-A4A2-75CDB88CB5FF}"/>
              </a:ext>
            </a:extLst>
          </p:cNvPr>
          <p:cNvSpPr txBox="1">
            <a:spLocks/>
          </p:cNvSpPr>
          <p:nvPr/>
        </p:nvSpPr>
        <p:spPr>
          <a:xfrm>
            <a:off x="286194" y="265704"/>
            <a:ext cx="10666268" cy="464670"/>
          </a:xfrm>
          <a:prstGeom prst="rect">
            <a:avLst/>
          </a:prstGeom>
        </p:spPr>
        <p:txBody>
          <a:bodyPr lIns="91440" tIns="45720" rIns="91440" bIns="45720" anchor="ctr" anchorCtr="0"/>
          <a:lstStyle>
            <a:lvl1pPr algn="l" rtl="0" eaLnBrk="1" fontAlgn="base" latinLnBrk="1" hangingPunct="1">
              <a:spcBef>
                <a:spcPct val="0"/>
              </a:spcBef>
              <a:spcAft>
                <a:spcPct val="0"/>
              </a:spcAft>
              <a:defRPr lang="ko-KR" altLang="en-US" sz="2400" b="1" kern="1200" baseline="0" dirty="0">
                <a:ln>
                  <a:solidFill>
                    <a:schemeClr val="accent1">
                      <a:alpha val="0"/>
                    </a:schemeClr>
                  </a:solidFill>
                </a:ln>
                <a:solidFill>
                  <a:srgbClr val="144772"/>
                </a:solidFill>
                <a:effectLst>
                  <a:glow rad="127000">
                    <a:schemeClr val="bg1"/>
                  </a:glow>
                  <a:outerShdw blurRad="38100" dist="38100" dir="2700000" algn="tl" rotWithShape="0">
                    <a:prstClr val="black">
                      <a:alpha val="40000"/>
                    </a:prstClr>
                  </a:outerShdw>
                </a:effectLst>
                <a:latin typeface="Pretendard Black" panose="02000A03000000020004" pitchFamily="50" charset="-127"/>
                <a:ea typeface="Pretendard Black" panose="02000A03000000020004" pitchFamily="50" charset="-127"/>
                <a:cs typeface="Pretendard Black" panose="02000A03000000020004" pitchFamily="50" charset="-127"/>
              </a:defRPr>
            </a:lvl1pPr>
            <a:lvl2pPr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2pPr>
            <a:lvl3pPr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3pPr>
            <a:lvl4pPr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4pPr>
            <a:lvl5pPr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5pPr>
            <a:lvl6pPr marL="457200"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6pPr>
            <a:lvl7pPr marL="914400"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7pPr>
            <a:lvl8pPr marL="1371600"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8pPr>
            <a:lvl9pPr marL="1828800"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9pPr>
          </a:lstStyle>
          <a:p>
            <a:r>
              <a:rPr lang="ko-KR" altLang="en-US">
                <a:ln>
                  <a:solidFill>
                    <a:srgbClr val="4F81BD">
                      <a:alpha val="0"/>
                    </a:srgbClr>
                  </a:solidFill>
                </a:ln>
                <a:effectLst>
                  <a:glow rad="127000">
                    <a:prstClr val="white"/>
                  </a:glow>
                  <a:outerShdw blurRad="38100" dist="38100" dir="2700000" algn="tl" rotWithShape="0">
                    <a:prstClr val="black">
                      <a:alpha val="40000"/>
                    </a:prstClr>
                  </a:outerShdw>
                </a:effectLst>
                <a:latin typeface="Pretendard Black"/>
                <a:ea typeface="Pretendard Black"/>
              </a:rPr>
              <a:t>파수 (윤석)</a:t>
            </a:r>
            <a:endParaRPr lang="ko-KR" altLang="en-US">
              <a:ln>
                <a:solidFill>
                  <a:srgbClr val="4F81BD">
                    <a:alpha val="0"/>
                  </a:srgbClr>
                </a:solidFill>
              </a:ln>
              <a:effectLst>
                <a:glow rad="127000">
                  <a:prstClr val="white"/>
                </a:glow>
                <a:outerShdw blurRad="38100" dist="38100" dir="2700000" algn="tl" rotWithShape="0">
                  <a:prstClr val="black">
                    <a:alpha val="40000"/>
                  </a:prstClr>
                </a:outerShdw>
              </a:effectLst>
              <a:latin typeface="Pretendard Black"/>
            </a:endParaRPr>
          </a:p>
        </p:txBody>
      </p:sp>
      <p:sp>
        <p:nvSpPr>
          <p:cNvPr id="8" name="TextBox 7">
            <a:extLst>
              <a:ext uri="{FF2B5EF4-FFF2-40B4-BE49-F238E27FC236}">
                <a16:creationId xmlns:a16="http://schemas.microsoft.com/office/drawing/2014/main" id="{B96F01C5-9B26-92DD-25F5-B3802C7D0311}"/>
              </a:ext>
            </a:extLst>
          </p:cNvPr>
          <p:cNvSpPr txBox="1"/>
          <p:nvPr/>
        </p:nvSpPr>
        <p:spPr>
          <a:xfrm>
            <a:off x="487196" y="1308704"/>
            <a:ext cx="10631714" cy="337015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ltLang="ko-KR" sz="1300">
                <a:solidFill>
                  <a:srgbClr val="5E6C7A"/>
                </a:solidFill>
                <a:latin typeface="Arial"/>
                <a:ea typeface="맑은 고딕"/>
                <a:cs typeface="Arial"/>
              </a:rPr>
              <a:t>Documented</a:t>
            </a:r>
            <a:r>
              <a:rPr lang="ko-KR" sz="1300">
                <a:solidFill>
                  <a:srgbClr val="5E6C7A"/>
                </a:solidFill>
                <a:latin typeface="Arial"/>
                <a:ea typeface="맑은 고딕"/>
                <a:cs typeface="Arial"/>
              </a:rPr>
              <a:t> </a:t>
            </a:r>
            <a:r>
              <a:rPr lang="en-US" altLang="ko-KR" sz="1300">
                <a:solidFill>
                  <a:srgbClr val="5E6C7A"/>
                </a:solidFill>
                <a:latin typeface="Arial"/>
                <a:ea typeface="맑은 고딕"/>
                <a:cs typeface="Arial"/>
              </a:rPr>
              <a:t>capability</a:t>
            </a:r>
            <a:r>
              <a:rPr lang="ko-KR" sz="1300">
                <a:solidFill>
                  <a:srgbClr val="5E6C7A"/>
                </a:solidFill>
                <a:latin typeface="Arial"/>
                <a:ea typeface="맑은 고딕"/>
                <a:cs typeface="Arial"/>
              </a:rPr>
              <a:t> </a:t>
            </a:r>
            <a:r>
              <a:rPr lang="en-US" altLang="ko-KR" sz="1300">
                <a:solidFill>
                  <a:srgbClr val="5E6C7A"/>
                </a:solidFill>
                <a:latin typeface="Arial"/>
                <a:ea typeface="맑은 고딕"/>
                <a:cs typeface="Arial"/>
              </a:rPr>
              <a:t>and</a:t>
            </a:r>
            <a:r>
              <a:rPr lang="ko-KR" sz="1300">
                <a:solidFill>
                  <a:srgbClr val="5E6C7A"/>
                </a:solidFill>
                <a:latin typeface="Arial"/>
                <a:ea typeface="맑은 고딕"/>
                <a:cs typeface="Arial"/>
              </a:rPr>
              <a:t> </a:t>
            </a:r>
            <a:r>
              <a:rPr lang="en-US" altLang="ko-KR" sz="1300">
                <a:solidFill>
                  <a:srgbClr val="5E6C7A"/>
                </a:solidFill>
                <a:latin typeface="Arial"/>
                <a:ea typeface="맑은 고딕"/>
                <a:cs typeface="Arial"/>
              </a:rPr>
              <a:t>scope.</a:t>
            </a:r>
            <a:r>
              <a:rPr lang="ko-KR" sz="1300">
                <a:solidFill>
                  <a:srgbClr val="5E6C7A"/>
                </a:solidFill>
                <a:latin typeface="Arial"/>
                <a:ea typeface="맑은 고딕"/>
                <a:cs typeface="Arial"/>
              </a:rPr>
              <a:t> </a:t>
            </a:r>
            <a:r>
              <a:rPr lang="en-US" altLang="ko-KR" sz="1300">
                <a:solidFill>
                  <a:srgbClr val="5E6C7A"/>
                </a:solidFill>
                <a:latin typeface="Arial"/>
                <a:ea typeface="맑은 고딕"/>
                <a:cs typeface="Arial"/>
              </a:rPr>
              <a:t>Product</a:t>
            </a:r>
            <a:r>
              <a:rPr lang="ko-KR" sz="1300">
                <a:solidFill>
                  <a:srgbClr val="5E6C7A"/>
                </a:solidFill>
                <a:latin typeface="Arial"/>
                <a:ea typeface="맑은 고딕"/>
                <a:cs typeface="Arial"/>
              </a:rPr>
              <a:t> </a:t>
            </a:r>
            <a:r>
              <a:rPr lang="en-US" altLang="ko-KR" sz="1300">
                <a:solidFill>
                  <a:srgbClr val="5E6C7A"/>
                </a:solidFill>
                <a:latin typeface="Arial"/>
                <a:ea typeface="맑은 고딕"/>
                <a:cs typeface="Arial"/>
              </a:rPr>
              <a:t>and</a:t>
            </a:r>
            <a:r>
              <a:rPr lang="ko-KR" sz="1300">
                <a:solidFill>
                  <a:srgbClr val="5E6C7A"/>
                </a:solidFill>
                <a:latin typeface="Arial"/>
                <a:ea typeface="맑은 고딕"/>
                <a:cs typeface="Arial"/>
              </a:rPr>
              <a:t> </a:t>
            </a:r>
            <a:r>
              <a:rPr lang="en-US" altLang="ko-KR" sz="1300">
                <a:solidFill>
                  <a:srgbClr val="5E6C7A"/>
                </a:solidFill>
                <a:latin typeface="Arial"/>
                <a:ea typeface="맑은 고딕"/>
                <a:cs typeface="Arial"/>
              </a:rPr>
              <a:t>module</a:t>
            </a:r>
            <a:r>
              <a:rPr lang="ko-KR" sz="1300">
                <a:solidFill>
                  <a:srgbClr val="5E6C7A"/>
                </a:solidFill>
                <a:latin typeface="Arial"/>
                <a:ea typeface="맑은 고딕"/>
                <a:cs typeface="Arial"/>
              </a:rPr>
              <a:t> </a:t>
            </a:r>
            <a:r>
              <a:rPr lang="en-US" altLang="ko-KR" sz="1300">
                <a:solidFill>
                  <a:srgbClr val="5E6C7A"/>
                </a:solidFill>
                <a:latin typeface="Arial"/>
                <a:ea typeface="맑은 고딕"/>
                <a:cs typeface="Arial"/>
              </a:rPr>
              <a:t>boundaries</a:t>
            </a:r>
            <a:r>
              <a:rPr lang="ko-KR" sz="1300">
                <a:solidFill>
                  <a:srgbClr val="5E6C7A"/>
                </a:solidFill>
                <a:latin typeface="Arial"/>
                <a:ea typeface="맑은 고딕"/>
                <a:cs typeface="Arial"/>
              </a:rPr>
              <a:t> </a:t>
            </a:r>
            <a:r>
              <a:rPr lang="en-US" altLang="ko-KR" sz="1300">
                <a:solidFill>
                  <a:srgbClr val="5E6C7A"/>
                </a:solidFill>
                <a:latin typeface="Arial"/>
                <a:ea typeface="맑은 고딕"/>
                <a:cs typeface="Arial"/>
              </a:rPr>
              <a:t>apply.</a:t>
            </a:r>
            <a:endParaRPr lang="ko-KR" altLang="en-US"/>
          </a:p>
          <a:p>
            <a:endParaRPr lang="en-US" altLang="ko-KR" sz="1300">
              <a:solidFill>
                <a:srgbClr val="5E6C7A"/>
              </a:solidFill>
              <a:latin typeface="Arial"/>
              <a:ea typeface="맑은 고딕"/>
              <a:cs typeface="Arial"/>
            </a:endParaRPr>
          </a:p>
          <a:p>
            <a:endParaRPr lang="en-US" altLang="ko-KR" sz="1300">
              <a:solidFill>
                <a:srgbClr val="5E6C7A"/>
              </a:solidFill>
              <a:latin typeface="Arial"/>
              <a:ea typeface="맑은 고딕"/>
              <a:cs typeface="Arial"/>
            </a:endParaRPr>
          </a:p>
          <a:p>
            <a:endParaRPr lang="en-US" altLang="ko-KR" sz="1300">
              <a:solidFill>
                <a:srgbClr val="5E6C7A"/>
              </a:solidFill>
              <a:latin typeface="Arial"/>
              <a:ea typeface="맑은 고딕"/>
              <a:cs typeface="Arial"/>
            </a:endParaRPr>
          </a:p>
          <a:p>
            <a:endParaRPr lang="en-US" altLang="ko-KR" sz="1300">
              <a:solidFill>
                <a:srgbClr val="5E6C7A"/>
              </a:solidFill>
              <a:latin typeface="Arial"/>
              <a:ea typeface="맑은 고딕"/>
              <a:cs typeface="Arial"/>
            </a:endParaRPr>
          </a:p>
          <a:p>
            <a:endParaRPr lang="en-US" altLang="ko-KR" sz="1300">
              <a:solidFill>
                <a:srgbClr val="5E6C7A"/>
              </a:solidFill>
              <a:latin typeface="Arial"/>
              <a:ea typeface="맑은 고딕"/>
              <a:cs typeface="Arial"/>
            </a:endParaRPr>
          </a:p>
          <a:p>
            <a:endParaRPr lang="en-US" altLang="ko-KR" sz="1300">
              <a:solidFill>
                <a:srgbClr val="5E6C7A"/>
              </a:solidFill>
              <a:latin typeface="Arial"/>
              <a:ea typeface="맑은 고딕"/>
              <a:cs typeface="Arial"/>
            </a:endParaRPr>
          </a:p>
          <a:p>
            <a:endParaRPr lang="en-US" altLang="ko-KR" sz="1300">
              <a:solidFill>
                <a:srgbClr val="5E6C7A"/>
              </a:solidFill>
              <a:latin typeface="Arial"/>
              <a:ea typeface="맑은 고딕"/>
              <a:cs typeface="Arial"/>
            </a:endParaRPr>
          </a:p>
          <a:p>
            <a:r>
              <a:rPr lang="en-US" altLang="ko-KR" sz="1300">
                <a:solidFill>
                  <a:srgbClr val="5E6C7A"/>
                </a:solidFill>
                <a:latin typeface="Arial"/>
                <a:ea typeface="맑은 고딕"/>
                <a:cs typeface="Arial"/>
              </a:rPr>
              <a:t>.</a:t>
            </a:r>
            <a:endParaRPr lang="ko-KR" altLang="en-US">
              <a:solidFill>
                <a:srgbClr val="000000"/>
              </a:solidFill>
              <a:latin typeface="맑은 고딕"/>
              <a:ea typeface="맑은 고딕"/>
              <a:cs typeface="Arial"/>
            </a:endParaRPr>
          </a:p>
          <a:p>
            <a:endParaRPr lang="en-US" altLang="ko-KR" sz="1300">
              <a:solidFill>
                <a:srgbClr val="5E6C7A"/>
              </a:solidFill>
              <a:latin typeface="Arial"/>
              <a:ea typeface="맑은 고딕"/>
              <a:cs typeface="Arial"/>
            </a:endParaRPr>
          </a:p>
          <a:p>
            <a:endParaRPr lang="en-US" altLang="ko-KR" sz="1300">
              <a:solidFill>
                <a:srgbClr val="5E6C7A"/>
              </a:solidFill>
              <a:latin typeface="Arial"/>
              <a:ea typeface="맑은 고딕"/>
              <a:cs typeface="Arial"/>
            </a:endParaRPr>
          </a:p>
          <a:p>
            <a:endParaRPr lang="en-US" altLang="ko-KR" sz="1300">
              <a:solidFill>
                <a:srgbClr val="5E6C7A"/>
              </a:solidFill>
              <a:latin typeface="Arial"/>
              <a:ea typeface="맑은 고딕"/>
              <a:cs typeface="Arial"/>
            </a:endParaRPr>
          </a:p>
          <a:p>
            <a:endParaRPr lang="en-US" altLang="ko-KR" sz="1300">
              <a:solidFill>
                <a:srgbClr val="5E6C7A"/>
              </a:solidFill>
              <a:latin typeface="Arial"/>
              <a:ea typeface="맑은 고딕"/>
              <a:cs typeface="Arial"/>
            </a:endParaRPr>
          </a:p>
          <a:p>
            <a:endParaRPr lang="en-US" altLang="ko-KR" sz="1300">
              <a:solidFill>
                <a:srgbClr val="5E6C7A"/>
              </a:solidFill>
              <a:latin typeface="Arial"/>
              <a:ea typeface="맑은 고딕"/>
              <a:cs typeface="Arial"/>
            </a:endParaRPr>
          </a:p>
          <a:p>
            <a:r>
              <a:rPr lang="ko-KR" sz="1300">
                <a:solidFill>
                  <a:srgbClr val="5E6C7A"/>
                </a:solidFill>
                <a:latin typeface="Arial"/>
                <a:ea typeface="맑은 고딕"/>
                <a:cs typeface="Arial"/>
              </a:rPr>
              <a:t>.</a:t>
            </a:r>
            <a:endParaRPr lang="ko-KR">
              <a:ea typeface="맑은 고딕"/>
            </a:endParaRPr>
          </a:p>
          <a:p>
            <a:pPr algn="l"/>
            <a:endParaRPr lang="ko-KR" altLang="en-US">
              <a:ea typeface="맑은 고딕"/>
            </a:endParaRPr>
          </a:p>
        </p:txBody>
      </p:sp>
      <p:sp>
        <p:nvSpPr>
          <p:cNvPr id="12" name="TextBox 11">
            <a:extLst>
              <a:ext uri="{FF2B5EF4-FFF2-40B4-BE49-F238E27FC236}">
                <a16:creationId xmlns:a16="http://schemas.microsoft.com/office/drawing/2014/main" id="{8F49B214-2583-3880-B0A7-A864DF81E756}"/>
              </a:ext>
            </a:extLst>
          </p:cNvPr>
          <p:cNvSpPr txBox="1"/>
          <p:nvPr/>
        </p:nvSpPr>
        <p:spPr>
          <a:xfrm>
            <a:off x="487195" y="5199984"/>
            <a:ext cx="11058434" cy="443198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500" b="1">
                <a:solidFill>
                  <a:srgbClr val="136F73"/>
                </a:solidFill>
                <a:latin typeface="Arial"/>
                <a:ea typeface="맑은 고딕"/>
                <a:cs typeface="Arial"/>
              </a:rPr>
              <a:t>● Documented ◐ Partial / conditional ? Not verified, not confirmed absent</a:t>
            </a:r>
            <a:endParaRPr lang="ko-KR"/>
          </a:p>
          <a:p>
            <a:r>
              <a:rPr lang="en-US" sz="1500" b="1">
                <a:solidFill>
                  <a:srgbClr val="136F73"/>
                </a:solidFill>
                <a:latin typeface="Arial"/>
                <a:ea typeface="맑은 고딕"/>
                <a:cs typeface="Arial"/>
              </a:rPr>
              <a:t>Enforcement implication: observation, content inspection and successful blocking are distinct outcomes.</a:t>
            </a:r>
            <a:endParaRPr lang="en-US"/>
          </a:p>
          <a:p>
            <a:endParaRPr lang="en-US" sz="1500" b="1">
              <a:solidFill>
                <a:srgbClr val="136F73"/>
              </a:solidFill>
              <a:latin typeface="Arial"/>
              <a:ea typeface="맑은 고딕"/>
              <a:cs typeface="Arial"/>
            </a:endParaRPr>
          </a:p>
          <a:p>
            <a:endParaRPr lang="en-US" sz="1500" b="1">
              <a:solidFill>
                <a:srgbClr val="136F73"/>
              </a:solidFill>
              <a:latin typeface="Arial"/>
              <a:ea typeface="맑은 고딕"/>
              <a:cs typeface="Arial"/>
            </a:endParaRPr>
          </a:p>
          <a:p>
            <a:endParaRPr lang="en-US" altLang="ko-KR" sz="1500" b="1">
              <a:solidFill>
                <a:srgbClr val="136F73"/>
              </a:solidFill>
              <a:latin typeface="Arial"/>
              <a:ea typeface="맑은 고딕"/>
              <a:cs typeface="Arial"/>
            </a:endParaRPr>
          </a:p>
          <a:p>
            <a:endParaRPr lang="en-US" altLang="ko-KR" sz="1500" b="1">
              <a:solidFill>
                <a:srgbClr val="136F73"/>
              </a:solidFill>
              <a:latin typeface="Arial"/>
              <a:ea typeface="맑은 고딕"/>
              <a:cs typeface="Arial"/>
            </a:endParaRPr>
          </a:p>
          <a:p>
            <a:endParaRPr lang="en-US" altLang="ko-KR" sz="1500" b="1">
              <a:solidFill>
                <a:srgbClr val="136F73"/>
              </a:solidFill>
              <a:latin typeface="Arial"/>
              <a:ea typeface="맑은 고딕"/>
              <a:cs typeface="Arial"/>
            </a:endParaRPr>
          </a:p>
          <a:p>
            <a:endParaRPr lang="en-US" altLang="ko-KR" sz="1500" b="1">
              <a:solidFill>
                <a:srgbClr val="136F73"/>
              </a:solidFill>
              <a:latin typeface="Arial"/>
              <a:ea typeface="맑은 고딕"/>
              <a:cs typeface="Arial"/>
            </a:endParaRPr>
          </a:p>
          <a:p>
            <a:endParaRPr lang="en-US" altLang="ko-KR" sz="1500" b="1">
              <a:solidFill>
                <a:srgbClr val="136F73"/>
              </a:solidFill>
              <a:latin typeface="Arial"/>
              <a:ea typeface="맑은 고딕"/>
              <a:cs typeface="Arial"/>
            </a:endParaRPr>
          </a:p>
          <a:p>
            <a:endParaRPr lang="en-US" sz="1500" b="1">
              <a:solidFill>
                <a:srgbClr val="136F73"/>
              </a:solidFill>
              <a:latin typeface="Arial"/>
              <a:ea typeface="맑은 고딕"/>
              <a:cs typeface="Arial"/>
            </a:endParaRPr>
          </a:p>
          <a:p>
            <a:endParaRPr lang="en-US" sz="1500" b="1">
              <a:solidFill>
                <a:srgbClr val="136F73"/>
              </a:solidFill>
              <a:latin typeface="Arial"/>
              <a:ea typeface="맑은 고딕"/>
              <a:cs typeface="Arial"/>
            </a:endParaRPr>
          </a:p>
          <a:p>
            <a:endParaRPr lang="en-US" sz="1500" b="1">
              <a:solidFill>
                <a:srgbClr val="136F73"/>
              </a:solidFill>
              <a:latin typeface="Arial"/>
              <a:ea typeface="맑은 고딕"/>
              <a:cs typeface="Arial"/>
            </a:endParaRPr>
          </a:p>
          <a:p>
            <a:endParaRPr lang="en-US" altLang="ko-KR" sz="1500" b="1">
              <a:solidFill>
                <a:srgbClr val="136F73"/>
              </a:solidFill>
              <a:latin typeface="Arial"/>
              <a:ea typeface="맑은 고딕"/>
              <a:cs typeface="Arial"/>
            </a:endParaRPr>
          </a:p>
          <a:p>
            <a:endParaRPr lang="en-US" altLang="ko-KR" sz="1500" b="1">
              <a:solidFill>
                <a:srgbClr val="136F73"/>
              </a:solidFill>
              <a:latin typeface="Arial"/>
              <a:ea typeface="맑은 고딕"/>
              <a:cs typeface="Arial"/>
            </a:endParaRPr>
          </a:p>
          <a:p>
            <a:endParaRPr lang="en-US" altLang="ko-KR" sz="1500" b="1">
              <a:solidFill>
                <a:srgbClr val="136F73"/>
              </a:solidFill>
              <a:latin typeface="Arial"/>
              <a:ea typeface="맑은 고딕"/>
              <a:cs typeface="Arial"/>
            </a:endParaRPr>
          </a:p>
          <a:p>
            <a:endParaRPr lang="en-US" altLang="ko-KR" sz="1300">
              <a:solidFill>
                <a:srgbClr val="5E6C7A"/>
              </a:solidFill>
              <a:latin typeface="Arial"/>
              <a:ea typeface="맑은 고딕"/>
              <a:cs typeface="Arial"/>
            </a:endParaRPr>
          </a:p>
          <a:p>
            <a:endParaRPr lang="en-US" altLang="ko-KR" sz="1300">
              <a:solidFill>
                <a:srgbClr val="5E6C7A"/>
              </a:solidFill>
              <a:latin typeface="Arial"/>
              <a:ea typeface="맑은 고딕"/>
              <a:cs typeface="Arial"/>
            </a:endParaRPr>
          </a:p>
          <a:p>
            <a:r>
              <a:rPr lang="ko-KR" sz="1300">
                <a:solidFill>
                  <a:srgbClr val="5E6C7A"/>
                </a:solidFill>
                <a:latin typeface="Arial"/>
                <a:ea typeface="맑은 고딕"/>
                <a:cs typeface="Arial"/>
              </a:rPr>
              <a:t>.</a:t>
            </a:r>
            <a:endParaRPr lang="ko-KR">
              <a:ea typeface="맑은 고딕"/>
            </a:endParaRPr>
          </a:p>
          <a:p>
            <a:pPr algn="l"/>
            <a:endParaRPr lang="ko-KR" altLang="en-US">
              <a:ea typeface="맑은 고딕"/>
            </a:endParaRPr>
          </a:p>
        </p:txBody>
      </p:sp>
      <p:graphicFrame>
        <p:nvGraphicFramePr>
          <p:cNvPr id="4" name="표 3">
            <a:extLst>
              <a:ext uri="{FF2B5EF4-FFF2-40B4-BE49-F238E27FC236}">
                <a16:creationId xmlns:a16="http://schemas.microsoft.com/office/drawing/2014/main" id="{29CC3083-996F-1092-C899-2CB86E84C5F5}"/>
              </a:ext>
            </a:extLst>
          </p:cNvPr>
          <p:cNvGraphicFramePr>
            <a:graphicFrameLocks noGrp="1"/>
          </p:cNvGraphicFramePr>
          <p:nvPr>
            <p:extLst>
              <p:ext uri="{D42A27DB-BD31-4B8C-83A1-F6EECF244321}">
                <p14:modId xmlns:p14="http://schemas.microsoft.com/office/powerpoint/2010/main" val="2559518960"/>
              </p:ext>
            </p:extLst>
          </p:nvPr>
        </p:nvGraphicFramePr>
        <p:xfrm>
          <a:off x="571500" y="1710372"/>
          <a:ext cx="11049000" cy="3152775"/>
        </p:xfrm>
        <a:graphic>
          <a:graphicData uri="http://schemas.openxmlformats.org/drawingml/2006/table">
            <a:tbl>
              <a:tblPr bandRow="1">
                <a:tableStyleId>{5C22544A-7EE6-4342-B048-85BDC9FD1C3A}</a:tableStyleId>
              </a:tblPr>
              <a:tblGrid>
                <a:gridCol w="762000">
                  <a:extLst>
                    <a:ext uri="{9D8B030D-6E8A-4147-A177-3AD203B41FA5}">
                      <a16:colId xmlns:a16="http://schemas.microsoft.com/office/drawing/2014/main" val="841214909"/>
                    </a:ext>
                  </a:extLst>
                </a:gridCol>
                <a:gridCol w="3143250">
                  <a:extLst>
                    <a:ext uri="{9D8B030D-6E8A-4147-A177-3AD203B41FA5}">
                      <a16:colId xmlns:a16="http://schemas.microsoft.com/office/drawing/2014/main" val="1333271640"/>
                    </a:ext>
                  </a:extLst>
                </a:gridCol>
                <a:gridCol w="571500">
                  <a:extLst>
                    <a:ext uri="{9D8B030D-6E8A-4147-A177-3AD203B41FA5}">
                      <a16:colId xmlns:a16="http://schemas.microsoft.com/office/drawing/2014/main" val="3010604903"/>
                    </a:ext>
                  </a:extLst>
                </a:gridCol>
                <a:gridCol w="6572250">
                  <a:extLst>
                    <a:ext uri="{9D8B030D-6E8A-4147-A177-3AD203B41FA5}">
                      <a16:colId xmlns:a16="http://schemas.microsoft.com/office/drawing/2014/main" val="1851404859"/>
                    </a:ext>
                  </a:extLst>
                </a:gridCol>
              </a:tblGrid>
              <a:tr h="323850">
                <a:tc>
                  <a:txBody>
                    <a:bodyPr/>
                    <a:lstStyle/>
                    <a:p>
                      <a:pPr algn="l">
                        <a:buNone/>
                      </a:pPr>
                      <a:r>
                        <a:rPr lang="ko-KR" sz="1200" b="1">
                          <a:solidFill>
                            <a:srgbClr val="144772"/>
                          </a:solidFill>
                          <a:effectLst/>
                          <a:latin typeface="Arial" panose="020B0604020202020204" pitchFamily="34" charset="0"/>
                          <a:ea typeface="Arial" panose="020B0604020202020204" pitchFamily="34" charset="0"/>
                        </a:rPr>
                        <a:t>ID</a:t>
                      </a:r>
                      <a:endParaRPr lang="ko-KR" sz="1200" b="1">
                        <a:solidFill>
                          <a:srgbClr val="144772"/>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DDECF2"/>
                    </a:solidFill>
                  </a:tcPr>
                </a:tc>
                <a:tc>
                  <a:txBody>
                    <a:bodyPr/>
                    <a:lstStyle/>
                    <a:p>
                      <a:pPr algn="l">
                        <a:buNone/>
                      </a:pPr>
                      <a:r>
                        <a:rPr lang="ko-KR" sz="1200" b="1">
                          <a:solidFill>
                            <a:srgbClr val="144772"/>
                          </a:solidFill>
                          <a:effectLst/>
                          <a:latin typeface="Arial" panose="020B0604020202020204" pitchFamily="34" charset="0"/>
                          <a:ea typeface="Arial" panose="020B0604020202020204" pitchFamily="34" charset="0"/>
                        </a:rPr>
                        <a:t>Capability</a:t>
                      </a:r>
                      <a:endParaRPr lang="ko-KR" sz="1200" b="1">
                        <a:solidFill>
                          <a:srgbClr val="144772"/>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DDECF2"/>
                    </a:solidFill>
                  </a:tcPr>
                </a:tc>
                <a:tc>
                  <a:txBody>
                    <a:bodyPr/>
                    <a:lstStyle/>
                    <a:p>
                      <a:pPr algn="l">
                        <a:buNone/>
                      </a:pPr>
                      <a:r>
                        <a:rPr lang="ko-KR" sz="1200" b="1">
                          <a:solidFill>
                            <a:srgbClr val="144772"/>
                          </a:solidFill>
                          <a:effectLst/>
                          <a:latin typeface="Arial" panose="020B0604020202020204" pitchFamily="34" charset="0"/>
                          <a:ea typeface="Arial" panose="020B0604020202020204" pitchFamily="34" charset="0"/>
                        </a:rPr>
                        <a:t>Flag</a:t>
                      </a:r>
                      <a:endParaRPr lang="ko-KR" sz="1200" b="1">
                        <a:solidFill>
                          <a:srgbClr val="144772"/>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DDECF2"/>
                    </a:solidFill>
                  </a:tcPr>
                </a:tc>
                <a:tc>
                  <a:txBody>
                    <a:bodyPr/>
                    <a:lstStyle/>
                    <a:p>
                      <a:pPr algn="l">
                        <a:buNone/>
                      </a:pPr>
                      <a:r>
                        <a:rPr lang="ko-KR" sz="1200" b="1">
                          <a:solidFill>
                            <a:srgbClr val="144772"/>
                          </a:solidFill>
                          <a:effectLst/>
                          <a:latin typeface="Arial" panose="020B0604020202020204" pitchFamily="34" charset="0"/>
                          <a:ea typeface="Arial" panose="020B0604020202020204" pitchFamily="34" charset="0"/>
                        </a:rPr>
                        <a:t>Documented scope and evidence</a:t>
                      </a:r>
                      <a:endParaRPr lang="ko-KR" sz="1200" b="1">
                        <a:solidFill>
                          <a:srgbClr val="144772"/>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DDECF2"/>
                    </a:solidFill>
                  </a:tcPr>
                </a:tc>
                <a:extLst>
                  <a:ext uri="{0D108BD9-81ED-4DB2-BD59-A6C34878D82A}">
                    <a16:rowId xmlns:a16="http://schemas.microsoft.com/office/drawing/2014/main" val="2941565487"/>
                  </a:ext>
                </a:extLst>
              </a:tr>
              <a:tr h="314325">
                <a:tc>
                  <a:txBody>
                    <a:bodyPr/>
                    <a:lstStyle/>
                    <a:p>
                      <a:pPr algn="l">
                        <a:buNone/>
                      </a:pPr>
                      <a:r>
                        <a:rPr lang="ko-KR" sz="1300" b="1">
                          <a:solidFill>
                            <a:srgbClr val="243447"/>
                          </a:solidFill>
                          <a:effectLst/>
                          <a:latin typeface="Arial" panose="020B0604020202020204" pitchFamily="34" charset="0"/>
                          <a:ea typeface="Arial" panose="020B0604020202020204" pitchFamily="34" charset="0"/>
                        </a:rPr>
                        <a:t>D3-01</a:t>
                      </a:r>
                      <a:endParaRPr lang="ko-KR" sz="1300" b="1">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a:solidFill>
                            <a:srgbClr val="243447"/>
                          </a:solidFill>
                          <a:effectLst/>
                          <a:latin typeface="Arial" panose="020B0604020202020204" pitchFamily="34" charset="0"/>
                          <a:ea typeface="Arial" panose="020B0604020202020204" pitchFamily="34" charset="0"/>
                        </a:rPr>
                        <a:t>Monitor and log only</a:t>
                      </a:r>
                      <a:endParaRPr lang="ko-KR" sz="1300">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b="1">
                          <a:solidFill>
                            <a:srgbClr val="136F73"/>
                          </a:solidFill>
                          <a:effectLst/>
                          <a:latin typeface="Arial" panose="020B0604020202020204" pitchFamily="34" charset="0"/>
                          <a:ea typeface="Arial" panose="020B0604020202020204" pitchFamily="34" charset="0"/>
                        </a:rPr>
                        <a:t>●</a:t>
                      </a:r>
                      <a:endParaRPr lang="ko-KR" sz="1300" b="1">
                        <a:solidFill>
                          <a:srgbClr val="136F73"/>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a:solidFill>
                            <a:srgbClr val="243447"/>
                          </a:solidFill>
                          <a:effectLst/>
                          <a:latin typeface="Arial" panose="020B0604020202020204" pitchFamily="34" charset="0"/>
                          <a:ea typeface="Arial" panose="020B0604020202020204" pitchFamily="34" charset="0"/>
                        </a:rPr>
                        <a:t>AI-R Bridge collection / monitoring. [F6]</a:t>
                      </a:r>
                      <a:endParaRPr lang="ko-KR" sz="1300">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322559367"/>
                  </a:ext>
                </a:extLst>
              </a:tr>
              <a:tr h="314325">
                <a:tc>
                  <a:txBody>
                    <a:bodyPr/>
                    <a:lstStyle/>
                    <a:p>
                      <a:pPr algn="l">
                        <a:buNone/>
                      </a:pPr>
                      <a:r>
                        <a:rPr lang="ko-KR" sz="1300" b="1">
                          <a:solidFill>
                            <a:srgbClr val="243447"/>
                          </a:solidFill>
                          <a:effectLst/>
                          <a:latin typeface="Arial" panose="020B0604020202020204" pitchFamily="34" charset="0"/>
                          <a:ea typeface="Arial" panose="020B0604020202020204" pitchFamily="34" charset="0"/>
                        </a:rPr>
                        <a:t>D3-02</a:t>
                      </a:r>
                      <a:endParaRPr lang="ko-KR" sz="1300" b="1">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a:solidFill>
                            <a:srgbClr val="243447"/>
                          </a:solidFill>
                          <a:effectLst/>
                          <a:latin typeface="Arial" panose="020B0604020202020204" pitchFamily="34" charset="0"/>
                          <a:ea typeface="Arial" panose="020B0604020202020204" pitchFamily="34" charset="0"/>
                        </a:rPr>
                        <a:t>Warn / user justification</a:t>
                      </a:r>
                      <a:endParaRPr lang="ko-KR" sz="1300">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b="1">
                          <a:solidFill>
                            <a:srgbClr val="956319"/>
                          </a:solidFill>
                          <a:effectLst/>
                          <a:latin typeface="Arial" panose="020B0604020202020204" pitchFamily="34" charset="0"/>
                          <a:ea typeface="Arial" panose="020B0604020202020204" pitchFamily="34" charset="0"/>
                        </a:rPr>
                        <a:t>◐</a:t>
                      </a:r>
                      <a:endParaRPr lang="ko-KR" sz="1300" b="1">
                        <a:solidFill>
                          <a:srgbClr val="956319"/>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a:solidFill>
                            <a:srgbClr val="243447"/>
                          </a:solidFill>
                          <a:effectLst/>
                          <a:latin typeface="Arial" panose="020B0604020202020204" pitchFamily="34" charset="0"/>
                          <a:ea typeface="Arial" panose="020B0604020202020204" pitchFamily="34" charset="0"/>
                        </a:rPr>
                        <a:t>AI-R Endpoint warnings. Justify-and-proceed not specified. [F4]</a:t>
                      </a:r>
                      <a:endParaRPr lang="ko-KR" sz="1300">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061139115"/>
                  </a:ext>
                </a:extLst>
              </a:tr>
              <a:tr h="314325">
                <a:tc>
                  <a:txBody>
                    <a:bodyPr/>
                    <a:lstStyle/>
                    <a:p>
                      <a:pPr algn="l">
                        <a:buNone/>
                      </a:pPr>
                      <a:r>
                        <a:rPr lang="ko-KR" sz="1300" b="1">
                          <a:solidFill>
                            <a:srgbClr val="243447"/>
                          </a:solidFill>
                          <a:effectLst/>
                          <a:latin typeface="Arial" panose="020B0604020202020204" pitchFamily="34" charset="0"/>
                          <a:ea typeface="Arial" panose="020B0604020202020204" pitchFamily="34" charset="0"/>
                        </a:rPr>
                        <a:t>D3-03</a:t>
                      </a:r>
                      <a:endParaRPr lang="ko-KR" sz="1300" b="1">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a:solidFill>
                            <a:srgbClr val="243447"/>
                          </a:solidFill>
                          <a:effectLst/>
                          <a:latin typeface="Arial" panose="020B0604020202020204" pitchFamily="34" charset="0"/>
                          <a:ea typeface="Arial" panose="020B0604020202020204" pitchFamily="34" charset="0"/>
                        </a:rPr>
                        <a:t>Hard block</a:t>
                      </a:r>
                      <a:endParaRPr lang="ko-KR" sz="1300">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b="1">
                          <a:solidFill>
                            <a:srgbClr val="136F73"/>
                          </a:solidFill>
                          <a:effectLst/>
                          <a:latin typeface="Arial" panose="020B0604020202020204" pitchFamily="34" charset="0"/>
                          <a:ea typeface="Arial" panose="020B0604020202020204" pitchFamily="34" charset="0"/>
                        </a:rPr>
                        <a:t>●</a:t>
                      </a:r>
                      <a:endParaRPr lang="ko-KR" sz="1300" b="1">
                        <a:solidFill>
                          <a:srgbClr val="136F73"/>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a:solidFill>
                            <a:srgbClr val="243447"/>
                          </a:solidFill>
                          <a:effectLst/>
                          <a:latin typeface="Arial" panose="020B0604020202020204" pitchFamily="34" charset="0"/>
                          <a:ea typeface="Arial" panose="020B0604020202020204" pitchFamily="34" charset="0"/>
                        </a:rPr>
                        <a:t>AI-R DLP / Endpoint / Gateway. [F3-F5]</a:t>
                      </a:r>
                      <a:endParaRPr lang="ko-KR" sz="1300">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4074017466"/>
                  </a:ext>
                </a:extLst>
              </a:tr>
              <a:tr h="314325">
                <a:tc>
                  <a:txBody>
                    <a:bodyPr/>
                    <a:lstStyle/>
                    <a:p>
                      <a:pPr algn="l">
                        <a:buNone/>
                      </a:pPr>
                      <a:r>
                        <a:rPr lang="ko-KR" sz="1300" b="1">
                          <a:solidFill>
                            <a:srgbClr val="243447"/>
                          </a:solidFill>
                          <a:effectLst/>
                          <a:latin typeface="Arial" panose="020B0604020202020204" pitchFamily="34" charset="0"/>
                          <a:ea typeface="Arial" panose="020B0604020202020204" pitchFamily="34" charset="0"/>
                        </a:rPr>
                        <a:t>D3-04</a:t>
                      </a:r>
                      <a:endParaRPr lang="ko-KR" sz="1300" b="1">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a:solidFill>
                            <a:srgbClr val="243447"/>
                          </a:solidFill>
                          <a:effectLst/>
                          <a:latin typeface="Arial" panose="020B0604020202020204" pitchFamily="34" charset="0"/>
                          <a:ea typeface="Arial" panose="020B0604020202020204" pitchFamily="34" charset="0"/>
                        </a:rPr>
                        <a:t>Redact / mask, then allow</a:t>
                      </a:r>
                      <a:endParaRPr lang="ko-KR" sz="1300">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b="1">
                          <a:solidFill>
                            <a:srgbClr val="956319"/>
                          </a:solidFill>
                          <a:effectLst/>
                          <a:latin typeface="Arial" panose="020B0604020202020204" pitchFamily="34" charset="0"/>
                          <a:ea typeface="Arial" panose="020B0604020202020204" pitchFamily="34" charset="0"/>
                        </a:rPr>
                        <a:t>◐</a:t>
                      </a:r>
                      <a:endParaRPr lang="ko-KR" sz="1300" b="1">
                        <a:solidFill>
                          <a:srgbClr val="956319"/>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a:solidFill>
                            <a:srgbClr val="243447"/>
                          </a:solidFill>
                          <a:effectLst/>
                          <a:latin typeface="Arial" panose="020B0604020202020204" pitchFamily="34" charset="0"/>
                          <a:ea typeface="Arial" panose="020B0604020202020204" pitchFamily="34" charset="0"/>
                        </a:rPr>
                        <a:t>FSP print masking, FDR + AI-R Privacy. AI traffic rewriting unconfirmed. [F9,F15]</a:t>
                      </a:r>
                      <a:endParaRPr lang="ko-KR" sz="1300">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484487892"/>
                  </a:ext>
                </a:extLst>
              </a:tr>
              <a:tr h="314325">
                <a:tc>
                  <a:txBody>
                    <a:bodyPr/>
                    <a:lstStyle/>
                    <a:p>
                      <a:pPr algn="l">
                        <a:buNone/>
                      </a:pPr>
                      <a:r>
                        <a:rPr lang="ko-KR" sz="1300" b="1">
                          <a:solidFill>
                            <a:srgbClr val="243447"/>
                          </a:solidFill>
                          <a:effectLst/>
                          <a:latin typeface="Arial" panose="020B0604020202020204" pitchFamily="34" charset="0"/>
                          <a:ea typeface="Arial" panose="020B0604020202020204" pitchFamily="34" charset="0"/>
                        </a:rPr>
                        <a:t>D3-05</a:t>
                      </a:r>
                      <a:endParaRPr lang="ko-KR" sz="1300" b="1">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a:solidFill>
                            <a:srgbClr val="243447"/>
                          </a:solidFill>
                          <a:effectLst/>
                          <a:latin typeface="Arial" panose="020B0604020202020204" pitchFamily="34" charset="0"/>
                          <a:ea typeface="Arial" panose="020B0604020202020204" pitchFamily="34" charset="0"/>
                        </a:rPr>
                        <a:t>Encrypt / DRM handoff</a:t>
                      </a:r>
                      <a:endParaRPr lang="ko-KR" sz="1300">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b="1">
                          <a:solidFill>
                            <a:srgbClr val="136F73"/>
                          </a:solidFill>
                          <a:effectLst/>
                          <a:latin typeface="Arial" panose="020B0604020202020204" pitchFamily="34" charset="0"/>
                          <a:ea typeface="Arial" panose="020B0604020202020204" pitchFamily="34" charset="0"/>
                        </a:rPr>
                        <a:t>●</a:t>
                      </a:r>
                      <a:endParaRPr lang="ko-KR" sz="1300" b="1">
                        <a:solidFill>
                          <a:srgbClr val="136F73"/>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a:solidFill>
                            <a:srgbClr val="243447"/>
                          </a:solidFill>
                          <a:effectLst/>
                          <a:latin typeface="Arial" panose="020B0604020202020204" pitchFamily="34" charset="0"/>
                          <a:ea typeface="Arial" panose="020B0604020202020204" pitchFamily="34" charset="0"/>
                        </a:rPr>
                        <a:t>FED and FDR policy actions. [F1,F2]</a:t>
                      </a:r>
                      <a:endParaRPr lang="ko-KR" sz="1300">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72412462"/>
                  </a:ext>
                </a:extLst>
              </a:tr>
              <a:tr h="314325">
                <a:tc>
                  <a:txBody>
                    <a:bodyPr/>
                    <a:lstStyle/>
                    <a:p>
                      <a:pPr algn="l">
                        <a:buNone/>
                      </a:pPr>
                      <a:r>
                        <a:rPr lang="ko-KR" sz="1300" b="1">
                          <a:solidFill>
                            <a:srgbClr val="243447"/>
                          </a:solidFill>
                          <a:effectLst/>
                          <a:latin typeface="Arial" panose="020B0604020202020204" pitchFamily="34" charset="0"/>
                          <a:ea typeface="Arial" panose="020B0604020202020204" pitchFamily="34" charset="0"/>
                        </a:rPr>
                        <a:t>D3-06</a:t>
                      </a:r>
                      <a:endParaRPr lang="ko-KR" sz="1300" b="1">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a:solidFill>
                            <a:srgbClr val="243447"/>
                          </a:solidFill>
                          <a:effectLst/>
                          <a:latin typeface="Arial" panose="020B0604020202020204" pitchFamily="34" charset="0"/>
                          <a:ea typeface="Arial" panose="020B0604020202020204" pitchFamily="34" charset="0"/>
                        </a:rPr>
                        <a:t>Approval workflow</a:t>
                      </a:r>
                      <a:endParaRPr lang="ko-KR" sz="1300">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b="1">
                          <a:solidFill>
                            <a:srgbClr val="136F73"/>
                          </a:solidFill>
                          <a:effectLst/>
                          <a:latin typeface="Arial" panose="020B0604020202020204" pitchFamily="34" charset="0"/>
                          <a:ea typeface="Arial" panose="020B0604020202020204" pitchFamily="34" charset="0"/>
                        </a:rPr>
                        <a:t>●</a:t>
                      </a:r>
                      <a:endParaRPr lang="ko-KR" sz="1300" b="1">
                        <a:solidFill>
                          <a:srgbClr val="136F73"/>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a:solidFill>
                            <a:srgbClr val="243447"/>
                          </a:solidFill>
                          <a:effectLst/>
                          <a:latin typeface="Arial" panose="020B0604020202020204" pitchFamily="34" charset="0"/>
                          <a:ea typeface="Arial" panose="020B0604020202020204" pitchFamily="34" charset="0"/>
                        </a:rPr>
                        <a:t>FXM pre / post / self approval. [F11]</a:t>
                      </a:r>
                      <a:endParaRPr lang="ko-KR" sz="1300">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855206828"/>
                  </a:ext>
                </a:extLst>
              </a:tr>
              <a:tr h="314325">
                <a:tc>
                  <a:txBody>
                    <a:bodyPr/>
                    <a:lstStyle/>
                    <a:p>
                      <a:pPr algn="l">
                        <a:buNone/>
                      </a:pPr>
                      <a:r>
                        <a:rPr lang="ko-KR" sz="1300" b="1">
                          <a:solidFill>
                            <a:srgbClr val="243447"/>
                          </a:solidFill>
                          <a:effectLst/>
                          <a:latin typeface="Arial" panose="020B0604020202020204" pitchFamily="34" charset="0"/>
                          <a:ea typeface="Arial" panose="020B0604020202020204" pitchFamily="34" charset="0"/>
                        </a:rPr>
                        <a:t>D3-07</a:t>
                      </a:r>
                      <a:endParaRPr lang="ko-KR" sz="1300" b="1">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a:solidFill>
                            <a:srgbClr val="243447"/>
                          </a:solidFill>
                          <a:effectLst/>
                          <a:latin typeface="Arial" panose="020B0604020202020204" pitchFamily="34" charset="0"/>
                          <a:ea typeface="Arial" panose="020B0604020202020204" pitchFamily="34" charset="0"/>
                        </a:rPr>
                        <a:t>Original / shadow copy retained</a:t>
                      </a:r>
                      <a:endParaRPr lang="ko-KR" sz="1300">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b="1">
                          <a:solidFill>
                            <a:srgbClr val="956319"/>
                          </a:solidFill>
                          <a:effectLst/>
                          <a:latin typeface="Arial" panose="020B0604020202020204" pitchFamily="34" charset="0"/>
                          <a:ea typeface="Arial" panose="020B0604020202020204" pitchFamily="34" charset="0"/>
                        </a:rPr>
                        <a:t>◐</a:t>
                      </a:r>
                      <a:endParaRPr lang="ko-KR" sz="1300" b="1">
                        <a:solidFill>
                          <a:srgbClr val="956319"/>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a:solidFill>
                            <a:srgbClr val="243447"/>
                          </a:solidFill>
                          <a:effectLst/>
                          <a:latin typeface="Arial" panose="020B0604020202020204" pitchFamily="34" charset="0"/>
                          <a:ea typeface="Arial" panose="020B0604020202020204" pitchFamily="34" charset="0"/>
                        </a:rPr>
                        <a:t>Print contents retained. All outbound originals unconfirmed. [F9]</a:t>
                      </a:r>
                      <a:endParaRPr lang="ko-KR" sz="1300">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3958082715"/>
                  </a:ext>
                </a:extLst>
              </a:tr>
              <a:tr h="314325">
                <a:tc>
                  <a:txBody>
                    <a:bodyPr/>
                    <a:lstStyle/>
                    <a:p>
                      <a:pPr algn="l">
                        <a:buNone/>
                      </a:pPr>
                      <a:r>
                        <a:rPr lang="ko-KR" sz="1300" b="1">
                          <a:solidFill>
                            <a:srgbClr val="243447"/>
                          </a:solidFill>
                          <a:effectLst/>
                          <a:latin typeface="Arial" panose="020B0604020202020204" pitchFamily="34" charset="0"/>
                          <a:ea typeface="Arial" panose="020B0604020202020204" pitchFamily="34" charset="0"/>
                        </a:rPr>
                        <a:t>D3-08</a:t>
                      </a:r>
                      <a:endParaRPr lang="ko-KR" sz="1300" b="1">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a:solidFill>
                            <a:srgbClr val="243447"/>
                          </a:solidFill>
                          <a:effectLst/>
                          <a:latin typeface="Arial" panose="020B0604020202020204" pitchFamily="34" charset="0"/>
                          <a:ea typeface="Arial" panose="020B0604020202020204" pitchFamily="34" charset="0"/>
                        </a:rPr>
                        <a:t>Print / screen watermark</a:t>
                      </a:r>
                      <a:endParaRPr lang="ko-KR" sz="1300">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b="1">
                          <a:solidFill>
                            <a:srgbClr val="136F73"/>
                          </a:solidFill>
                          <a:effectLst/>
                          <a:latin typeface="Arial" panose="020B0604020202020204" pitchFamily="34" charset="0"/>
                          <a:ea typeface="Arial" panose="020B0604020202020204" pitchFamily="34" charset="0"/>
                        </a:rPr>
                        <a:t>●</a:t>
                      </a:r>
                      <a:endParaRPr lang="ko-KR" sz="1300" b="1">
                        <a:solidFill>
                          <a:srgbClr val="136F73"/>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a:solidFill>
                            <a:srgbClr val="243447"/>
                          </a:solidFill>
                          <a:effectLst/>
                          <a:latin typeface="Arial" panose="020B0604020202020204" pitchFamily="34" charset="0"/>
                          <a:ea typeface="Arial" panose="020B0604020202020204" pitchFamily="34" charset="0"/>
                        </a:rPr>
                        <a:t>FSP print and FSS screen marks. [F8,F9]</a:t>
                      </a:r>
                      <a:endParaRPr lang="ko-KR" sz="1300">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14833498"/>
                  </a:ext>
                </a:extLst>
              </a:tr>
              <a:tr h="314325">
                <a:tc>
                  <a:txBody>
                    <a:bodyPr/>
                    <a:lstStyle/>
                    <a:p>
                      <a:pPr algn="l">
                        <a:buNone/>
                      </a:pPr>
                      <a:r>
                        <a:rPr lang="ko-KR" sz="1300" b="1">
                          <a:solidFill>
                            <a:srgbClr val="243447"/>
                          </a:solidFill>
                          <a:effectLst/>
                          <a:latin typeface="Arial" panose="020B0604020202020204" pitchFamily="34" charset="0"/>
                          <a:ea typeface="Arial" panose="020B0604020202020204" pitchFamily="34" charset="0"/>
                        </a:rPr>
                        <a:t>D3-09</a:t>
                      </a:r>
                      <a:endParaRPr lang="ko-KR" sz="1300" b="1">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a:solidFill>
                            <a:srgbClr val="243447"/>
                          </a:solidFill>
                          <a:effectLst/>
                          <a:latin typeface="Arial" panose="020B0604020202020204" pitchFamily="34" charset="0"/>
                          <a:ea typeface="Arial" panose="020B0604020202020204" pitchFamily="34" charset="0"/>
                        </a:rPr>
                        <a:t>At-rest remediation</a:t>
                      </a:r>
                      <a:endParaRPr lang="ko-KR" sz="1300">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b="1">
                          <a:solidFill>
                            <a:srgbClr val="136F73"/>
                          </a:solidFill>
                          <a:effectLst/>
                          <a:latin typeface="Arial" panose="020B0604020202020204" pitchFamily="34" charset="0"/>
                          <a:ea typeface="Arial" panose="020B0604020202020204" pitchFamily="34" charset="0"/>
                        </a:rPr>
                        <a:t>●</a:t>
                      </a:r>
                      <a:endParaRPr lang="ko-KR" sz="1300" b="1">
                        <a:solidFill>
                          <a:srgbClr val="136F73"/>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a:solidFill>
                            <a:srgbClr val="243447"/>
                          </a:solidFill>
                          <a:effectLst/>
                          <a:latin typeface="Arial" panose="020B0604020202020204" pitchFamily="34" charset="0"/>
                          <a:ea typeface="Arial" panose="020B0604020202020204" pitchFamily="34" charset="0"/>
                        </a:rPr>
                        <a:t>FDR deletion / quarantine / encryption. [F2]</a:t>
                      </a:r>
                      <a:endParaRPr lang="ko-KR" sz="1300">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3673667494"/>
                  </a:ext>
                </a:extLst>
              </a:tr>
            </a:tbl>
          </a:graphicData>
        </a:graphic>
      </p:graphicFrame>
    </p:spTree>
    <p:extLst>
      <p:ext uri="{BB962C8B-B14F-4D97-AF65-F5344CB8AC3E}">
        <p14:creationId xmlns:p14="http://schemas.microsoft.com/office/powerpoint/2010/main" val="124401885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C5A675-5586-AAA0-759D-56C41D5229A5}"/>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72E73A4-E53A-A052-4723-37D368217278}"/>
              </a:ext>
            </a:extLst>
          </p:cNvPr>
          <p:cNvSpPr>
            <a:spLocks noGrp="1"/>
          </p:cNvSpPr>
          <p:nvPr>
            <p:ph type="sldNum" sz="quarter" idx="4"/>
          </p:nvPr>
        </p:nvSpPr>
        <p:spPr/>
        <p:txBody>
          <a:bodyPr/>
          <a:lstStyle/>
          <a:p>
            <a:fld id="{4EA1E582-E1CC-4474-812F-1657BC5920B7}" type="slidenum">
              <a:rPr lang="ko-KR" altLang="en-US" smtClean="0"/>
              <a:t>28</a:t>
            </a:fld>
            <a:endParaRPr lang="ko-KR" altLang="en-US"/>
          </a:p>
        </p:txBody>
      </p:sp>
      <p:sp>
        <p:nvSpPr>
          <p:cNvPr id="5" name="Text Placeholder 4">
            <a:extLst>
              <a:ext uri="{FF2B5EF4-FFF2-40B4-BE49-F238E27FC236}">
                <a16:creationId xmlns:a16="http://schemas.microsoft.com/office/drawing/2014/main" id="{90DBD206-9CBD-2F74-2984-218E1419FB06}"/>
              </a:ext>
            </a:extLst>
          </p:cNvPr>
          <p:cNvSpPr>
            <a:spLocks noGrp="1"/>
          </p:cNvSpPr>
          <p:nvPr>
            <p:ph type="body" sz="quarter" idx="11"/>
          </p:nvPr>
        </p:nvSpPr>
        <p:spPr>
          <a:xfrm>
            <a:off x="285075" y="7047118"/>
            <a:ext cx="11465393" cy="401637"/>
          </a:xfrm>
        </p:spPr>
        <p:txBody>
          <a:bodyPr lIns="91440" tIns="45720" rIns="91440" bIns="45720" anchor="ctr" anchorCtr="0"/>
          <a:lstStyle/>
          <a:p>
            <a:r>
              <a:rPr lang="en-US">
                <a:latin typeface="KoPub돋움체 Bold"/>
                <a:ea typeface="KoPub돋움체 Bold"/>
              </a:rPr>
              <a:t>D4 AI-specific</a:t>
            </a:r>
            <a:r>
              <a:rPr lang="en-US">
                <a:latin typeface="Consolas"/>
                <a:ea typeface="KoPub돋움체 Bold"/>
              </a:rPr>
              <a:t>(For reference)</a:t>
            </a:r>
            <a:endParaRPr lang="ko-KR" altLang="en-US"/>
          </a:p>
          <a:p>
            <a:endParaRPr lang="en-US" altLang="ko-KR"/>
          </a:p>
          <a:p>
            <a:endParaRPr lang="en-US" altLang="ko-KR"/>
          </a:p>
          <a:p>
            <a:endParaRPr lang="en-US" altLang="ko-KR"/>
          </a:p>
          <a:p>
            <a:endParaRPr lang="en-US" altLang="ko-KR"/>
          </a:p>
          <a:p>
            <a:endParaRPr lang="en-US" altLang="ko-KR"/>
          </a:p>
          <a:p>
            <a:endParaRPr lang="en-US">
              <a:ea typeface="KoPub돋움체 Bold"/>
            </a:endParaRPr>
          </a:p>
          <a:p>
            <a:endParaRPr lang="en-US" altLang="ko-KR"/>
          </a:p>
          <a:p>
            <a:endParaRPr lang="en-US" altLang="ko-KR"/>
          </a:p>
          <a:p>
            <a:endParaRPr lang="en-US" altLang="ko-KR"/>
          </a:p>
          <a:p>
            <a:endParaRPr lang="en-US" altLang="ko-KR"/>
          </a:p>
          <a:p>
            <a:endParaRPr lang="en-US" altLang="ko-KR"/>
          </a:p>
          <a:p>
            <a:endParaRPr lang="en-US" altLang="ko-KR"/>
          </a:p>
          <a:p>
            <a:endParaRPr lang="en-US" altLang="ko-KR"/>
          </a:p>
          <a:p>
            <a:endParaRPr lang="en-US" altLang="ko-KR"/>
          </a:p>
          <a:p>
            <a:endParaRPr lang="en-US" altLang="ko-KR"/>
          </a:p>
          <a:p>
            <a:endParaRPr lang="en-US" altLang="ko-KR"/>
          </a:p>
          <a:p>
            <a:endParaRPr lang="en-US" altLang="ko-KR"/>
          </a:p>
          <a:p>
            <a:endParaRPr lang="en-US"/>
          </a:p>
        </p:txBody>
      </p:sp>
      <p:sp>
        <p:nvSpPr>
          <p:cNvPr id="7" name="제목 3">
            <a:extLst>
              <a:ext uri="{FF2B5EF4-FFF2-40B4-BE49-F238E27FC236}">
                <a16:creationId xmlns:a16="http://schemas.microsoft.com/office/drawing/2014/main" id="{47A475B8-1F15-116A-2229-68E68F75FC9B}"/>
              </a:ext>
            </a:extLst>
          </p:cNvPr>
          <p:cNvSpPr txBox="1">
            <a:spLocks/>
          </p:cNvSpPr>
          <p:nvPr/>
        </p:nvSpPr>
        <p:spPr>
          <a:xfrm>
            <a:off x="286194" y="265704"/>
            <a:ext cx="10666268" cy="464670"/>
          </a:xfrm>
          <a:prstGeom prst="rect">
            <a:avLst/>
          </a:prstGeom>
        </p:spPr>
        <p:txBody>
          <a:bodyPr lIns="91440" tIns="45720" rIns="91440" bIns="45720" anchor="ctr" anchorCtr="0"/>
          <a:lstStyle>
            <a:lvl1pPr algn="l" rtl="0" eaLnBrk="1" fontAlgn="base" latinLnBrk="1" hangingPunct="1">
              <a:spcBef>
                <a:spcPct val="0"/>
              </a:spcBef>
              <a:spcAft>
                <a:spcPct val="0"/>
              </a:spcAft>
              <a:defRPr lang="ko-KR" altLang="en-US" sz="2400" b="1" kern="1200" baseline="0" dirty="0">
                <a:ln>
                  <a:solidFill>
                    <a:schemeClr val="accent1">
                      <a:alpha val="0"/>
                    </a:schemeClr>
                  </a:solidFill>
                </a:ln>
                <a:solidFill>
                  <a:srgbClr val="144772"/>
                </a:solidFill>
                <a:effectLst>
                  <a:glow rad="127000">
                    <a:schemeClr val="bg1"/>
                  </a:glow>
                  <a:outerShdw blurRad="38100" dist="38100" dir="2700000" algn="tl" rotWithShape="0">
                    <a:prstClr val="black">
                      <a:alpha val="40000"/>
                    </a:prstClr>
                  </a:outerShdw>
                </a:effectLst>
                <a:latin typeface="Pretendard Black" panose="02000A03000000020004" pitchFamily="50" charset="-127"/>
                <a:ea typeface="Pretendard Black" panose="02000A03000000020004" pitchFamily="50" charset="-127"/>
                <a:cs typeface="Pretendard Black" panose="02000A03000000020004" pitchFamily="50" charset="-127"/>
              </a:defRPr>
            </a:lvl1pPr>
            <a:lvl2pPr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2pPr>
            <a:lvl3pPr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3pPr>
            <a:lvl4pPr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4pPr>
            <a:lvl5pPr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5pPr>
            <a:lvl6pPr marL="457200"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6pPr>
            <a:lvl7pPr marL="914400"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7pPr>
            <a:lvl8pPr marL="1371600"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8pPr>
            <a:lvl9pPr marL="1828800"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9pPr>
          </a:lstStyle>
          <a:p>
            <a:r>
              <a:rPr lang="ko-KR" altLang="en-US">
                <a:ln>
                  <a:solidFill>
                    <a:srgbClr val="4F81BD">
                      <a:alpha val="0"/>
                    </a:srgbClr>
                  </a:solidFill>
                </a:ln>
                <a:effectLst>
                  <a:glow rad="127000">
                    <a:prstClr val="white"/>
                  </a:glow>
                  <a:outerShdw blurRad="38100" dist="38100" dir="2700000" algn="tl" rotWithShape="0">
                    <a:prstClr val="black">
                      <a:alpha val="40000"/>
                    </a:prstClr>
                  </a:outerShdw>
                </a:effectLst>
                <a:latin typeface="Pretendard Black"/>
                <a:ea typeface="Pretendard Black"/>
              </a:rPr>
              <a:t>파수 (윤석)</a:t>
            </a:r>
            <a:endParaRPr lang="ko-KR" altLang="en-US">
              <a:ln>
                <a:solidFill>
                  <a:srgbClr val="4F81BD">
                    <a:alpha val="0"/>
                  </a:srgbClr>
                </a:solidFill>
              </a:ln>
              <a:effectLst>
                <a:glow rad="127000">
                  <a:prstClr val="white"/>
                </a:glow>
                <a:outerShdw blurRad="38100" dist="38100" dir="2700000" algn="tl" rotWithShape="0">
                  <a:prstClr val="black">
                    <a:alpha val="40000"/>
                  </a:prstClr>
                </a:outerShdw>
              </a:effectLst>
              <a:latin typeface="Pretendard Black"/>
            </a:endParaRPr>
          </a:p>
        </p:txBody>
      </p:sp>
      <p:sp>
        <p:nvSpPr>
          <p:cNvPr id="8" name="TextBox 7">
            <a:extLst>
              <a:ext uri="{FF2B5EF4-FFF2-40B4-BE49-F238E27FC236}">
                <a16:creationId xmlns:a16="http://schemas.microsoft.com/office/drawing/2014/main" id="{7F43CC3A-E035-BD1B-BC39-020B8B664F78}"/>
              </a:ext>
            </a:extLst>
          </p:cNvPr>
          <p:cNvSpPr txBox="1"/>
          <p:nvPr/>
        </p:nvSpPr>
        <p:spPr>
          <a:xfrm>
            <a:off x="487196" y="1268064"/>
            <a:ext cx="10631714" cy="337015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ltLang="ko-KR" sz="1300">
                <a:solidFill>
                  <a:srgbClr val="5E6C7A"/>
                </a:solidFill>
                <a:latin typeface="Arial"/>
                <a:ea typeface="맑은 고딕"/>
                <a:cs typeface="Arial"/>
              </a:rPr>
              <a:t>Documented</a:t>
            </a:r>
            <a:r>
              <a:rPr lang="ko-KR" sz="1300">
                <a:solidFill>
                  <a:srgbClr val="5E6C7A"/>
                </a:solidFill>
                <a:latin typeface="Arial"/>
                <a:ea typeface="맑은 고딕"/>
                <a:cs typeface="Arial"/>
              </a:rPr>
              <a:t> </a:t>
            </a:r>
            <a:r>
              <a:rPr lang="en-US" altLang="ko-KR" sz="1300">
                <a:solidFill>
                  <a:srgbClr val="5E6C7A"/>
                </a:solidFill>
                <a:latin typeface="Arial"/>
                <a:ea typeface="맑은 고딕"/>
                <a:cs typeface="Arial"/>
              </a:rPr>
              <a:t>capability</a:t>
            </a:r>
            <a:r>
              <a:rPr lang="ko-KR" sz="1300">
                <a:solidFill>
                  <a:srgbClr val="5E6C7A"/>
                </a:solidFill>
                <a:latin typeface="Arial"/>
                <a:ea typeface="맑은 고딕"/>
                <a:cs typeface="Arial"/>
              </a:rPr>
              <a:t> </a:t>
            </a:r>
            <a:r>
              <a:rPr lang="en-US" altLang="ko-KR" sz="1300">
                <a:solidFill>
                  <a:srgbClr val="5E6C7A"/>
                </a:solidFill>
                <a:latin typeface="Arial"/>
                <a:ea typeface="맑은 고딕"/>
                <a:cs typeface="Arial"/>
              </a:rPr>
              <a:t>and</a:t>
            </a:r>
            <a:r>
              <a:rPr lang="ko-KR" sz="1300">
                <a:solidFill>
                  <a:srgbClr val="5E6C7A"/>
                </a:solidFill>
                <a:latin typeface="Arial"/>
                <a:ea typeface="맑은 고딕"/>
                <a:cs typeface="Arial"/>
              </a:rPr>
              <a:t> </a:t>
            </a:r>
            <a:r>
              <a:rPr lang="en-US" altLang="ko-KR" sz="1300">
                <a:solidFill>
                  <a:srgbClr val="5E6C7A"/>
                </a:solidFill>
                <a:latin typeface="Arial"/>
                <a:ea typeface="맑은 고딕"/>
                <a:cs typeface="Arial"/>
              </a:rPr>
              <a:t>scope.</a:t>
            </a:r>
            <a:r>
              <a:rPr lang="ko-KR" sz="1300">
                <a:solidFill>
                  <a:srgbClr val="5E6C7A"/>
                </a:solidFill>
                <a:latin typeface="Arial"/>
                <a:ea typeface="맑은 고딕"/>
                <a:cs typeface="Arial"/>
              </a:rPr>
              <a:t> </a:t>
            </a:r>
            <a:r>
              <a:rPr lang="en-US" altLang="ko-KR" sz="1300">
                <a:solidFill>
                  <a:srgbClr val="5E6C7A"/>
                </a:solidFill>
                <a:latin typeface="Arial"/>
                <a:ea typeface="맑은 고딕"/>
                <a:cs typeface="Arial"/>
              </a:rPr>
              <a:t>Product</a:t>
            </a:r>
            <a:r>
              <a:rPr lang="ko-KR" sz="1300">
                <a:solidFill>
                  <a:srgbClr val="5E6C7A"/>
                </a:solidFill>
                <a:latin typeface="Arial"/>
                <a:ea typeface="맑은 고딕"/>
                <a:cs typeface="Arial"/>
              </a:rPr>
              <a:t> </a:t>
            </a:r>
            <a:r>
              <a:rPr lang="en-US" altLang="ko-KR" sz="1300">
                <a:solidFill>
                  <a:srgbClr val="5E6C7A"/>
                </a:solidFill>
                <a:latin typeface="Arial"/>
                <a:ea typeface="맑은 고딕"/>
                <a:cs typeface="Arial"/>
              </a:rPr>
              <a:t>and</a:t>
            </a:r>
            <a:r>
              <a:rPr lang="ko-KR" sz="1300">
                <a:solidFill>
                  <a:srgbClr val="5E6C7A"/>
                </a:solidFill>
                <a:latin typeface="Arial"/>
                <a:ea typeface="맑은 고딕"/>
                <a:cs typeface="Arial"/>
              </a:rPr>
              <a:t> </a:t>
            </a:r>
            <a:r>
              <a:rPr lang="en-US" altLang="ko-KR" sz="1300">
                <a:solidFill>
                  <a:srgbClr val="5E6C7A"/>
                </a:solidFill>
                <a:latin typeface="Arial"/>
                <a:ea typeface="맑은 고딕"/>
                <a:cs typeface="Arial"/>
              </a:rPr>
              <a:t>module</a:t>
            </a:r>
            <a:r>
              <a:rPr lang="ko-KR" sz="1300">
                <a:solidFill>
                  <a:srgbClr val="5E6C7A"/>
                </a:solidFill>
                <a:latin typeface="Arial"/>
                <a:ea typeface="맑은 고딕"/>
                <a:cs typeface="Arial"/>
              </a:rPr>
              <a:t> </a:t>
            </a:r>
            <a:r>
              <a:rPr lang="en-US" altLang="ko-KR" sz="1300">
                <a:solidFill>
                  <a:srgbClr val="5E6C7A"/>
                </a:solidFill>
                <a:latin typeface="Arial"/>
                <a:ea typeface="맑은 고딕"/>
                <a:cs typeface="Arial"/>
              </a:rPr>
              <a:t>boundaries</a:t>
            </a:r>
            <a:r>
              <a:rPr lang="ko-KR" sz="1300">
                <a:solidFill>
                  <a:srgbClr val="5E6C7A"/>
                </a:solidFill>
                <a:latin typeface="Arial"/>
                <a:ea typeface="맑은 고딕"/>
                <a:cs typeface="Arial"/>
              </a:rPr>
              <a:t> </a:t>
            </a:r>
            <a:r>
              <a:rPr lang="en-US" altLang="ko-KR" sz="1300">
                <a:solidFill>
                  <a:srgbClr val="5E6C7A"/>
                </a:solidFill>
                <a:latin typeface="Arial"/>
                <a:ea typeface="맑은 고딕"/>
                <a:cs typeface="Arial"/>
              </a:rPr>
              <a:t>apply.</a:t>
            </a:r>
            <a:endParaRPr lang="ko-KR" altLang="en-US"/>
          </a:p>
          <a:p>
            <a:endParaRPr lang="en-US" altLang="ko-KR" sz="1300">
              <a:solidFill>
                <a:srgbClr val="5E6C7A"/>
              </a:solidFill>
              <a:latin typeface="Arial"/>
              <a:ea typeface="맑은 고딕"/>
              <a:cs typeface="Arial"/>
            </a:endParaRPr>
          </a:p>
          <a:p>
            <a:endParaRPr lang="en-US" altLang="ko-KR" sz="1300">
              <a:solidFill>
                <a:srgbClr val="5E6C7A"/>
              </a:solidFill>
              <a:latin typeface="Arial"/>
              <a:ea typeface="맑은 고딕"/>
              <a:cs typeface="Arial"/>
            </a:endParaRPr>
          </a:p>
          <a:p>
            <a:endParaRPr lang="en-US" altLang="ko-KR" sz="1300">
              <a:solidFill>
                <a:srgbClr val="5E6C7A"/>
              </a:solidFill>
              <a:latin typeface="Arial"/>
              <a:ea typeface="맑은 고딕"/>
              <a:cs typeface="Arial"/>
            </a:endParaRPr>
          </a:p>
          <a:p>
            <a:endParaRPr lang="en-US" altLang="ko-KR" sz="1300">
              <a:solidFill>
                <a:srgbClr val="5E6C7A"/>
              </a:solidFill>
              <a:latin typeface="Arial"/>
              <a:ea typeface="맑은 고딕"/>
              <a:cs typeface="Arial"/>
            </a:endParaRPr>
          </a:p>
          <a:p>
            <a:endParaRPr lang="en-US" altLang="ko-KR" sz="1300">
              <a:solidFill>
                <a:srgbClr val="5E6C7A"/>
              </a:solidFill>
              <a:latin typeface="Arial"/>
              <a:ea typeface="맑은 고딕"/>
              <a:cs typeface="Arial"/>
            </a:endParaRPr>
          </a:p>
          <a:p>
            <a:endParaRPr lang="en-US" altLang="ko-KR" sz="1300">
              <a:solidFill>
                <a:srgbClr val="5E6C7A"/>
              </a:solidFill>
              <a:latin typeface="Arial"/>
              <a:ea typeface="맑은 고딕"/>
              <a:cs typeface="Arial"/>
            </a:endParaRPr>
          </a:p>
          <a:p>
            <a:endParaRPr lang="en-US" altLang="ko-KR" sz="1300">
              <a:solidFill>
                <a:srgbClr val="5E6C7A"/>
              </a:solidFill>
              <a:latin typeface="Arial"/>
              <a:ea typeface="맑은 고딕"/>
              <a:cs typeface="Arial"/>
            </a:endParaRPr>
          </a:p>
          <a:p>
            <a:r>
              <a:rPr lang="en-US" altLang="ko-KR" sz="1300">
                <a:solidFill>
                  <a:srgbClr val="5E6C7A"/>
                </a:solidFill>
                <a:latin typeface="Arial"/>
                <a:ea typeface="맑은 고딕"/>
                <a:cs typeface="Arial"/>
              </a:rPr>
              <a:t>.</a:t>
            </a:r>
            <a:endParaRPr lang="ko-KR" altLang="en-US">
              <a:solidFill>
                <a:srgbClr val="000000"/>
              </a:solidFill>
              <a:latin typeface="맑은 고딕"/>
              <a:ea typeface="맑은 고딕"/>
              <a:cs typeface="Arial"/>
            </a:endParaRPr>
          </a:p>
          <a:p>
            <a:endParaRPr lang="en-US" altLang="ko-KR" sz="1300">
              <a:solidFill>
                <a:srgbClr val="5E6C7A"/>
              </a:solidFill>
              <a:latin typeface="Arial"/>
              <a:ea typeface="맑은 고딕"/>
              <a:cs typeface="Arial"/>
            </a:endParaRPr>
          </a:p>
          <a:p>
            <a:endParaRPr lang="en-US" altLang="ko-KR" sz="1300">
              <a:solidFill>
                <a:srgbClr val="5E6C7A"/>
              </a:solidFill>
              <a:latin typeface="Arial"/>
              <a:ea typeface="맑은 고딕"/>
              <a:cs typeface="Arial"/>
            </a:endParaRPr>
          </a:p>
          <a:p>
            <a:endParaRPr lang="en-US" altLang="ko-KR" sz="1300">
              <a:solidFill>
                <a:srgbClr val="5E6C7A"/>
              </a:solidFill>
              <a:latin typeface="Arial"/>
              <a:ea typeface="맑은 고딕"/>
              <a:cs typeface="Arial"/>
            </a:endParaRPr>
          </a:p>
          <a:p>
            <a:endParaRPr lang="en-US" altLang="ko-KR" sz="1300">
              <a:solidFill>
                <a:srgbClr val="5E6C7A"/>
              </a:solidFill>
              <a:latin typeface="Arial"/>
              <a:ea typeface="맑은 고딕"/>
              <a:cs typeface="Arial"/>
            </a:endParaRPr>
          </a:p>
          <a:p>
            <a:endParaRPr lang="en-US" altLang="ko-KR" sz="1300">
              <a:solidFill>
                <a:srgbClr val="5E6C7A"/>
              </a:solidFill>
              <a:latin typeface="Arial"/>
              <a:ea typeface="맑은 고딕"/>
              <a:cs typeface="Arial"/>
            </a:endParaRPr>
          </a:p>
          <a:p>
            <a:r>
              <a:rPr lang="ko-KR" sz="1300">
                <a:solidFill>
                  <a:srgbClr val="5E6C7A"/>
                </a:solidFill>
                <a:latin typeface="Arial"/>
                <a:ea typeface="맑은 고딕"/>
                <a:cs typeface="Arial"/>
              </a:rPr>
              <a:t>.</a:t>
            </a:r>
            <a:endParaRPr lang="ko-KR">
              <a:ea typeface="맑은 고딕"/>
            </a:endParaRPr>
          </a:p>
          <a:p>
            <a:pPr algn="l"/>
            <a:endParaRPr lang="ko-KR" altLang="en-US">
              <a:ea typeface="맑은 고딕"/>
            </a:endParaRPr>
          </a:p>
        </p:txBody>
      </p:sp>
      <p:sp>
        <p:nvSpPr>
          <p:cNvPr id="12" name="TextBox 11">
            <a:extLst>
              <a:ext uri="{FF2B5EF4-FFF2-40B4-BE49-F238E27FC236}">
                <a16:creationId xmlns:a16="http://schemas.microsoft.com/office/drawing/2014/main" id="{E62A05E3-906D-AE7A-18BF-2D8E61226DB3}"/>
              </a:ext>
            </a:extLst>
          </p:cNvPr>
          <p:cNvSpPr txBox="1"/>
          <p:nvPr/>
        </p:nvSpPr>
        <p:spPr>
          <a:xfrm>
            <a:off x="487195" y="5829904"/>
            <a:ext cx="11058434" cy="466281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500" b="1">
                <a:solidFill>
                  <a:srgbClr val="136F73"/>
                </a:solidFill>
                <a:latin typeface="Arial"/>
                <a:ea typeface="맑은 고딕"/>
                <a:cs typeface="Arial"/>
              </a:rPr>
              <a:t>● Documented ◐ Partial / conditional ? Not verified, not confirmed absent</a:t>
            </a:r>
            <a:endParaRPr lang="ko-KR"/>
          </a:p>
          <a:p>
            <a:r>
              <a:rPr lang="en-US" sz="1500" b="1">
                <a:solidFill>
                  <a:srgbClr val="136F73"/>
                </a:solidFill>
                <a:latin typeface="Arial"/>
                <a:ea typeface="맑은 고딕"/>
                <a:cs typeface="Arial"/>
              </a:rPr>
              <a:t>AI implication: test the exact client, API and agent route before assigning a coverage claim.</a:t>
            </a:r>
            <a:endParaRPr lang="en-US"/>
          </a:p>
          <a:p>
            <a:endParaRPr lang="en-US" sz="1500" b="1">
              <a:solidFill>
                <a:srgbClr val="136F73"/>
              </a:solidFill>
              <a:latin typeface="Arial"/>
              <a:ea typeface="맑은 고딕"/>
              <a:cs typeface="Arial"/>
            </a:endParaRPr>
          </a:p>
          <a:p>
            <a:endParaRPr lang="en-US" sz="1500" b="1">
              <a:solidFill>
                <a:srgbClr val="136F73"/>
              </a:solidFill>
              <a:latin typeface="Arial"/>
              <a:ea typeface="맑은 고딕"/>
              <a:cs typeface="Arial"/>
            </a:endParaRPr>
          </a:p>
          <a:p>
            <a:endParaRPr lang="en-US" sz="1500" b="1">
              <a:solidFill>
                <a:srgbClr val="136F73"/>
              </a:solidFill>
              <a:latin typeface="Arial"/>
              <a:ea typeface="맑은 고딕"/>
              <a:cs typeface="Arial"/>
            </a:endParaRPr>
          </a:p>
          <a:p>
            <a:endParaRPr lang="en-US" altLang="ko-KR" sz="1500" b="1">
              <a:solidFill>
                <a:srgbClr val="136F73"/>
              </a:solidFill>
              <a:latin typeface="Arial"/>
              <a:ea typeface="맑은 고딕"/>
              <a:cs typeface="Arial"/>
            </a:endParaRPr>
          </a:p>
          <a:p>
            <a:endParaRPr lang="en-US" altLang="ko-KR" sz="1500" b="1">
              <a:solidFill>
                <a:srgbClr val="136F73"/>
              </a:solidFill>
              <a:latin typeface="Arial"/>
              <a:ea typeface="맑은 고딕"/>
              <a:cs typeface="Arial"/>
            </a:endParaRPr>
          </a:p>
          <a:p>
            <a:endParaRPr lang="en-US" altLang="ko-KR" sz="1500" b="1">
              <a:solidFill>
                <a:srgbClr val="136F73"/>
              </a:solidFill>
              <a:latin typeface="Arial"/>
              <a:ea typeface="맑은 고딕"/>
              <a:cs typeface="Arial"/>
            </a:endParaRPr>
          </a:p>
          <a:p>
            <a:endParaRPr lang="en-US" altLang="ko-KR" sz="1500" b="1">
              <a:solidFill>
                <a:srgbClr val="136F73"/>
              </a:solidFill>
              <a:latin typeface="Arial"/>
              <a:ea typeface="맑은 고딕"/>
              <a:cs typeface="Arial"/>
            </a:endParaRPr>
          </a:p>
          <a:p>
            <a:endParaRPr lang="en-US" altLang="ko-KR" sz="1500" b="1">
              <a:solidFill>
                <a:srgbClr val="136F73"/>
              </a:solidFill>
              <a:latin typeface="Arial"/>
              <a:ea typeface="맑은 고딕"/>
              <a:cs typeface="Arial"/>
            </a:endParaRPr>
          </a:p>
          <a:p>
            <a:endParaRPr lang="en-US" sz="1500" b="1">
              <a:solidFill>
                <a:srgbClr val="136F73"/>
              </a:solidFill>
              <a:latin typeface="Arial"/>
              <a:ea typeface="맑은 고딕"/>
              <a:cs typeface="Arial"/>
            </a:endParaRPr>
          </a:p>
          <a:p>
            <a:endParaRPr lang="en-US" sz="1500" b="1">
              <a:solidFill>
                <a:srgbClr val="136F73"/>
              </a:solidFill>
              <a:latin typeface="Arial"/>
              <a:ea typeface="맑은 고딕"/>
              <a:cs typeface="Arial"/>
            </a:endParaRPr>
          </a:p>
          <a:p>
            <a:endParaRPr lang="en-US" sz="1500" b="1">
              <a:solidFill>
                <a:srgbClr val="136F73"/>
              </a:solidFill>
              <a:latin typeface="Arial"/>
              <a:ea typeface="맑은 고딕"/>
              <a:cs typeface="Arial"/>
            </a:endParaRPr>
          </a:p>
          <a:p>
            <a:endParaRPr lang="en-US" altLang="ko-KR" sz="1500" b="1">
              <a:solidFill>
                <a:srgbClr val="136F73"/>
              </a:solidFill>
              <a:latin typeface="Arial"/>
              <a:ea typeface="맑은 고딕"/>
              <a:cs typeface="Arial"/>
            </a:endParaRPr>
          </a:p>
          <a:p>
            <a:endParaRPr lang="en-US" altLang="ko-KR" sz="1500" b="1">
              <a:solidFill>
                <a:srgbClr val="136F73"/>
              </a:solidFill>
              <a:latin typeface="Arial"/>
              <a:ea typeface="맑은 고딕"/>
              <a:cs typeface="Arial"/>
            </a:endParaRPr>
          </a:p>
          <a:p>
            <a:endParaRPr lang="en-US" altLang="ko-KR" sz="1500" b="1">
              <a:solidFill>
                <a:srgbClr val="136F73"/>
              </a:solidFill>
              <a:latin typeface="Arial"/>
              <a:ea typeface="맑은 고딕"/>
              <a:cs typeface="Arial"/>
            </a:endParaRPr>
          </a:p>
          <a:p>
            <a:endParaRPr lang="en-US" altLang="ko-KR" sz="1300">
              <a:solidFill>
                <a:srgbClr val="5E6C7A"/>
              </a:solidFill>
              <a:latin typeface="Arial"/>
              <a:ea typeface="맑은 고딕"/>
              <a:cs typeface="Arial"/>
            </a:endParaRPr>
          </a:p>
          <a:p>
            <a:endParaRPr lang="en-US" altLang="ko-KR" sz="1300">
              <a:solidFill>
                <a:srgbClr val="5E6C7A"/>
              </a:solidFill>
              <a:latin typeface="Arial"/>
              <a:ea typeface="맑은 고딕"/>
              <a:cs typeface="Arial"/>
            </a:endParaRPr>
          </a:p>
          <a:p>
            <a:r>
              <a:rPr lang="ko-KR" sz="1300">
                <a:solidFill>
                  <a:srgbClr val="5E6C7A"/>
                </a:solidFill>
                <a:latin typeface="Arial"/>
                <a:ea typeface="맑은 고딕"/>
                <a:cs typeface="Arial"/>
              </a:rPr>
              <a:t>.</a:t>
            </a:r>
            <a:endParaRPr lang="ko-KR">
              <a:ea typeface="맑은 고딕"/>
            </a:endParaRPr>
          </a:p>
          <a:p>
            <a:pPr algn="l"/>
            <a:endParaRPr lang="ko-KR" altLang="en-US">
              <a:ea typeface="맑은 고딕"/>
            </a:endParaRPr>
          </a:p>
        </p:txBody>
      </p:sp>
      <p:graphicFrame>
        <p:nvGraphicFramePr>
          <p:cNvPr id="6" name="표 5">
            <a:extLst>
              <a:ext uri="{FF2B5EF4-FFF2-40B4-BE49-F238E27FC236}">
                <a16:creationId xmlns:a16="http://schemas.microsoft.com/office/drawing/2014/main" id="{5E6C4FC7-6453-7F83-568A-015A84C1755B}"/>
              </a:ext>
            </a:extLst>
          </p:cNvPr>
          <p:cNvGraphicFramePr>
            <a:graphicFrameLocks noGrp="1"/>
          </p:cNvGraphicFramePr>
          <p:nvPr>
            <p:extLst>
              <p:ext uri="{D42A27DB-BD31-4B8C-83A1-F6EECF244321}">
                <p14:modId xmlns:p14="http://schemas.microsoft.com/office/powerpoint/2010/main" val="2271556683"/>
              </p:ext>
            </p:extLst>
          </p:nvPr>
        </p:nvGraphicFramePr>
        <p:xfrm>
          <a:off x="571500" y="1606550"/>
          <a:ext cx="11049000" cy="3848100"/>
        </p:xfrm>
        <a:graphic>
          <a:graphicData uri="http://schemas.openxmlformats.org/drawingml/2006/table">
            <a:tbl>
              <a:tblPr bandRow="1">
                <a:tableStyleId>{5C22544A-7EE6-4342-B048-85BDC9FD1C3A}</a:tableStyleId>
              </a:tblPr>
              <a:tblGrid>
                <a:gridCol w="762000">
                  <a:extLst>
                    <a:ext uri="{9D8B030D-6E8A-4147-A177-3AD203B41FA5}">
                      <a16:colId xmlns:a16="http://schemas.microsoft.com/office/drawing/2014/main" val="3038921211"/>
                    </a:ext>
                  </a:extLst>
                </a:gridCol>
                <a:gridCol w="3143250">
                  <a:extLst>
                    <a:ext uri="{9D8B030D-6E8A-4147-A177-3AD203B41FA5}">
                      <a16:colId xmlns:a16="http://schemas.microsoft.com/office/drawing/2014/main" val="3481138479"/>
                    </a:ext>
                  </a:extLst>
                </a:gridCol>
                <a:gridCol w="571500">
                  <a:extLst>
                    <a:ext uri="{9D8B030D-6E8A-4147-A177-3AD203B41FA5}">
                      <a16:colId xmlns:a16="http://schemas.microsoft.com/office/drawing/2014/main" val="708176379"/>
                    </a:ext>
                  </a:extLst>
                </a:gridCol>
                <a:gridCol w="6572250">
                  <a:extLst>
                    <a:ext uri="{9D8B030D-6E8A-4147-A177-3AD203B41FA5}">
                      <a16:colId xmlns:a16="http://schemas.microsoft.com/office/drawing/2014/main" val="38139275"/>
                    </a:ext>
                  </a:extLst>
                </a:gridCol>
              </a:tblGrid>
              <a:tr h="323850">
                <a:tc>
                  <a:txBody>
                    <a:bodyPr/>
                    <a:lstStyle/>
                    <a:p>
                      <a:pPr algn="l">
                        <a:buNone/>
                      </a:pPr>
                      <a:r>
                        <a:rPr lang="ko-KR" sz="1200" b="1">
                          <a:solidFill>
                            <a:srgbClr val="144772"/>
                          </a:solidFill>
                          <a:effectLst/>
                          <a:latin typeface="Arial" panose="020B0604020202020204" pitchFamily="34" charset="0"/>
                          <a:ea typeface="Arial" panose="020B0604020202020204" pitchFamily="34" charset="0"/>
                        </a:rPr>
                        <a:t>ID</a:t>
                      </a:r>
                      <a:endParaRPr lang="ko-KR" sz="1200" b="1">
                        <a:solidFill>
                          <a:srgbClr val="144772"/>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DDECF2"/>
                    </a:solidFill>
                  </a:tcPr>
                </a:tc>
                <a:tc>
                  <a:txBody>
                    <a:bodyPr/>
                    <a:lstStyle/>
                    <a:p>
                      <a:pPr algn="l">
                        <a:buNone/>
                      </a:pPr>
                      <a:r>
                        <a:rPr lang="ko-KR" sz="1200" b="1">
                          <a:solidFill>
                            <a:srgbClr val="144772"/>
                          </a:solidFill>
                          <a:effectLst/>
                          <a:latin typeface="Arial" panose="020B0604020202020204" pitchFamily="34" charset="0"/>
                          <a:ea typeface="Arial" panose="020B0604020202020204" pitchFamily="34" charset="0"/>
                        </a:rPr>
                        <a:t>Capability</a:t>
                      </a:r>
                      <a:endParaRPr lang="ko-KR" sz="1200" b="1">
                        <a:solidFill>
                          <a:srgbClr val="144772"/>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DDECF2"/>
                    </a:solidFill>
                  </a:tcPr>
                </a:tc>
                <a:tc>
                  <a:txBody>
                    <a:bodyPr/>
                    <a:lstStyle/>
                    <a:p>
                      <a:pPr algn="l">
                        <a:buNone/>
                      </a:pPr>
                      <a:r>
                        <a:rPr lang="ko-KR" sz="1200" b="1">
                          <a:solidFill>
                            <a:srgbClr val="144772"/>
                          </a:solidFill>
                          <a:effectLst/>
                          <a:latin typeface="Arial" panose="020B0604020202020204" pitchFamily="34" charset="0"/>
                          <a:ea typeface="Arial" panose="020B0604020202020204" pitchFamily="34" charset="0"/>
                        </a:rPr>
                        <a:t>Flag</a:t>
                      </a:r>
                      <a:endParaRPr lang="ko-KR" sz="1200" b="1">
                        <a:solidFill>
                          <a:srgbClr val="144772"/>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DDECF2"/>
                    </a:solidFill>
                  </a:tcPr>
                </a:tc>
                <a:tc>
                  <a:txBody>
                    <a:bodyPr/>
                    <a:lstStyle/>
                    <a:p>
                      <a:pPr algn="l">
                        <a:buNone/>
                      </a:pPr>
                      <a:r>
                        <a:rPr lang="ko-KR" sz="1200" b="1">
                          <a:solidFill>
                            <a:srgbClr val="144772"/>
                          </a:solidFill>
                          <a:effectLst/>
                          <a:latin typeface="Arial" panose="020B0604020202020204" pitchFamily="34" charset="0"/>
                          <a:ea typeface="Arial" panose="020B0604020202020204" pitchFamily="34" charset="0"/>
                        </a:rPr>
                        <a:t>Documented scope and evidence</a:t>
                      </a:r>
                      <a:endParaRPr lang="ko-KR" sz="1200" b="1">
                        <a:solidFill>
                          <a:srgbClr val="144772"/>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DDECF2"/>
                    </a:solidFill>
                  </a:tcPr>
                </a:tc>
                <a:extLst>
                  <a:ext uri="{0D108BD9-81ED-4DB2-BD59-A6C34878D82A}">
                    <a16:rowId xmlns:a16="http://schemas.microsoft.com/office/drawing/2014/main" val="3424166622"/>
                  </a:ext>
                </a:extLst>
              </a:tr>
              <a:tr h="314325">
                <a:tc>
                  <a:txBody>
                    <a:bodyPr/>
                    <a:lstStyle/>
                    <a:p>
                      <a:pPr algn="l">
                        <a:buNone/>
                      </a:pPr>
                      <a:r>
                        <a:rPr lang="ko-KR" sz="1300" b="1">
                          <a:solidFill>
                            <a:srgbClr val="243447"/>
                          </a:solidFill>
                          <a:effectLst/>
                          <a:latin typeface="Arial" panose="020B0604020202020204" pitchFamily="34" charset="0"/>
                          <a:ea typeface="Arial" panose="020B0604020202020204" pitchFamily="34" charset="0"/>
                        </a:rPr>
                        <a:t>D4-01</a:t>
                      </a:r>
                      <a:endParaRPr lang="ko-KR" sz="1300" b="1">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a:solidFill>
                            <a:srgbClr val="243447"/>
                          </a:solidFill>
                          <a:effectLst/>
                          <a:latin typeface="Arial" panose="020B0604020202020204" pitchFamily="34" charset="0"/>
                          <a:ea typeface="Arial" panose="020B0604020202020204" pitchFamily="34" charset="0"/>
                        </a:rPr>
                        <a:t>Typed-prompt inspection</a:t>
                      </a:r>
                      <a:endParaRPr lang="ko-KR" sz="1300">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b="1">
                          <a:solidFill>
                            <a:srgbClr val="136F73"/>
                          </a:solidFill>
                          <a:effectLst/>
                          <a:latin typeface="Arial" panose="020B0604020202020204" pitchFamily="34" charset="0"/>
                          <a:ea typeface="Arial" panose="020B0604020202020204" pitchFamily="34" charset="0"/>
                        </a:rPr>
                        <a:t>●</a:t>
                      </a:r>
                      <a:endParaRPr lang="ko-KR" sz="1300" b="1">
                        <a:solidFill>
                          <a:srgbClr val="136F73"/>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a:solidFill>
                            <a:srgbClr val="243447"/>
                          </a:solidFill>
                          <a:effectLst/>
                          <a:latin typeface="Arial" panose="020B0604020202020204" pitchFamily="34" charset="0"/>
                          <a:ea typeface="Arial" panose="020B0604020202020204" pitchFamily="34" charset="0"/>
                        </a:rPr>
                        <a:t>AI-R DLP / Endpoint. [F3,F4]</a:t>
                      </a:r>
                      <a:endParaRPr lang="ko-KR" sz="1300">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562721843"/>
                  </a:ext>
                </a:extLst>
              </a:tr>
              <a:tr h="314325">
                <a:tc>
                  <a:txBody>
                    <a:bodyPr/>
                    <a:lstStyle/>
                    <a:p>
                      <a:pPr algn="l">
                        <a:buNone/>
                      </a:pPr>
                      <a:r>
                        <a:rPr lang="ko-KR" sz="1300" b="1">
                          <a:solidFill>
                            <a:srgbClr val="243447"/>
                          </a:solidFill>
                          <a:effectLst/>
                          <a:latin typeface="Arial" panose="020B0604020202020204" pitchFamily="34" charset="0"/>
                          <a:ea typeface="Arial" panose="020B0604020202020204" pitchFamily="34" charset="0"/>
                        </a:rPr>
                        <a:t>D4-02</a:t>
                      </a:r>
                      <a:endParaRPr lang="ko-KR" sz="1300" b="1">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a:solidFill>
                            <a:srgbClr val="243447"/>
                          </a:solidFill>
                          <a:effectLst/>
                          <a:latin typeface="Arial" panose="020B0604020202020204" pitchFamily="34" charset="0"/>
                          <a:ea typeface="Arial" panose="020B0604020202020204" pitchFamily="34" charset="0"/>
                        </a:rPr>
                        <a:t>AI attachment / image inspection</a:t>
                      </a:r>
                      <a:endParaRPr lang="ko-KR" sz="1300">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b="1">
                          <a:solidFill>
                            <a:srgbClr val="956319"/>
                          </a:solidFill>
                          <a:effectLst/>
                          <a:latin typeface="Arial" panose="020B0604020202020204" pitchFamily="34" charset="0"/>
                          <a:ea typeface="Arial" panose="020B0604020202020204" pitchFamily="34" charset="0"/>
                        </a:rPr>
                        <a:t>◐</a:t>
                      </a:r>
                      <a:endParaRPr lang="ko-KR" sz="1300" b="1">
                        <a:solidFill>
                          <a:srgbClr val="956319"/>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a:solidFill>
                            <a:srgbClr val="243447"/>
                          </a:solidFill>
                          <a:effectLst/>
                          <a:latin typeface="Arial" panose="020B0604020202020204" pitchFamily="34" charset="0"/>
                          <a:ea typeface="Arial" panose="020B0604020202020204" pitchFamily="34" charset="0"/>
                        </a:rPr>
                        <a:t>Files inspected. Inline image OCR coverage not explicit. [F17]</a:t>
                      </a:r>
                      <a:endParaRPr lang="ko-KR" sz="1300">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3293814824"/>
                  </a:ext>
                </a:extLst>
              </a:tr>
              <a:tr h="314325">
                <a:tc>
                  <a:txBody>
                    <a:bodyPr/>
                    <a:lstStyle/>
                    <a:p>
                      <a:pPr algn="l">
                        <a:buNone/>
                      </a:pPr>
                      <a:r>
                        <a:rPr lang="ko-KR" sz="1300" b="1">
                          <a:solidFill>
                            <a:srgbClr val="243447"/>
                          </a:solidFill>
                          <a:effectLst/>
                          <a:latin typeface="Arial" panose="020B0604020202020204" pitchFamily="34" charset="0"/>
                          <a:ea typeface="Arial" panose="020B0604020202020204" pitchFamily="34" charset="0"/>
                        </a:rPr>
                        <a:t>D4-03</a:t>
                      </a:r>
                      <a:endParaRPr lang="ko-KR" sz="1300" b="1">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a:solidFill>
                            <a:srgbClr val="243447"/>
                          </a:solidFill>
                          <a:effectLst/>
                          <a:latin typeface="Arial" panose="020B0604020202020204" pitchFamily="34" charset="0"/>
                          <a:ea typeface="Arial" panose="020B0604020202020204" pitchFamily="34" charset="0"/>
                        </a:rPr>
                        <a:t>AI response inspection / filtering</a:t>
                      </a:r>
                      <a:endParaRPr lang="ko-KR" sz="1300">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b="1">
                          <a:solidFill>
                            <a:srgbClr val="136F73"/>
                          </a:solidFill>
                          <a:effectLst/>
                          <a:latin typeface="Arial" panose="020B0604020202020204" pitchFamily="34" charset="0"/>
                          <a:ea typeface="Arial" panose="020B0604020202020204" pitchFamily="34" charset="0"/>
                        </a:rPr>
                        <a:t>●</a:t>
                      </a:r>
                      <a:endParaRPr lang="ko-KR" sz="1300" b="1">
                        <a:solidFill>
                          <a:srgbClr val="136F73"/>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a:solidFill>
                            <a:srgbClr val="243447"/>
                          </a:solidFill>
                          <a:effectLst/>
                          <a:latin typeface="Arial" panose="020B0604020202020204" pitchFamily="34" charset="0"/>
                          <a:ea typeface="Arial" panose="020B0604020202020204" pitchFamily="34" charset="0"/>
                        </a:rPr>
                        <a:t>AI-R Gateway inspects both directions. [F5]</a:t>
                      </a:r>
                      <a:endParaRPr lang="ko-KR" sz="1300">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152097931"/>
                  </a:ext>
                </a:extLst>
              </a:tr>
              <a:tr h="504825">
                <a:tc>
                  <a:txBody>
                    <a:bodyPr/>
                    <a:lstStyle/>
                    <a:p>
                      <a:pPr algn="l">
                        <a:buNone/>
                      </a:pPr>
                      <a:r>
                        <a:rPr lang="ko-KR" sz="1300" b="1">
                          <a:solidFill>
                            <a:srgbClr val="243447"/>
                          </a:solidFill>
                          <a:effectLst/>
                          <a:latin typeface="Arial" panose="020B0604020202020204" pitchFamily="34" charset="0"/>
                          <a:ea typeface="Arial" panose="020B0604020202020204" pitchFamily="34" charset="0"/>
                        </a:rPr>
                        <a:t>D4-04</a:t>
                      </a:r>
                      <a:endParaRPr lang="ko-KR" sz="1300" b="1">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a:solidFill>
                            <a:srgbClr val="243447"/>
                          </a:solidFill>
                          <a:effectLst/>
                          <a:latin typeface="Arial" panose="020B0604020202020204" pitchFamily="34" charset="0"/>
                          <a:ea typeface="Arial" panose="020B0604020202020204" pitchFamily="34" charset="0"/>
                        </a:rPr>
                        <a:t>Prompt injection / jailbreak detection</a:t>
                      </a:r>
                      <a:endParaRPr lang="ko-KR" sz="1300">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b="1">
                          <a:solidFill>
                            <a:srgbClr val="5E6C7A"/>
                          </a:solidFill>
                          <a:effectLst/>
                          <a:latin typeface="Arial" panose="020B0604020202020204" pitchFamily="34" charset="0"/>
                          <a:ea typeface="Arial" panose="020B0604020202020204" pitchFamily="34" charset="0"/>
                        </a:rPr>
                        <a:t>?</a:t>
                      </a:r>
                      <a:endParaRPr lang="ko-KR" sz="1300" b="1">
                        <a:solidFill>
                          <a:srgbClr val="5E6C7A"/>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a:solidFill>
                            <a:srgbClr val="243447"/>
                          </a:solidFill>
                          <a:effectLst/>
                          <a:latin typeface="Arial" panose="020B0604020202020204" pitchFamily="34" charset="0"/>
                          <a:ea typeface="Arial" panose="020B0604020202020204" pitchFamily="34" charset="0"/>
                        </a:rPr>
                        <a:t>No explicit detector in reviewed product sources.</a:t>
                      </a:r>
                      <a:endParaRPr lang="ko-KR" sz="1300">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4204105377"/>
                  </a:ext>
                </a:extLst>
              </a:tr>
              <a:tr h="314325">
                <a:tc>
                  <a:txBody>
                    <a:bodyPr/>
                    <a:lstStyle/>
                    <a:p>
                      <a:pPr algn="l">
                        <a:buNone/>
                      </a:pPr>
                      <a:r>
                        <a:rPr lang="ko-KR" sz="1300" b="1">
                          <a:solidFill>
                            <a:srgbClr val="243447"/>
                          </a:solidFill>
                          <a:effectLst/>
                          <a:latin typeface="Arial" panose="020B0604020202020204" pitchFamily="34" charset="0"/>
                          <a:ea typeface="Arial" panose="020B0604020202020204" pitchFamily="34" charset="0"/>
                        </a:rPr>
                        <a:t>D4-05</a:t>
                      </a:r>
                      <a:endParaRPr lang="ko-KR" sz="1300" b="1">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a:solidFill>
                            <a:srgbClr val="243447"/>
                          </a:solidFill>
                          <a:effectLst/>
                          <a:latin typeface="Arial" panose="020B0604020202020204" pitchFamily="34" charset="0"/>
                          <a:ea typeface="Arial" panose="020B0604020202020204" pitchFamily="34" charset="0"/>
                        </a:rPr>
                        <a:t>AI agent action control</a:t>
                      </a:r>
                      <a:endParaRPr lang="ko-KR" sz="1300">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b="1">
                          <a:solidFill>
                            <a:srgbClr val="956319"/>
                          </a:solidFill>
                          <a:effectLst/>
                          <a:latin typeface="Arial" panose="020B0604020202020204" pitchFamily="34" charset="0"/>
                          <a:ea typeface="Arial" panose="020B0604020202020204" pitchFamily="34" charset="0"/>
                        </a:rPr>
                        <a:t>◐</a:t>
                      </a:r>
                      <a:endParaRPr lang="ko-KR" sz="1300" b="1">
                        <a:solidFill>
                          <a:srgbClr val="956319"/>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a:solidFill>
                            <a:srgbClr val="243447"/>
                          </a:solidFill>
                          <a:effectLst/>
                          <a:latin typeface="Arial" panose="020B0604020202020204" pitchFamily="34" charset="0"/>
                          <a:ea typeface="Arial" panose="020B0604020202020204" pitchFamily="34" charset="0"/>
                        </a:rPr>
                        <a:t>Endpoint agent file / transfer control. Tool / MCP matrix unverified. [F4]</a:t>
                      </a:r>
                      <a:endParaRPr lang="ko-KR" sz="1300">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32996835"/>
                  </a:ext>
                </a:extLst>
              </a:tr>
              <a:tr h="314325">
                <a:tc>
                  <a:txBody>
                    <a:bodyPr/>
                    <a:lstStyle/>
                    <a:p>
                      <a:pPr algn="l">
                        <a:buNone/>
                      </a:pPr>
                      <a:r>
                        <a:rPr lang="ko-KR" sz="1300" b="1">
                          <a:solidFill>
                            <a:srgbClr val="243447"/>
                          </a:solidFill>
                          <a:effectLst/>
                          <a:latin typeface="Arial" panose="020B0604020202020204" pitchFamily="34" charset="0"/>
                          <a:ea typeface="Arial" panose="020B0604020202020204" pitchFamily="34" charset="0"/>
                        </a:rPr>
                        <a:t>D4-06</a:t>
                      </a:r>
                      <a:endParaRPr lang="ko-KR" sz="1300" b="1">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a:solidFill>
                            <a:srgbClr val="243447"/>
                          </a:solidFill>
                          <a:effectLst/>
                          <a:latin typeface="Arial" panose="020B0604020202020204" pitchFamily="34" charset="0"/>
                          <a:ea typeface="Arial" panose="020B0604020202020204" pitchFamily="34" charset="0"/>
                        </a:rPr>
                        <a:t>Enforcement off corporate network</a:t>
                      </a:r>
                      <a:endParaRPr lang="ko-KR" sz="1300">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b="1">
                          <a:solidFill>
                            <a:srgbClr val="5E6C7A"/>
                          </a:solidFill>
                          <a:effectLst/>
                          <a:latin typeface="Arial" panose="020B0604020202020204" pitchFamily="34" charset="0"/>
                          <a:ea typeface="Arial" panose="020B0604020202020204" pitchFamily="34" charset="0"/>
                        </a:rPr>
                        <a:t>?</a:t>
                      </a:r>
                      <a:endParaRPr lang="ko-KR" sz="1300" b="1">
                        <a:solidFill>
                          <a:srgbClr val="5E6C7A"/>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a:solidFill>
                            <a:srgbClr val="243447"/>
                          </a:solidFill>
                          <a:effectLst/>
                          <a:latin typeface="Arial" panose="020B0604020202020204" pitchFamily="34" charset="0"/>
                          <a:ea typeface="Arial" panose="020B0604020202020204" pitchFamily="34" charset="0"/>
                        </a:rPr>
                        <a:t>Off-network AI-channel control unverified; FED file protection is separate. [F1]</a:t>
                      </a:r>
                      <a:endParaRPr lang="ko-KR" sz="1300">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327833627"/>
                  </a:ext>
                </a:extLst>
              </a:tr>
              <a:tr h="314325">
                <a:tc>
                  <a:txBody>
                    <a:bodyPr/>
                    <a:lstStyle/>
                    <a:p>
                      <a:pPr algn="l">
                        <a:buNone/>
                      </a:pPr>
                      <a:r>
                        <a:rPr lang="ko-KR" sz="1300" b="1">
                          <a:solidFill>
                            <a:srgbClr val="243447"/>
                          </a:solidFill>
                          <a:effectLst/>
                          <a:latin typeface="Arial" panose="020B0604020202020204" pitchFamily="34" charset="0"/>
                          <a:ea typeface="Arial" panose="020B0604020202020204" pitchFamily="34" charset="0"/>
                        </a:rPr>
                        <a:t>D4-07</a:t>
                      </a:r>
                      <a:endParaRPr lang="ko-KR" sz="1300" b="1">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a:solidFill>
                            <a:srgbClr val="243447"/>
                          </a:solidFill>
                          <a:effectLst/>
                          <a:latin typeface="Arial" panose="020B0604020202020204" pitchFamily="34" charset="0"/>
                          <a:ea typeface="Arial" panose="020B0604020202020204" pitchFamily="34" charset="0"/>
                        </a:rPr>
                        <a:t>AI service coverage breadth</a:t>
                      </a:r>
                      <a:endParaRPr lang="ko-KR" sz="1300">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b="1">
                          <a:solidFill>
                            <a:srgbClr val="136F73"/>
                          </a:solidFill>
                          <a:effectLst/>
                          <a:latin typeface="Arial" panose="020B0604020202020204" pitchFamily="34" charset="0"/>
                          <a:ea typeface="Arial" panose="020B0604020202020204" pitchFamily="34" charset="0"/>
                        </a:rPr>
                        <a:t>●</a:t>
                      </a:r>
                      <a:endParaRPr lang="ko-KR" sz="1300" b="1">
                        <a:solidFill>
                          <a:srgbClr val="136F73"/>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a:solidFill>
                            <a:srgbClr val="243447"/>
                          </a:solidFill>
                          <a:effectLst/>
                          <a:latin typeface="Arial" panose="020B0604020202020204" pitchFamily="34" charset="0"/>
                          <a:ea typeface="Arial" panose="020B0604020202020204" pitchFamily="34" charset="0"/>
                        </a:rPr>
                        <a:t>ChatGPT, Gemini and Claude named. [F17]</a:t>
                      </a:r>
                      <a:endParaRPr lang="ko-KR" sz="1300">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3886257113"/>
                  </a:ext>
                </a:extLst>
              </a:tr>
              <a:tr h="314325">
                <a:tc>
                  <a:txBody>
                    <a:bodyPr/>
                    <a:lstStyle/>
                    <a:p>
                      <a:pPr algn="l">
                        <a:buNone/>
                      </a:pPr>
                      <a:r>
                        <a:rPr lang="ko-KR" sz="1300" b="1">
                          <a:solidFill>
                            <a:srgbClr val="243447"/>
                          </a:solidFill>
                          <a:effectLst/>
                          <a:latin typeface="Arial" panose="020B0604020202020204" pitchFamily="34" charset="0"/>
                          <a:ea typeface="Arial" panose="020B0604020202020204" pitchFamily="34" charset="0"/>
                        </a:rPr>
                        <a:t>D4-08</a:t>
                      </a:r>
                      <a:endParaRPr lang="ko-KR" sz="1300" b="1">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a:solidFill>
                            <a:srgbClr val="243447"/>
                          </a:solidFill>
                          <a:effectLst/>
                          <a:latin typeface="Arial" panose="020B0604020202020204" pitchFamily="34" charset="0"/>
                          <a:ea typeface="Arial" panose="020B0604020202020204" pitchFamily="34" charset="0"/>
                        </a:rPr>
                        <a:t>Shadow AI discovery / access control</a:t>
                      </a:r>
                      <a:endParaRPr lang="ko-KR" sz="1300">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b="1">
                          <a:solidFill>
                            <a:srgbClr val="956319"/>
                          </a:solidFill>
                          <a:effectLst/>
                          <a:latin typeface="Arial" panose="020B0604020202020204" pitchFamily="34" charset="0"/>
                          <a:ea typeface="Arial" panose="020B0604020202020204" pitchFamily="34" charset="0"/>
                        </a:rPr>
                        <a:t>◐</a:t>
                      </a:r>
                      <a:endParaRPr lang="ko-KR" sz="1300" b="1">
                        <a:solidFill>
                          <a:srgbClr val="956319"/>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a:solidFill>
                            <a:srgbClr val="243447"/>
                          </a:solidFill>
                          <a:effectLst/>
                          <a:latin typeface="Arial" panose="020B0604020202020204" pitchFamily="34" charset="0"/>
                          <a:ea typeface="Arial" panose="020B0604020202020204" pitchFamily="34" charset="0"/>
                        </a:rPr>
                        <a:t>Bridge discovers Shadow AI; service-level access denial not explicit. [F6,F7]</a:t>
                      </a:r>
                      <a:endParaRPr lang="ko-KR" sz="1300">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496516840"/>
                  </a:ext>
                </a:extLst>
              </a:tr>
              <a:tr h="504825">
                <a:tc>
                  <a:txBody>
                    <a:bodyPr/>
                    <a:lstStyle/>
                    <a:p>
                      <a:pPr algn="l">
                        <a:buNone/>
                      </a:pPr>
                      <a:r>
                        <a:rPr lang="ko-KR" sz="1300" b="1">
                          <a:solidFill>
                            <a:srgbClr val="243447"/>
                          </a:solidFill>
                          <a:effectLst/>
                          <a:latin typeface="Arial" panose="020B0604020202020204" pitchFamily="34" charset="0"/>
                          <a:ea typeface="Arial" panose="020B0604020202020204" pitchFamily="34" charset="0"/>
                        </a:rPr>
                        <a:t>D4-09</a:t>
                      </a:r>
                      <a:endParaRPr lang="ko-KR" sz="1300" b="1">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a:solidFill>
                            <a:srgbClr val="243447"/>
                          </a:solidFill>
                          <a:effectLst/>
                          <a:latin typeface="Arial" panose="020B0604020202020204" pitchFamily="34" charset="0"/>
                          <a:ea typeface="Arial" panose="020B0604020202020204" pitchFamily="34" charset="0"/>
                        </a:rPr>
                        <a:t>Usage governance: dept / time / budget</a:t>
                      </a:r>
                      <a:endParaRPr lang="ko-KR" sz="1300">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b="1">
                          <a:solidFill>
                            <a:srgbClr val="956319"/>
                          </a:solidFill>
                          <a:effectLst/>
                          <a:latin typeface="Arial" panose="020B0604020202020204" pitchFamily="34" charset="0"/>
                          <a:ea typeface="Arial" panose="020B0604020202020204" pitchFamily="34" charset="0"/>
                        </a:rPr>
                        <a:t>◐</a:t>
                      </a:r>
                      <a:endParaRPr lang="ko-KR" sz="1300" b="1">
                        <a:solidFill>
                          <a:srgbClr val="956319"/>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a:solidFill>
                            <a:srgbClr val="243447"/>
                          </a:solidFill>
                          <a:effectLst/>
                          <a:latin typeface="Arial" panose="020B0604020202020204" pitchFamily="34" charset="0"/>
                          <a:ea typeface="Arial" panose="020B0604020202020204" pitchFamily="34" charset="0"/>
                        </a:rPr>
                        <a:t>Gateway department budgets. Time-window rule not specified. [F5]</a:t>
                      </a:r>
                      <a:endParaRPr lang="ko-KR" sz="1300">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668771705"/>
                  </a:ext>
                </a:extLst>
              </a:tr>
              <a:tr h="314325">
                <a:tc>
                  <a:txBody>
                    <a:bodyPr/>
                    <a:lstStyle/>
                    <a:p>
                      <a:pPr algn="l">
                        <a:buNone/>
                      </a:pPr>
                      <a:r>
                        <a:rPr lang="ko-KR" sz="1300" b="1">
                          <a:solidFill>
                            <a:srgbClr val="243447"/>
                          </a:solidFill>
                          <a:effectLst/>
                          <a:latin typeface="Arial" panose="020B0604020202020204" pitchFamily="34" charset="0"/>
                          <a:ea typeface="Arial" panose="020B0604020202020204" pitchFamily="34" charset="0"/>
                        </a:rPr>
                        <a:t>D4-10</a:t>
                      </a:r>
                      <a:endParaRPr lang="ko-KR" sz="1300" b="1">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a:solidFill>
                            <a:srgbClr val="243447"/>
                          </a:solidFill>
                          <a:effectLst/>
                          <a:latin typeface="Arial" panose="020B0604020202020204" pitchFamily="34" charset="0"/>
                          <a:ea typeface="Arial" panose="020B0604020202020204" pitchFamily="34" charset="0"/>
                        </a:rPr>
                        <a:t>Full prompt + response audit log</a:t>
                      </a:r>
                      <a:endParaRPr lang="ko-KR" sz="1300">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b="1">
                          <a:solidFill>
                            <a:srgbClr val="956319"/>
                          </a:solidFill>
                          <a:effectLst/>
                          <a:latin typeface="Arial" panose="020B0604020202020204" pitchFamily="34" charset="0"/>
                          <a:ea typeface="Arial" panose="020B0604020202020204" pitchFamily="34" charset="0"/>
                        </a:rPr>
                        <a:t>◐</a:t>
                      </a:r>
                      <a:endParaRPr lang="ko-KR" sz="1300" b="1">
                        <a:solidFill>
                          <a:srgbClr val="956319"/>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a:solidFill>
                            <a:srgbClr val="243447"/>
                          </a:solidFill>
                          <a:effectLst/>
                          <a:latin typeface="Arial" panose="020B0604020202020204" pitchFamily="34" charset="0"/>
                          <a:ea typeface="Arial" panose="020B0604020202020204" pitchFamily="34" charset="0"/>
                        </a:rPr>
                        <a:t>Prompt / attachment logs stated. Full response retention unverified. [F4,F7]</a:t>
                      </a:r>
                      <a:endParaRPr lang="ko-KR" sz="1300">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780198413"/>
                  </a:ext>
                </a:extLst>
              </a:tr>
            </a:tbl>
          </a:graphicData>
        </a:graphic>
      </p:graphicFrame>
    </p:spTree>
    <p:extLst>
      <p:ext uri="{BB962C8B-B14F-4D97-AF65-F5344CB8AC3E}">
        <p14:creationId xmlns:p14="http://schemas.microsoft.com/office/powerpoint/2010/main" val="13326870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6D6FFF-EF36-72E2-4C0F-770921BF6588}"/>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8721926-4F7A-2BFC-884D-8015F6950E96}"/>
              </a:ext>
            </a:extLst>
          </p:cNvPr>
          <p:cNvSpPr>
            <a:spLocks noGrp="1"/>
          </p:cNvSpPr>
          <p:nvPr>
            <p:ph type="sldNum" sz="quarter" idx="4"/>
          </p:nvPr>
        </p:nvSpPr>
        <p:spPr/>
        <p:txBody>
          <a:bodyPr/>
          <a:lstStyle/>
          <a:p>
            <a:fld id="{4EA1E582-E1CC-4474-812F-1657BC5920B7}" type="slidenum">
              <a:rPr lang="ko-KR" altLang="en-US" smtClean="0"/>
              <a:t>29</a:t>
            </a:fld>
            <a:endParaRPr lang="ko-KR" altLang="en-US"/>
          </a:p>
        </p:txBody>
      </p:sp>
      <p:sp>
        <p:nvSpPr>
          <p:cNvPr id="5" name="Text Placeholder 4">
            <a:extLst>
              <a:ext uri="{FF2B5EF4-FFF2-40B4-BE49-F238E27FC236}">
                <a16:creationId xmlns:a16="http://schemas.microsoft.com/office/drawing/2014/main" id="{BC232823-BC40-6A19-F216-CB122CA424A3}"/>
              </a:ext>
            </a:extLst>
          </p:cNvPr>
          <p:cNvSpPr>
            <a:spLocks noGrp="1"/>
          </p:cNvSpPr>
          <p:nvPr>
            <p:ph type="body" sz="quarter" idx="11"/>
          </p:nvPr>
        </p:nvSpPr>
        <p:spPr>
          <a:xfrm>
            <a:off x="285075" y="7402718"/>
            <a:ext cx="11465393" cy="401637"/>
          </a:xfrm>
        </p:spPr>
        <p:txBody>
          <a:bodyPr lIns="91440" tIns="45720" rIns="91440" bIns="45720" anchor="ctr" anchorCtr="0"/>
          <a:lstStyle/>
          <a:p>
            <a:r>
              <a:rPr lang="en-US">
                <a:ea typeface="KoPub돋움체 Bold"/>
              </a:rPr>
              <a:t>D5 Operations and deployment</a:t>
            </a:r>
            <a:r>
              <a:rPr lang="en-US">
                <a:latin typeface="Consolas"/>
                <a:ea typeface="KoPub돋움체 Bold"/>
              </a:rPr>
              <a:t>(For reference)</a:t>
            </a:r>
            <a:endParaRPr lang="ko-KR" altLang="en-US"/>
          </a:p>
          <a:p>
            <a:endParaRPr lang="en-US" altLang="ko-KR"/>
          </a:p>
          <a:p>
            <a:endParaRPr lang="en-US" altLang="ko-KR"/>
          </a:p>
          <a:p>
            <a:endParaRPr lang="en-US" altLang="ko-KR"/>
          </a:p>
          <a:p>
            <a:endParaRPr lang="en-US" altLang="ko-KR"/>
          </a:p>
          <a:p>
            <a:endParaRPr lang="en-US" altLang="ko-KR"/>
          </a:p>
          <a:p>
            <a:endParaRPr lang="en-US" altLang="ko-KR"/>
          </a:p>
          <a:p>
            <a:endParaRPr lang="en-US">
              <a:ea typeface="KoPub돋움체 Bold"/>
            </a:endParaRPr>
          </a:p>
          <a:p>
            <a:endParaRPr lang="en-US" altLang="ko-KR"/>
          </a:p>
          <a:p>
            <a:endParaRPr lang="en-US" altLang="ko-KR"/>
          </a:p>
          <a:p>
            <a:endParaRPr lang="en-US" altLang="ko-KR"/>
          </a:p>
          <a:p>
            <a:endParaRPr lang="en-US" altLang="ko-KR"/>
          </a:p>
          <a:p>
            <a:endParaRPr lang="en-US" altLang="ko-KR"/>
          </a:p>
          <a:p>
            <a:endParaRPr lang="en-US" altLang="ko-KR"/>
          </a:p>
          <a:p>
            <a:endParaRPr lang="en-US" altLang="ko-KR"/>
          </a:p>
          <a:p>
            <a:endParaRPr lang="en-US" altLang="ko-KR"/>
          </a:p>
          <a:p>
            <a:endParaRPr lang="en-US" altLang="ko-KR"/>
          </a:p>
          <a:p>
            <a:endParaRPr lang="en-US" altLang="ko-KR"/>
          </a:p>
          <a:p>
            <a:endParaRPr lang="en-US" altLang="ko-KR"/>
          </a:p>
          <a:p>
            <a:endParaRPr lang="en-US"/>
          </a:p>
        </p:txBody>
      </p:sp>
      <p:sp>
        <p:nvSpPr>
          <p:cNvPr id="7" name="제목 3">
            <a:extLst>
              <a:ext uri="{FF2B5EF4-FFF2-40B4-BE49-F238E27FC236}">
                <a16:creationId xmlns:a16="http://schemas.microsoft.com/office/drawing/2014/main" id="{96A21A01-09B5-D33A-9087-F83161C56393}"/>
              </a:ext>
            </a:extLst>
          </p:cNvPr>
          <p:cNvSpPr txBox="1">
            <a:spLocks/>
          </p:cNvSpPr>
          <p:nvPr/>
        </p:nvSpPr>
        <p:spPr>
          <a:xfrm>
            <a:off x="286194" y="265704"/>
            <a:ext cx="10666268" cy="464670"/>
          </a:xfrm>
          <a:prstGeom prst="rect">
            <a:avLst/>
          </a:prstGeom>
        </p:spPr>
        <p:txBody>
          <a:bodyPr lIns="91440" tIns="45720" rIns="91440" bIns="45720" anchor="ctr" anchorCtr="0"/>
          <a:lstStyle>
            <a:lvl1pPr algn="l" rtl="0" eaLnBrk="1" fontAlgn="base" latinLnBrk="1" hangingPunct="1">
              <a:spcBef>
                <a:spcPct val="0"/>
              </a:spcBef>
              <a:spcAft>
                <a:spcPct val="0"/>
              </a:spcAft>
              <a:defRPr lang="ko-KR" altLang="en-US" sz="2400" b="1" kern="1200" baseline="0" dirty="0">
                <a:ln>
                  <a:solidFill>
                    <a:schemeClr val="accent1">
                      <a:alpha val="0"/>
                    </a:schemeClr>
                  </a:solidFill>
                </a:ln>
                <a:solidFill>
                  <a:srgbClr val="144772"/>
                </a:solidFill>
                <a:effectLst>
                  <a:glow rad="127000">
                    <a:schemeClr val="bg1"/>
                  </a:glow>
                  <a:outerShdw blurRad="38100" dist="38100" dir="2700000" algn="tl" rotWithShape="0">
                    <a:prstClr val="black">
                      <a:alpha val="40000"/>
                    </a:prstClr>
                  </a:outerShdw>
                </a:effectLst>
                <a:latin typeface="Pretendard Black" panose="02000A03000000020004" pitchFamily="50" charset="-127"/>
                <a:ea typeface="Pretendard Black" panose="02000A03000000020004" pitchFamily="50" charset="-127"/>
                <a:cs typeface="Pretendard Black" panose="02000A03000000020004" pitchFamily="50" charset="-127"/>
              </a:defRPr>
            </a:lvl1pPr>
            <a:lvl2pPr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2pPr>
            <a:lvl3pPr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3pPr>
            <a:lvl4pPr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4pPr>
            <a:lvl5pPr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5pPr>
            <a:lvl6pPr marL="457200"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6pPr>
            <a:lvl7pPr marL="914400"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7pPr>
            <a:lvl8pPr marL="1371600"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8pPr>
            <a:lvl9pPr marL="1828800"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9pPr>
          </a:lstStyle>
          <a:p>
            <a:r>
              <a:rPr lang="ko-KR" altLang="en-US">
                <a:ln>
                  <a:solidFill>
                    <a:srgbClr val="4F81BD">
                      <a:alpha val="0"/>
                    </a:srgbClr>
                  </a:solidFill>
                </a:ln>
                <a:effectLst>
                  <a:glow rad="127000">
                    <a:prstClr val="white"/>
                  </a:glow>
                  <a:outerShdw blurRad="38100" dist="38100" dir="2700000" algn="tl" rotWithShape="0">
                    <a:prstClr val="black">
                      <a:alpha val="40000"/>
                    </a:prstClr>
                  </a:outerShdw>
                </a:effectLst>
                <a:latin typeface="Pretendard Black"/>
                <a:ea typeface="Pretendard Black"/>
              </a:rPr>
              <a:t>파수 (윤석)</a:t>
            </a:r>
            <a:endParaRPr lang="ko-KR" altLang="en-US">
              <a:ln>
                <a:solidFill>
                  <a:srgbClr val="4F81BD">
                    <a:alpha val="0"/>
                  </a:srgbClr>
                </a:solidFill>
              </a:ln>
              <a:effectLst>
                <a:glow rad="127000">
                  <a:prstClr val="white"/>
                </a:glow>
                <a:outerShdw blurRad="38100" dist="38100" dir="2700000" algn="tl" rotWithShape="0">
                  <a:prstClr val="black">
                    <a:alpha val="40000"/>
                  </a:prstClr>
                </a:outerShdw>
              </a:effectLst>
              <a:latin typeface="Pretendard Black"/>
            </a:endParaRPr>
          </a:p>
        </p:txBody>
      </p:sp>
      <p:sp>
        <p:nvSpPr>
          <p:cNvPr id="8" name="TextBox 7">
            <a:extLst>
              <a:ext uri="{FF2B5EF4-FFF2-40B4-BE49-F238E27FC236}">
                <a16:creationId xmlns:a16="http://schemas.microsoft.com/office/drawing/2014/main" id="{58DB09AE-EAB0-A276-C3E0-95642A7E51CF}"/>
              </a:ext>
            </a:extLst>
          </p:cNvPr>
          <p:cNvSpPr txBox="1"/>
          <p:nvPr/>
        </p:nvSpPr>
        <p:spPr>
          <a:xfrm>
            <a:off x="487196" y="1268064"/>
            <a:ext cx="10631714" cy="337015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ltLang="ko-KR" sz="1300">
                <a:solidFill>
                  <a:srgbClr val="5E6C7A"/>
                </a:solidFill>
                <a:latin typeface="Arial"/>
                <a:ea typeface="맑은 고딕"/>
                <a:cs typeface="Arial"/>
              </a:rPr>
              <a:t>Documented</a:t>
            </a:r>
            <a:r>
              <a:rPr lang="ko-KR" sz="1300">
                <a:solidFill>
                  <a:srgbClr val="5E6C7A"/>
                </a:solidFill>
                <a:latin typeface="Arial"/>
                <a:ea typeface="맑은 고딕"/>
                <a:cs typeface="Arial"/>
              </a:rPr>
              <a:t> </a:t>
            </a:r>
            <a:r>
              <a:rPr lang="en-US" altLang="ko-KR" sz="1300">
                <a:solidFill>
                  <a:srgbClr val="5E6C7A"/>
                </a:solidFill>
                <a:latin typeface="Arial"/>
                <a:ea typeface="맑은 고딕"/>
                <a:cs typeface="Arial"/>
              </a:rPr>
              <a:t>capability</a:t>
            </a:r>
            <a:r>
              <a:rPr lang="ko-KR" sz="1300">
                <a:solidFill>
                  <a:srgbClr val="5E6C7A"/>
                </a:solidFill>
                <a:latin typeface="Arial"/>
                <a:ea typeface="맑은 고딕"/>
                <a:cs typeface="Arial"/>
              </a:rPr>
              <a:t> </a:t>
            </a:r>
            <a:r>
              <a:rPr lang="en-US" altLang="ko-KR" sz="1300">
                <a:solidFill>
                  <a:srgbClr val="5E6C7A"/>
                </a:solidFill>
                <a:latin typeface="Arial"/>
                <a:ea typeface="맑은 고딕"/>
                <a:cs typeface="Arial"/>
              </a:rPr>
              <a:t>and</a:t>
            </a:r>
            <a:r>
              <a:rPr lang="ko-KR" sz="1300">
                <a:solidFill>
                  <a:srgbClr val="5E6C7A"/>
                </a:solidFill>
                <a:latin typeface="Arial"/>
                <a:ea typeface="맑은 고딕"/>
                <a:cs typeface="Arial"/>
              </a:rPr>
              <a:t> </a:t>
            </a:r>
            <a:r>
              <a:rPr lang="en-US" altLang="ko-KR" sz="1300">
                <a:solidFill>
                  <a:srgbClr val="5E6C7A"/>
                </a:solidFill>
                <a:latin typeface="Arial"/>
                <a:ea typeface="맑은 고딕"/>
                <a:cs typeface="Arial"/>
              </a:rPr>
              <a:t>scope.</a:t>
            </a:r>
            <a:r>
              <a:rPr lang="ko-KR" sz="1300">
                <a:solidFill>
                  <a:srgbClr val="5E6C7A"/>
                </a:solidFill>
                <a:latin typeface="Arial"/>
                <a:ea typeface="맑은 고딕"/>
                <a:cs typeface="Arial"/>
              </a:rPr>
              <a:t> </a:t>
            </a:r>
            <a:r>
              <a:rPr lang="en-US" altLang="ko-KR" sz="1300">
                <a:solidFill>
                  <a:srgbClr val="5E6C7A"/>
                </a:solidFill>
                <a:latin typeface="Arial"/>
                <a:ea typeface="맑은 고딕"/>
                <a:cs typeface="Arial"/>
              </a:rPr>
              <a:t>Product</a:t>
            </a:r>
            <a:r>
              <a:rPr lang="ko-KR" sz="1300">
                <a:solidFill>
                  <a:srgbClr val="5E6C7A"/>
                </a:solidFill>
                <a:latin typeface="Arial"/>
                <a:ea typeface="맑은 고딕"/>
                <a:cs typeface="Arial"/>
              </a:rPr>
              <a:t> </a:t>
            </a:r>
            <a:r>
              <a:rPr lang="en-US" altLang="ko-KR" sz="1300">
                <a:solidFill>
                  <a:srgbClr val="5E6C7A"/>
                </a:solidFill>
                <a:latin typeface="Arial"/>
                <a:ea typeface="맑은 고딕"/>
                <a:cs typeface="Arial"/>
              </a:rPr>
              <a:t>and</a:t>
            </a:r>
            <a:r>
              <a:rPr lang="ko-KR" sz="1300">
                <a:solidFill>
                  <a:srgbClr val="5E6C7A"/>
                </a:solidFill>
                <a:latin typeface="Arial"/>
                <a:ea typeface="맑은 고딕"/>
                <a:cs typeface="Arial"/>
              </a:rPr>
              <a:t> </a:t>
            </a:r>
            <a:r>
              <a:rPr lang="en-US" altLang="ko-KR" sz="1300">
                <a:solidFill>
                  <a:srgbClr val="5E6C7A"/>
                </a:solidFill>
                <a:latin typeface="Arial"/>
                <a:ea typeface="맑은 고딕"/>
                <a:cs typeface="Arial"/>
              </a:rPr>
              <a:t>module</a:t>
            </a:r>
            <a:r>
              <a:rPr lang="ko-KR" sz="1300">
                <a:solidFill>
                  <a:srgbClr val="5E6C7A"/>
                </a:solidFill>
                <a:latin typeface="Arial"/>
                <a:ea typeface="맑은 고딕"/>
                <a:cs typeface="Arial"/>
              </a:rPr>
              <a:t> </a:t>
            </a:r>
            <a:r>
              <a:rPr lang="en-US" altLang="ko-KR" sz="1300">
                <a:solidFill>
                  <a:srgbClr val="5E6C7A"/>
                </a:solidFill>
                <a:latin typeface="Arial"/>
                <a:ea typeface="맑은 고딕"/>
                <a:cs typeface="Arial"/>
              </a:rPr>
              <a:t>boundaries</a:t>
            </a:r>
            <a:r>
              <a:rPr lang="ko-KR" sz="1300">
                <a:solidFill>
                  <a:srgbClr val="5E6C7A"/>
                </a:solidFill>
                <a:latin typeface="Arial"/>
                <a:ea typeface="맑은 고딕"/>
                <a:cs typeface="Arial"/>
              </a:rPr>
              <a:t> </a:t>
            </a:r>
            <a:r>
              <a:rPr lang="en-US" altLang="ko-KR" sz="1300">
                <a:solidFill>
                  <a:srgbClr val="5E6C7A"/>
                </a:solidFill>
                <a:latin typeface="Arial"/>
                <a:ea typeface="맑은 고딕"/>
                <a:cs typeface="Arial"/>
              </a:rPr>
              <a:t>apply.</a:t>
            </a:r>
            <a:endParaRPr lang="ko-KR" altLang="en-US"/>
          </a:p>
          <a:p>
            <a:endParaRPr lang="en-US" altLang="ko-KR" sz="1300">
              <a:solidFill>
                <a:srgbClr val="5E6C7A"/>
              </a:solidFill>
              <a:latin typeface="Arial"/>
              <a:ea typeface="맑은 고딕"/>
              <a:cs typeface="Arial"/>
            </a:endParaRPr>
          </a:p>
          <a:p>
            <a:endParaRPr lang="en-US" altLang="ko-KR" sz="1300">
              <a:solidFill>
                <a:srgbClr val="5E6C7A"/>
              </a:solidFill>
              <a:latin typeface="Arial"/>
              <a:ea typeface="맑은 고딕"/>
              <a:cs typeface="Arial"/>
            </a:endParaRPr>
          </a:p>
          <a:p>
            <a:endParaRPr lang="en-US" altLang="ko-KR" sz="1300">
              <a:solidFill>
                <a:srgbClr val="5E6C7A"/>
              </a:solidFill>
              <a:latin typeface="Arial"/>
              <a:ea typeface="맑은 고딕"/>
              <a:cs typeface="Arial"/>
            </a:endParaRPr>
          </a:p>
          <a:p>
            <a:endParaRPr lang="en-US" altLang="ko-KR" sz="1300">
              <a:solidFill>
                <a:srgbClr val="5E6C7A"/>
              </a:solidFill>
              <a:latin typeface="Arial"/>
              <a:ea typeface="맑은 고딕"/>
              <a:cs typeface="Arial"/>
            </a:endParaRPr>
          </a:p>
          <a:p>
            <a:endParaRPr lang="en-US" altLang="ko-KR" sz="1300">
              <a:solidFill>
                <a:srgbClr val="5E6C7A"/>
              </a:solidFill>
              <a:latin typeface="Arial"/>
              <a:ea typeface="맑은 고딕"/>
              <a:cs typeface="Arial"/>
            </a:endParaRPr>
          </a:p>
          <a:p>
            <a:endParaRPr lang="en-US" altLang="ko-KR" sz="1300">
              <a:solidFill>
                <a:srgbClr val="5E6C7A"/>
              </a:solidFill>
              <a:latin typeface="Arial"/>
              <a:ea typeface="맑은 고딕"/>
              <a:cs typeface="Arial"/>
            </a:endParaRPr>
          </a:p>
          <a:p>
            <a:endParaRPr lang="en-US" altLang="ko-KR" sz="1300">
              <a:solidFill>
                <a:srgbClr val="5E6C7A"/>
              </a:solidFill>
              <a:latin typeface="Arial"/>
              <a:ea typeface="맑은 고딕"/>
              <a:cs typeface="Arial"/>
            </a:endParaRPr>
          </a:p>
          <a:p>
            <a:r>
              <a:rPr lang="en-US" altLang="ko-KR" sz="1300">
                <a:solidFill>
                  <a:srgbClr val="5E6C7A"/>
                </a:solidFill>
                <a:latin typeface="Arial"/>
                <a:ea typeface="맑은 고딕"/>
                <a:cs typeface="Arial"/>
              </a:rPr>
              <a:t>.</a:t>
            </a:r>
            <a:endParaRPr lang="ko-KR" altLang="en-US">
              <a:solidFill>
                <a:srgbClr val="000000"/>
              </a:solidFill>
              <a:latin typeface="맑은 고딕"/>
              <a:ea typeface="맑은 고딕"/>
              <a:cs typeface="Arial"/>
            </a:endParaRPr>
          </a:p>
          <a:p>
            <a:endParaRPr lang="en-US" altLang="ko-KR" sz="1300">
              <a:solidFill>
                <a:srgbClr val="5E6C7A"/>
              </a:solidFill>
              <a:latin typeface="Arial"/>
              <a:ea typeface="맑은 고딕"/>
              <a:cs typeface="Arial"/>
            </a:endParaRPr>
          </a:p>
          <a:p>
            <a:endParaRPr lang="en-US" altLang="ko-KR" sz="1300">
              <a:solidFill>
                <a:srgbClr val="5E6C7A"/>
              </a:solidFill>
              <a:latin typeface="Arial"/>
              <a:ea typeface="맑은 고딕"/>
              <a:cs typeface="Arial"/>
            </a:endParaRPr>
          </a:p>
          <a:p>
            <a:endParaRPr lang="en-US" altLang="ko-KR" sz="1300">
              <a:solidFill>
                <a:srgbClr val="5E6C7A"/>
              </a:solidFill>
              <a:latin typeface="Arial"/>
              <a:ea typeface="맑은 고딕"/>
              <a:cs typeface="Arial"/>
            </a:endParaRPr>
          </a:p>
          <a:p>
            <a:endParaRPr lang="en-US" altLang="ko-KR" sz="1300">
              <a:solidFill>
                <a:srgbClr val="5E6C7A"/>
              </a:solidFill>
              <a:latin typeface="Arial"/>
              <a:ea typeface="맑은 고딕"/>
              <a:cs typeface="Arial"/>
            </a:endParaRPr>
          </a:p>
          <a:p>
            <a:endParaRPr lang="en-US" altLang="ko-KR" sz="1300">
              <a:solidFill>
                <a:srgbClr val="5E6C7A"/>
              </a:solidFill>
              <a:latin typeface="Arial"/>
              <a:ea typeface="맑은 고딕"/>
              <a:cs typeface="Arial"/>
            </a:endParaRPr>
          </a:p>
          <a:p>
            <a:r>
              <a:rPr lang="ko-KR" sz="1300">
                <a:solidFill>
                  <a:srgbClr val="5E6C7A"/>
                </a:solidFill>
                <a:latin typeface="Arial"/>
                <a:ea typeface="맑은 고딕"/>
                <a:cs typeface="Arial"/>
              </a:rPr>
              <a:t>.</a:t>
            </a:r>
            <a:endParaRPr lang="ko-KR">
              <a:ea typeface="맑은 고딕"/>
            </a:endParaRPr>
          </a:p>
          <a:p>
            <a:pPr algn="l"/>
            <a:endParaRPr lang="ko-KR" altLang="en-US">
              <a:ea typeface="맑은 고딕"/>
            </a:endParaRPr>
          </a:p>
        </p:txBody>
      </p:sp>
      <p:sp>
        <p:nvSpPr>
          <p:cNvPr id="12" name="TextBox 11">
            <a:extLst>
              <a:ext uri="{FF2B5EF4-FFF2-40B4-BE49-F238E27FC236}">
                <a16:creationId xmlns:a16="http://schemas.microsoft.com/office/drawing/2014/main" id="{A24F7D90-8412-D29E-D2D3-FE2DEC7DAB10}"/>
              </a:ext>
            </a:extLst>
          </p:cNvPr>
          <p:cNvSpPr txBox="1"/>
          <p:nvPr/>
        </p:nvSpPr>
        <p:spPr>
          <a:xfrm>
            <a:off x="487195" y="5189824"/>
            <a:ext cx="11058434" cy="466281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500" b="1">
                <a:solidFill>
                  <a:srgbClr val="136F73"/>
                </a:solidFill>
                <a:latin typeface="Arial"/>
                <a:ea typeface="맑은 고딕"/>
                <a:cs typeface="Arial"/>
              </a:rPr>
              <a:t>● Documented ◐ Partial / conditional ? Not verified, not confirmed absent</a:t>
            </a:r>
            <a:endParaRPr lang="ko-KR"/>
          </a:p>
          <a:p>
            <a:r>
              <a:rPr lang="en-US" sz="1500" b="1">
                <a:solidFill>
                  <a:srgbClr val="136F73"/>
                </a:solidFill>
                <a:latin typeface="Arial"/>
                <a:ea typeface="맑은 고딕"/>
                <a:cs typeface="Arial"/>
              </a:rPr>
              <a:t>AI implication: test the exact client, API and agent route before assigning a coverage claim.</a:t>
            </a:r>
            <a:endParaRPr lang="en-US"/>
          </a:p>
          <a:p>
            <a:endParaRPr lang="en-US" sz="1500" b="1">
              <a:solidFill>
                <a:srgbClr val="136F73"/>
              </a:solidFill>
              <a:latin typeface="Arial"/>
              <a:ea typeface="맑은 고딕"/>
              <a:cs typeface="Arial"/>
            </a:endParaRPr>
          </a:p>
          <a:p>
            <a:endParaRPr lang="en-US" sz="1500" b="1">
              <a:solidFill>
                <a:srgbClr val="136F73"/>
              </a:solidFill>
              <a:latin typeface="Arial"/>
              <a:ea typeface="맑은 고딕"/>
              <a:cs typeface="Arial"/>
            </a:endParaRPr>
          </a:p>
          <a:p>
            <a:endParaRPr lang="en-US" sz="1500" b="1">
              <a:solidFill>
                <a:srgbClr val="136F73"/>
              </a:solidFill>
              <a:latin typeface="Arial"/>
              <a:ea typeface="맑은 고딕"/>
              <a:cs typeface="Arial"/>
            </a:endParaRPr>
          </a:p>
          <a:p>
            <a:endParaRPr lang="en-US" altLang="ko-KR" sz="1500" b="1">
              <a:solidFill>
                <a:srgbClr val="136F73"/>
              </a:solidFill>
              <a:latin typeface="Arial"/>
              <a:ea typeface="맑은 고딕"/>
              <a:cs typeface="Arial"/>
            </a:endParaRPr>
          </a:p>
          <a:p>
            <a:endParaRPr lang="en-US" altLang="ko-KR" sz="1500" b="1">
              <a:solidFill>
                <a:srgbClr val="136F73"/>
              </a:solidFill>
              <a:latin typeface="Arial"/>
              <a:ea typeface="맑은 고딕"/>
              <a:cs typeface="Arial"/>
            </a:endParaRPr>
          </a:p>
          <a:p>
            <a:endParaRPr lang="en-US" altLang="ko-KR" sz="1500" b="1">
              <a:solidFill>
                <a:srgbClr val="136F73"/>
              </a:solidFill>
              <a:latin typeface="Arial"/>
              <a:ea typeface="맑은 고딕"/>
              <a:cs typeface="Arial"/>
            </a:endParaRPr>
          </a:p>
          <a:p>
            <a:endParaRPr lang="en-US" altLang="ko-KR" sz="1500" b="1">
              <a:solidFill>
                <a:srgbClr val="136F73"/>
              </a:solidFill>
              <a:latin typeface="Arial"/>
              <a:ea typeface="맑은 고딕"/>
              <a:cs typeface="Arial"/>
            </a:endParaRPr>
          </a:p>
          <a:p>
            <a:endParaRPr lang="en-US" altLang="ko-KR" sz="1500" b="1">
              <a:solidFill>
                <a:srgbClr val="136F73"/>
              </a:solidFill>
              <a:latin typeface="Arial"/>
              <a:ea typeface="맑은 고딕"/>
              <a:cs typeface="Arial"/>
            </a:endParaRPr>
          </a:p>
          <a:p>
            <a:endParaRPr lang="en-US" sz="1500" b="1">
              <a:solidFill>
                <a:srgbClr val="136F73"/>
              </a:solidFill>
              <a:latin typeface="Arial"/>
              <a:ea typeface="맑은 고딕"/>
              <a:cs typeface="Arial"/>
            </a:endParaRPr>
          </a:p>
          <a:p>
            <a:endParaRPr lang="en-US" sz="1500" b="1">
              <a:solidFill>
                <a:srgbClr val="136F73"/>
              </a:solidFill>
              <a:latin typeface="Arial"/>
              <a:ea typeface="맑은 고딕"/>
              <a:cs typeface="Arial"/>
            </a:endParaRPr>
          </a:p>
          <a:p>
            <a:endParaRPr lang="en-US" sz="1500" b="1">
              <a:solidFill>
                <a:srgbClr val="136F73"/>
              </a:solidFill>
              <a:latin typeface="Arial"/>
              <a:ea typeface="맑은 고딕"/>
              <a:cs typeface="Arial"/>
            </a:endParaRPr>
          </a:p>
          <a:p>
            <a:endParaRPr lang="en-US" altLang="ko-KR" sz="1500" b="1">
              <a:solidFill>
                <a:srgbClr val="136F73"/>
              </a:solidFill>
              <a:latin typeface="Arial"/>
              <a:ea typeface="맑은 고딕"/>
              <a:cs typeface="Arial"/>
            </a:endParaRPr>
          </a:p>
          <a:p>
            <a:endParaRPr lang="en-US" altLang="ko-KR" sz="1500" b="1">
              <a:solidFill>
                <a:srgbClr val="136F73"/>
              </a:solidFill>
              <a:latin typeface="Arial"/>
              <a:ea typeface="맑은 고딕"/>
              <a:cs typeface="Arial"/>
            </a:endParaRPr>
          </a:p>
          <a:p>
            <a:endParaRPr lang="en-US" altLang="ko-KR" sz="1500" b="1">
              <a:solidFill>
                <a:srgbClr val="136F73"/>
              </a:solidFill>
              <a:latin typeface="Arial"/>
              <a:ea typeface="맑은 고딕"/>
              <a:cs typeface="Arial"/>
            </a:endParaRPr>
          </a:p>
          <a:p>
            <a:endParaRPr lang="en-US" altLang="ko-KR" sz="1300">
              <a:solidFill>
                <a:srgbClr val="5E6C7A"/>
              </a:solidFill>
              <a:latin typeface="Arial"/>
              <a:ea typeface="맑은 고딕"/>
              <a:cs typeface="Arial"/>
            </a:endParaRPr>
          </a:p>
          <a:p>
            <a:endParaRPr lang="en-US" altLang="ko-KR" sz="1300">
              <a:solidFill>
                <a:srgbClr val="5E6C7A"/>
              </a:solidFill>
              <a:latin typeface="Arial"/>
              <a:ea typeface="맑은 고딕"/>
              <a:cs typeface="Arial"/>
            </a:endParaRPr>
          </a:p>
          <a:p>
            <a:r>
              <a:rPr lang="ko-KR" sz="1300">
                <a:solidFill>
                  <a:srgbClr val="5E6C7A"/>
                </a:solidFill>
                <a:latin typeface="Arial"/>
                <a:ea typeface="맑은 고딕"/>
                <a:cs typeface="Arial"/>
              </a:rPr>
              <a:t>.</a:t>
            </a:r>
            <a:endParaRPr lang="ko-KR">
              <a:ea typeface="맑은 고딕"/>
            </a:endParaRPr>
          </a:p>
          <a:p>
            <a:pPr algn="l"/>
            <a:endParaRPr lang="ko-KR" altLang="en-US">
              <a:ea typeface="맑은 고딕"/>
            </a:endParaRPr>
          </a:p>
        </p:txBody>
      </p:sp>
      <p:graphicFrame>
        <p:nvGraphicFramePr>
          <p:cNvPr id="4" name="표 3">
            <a:extLst>
              <a:ext uri="{FF2B5EF4-FFF2-40B4-BE49-F238E27FC236}">
                <a16:creationId xmlns:a16="http://schemas.microsoft.com/office/drawing/2014/main" id="{B2820D1E-9D90-AFCE-6F67-2B53EDFD68E0}"/>
              </a:ext>
            </a:extLst>
          </p:cNvPr>
          <p:cNvGraphicFramePr>
            <a:graphicFrameLocks noGrp="1"/>
          </p:cNvGraphicFramePr>
          <p:nvPr>
            <p:extLst>
              <p:ext uri="{D42A27DB-BD31-4B8C-83A1-F6EECF244321}">
                <p14:modId xmlns:p14="http://schemas.microsoft.com/office/powerpoint/2010/main" val="1457408919"/>
              </p:ext>
            </p:extLst>
          </p:nvPr>
        </p:nvGraphicFramePr>
        <p:xfrm>
          <a:off x="571500" y="1710372"/>
          <a:ext cx="11049000" cy="3152775"/>
        </p:xfrm>
        <a:graphic>
          <a:graphicData uri="http://schemas.openxmlformats.org/drawingml/2006/table">
            <a:tbl>
              <a:tblPr bandRow="1">
                <a:tableStyleId>{5C22544A-7EE6-4342-B048-85BDC9FD1C3A}</a:tableStyleId>
              </a:tblPr>
              <a:tblGrid>
                <a:gridCol w="762000">
                  <a:extLst>
                    <a:ext uri="{9D8B030D-6E8A-4147-A177-3AD203B41FA5}">
                      <a16:colId xmlns:a16="http://schemas.microsoft.com/office/drawing/2014/main" val="1698362347"/>
                    </a:ext>
                  </a:extLst>
                </a:gridCol>
                <a:gridCol w="3143250">
                  <a:extLst>
                    <a:ext uri="{9D8B030D-6E8A-4147-A177-3AD203B41FA5}">
                      <a16:colId xmlns:a16="http://schemas.microsoft.com/office/drawing/2014/main" val="2830635571"/>
                    </a:ext>
                  </a:extLst>
                </a:gridCol>
                <a:gridCol w="571500">
                  <a:extLst>
                    <a:ext uri="{9D8B030D-6E8A-4147-A177-3AD203B41FA5}">
                      <a16:colId xmlns:a16="http://schemas.microsoft.com/office/drawing/2014/main" val="1838736065"/>
                    </a:ext>
                  </a:extLst>
                </a:gridCol>
                <a:gridCol w="6572250">
                  <a:extLst>
                    <a:ext uri="{9D8B030D-6E8A-4147-A177-3AD203B41FA5}">
                      <a16:colId xmlns:a16="http://schemas.microsoft.com/office/drawing/2014/main" val="427609783"/>
                    </a:ext>
                  </a:extLst>
                </a:gridCol>
              </a:tblGrid>
              <a:tr h="323850">
                <a:tc>
                  <a:txBody>
                    <a:bodyPr/>
                    <a:lstStyle/>
                    <a:p>
                      <a:pPr algn="l">
                        <a:buNone/>
                      </a:pPr>
                      <a:r>
                        <a:rPr lang="ko-KR" sz="1200" b="1">
                          <a:solidFill>
                            <a:srgbClr val="144772"/>
                          </a:solidFill>
                          <a:effectLst/>
                          <a:latin typeface="Arial" panose="020B0604020202020204" pitchFamily="34" charset="0"/>
                          <a:ea typeface="Arial" panose="020B0604020202020204" pitchFamily="34" charset="0"/>
                        </a:rPr>
                        <a:t>ID</a:t>
                      </a:r>
                      <a:endParaRPr lang="ko-KR" sz="1200" b="1">
                        <a:solidFill>
                          <a:srgbClr val="144772"/>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DDECF2"/>
                    </a:solidFill>
                  </a:tcPr>
                </a:tc>
                <a:tc>
                  <a:txBody>
                    <a:bodyPr/>
                    <a:lstStyle/>
                    <a:p>
                      <a:pPr algn="l">
                        <a:buNone/>
                      </a:pPr>
                      <a:r>
                        <a:rPr lang="ko-KR" sz="1200" b="1">
                          <a:solidFill>
                            <a:srgbClr val="144772"/>
                          </a:solidFill>
                          <a:effectLst/>
                          <a:latin typeface="Arial" panose="020B0604020202020204" pitchFamily="34" charset="0"/>
                          <a:ea typeface="Arial" panose="020B0604020202020204" pitchFamily="34" charset="0"/>
                        </a:rPr>
                        <a:t>Capability</a:t>
                      </a:r>
                      <a:endParaRPr lang="ko-KR" sz="1200" b="1">
                        <a:solidFill>
                          <a:srgbClr val="144772"/>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DDECF2"/>
                    </a:solidFill>
                  </a:tcPr>
                </a:tc>
                <a:tc>
                  <a:txBody>
                    <a:bodyPr/>
                    <a:lstStyle/>
                    <a:p>
                      <a:pPr algn="l">
                        <a:buNone/>
                      </a:pPr>
                      <a:r>
                        <a:rPr lang="ko-KR" sz="1200" b="1">
                          <a:solidFill>
                            <a:srgbClr val="144772"/>
                          </a:solidFill>
                          <a:effectLst/>
                          <a:latin typeface="Arial" panose="020B0604020202020204" pitchFamily="34" charset="0"/>
                          <a:ea typeface="Arial" panose="020B0604020202020204" pitchFamily="34" charset="0"/>
                        </a:rPr>
                        <a:t>Flag</a:t>
                      </a:r>
                      <a:endParaRPr lang="ko-KR" sz="1200" b="1">
                        <a:solidFill>
                          <a:srgbClr val="144772"/>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DDECF2"/>
                    </a:solidFill>
                  </a:tcPr>
                </a:tc>
                <a:tc>
                  <a:txBody>
                    <a:bodyPr/>
                    <a:lstStyle/>
                    <a:p>
                      <a:pPr algn="l">
                        <a:buNone/>
                      </a:pPr>
                      <a:r>
                        <a:rPr lang="ko-KR" sz="1200" b="1">
                          <a:solidFill>
                            <a:srgbClr val="144772"/>
                          </a:solidFill>
                          <a:effectLst/>
                          <a:latin typeface="Arial" panose="020B0604020202020204" pitchFamily="34" charset="0"/>
                          <a:ea typeface="Arial" panose="020B0604020202020204" pitchFamily="34" charset="0"/>
                        </a:rPr>
                        <a:t>Documented scope and evidence</a:t>
                      </a:r>
                      <a:endParaRPr lang="ko-KR" sz="1200" b="1">
                        <a:solidFill>
                          <a:srgbClr val="144772"/>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DDECF2"/>
                    </a:solidFill>
                  </a:tcPr>
                </a:tc>
                <a:extLst>
                  <a:ext uri="{0D108BD9-81ED-4DB2-BD59-A6C34878D82A}">
                    <a16:rowId xmlns:a16="http://schemas.microsoft.com/office/drawing/2014/main" val="1861519047"/>
                  </a:ext>
                </a:extLst>
              </a:tr>
              <a:tr h="314325">
                <a:tc>
                  <a:txBody>
                    <a:bodyPr/>
                    <a:lstStyle/>
                    <a:p>
                      <a:pPr algn="l">
                        <a:buNone/>
                      </a:pPr>
                      <a:r>
                        <a:rPr lang="ko-KR" sz="1300" b="1">
                          <a:solidFill>
                            <a:srgbClr val="243447"/>
                          </a:solidFill>
                          <a:effectLst/>
                          <a:latin typeface="Arial" panose="020B0604020202020204" pitchFamily="34" charset="0"/>
                          <a:ea typeface="Arial" panose="020B0604020202020204" pitchFamily="34" charset="0"/>
                        </a:rPr>
                        <a:t>D5-01</a:t>
                      </a:r>
                      <a:endParaRPr lang="ko-KR" sz="1300" b="1">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a:solidFill>
                            <a:srgbClr val="243447"/>
                          </a:solidFill>
                          <a:effectLst/>
                          <a:latin typeface="Arial" panose="020B0604020202020204" pitchFamily="34" charset="0"/>
                          <a:ea typeface="Arial" panose="020B0604020202020204" pitchFamily="34" charset="0"/>
                        </a:rPr>
                        <a:t>Windows endpoint agent</a:t>
                      </a:r>
                      <a:endParaRPr lang="ko-KR" sz="1300">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b="1">
                          <a:solidFill>
                            <a:srgbClr val="136F73"/>
                          </a:solidFill>
                          <a:effectLst/>
                          <a:latin typeface="Arial" panose="020B0604020202020204" pitchFamily="34" charset="0"/>
                          <a:ea typeface="Arial" panose="020B0604020202020204" pitchFamily="34" charset="0"/>
                        </a:rPr>
                        <a:t>●</a:t>
                      </a:r>
                      <a:endParaRPr lang="ko-KR" sz="1300" b="1">
                        <a:solidFill>
                          <a:srgbClr val="136F73"/>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a:solidFill>
                            <a:srgbClr val="243447"/>
                          </a:solidFill>
                          <a:effectLst/>
                          <a:latin typeface="Arial" panose="020B0604020202020204" pitchFamily="34" charset="0"/>
                          <a:ea typeface="Arial" panose="020B0604020202020204" pitchFamily="34" charset="0"/>
                        </a:rPr>
                        <a:t>FED / FDR. AI-module OS matrix separate. [F1,F2]</a:t>
                      </a:r>
                      <a:endParaRPr lang="ko-KR" sz="1300">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20449949"/>
                  </a:ext>
                </a:extLst>
              </a:tr>
              <a:tr h="314325">
                <a:tc>
                  <a:txBody>
                    <a:bodyPr/>
                    <a:lstStyle/>
                    <a:p>
                      <a:pPr algn="l">
                        <a:buNone/>
                      </a:pPr>
                      <a:r>
                        <a:rPr lang="ko-KR" sz="1300" b="1">
                          <a:solidFill>
                            <a:srgbClr val="243447"/>
                          </a:solidFill>
                          <a:effectLst/>
                          <a:latin typeface="Arial" panose="020B0604020202020204" pitchFamily="34" charset="0"/>
                          <a:ea typeface="Arial" panose="020B0604020202020204" pitchFamily="34" charset="0"/>
                        </a:rPr>
                        <a:t>D5-02</a:t>
                      </a:r>
                      <a:endParaRPr lang="ko-KR" sz="1300" b="1">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a:solidFill>
                            <a:srgbClr val="243447"/>
                          </a:solidFill>
                          <a:effectLst/>
                          <a:latin typeface="Arial" panose="020B0604020202020204" pitchFamily="34" charset="0"/>
                          <a:ea typeface="Arial" panose="020B0604020202020204" pitchFamily="34" charset="0"/>
                        </a:rPr>
                        <a:t>macOS endpoint agent</a:t>
                      </a:r>
                      <a:endParaRPr lang="ko-KR" sz="1300">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b="1">
                          <a:solidFill>
                            <a:srgbClr val="136F73"/>
                          </a:solidFill>
                          <a:effectLst/>
                          <a:latin typeface="Arial" panose="020B0604020202020204" pitchFamily="34" charset="0"/>
                          <a:ea typeface="Arial" panose="020B0604020202020204" pitchFamily="34" charset="0"/>
                        </a:rPr>
                        <a:t>●</a:t>
                      </a:r>
                      <a:endParaRPr lang="ko-KR" sz="1300" b="1">
                        <a:solidFill>
                          <a:srgbClr val="136F73"/>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a:solidFill>
                            <a:srgbClr val="243447"/>
                          </a:solidFill>
                          <a:effectLst/>
                          <a:latin typeface="Arial" panose="020B0604020202020204" pitchFamily="34" charset="0"/>
                          <a:ea typeface="Arial" panose="020B0604020202020204" pitchFamily="34" charset="0"/>
                        </a:rPr>
                        <a:t>FED / FDR. AI-module OS matrix separate. [F1,F2]</a:t>
                      </a:r>
                      <a:endParaRPr lang="ko-KR" sz="1300">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9569197"/>
                  </a:ext>
                </a:extLst>
              </a:tr>
              <a:tr h="314325">
                <a:tc>
                  <a:txBody>
                    <a:bodyPr/>
                    <a:lstStyle/>
                    <a:p>
                      <a:pPr algn="l">
                        <a:buNone/>
                      </a:pPr>
                      <a:r>
                        <a:rPr lang="ko-KR" sz="1300" b="1">
                          <a:solidFill>
                            <a:srgbClr val="243447"/>
                          </a:solidFill>
                          <a:effectLst/>
                          <a:latin typeface="Arial" panose="020B0604020202020204" pitchFamily="34" charset="0"/>
                          <a:ea typeface="Arial" panose="020B0604020202020204" pitchFamily="34" charset="0"/>
                        </a:rPr>
                        <a:t>D5-03</a:t>
                      </a:r>
                      <a:endParaRPr lang="ko-KR" sz="1300" b="1">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a:solidFill>
                            <a:srgbClr val="243447"/>
                          </a:solidFill>
                          <a:effectLst/>
                          <a:latin typeface="Arial" panose="020B0604020202020204" pitchFamily="34" charset="0"/>
                          <a:ea typeface="Arial" panose="020B0604020202020204" pitchFamily="34" charset="0"/>
                        </a:rPr>
                        <a:t>Linux endpoint agent</a:t>
                      </a:r>
                      <a:endParaRPr lang="ko-KR" sz="1300">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b="1">
                          <a:solidFill>
                            <a:srgbClr val="5E6C7A"/>
                          </a:solidFill>
                          <a:effectLst/>
                          <a:latin typeface="Arial" panose="020B0604020202020204" pitchFamily="34" charset="0"/>
                          <a:ea typeface="Arial" panose="020B0604020202020204" pitchFamily="34" charset="0"/>
                        </a:rPr>
                        <a:t>?</a:t>
                      </a:r>
                      <a:endParaRPr lang="ko-KR" sz="1300" b="1">
                        <a:solidFill>
                          <a:srgbClr val="5E6C7A"/>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a:solidFill>
                            <a:srgbClr val="243447"/>
                          </a:solidFill>
                          <a:effectLst/>
                          <a:latin typeface="Arial" panose="020B0604020202020204" pitchFamily="34" charset="0"/>
                          <a:ea typeface="Arial" panose="020B0604020202020204" pitchFamily="34" charset="0"/>
                        </a:rPr>
                        <a:t>Linux endpoint DLP agent not verified.</a:t>
                      </a:r>
                      <a:endParaRPr lang="ko-KR" sz="1300">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178096827"/>
                  </a:ext>
                </a:extLst>
              </a:tr>
              <a:tr h="314325">
                <a:tc>
                  <a:txBody>
                    <a:bodyPr/>
                    <a:lstStyle/>
                    <a:p>
                      <a:pPr algn="l">
                        <a:buNone/>
                      </a:pPr>
                      <a:r>
                        <a:rPr lang="ko-KR" sz="1300" b="1">
                          <a:solidFill>
                            <a:srgbClr val="243447"/>
                          </a:solidFill>
                          <a:effectLst/>
                          <a:latin typeface="Arial" panose="020B0604020202020204" pitchFamily="34" charset="0"/>
                          <a:ea typeface="Arial" panose="020B0604020202020204" pitchFamily="34" charset="0"/>
                        </a:rPr>
                        <a:t>D5-04</a:t>
                      </a:r>
                      <a:endParaRPr lang="ko-KR" sz="1300" b="1">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a:solidFill>
                            <a:srgbClr val="243447"/>
                          </a:solidFill>
                          <a:effectLst/>
                          <a:latin typeface="Arial" panose="020B0604020202020204" pitchFamily="34" charset="0"/>
                          <a:ea typeface="Arial" panose="020B0604020202020204" pitchFamily="34" charset="0"/>
                        </a:rPr>
                        <a:t>VDI support</a:t>
                      </a:r>
                      <a:endParaRPr lang="ko-KR" sz="1300">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b="1">
                          <a:solidFill>
                            <a:srgbClr val="5E6C7A"/>
                          </a:solidFill>
                          <a:effectLst/>
                          <a:latin typeface="Arial" panose="020B0604020202020204" pitchFamily="34" charset="0"/>
                          <a:ea typeface="Arial" panose="020B0604020202020204" pitchFamily="34" charset="0"/>
                        </a:rPr>
                        <a:t>?</a:t>
                      </a:r>
                      <a:endParaRPr lang="ko-KR" sz="1300" b="1">
                        <a:solidFill>
                          <a:srgbClr val="5E6C7A"/>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a:solidFill>
                            <a:srgbClr val="243447"/>
                          </a:solidFill>
                          <a:effectLst/>
                          <a:latin typeface="Arial" panose="020B0604020202020204" pitchFamily="34" charset="0"/>
                          <a:ea typeface="Arial" panose="020B0604020202020204" pitchFamily="34" charset="0"/>
                        </a:rPr>
                        <a:t>Current VDI product matrix not verified.</a:t>
                      </a:r>
                      <a:endParaRPr lang="ko-KR" sz="1300">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042153040"/>
                  </a:ext>
                </a:extLst>
              </a:tr>
              <a:tr h="314325">
                <a:tc>
                  <a:txBody>
                    <a:bodyPr/>
                    <a:lstStyle/>
                    <a:p>
                      <a:pPr algn="l">
                        <a:buNone/>
                      </a:pPr>
                      <a:r>
                        <a:rPr lang="ko-KR" sz="1300" b="1">
                          <a:solidFill>
                            <a:srgbClr val="243447"/>
                          </a:solidFill>
                          <a:effectLst/>
                          <a:latin typeface="Arial" panose="020B0604020202020204" pitchFamily="34" charset="0"/>
                          <a:ea typeface="Arial" panose="020B0604020202020204" pitchFamily="34" charset="0"/>
                        </a:rPr>
                        <a:t>D5-05</a:t>
                      </a:r>
                      <a:endParaRPr lang="ko-KR" sz="1300" b="1">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a:solidFill>
                            <a:srgbClr val="243447"/>
                          </a:solidFill>
                          <a:effectLst/>
                          <a:latin typeface="Arial" panose="020B0604020202020204" pitchFamily="34" charset="0"/>
                          <a:ea typeface="Arial" panose="020B0604020202020204" pitchFamily="34" charset="0"/>
                        </a:rPr>
                        <a:t>Cloud / SaaS delivery</a:t>
                      </a:r>
                      <a:endParaRPr lang="ko-KR" sz="1300">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b="1">
                          <a:solidFill>
                            <a:srgbClr val="136F73"/>
                          </a:solidFill>
                          <a:effectLst/>
                          <a:latin typeface="Arial" panose="020B0604020202020204" pitchFamily="34" charset="0"/>
                          <a:ea typeface="Arial" panose="020B0604020202020204" pitchFamily="34" charset="0"/>
                        </a:rPr>
                        <a:t>●</a:t>
                      </a:r>
                      <a:endParaRPr lang="ko-KR" sz="1300" b="1">
                        <a:solidFill>
                          <a:srgbClr val="136F73"/>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a:solidFill>
                            <a:srgbClr val="243447"/>
                          </a:solidFill>
                          <a:effectLst/>
                          <a:latin typeface="Arial" panose="020B0604020202020204" pitchFamily="34" charset="0"/>
                          <a:ea typeface="Arial" panose="020B0604020202020204" pitchFamily="34" charset="0"/>
                        </a:rPr>
                        <a:t>DSP Cloud data-security modules. [F12]</a:t>
                      </a:r>
                      <a:endParaRPr lang="ko-KR" sz="1300">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879195049"/>
                  </a:ext>
                </a:extLst>
              </a:tr>
              <a:tr h="314325">
                <a:tc>
                  <a:txBody>
                    <a:bodyPr/>
                    <a:lstStyle/>
                    <a:p>
                      <a:pPr algn="l">
                        <a:buNone/>
                      </a:pPr>
                      <a:r>
                        <a:rPr lang="ko-KR" sz="1300" b="1">
                          <a:solidFill>
                            <a:srgbClr val="243447"/>
                          </a:solidFill>
                          <a:effectLst/>
                          <a:latin typeface="Arial" panose="020B0604020202020204" pitchFamily="34" charset="0"/>
                          <a:ea typeface="Arial" panose="020B0604020202020204" pitchFamily="34" charset="0"/>
                        </a:rPr>
                        <a:t>D5-06</a:t>
                      </a:r>
                      <a:endParaRPr lang="ko-KR" sz="1300" b="1">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a:solidFill>
                            <a:srgbClr val="243447"/>
                          </a:solidFill>
                          <a:effectLst/>
                          <a:latin typeface="Arial" panose="020B0604020202020204" pitchFamily="34" charset="0"/>
                          <a:ea typeface="Arial" panose="020B0604020202020204" pitchFamily="34" charset="0"/>
                        </a:rPr>
                        <a:t>Central console / reports</a:t>
                      </a:r>
                      <a:endParaRPr lang="ko-KR" sz="1300">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b="1">
                          <a:solidFill>
                            <a:srgbClr val="136F73"/>
                          </a:solidFill>
                          <a:effectLst/>
                          <a:latin typeface="Arial" panose="020B0604020202020204" pitchFamily="34" charset="0"/>
                          <a:ea typeface="Arial" panose="020B0604020202020204" pitchFamily="34" charset="0"/>
                        </a:rPr>
                        <a:t>●</a:t>
                      </a:r>
                      <a:endParaRPr lang="ko-KR" sz="1300" b="1">
                        <a:solidFill>
                          <a:srgbClr val="136F73"/>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a:solidFill>
                            <a:srgbClr val="243447"/>
                          </a:solidFill>
                          <a:effectLst/>
                          <a:latin typeface="Arial" panose="020B0604020202020204" pitchFamily="34" charset="0"/>
                          <a:ea typeface="Arial" panose="020B0604020202020204" pitchFamily="34" charset="0"/>
                        </a:rPr>
                        <a:t>AI Radar central policy / event console. [F7]</a:t>
                      </a:r>
                      <a:endParaRPr lang="ko-KR" sz="1300">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3959871901"/>
                  </a:ext>
                </a:extLst>
              </a:tr>
              <a:tr h="314325">
                <a:tc>
                  <a:txBody>
                    <a:bodyPr/>
                    <a:lstStyle/>
                    <a:p>
                      <a:pPr algn="l">
                        <a:buNone/>
                      </a:pPr>
                      <a:r>
                        <a:rPr lang="ko-KR" sz="1300" b="1">
                          <a:solidFill>
                            <a:srgbClr val="243447"/>
                          </a:solidFill>
                          <a:effectLst/>
                          <a:latin typeface="Arial" panose="020B0604020202020204" pitchFamily="34" charset="0"/>
                          <a:ea typeface="Arial" panose="020B0604020202020204" pitchFamily="34" charset="0"/>
                        </a:rPr>
                        <a:t>D5-07</a:t>
                      </a:r>
                      <a:endParaRPr lang="ko-KR" sz="1300" b="1">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a:solidFill>
                            <a:srgbClr val="243447"/>
                          </a:solidFill>
                          <a:effectLst/>
                          <a:latin typeface="Arial" panose="020B0604020202020204" pitchFamily="34" charset="0"/>
                          <a:ea typeface="Arial" panose="020B0604020202020204" pitchFamily="34" charset="0"/>
                        </a:rPr>
                        <a:t>Policy authoring model</a:t>
                      </a:r>
                      <a:endParaRPr lang="ko-KR" sz="1300">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b="1">
                          <a:solidFill>
                            <a:srgbClr val="136F73"/>
                          </a:solidFill>
                          <a:effectLst/>
                          <a:latin typeface="Arial" panose="020B0604020202020204" pitchFamily="34" charset="0"/>
                          <a:ea typeface="Arial" panose="020B0604020202020204" pitchFamily="34" charset="0"/>
                        </a:rPr>
                        <a:t>●</a:t>
                      </a:r>
                      <a:endParaRPr lang="ko-KR" sz="1300" b="1">
                        <a:solidFill>
                          <a:srgbClr val="136F73"/>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a:solidFill>
                            <a:srgbClr val="243447"/>
                          </a:solidFill>
                          <a:effectLst/>
                          <a:latin typeface="Arial" panose="020B0604020202020204" pitchFamily="34" charset="0"/>
                          <a:ea typeface="Arial" panose="020B0604020202020204" pitchFamily="34" charset="0"/>
                        </a:rPr>
                        <a:t>AI-R DLP policies by IP / ID / URL. [F3]</a:t>
                      </a:r>
                      <a:endParaRPr lang="ko-KR" sz="1300">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202060797"/>
                  </a:ext>
                </a:extLst>
              </a:tr>
              <a:tr h="314325">
                <a:tc>
                  <a:txBody>
                    <a:bodyPr/>
                    <a:lstStyle/>
                    <a:p>
                      <a:pPr algn="l">
                        <a:buNone/>
                      </a:pPr>
                      <a:r>
                        <a:rPr lang="ko-KR" sz="1300" b="1">
                          <a:solidFill>
                            <a:srgbClr val="243447"/>
                          </a:solidFill>
                          <a:effectLst/>
                          <a:latin typeface="Arial" panose="020B0604020202020204" pitchFamily="34" charset="0"/>
                          <a:ea typeface="Arial" panose="020B0604020202020204" pitchFamily="34" charset="0"/>
                        </a:rPr>
                        <a:t>D5-08</a:t>
                      </a:r>
                      <a:endParaRPr lang="ko-KR" sz="1300" b="1">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a:solidFill>
                            <a:srgbClr val="243447"/>
                          </a:solidFill>
                          <a:effectLst/>
                          <a:latin typeface="Arial" panose="020B0604020202020204" pitchFamily="34" charset="0"/>
                          <a:ea typeface="Arial" panose="020B0604020202020204" pitchFamily="34" charset="0"/>
                        </a:rPr>
                        <a:t>Integrations: SIEM / NAC / MIP / API</a:t>
                      </a:r>
                      <a:endParaRPr lang="ko-KR" sz="1300">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b="1">
                          <a:solidFill>
                            <a:srgbClr val="956319"/>
                          </a:solidFill>
                          <a:effectLst/>
                          <a:latin typeface="Arial" panose="020B0604020202020204" pitchFamily="34" charset="0"/>
                          <a:ea typeface="Arial" panose="020B0604020202020204" pitchFamily="34" charset="0"/>
                        </a:rPr>
                        <a:t>◐</a:t>
                      </a:r>
                      <a:endParaRPr lang="ko-KR" sz="1300" b="1">
                        <a:solidFill>
                          <a:srgbClr val="956319"/>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a:solidFill>
                            <a:srgbClr val="243447"/>
                          </a:solidFill>
                          <a:effectLst/>
                          <a:latin typeface="Arial" panose="020B0604020202020204" pitchFamily="34" charset="0"/>
                          <a:ea typeface="Arial" panose="020B0604020202020204" pitchFamily="34" charset="0"/>
                        </a:rPr>
                        <a:t>M365 / MIP and DRM integration. SIEM / NAC matrix unverified. [F1,F4]</a:t>
                      </a:r>
                      <a:endParaRPr lang="ko-KR" sz="1300">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3949286064"/>
                  </a:ext>
                </a:extLst>
              </a:tr>
              <a:tr h="314325">
                <a:tc>
                  <a:txBody>
                    <a:bodyPr/>
                    <a:lstStyle/>
                    <a:p>
                      <a:pPr algn="l">
                        <a:buNone/>
                      </a:pPr>
                      <a:r>
                        <a:rPr lang="ko-KR" sz="1300" b="1">
                          <a:solidFill>
                            <a:srgbClr val="243447"/>
                          </a:solidFill>
                          <a:effectLst/>
                          <a:latin typeface="Arial" panose="020B0604020202020204" pitchFamily="34" charset="0"/>
                          <a:ea typeface="Arial" panose="020B0604020202020204" pitchFamily="34" charset="0"/>
                        </a:rPr>
                        <a:t>D5-09</a:t>
                      </a:r>
                      <a:endParaRPr lang="ko-KR" sz="1300" b="1">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a:solidFill>
                            <a:srgbClr val="243447"/>
                          </a:solidFill>
                          <a:effectLst/>
                          <a:latin typeface="Arial" panose="020B0604020202020204" pitchFamily="34" charset="0"/>
                          <a:ea typeface="Arial" panose="020B0604020202020204" pitchFamily="34" charset="0"/>
                        </a:rPr>
                        <a:t>AI processing on-prem only</a:t>
                      </a:r>
                      <a:endParaRPr lang="ko-KR" sz="1300">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b="1">
                          <a:solidFill>
                            <a:srgbClr val="5E6C7A"/>
                          </a:solidFill>
                          <a:effectLst/>
                          <a:latin typeface="Arial" panose="020B0604020202020204" pitchFamily="34" charset="0"/>
                          <a:ea typeface="Arial" panose="020B0604020202020204" pitchFamily="34" charset="0"/>
                        </a:rPr>
                        <a:t>?</a:t>
                      </a:r>
                      <a:endParaRPr lang="ko-KR" sz="1300" b="1">
                        <a:solidFill>
                          <a:srgbClr val="5E6C7A"/>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a:solidFill>
                            <a:srgbClr val="243447"/>
                          </a:solidFill>
                          <a:effectLst/>
                          <a:latin typeface="Arial" panose="020B0604020202020204" pitchFamily="34" charset="0"/>
                          <a:ea typeface="Arial" panose="020B0604020202020204" pitchFamily="34" charset="0"/>
                        </a:rPr>
                        <a:t>External model use / local inference boundary not specified.</a:t>
                      </a:r>
                      <a:endParaRPr lang="ko-KR" sz="1300">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967445963"/>
                  </a:ext>
                </a:extLst>
              </a:tr>
            </a:tbl>
          </a:graphicData>
        </a:graphic>
      </p:graphicFrame>
    </p:spTree>
    <p:extLst>
      <p:ext uri="{BB962C8B-B14F-4D97-AF65-F5344CB8AC3E}">
        <p14:creationId xmlns:p14="http://schemas.microsoft.com/office/powerpoint/2010/main" val="107413658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393CF1-01A9-491D-7C12-0762972AD1E7}"/>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B6B314A-723B-4988-F7A0-D2050CAE487B}"/>
              </a:ext>
            </a:extLst>
          </p:cNvPr>
          <p:cNvSpPr>
            <a:spLocks noGrp="1"/>
          </p:cNvSpPr>
          <p:nvPr>
            <p:ph type="sldNum" sz="quarter" idx="4"/>
          </p:nvPr>
        </p:nvSpPr>
        <p:spPr/>
        <p:txBody>
          <a:bodyPr/>
          <a:lstStyle/>
          <a:p>
            <a:fld id="{4EA1E582-E1CC-4474-812F-1657BC5920B7}" type="slidenum">
              <a:rPr lang="ko-KR" altLang="en-US" smtClean="0"/>
              <a:t>30</a:t>
            </a:fld>
            <a:endParaRPr lang="ko-KR" altLang="en-US"/>
          </a:p>
        </p:txBody>
      </p:sp>
      <p:sp>
        <p:nvSpPr>
          <p:cNvPr id="5" name="Text Placeholder 4">
            <a:extLst>
              <a:ext uri="{FF2B5EF4-FFF2-40B4-BE49-F238E27FC236}">
                <a16:creationId xmlns:a16="http://schemas.microsoft.com/office/drawing/2014/main" id="{90AD1FEE-7E8D-467B-4C9D-706C340033AA}"/>
              </a:ext>
            </a:extLst>
          </p:cNvPr>
          <p:cNvSpPr>
            <a:spLocks noGrp="1"/>
          </p:cNvSpPr>
          <p:nvPr>
            <p:ph type="body" sz="quarter" idx="11"/>
          </p:nvPr>
        </p:nvSpPr>
        <p:spPr>
          <a:xfrm>
            <a:off x="285075" y="7737998"/>
            <a:ext cx="11465393" cy="401637"/>
          </a:xfrm>
        </p:spPr>
        <p:txBody>
          <a:bodyPr lIns="91440" tIns="45720" rIns="91440" bIns="45720" anchor="ctr" anchorCtr="0"/>
          <a:lstStyle/>
          <a:p>
            <a:r>
              <a:rPr lang="en-US">
                <a:ea typeface="KoPub돋움체 Bold"/>
              </a:rPr>
              <a:t>D6 Compliance and certification</a:t>
            </a:r>
            <a:r>
              <a:rPr lang="en-US">
                <a:latin typeface="Consolas"/>
                <a:ea typeface="KoPub돋움체 Bold"/>
              </a:rPr>
              <a:t>(For reference)</a:t>
            </a:r>
            <a:endParaRPr lang="ko-KR" altLang="en-US"/>
          </a:p>
          <a:p>
            <a:endParaRPr lang="en-US" altLang="ko-KR"/>
          </a:p>
          <a:p>
            <a:endParaRPr lang="en-US" altLang="ko-KR"/>
          </a:p>
          <a:p>
            <a:endParaRPr lang="en-US" altLang="ko-KR"/>
          </a:p>
          <a:p>
            <a:endParaRPr lang="en-US" altLang="ko-KR"/>
          </a:p>
          <a:p>
            <a:endParaRPr lang="en-US" altLang="ko-KR"/>
          </a:p>
          <a:p>
            <a:endParaRPr lang="en-US" altLang="ko-KR"/>
          </a:p>
          <a:p>
            <a:endParaRPr lang="en-US" altLang="ko-KR"/>
          </a:p>
          <a:p>
            <a:endParaRPr lang="en-US">
              <a:ea typeface="KoPub돋움체 Bold"/>
            </a:endParaRPr>
          </a:p>
          <a:p>
            <a:endParaRPr lang="en-US" altLang="ko-KR"/>
          </a:p>
          <a:p>
            <a:endParaRPr lang="en-US" altLang="ko-KR"/>
          </a:p>
          <a:p>
            <a:endParaRPr lang="en-US" altLang="ko-KR"/>
          </a:p>
          <a:p>
            <a:endParaRPr lang="en-US" altLang="ko-KR"/>
          </a:p>
          <a:p>
            <a:endParaRPr lang="en-US" altLang="ko-KR"/>
          </a:p>
          <a:p>
            <a:endParaRPr lang="en-US" altLang="ko-KR"/>
          </a:p>
          <a:p>
            <a:endParaRPr lang="en-US" altLang="ko-KR"/>
          </a:p>
          <a:p>
            <a:endParaRPr lang="en-US" altLang="ko-KR"/>
          </a:p>
          <a:p>
            <a:endParaRPr lang="en-US" altLang="ko-KR"/>
          </a:p>
          <a:p>
            <a:endParaRPr lang="en-US" altLang="ko-KR"/>
          </a:p>
          <a:p>
            <a:endParaRPr lang="en-US" altLang="ko-KR"/>
          </a:p>
          <a:p>
            <a:endParaRPr lang="en-US"/>
          </a:p>
        </p:txBody>
      </p:sp>
      <p:sp>
        <p:nvSpPr>
          <p:cNvPr id="7" name="제목 3">
            <a:extLst>
              <a:ext uri="{FF2B5EF4-FFF2-40B4-BE49-F238E27FC236}">
                <a16:creationId xmlns:a16="http://schemas.microsoft.com/office/drawing/2014/main" id="{00D94E00-EAED-691B-A839-A11545DBBE9F}"/>
              </a:ext>
            </a:extLst>
          </p:cNvPr>
          <p:cNvSpPr txBox="1">
            <a:spLocks/>
          </p:cNvSpPr>
          <p:nvPr/>
        </p:nvSpPr>
        <p:spPr>
          <a:xfrm>
            <a:off x="286194" y="265704"/>
            <a:ext cx="10666268" cy="464670"/>
          </a:xfrm>
          <a:prstGeom prst="rect">
            <a:avLst/>
          </a:prstGeom>
        </p:spPr>
        <p:txBody>
          <a:bodyPr lIns="91440" tIns="45720" rIns="91440" bIns="45720" anchor="ctr" anchorCtr="0"/>
          <a:lstStyle>
            <a:lvl1pPr algn="l" rtl="0" eaLnBrk="1" fontAlgn="base" latinLnBrk="1" hangingPunct="1">
              <a:spcBef>
                <a:spcPct val="0"/>
              </a:spcBef>
              <a:spcAft>
                <a:spcPct val="0"/>
              </a:spcAft>
              <a:defRPr lang="ko-KR" altLang="en-US" sz="2400" b="1" kern="1200" baseline="0" dirty="0">
                <a:ln>
                  <a:solidFill>
                    <a:schemeClr val="accent1">
                      <a:alpha val="0"/>
                    </a:schemeClr>
                  </a:solidFill>
                </a:ln>
                <a:solidFill>
                  <a:srgbClr val="144772"/>
                </a:solidFill>
                <a:effectLst>
                  <a:glow rad="127000">
                    <a:schemeClr val="bg1"/>
                  </a:glow>
                  <a:outerShdw blurRad="38100" dist="38100" dir="2700000" algn="tl" rotWithShape="0">
                    <a:prstClr val="black">
                      <a:alpha val="40000"/>
                    </a:prstClr>
                  </a:outerShdw>
                </a:effectLst>
                <a:latin typeface="Pretendard Black" panose="02000A03000000020004" pitchFamily="50" charset="-127"/>
                <a:ea typeface="Pretendard Black" panose="02000A03000000020004" pitchFamily="50" charset="-127"/>
                <a:cs typeface="Pretendard Black" panose="02000A03000000020004" pitchFamily="50" charset="-127"/>
              </a:defRPr>
            </a:lvl1pPr>
            <a:lvl2pPr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2pPr>
            <a:lvl3pPr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3pPr>
            <a:lvl4pPr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4pPr>
            <a:lvl5pPr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5pPr>
            <a:lvl6pPr marL="457200"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6pPr>
            <a:lvl7pPr marL="914400"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7pPr>
            <a:lvl8pPr marL="1371600"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8pPr>
            <a:lvl9pPr marL="1828800"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9pPr>
          </a:lstStyle>
          <a:p>
            <a:r>
              <a:rPr lang="ko-KR" altLang="en-US">
                <a:ln>
                  <a:solidFill>
                    <a:srgbClr val="4F81BD">
                      <a:alpha val="0"/>
                    </a:srgbClr>
                  </a:solidFill>
                </a:ln>
                <a:effectLst>
                  <a:glow rad="127000">
                    <a:prstClr val="white"/>
                  </a:glow>
                  <a:outerShdw blurRad="38100" dist="38100" dir="2700000" algn="tl" rotWithShape="0">
                    <a:prstClr val="black">
                      <a:alpha val="40000"/>
                    </a:prstClr>
                  </a:outerShdw>
                </a:effectLst>
                <a:latin typeface="Pretendard Black"/>
                <a:ea typeface="Pretendard Black"/>
              </a:rPr>
              <a:t>파수 (윤석)</a:t>
            </a:r>
            <a:endParaRPr lang="ko-KR" altLang="en-US">
              <a:ln>
                <a:solidFill>
                  <a:srgbClr val="4F81BD">
                    <a:alpha val="0"/>
                  </a:srgbClr>
                </a:solidFill>
              </a:ln>
              <a:effectLst>
                <a:glow rad="127000">
                  <a:prstClr val="white"/>
                </a:glow>
                <a:outerShdw blurRad="38100" dist="38100" dir="2700000" algn="tl" rotWithShape="0">
                  <a:prstClr val="black">
                    <a:alpha val="40000"/>
                  </a:prstClr>
                </a:outerShdw>
              </a:effectLst>
              <a:latin typeface="Pretendard Black"/>
            </a:endParaRPr>
          </a:p>
        </p:txBody>
      </p:sp>
      <p:sp>
        <p:nvSpPr>
          <p:cNvPr id="8" name="TextBox 7">
            <a:extLst>
              <a:ext uri="{FF2B5EF4-FFF2-40B4-BE49-F238E27FC236}">
                <a16:creationId xmlns:a16="http://schemas.microsoft.com/office/drawing/2014/main" id="{E4DBB71B-F5F5-775F-6572-FE9EA24743CD}"/>
              </a:ext>
            </a:extLst>
          </p:cNvPr>
          <p:cNvSpPr txBox="1"/>
          <p:nvPr/>
        </p:nvSpPr>
        <p:spPr>
          <a:xfrm>
            <a:off x="487196" y="1268064"/>
            <a:ext cx="10631714" cy="337015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ltLang="ko-KR" sz="1300">
                <a:solidFill>
                  <a:srgbClr val="5E6C7A"/>
                </a:solidFill>
                <a:latin typeface="Arial"/>
                <a:ea typeface="맑은 고딕"/>
                <a:cs typeface="Arial"/>
              </a:rPr>
              <a:t>Documented</a:t>
            </a:r>
            <a:r>
              <a:rPr lang="ko-KR" sz="1300">
                <a:solidFill>
                  <a:srgbClr val="5E6C7A"/>
                </a:solidFill>
                <a:latin typeface="Arial"/>
                <a:ea typeface="맑은 고딕"/>
                <a:cs typeface="Arial"/>
              </a:rPr>
              <a:t> </a:t>
            </a:r>
            <a:r>
              <a:rPr lang="en-US" altLang="ko-KR" sz="1300">
                <a:solidFill>
                  <a:srgbClr val="5E6C7A"/>
                </a:solidFill>
                <a:latin typeface="Arial"/>
                <a:ea typeface="맑은 고딕"/>
                <a:cs typeface="Arial"/>
              </a:rPr>
              <a:t>capability</a:t>
            </a:r>
            <a:r>
              <a:rPr lang="ko-KR" sz="1300">
                <a:solidFill>
                  <a:srgbClr val="5E6C7A"/>
                </a:solidFill>
                <a:latin typeface="Arial"/>
                <a:ea typeface="맑은 고딕"/>
                <a:cs typeface="Arial"/>
              </a:rPr>
              <a:t> </a:t>
            </a:r>
            <a:r>
              <a:rPr lang="en-US" altLang="ko-KR" sz="1300">
                <a:solidFill>
                  <a:srgbClr val="5E6C7A"/>
                </a:solidFill>
                <a:latin typeface="Arial"/>
                <a:ea typeface="맑은 고딕"/>
                <a:cs typeface="Arial"/>
              </a:rPr>
              <a:t>and</a:t>
            </a:r>
            <a:r>
              <a:rPr lang="ko-KR" sz="1300">
                <a:solidFill>
                  <a:srgbClr val="5E6C7A"/>
                </a:solidFill>
                <a:latin typeface="Arial"/>
                <a:ea typeface="맑은 고딕"/>
                <a:cs typeface="Arial"/>
              </a:rPr>
              <a:t> </a:t>
            </a:r>
            <a:r>
              <a:rPr lang="en-US" altLang="ko-KR" sz="1300">
                <a:solidFill>
                  <a:srgbClr val="5E6C7A"/>
                </a:solidFill>
                <a:latin typeface="Arial"/>
                <a:ea typeface="맑은 고딕"/>
                <a:cs typeface="Arial"/>
              </a:rPr>
              <a:t>scope.</a:t>
            </a:r>
            <a:r>
              <a:rPr lang="ko-KR" sz="1300">
                <a:solidFill>
                  <a:srgbClr val="5E6C7A"/>
                </a:solidFill>
                <a:latin typeface="Arial"/>
                <a:ea typeface="맑은 고딕"/>
                <a:cs typeface="Arial"/>
              </a:rPr>
              <a:t> </a:t>
            </a:r>
            <a:r>
              <a:rPr lang="en-US" altLang="ko-KR" sz="1300">
                <a:solidFill>
                  <a:srgbClr val="5E6C7A"/>
                </a:solidFill>
                <a:latin typeface="Arial"/>
                <a:ea typeface="맑은 고딕"/>
                <a:cs typeface="Arial"/>
              </a:rPr>
              <a:t>Product</a:t>
            </a:r>
            <a:r>
              <a:rPr lang="ko-KR" sz="1300">
                <a:solidFill>
                  <a:srgbClr val="5E6C7A"/>
                </a:solidFill>
                <a:latin typeface="Arial"/>
                <a:ea typeface="맑은 고딕"/>
                <a:cs typeface="Arial"/>
              </a:rPr>
              <a:t> </a:t>
            </a:r>
            <a:r>
              <a:rPr lang="en-US" altLang="ko-KR" sz="1300">
                <a:solidFill>
                  <a:srgbClr val="5E6C7A"/>
                </a:solidFill>
                <a:latin typeface="Arial"/>
                <a:ea typeface="맑은 고딕"/>
                <a:cs typeface="Arial"/>
              </a:rPr>
              <a:t>and</a:t>
            </a:r>
            <a:r>
              <a:rPr lang="ko-KR" sz="1300">
                <a:solidFill>
                  <a:srgbClr val="5E6C7A"/>
                </a:solidFill>
                <a:latin typeface="Arial"/>
                <a:ea typeface="맑은 고딕"/>
                <a:cs typeface="Arial"/>
              </a:rPr>
              <a:t> </a:t>
            </a:r>
            <a:r>
              <a:rPr lang="en-US" altLang="ko-KR" sz="1300">
                <a:solidFill>
                  <a:srgbClr val="5E6C7A"/>
                </a:solidFill>
                <a:latin typeface="Arial"/>
                <a:ea typeface="맑은 고딕"/>
                <a:cs typeface="Arial"/>
              </a:rPr>
              <a:t>module</a:t>
            </a:r>
            <a:r>
              <a:rPr lang="ko-KR" sz="1300">
                <a:solidFill>
                  <a:srgbClr val="5E6C7A"/>
                </a:solidFill>
                <a:latin typeface="Arial"/>
                <a:ea typeface="맑은 고딕"/>
                <a:cs typeface="Arial"/>
              </a:rPr>
              <a:t> </a:t>
            </a:r>
            <a:r>
              <a:rPr lang="en-US" altLang="ko-KR" sz="1300">
                <a:solidFill>
                  <a:srgbClr val="5E6C7A"/>
                </a:solidFill>
                <a:latin typeface="Arial"/>
                <a:ea typeface="맑은 고딕"/>
                <a:cs typeface="Arial"/>
              </a:rPr>
              <a:t>boundaries</a:t>
            </a:r>
            <a:r>
              <a:rPr lang="ko-KR" sz="1300">
                <a:solidFill>
                  <a:srgbClr val="5E6C7A"/>
                </a:solidFill>
                <a:latin typeface="Arial"/>
                <a:ea typeface="맑은 고딕"/>
                <a:cs typeface="Arial"/>
              </a:rPr>
              <a:t> </a:t>
            </a:r>
            <a:r>
              <a:rPr lang="en-US" altLang="ko-KR" sz="1300">
                <a:solidFill>
                  <a:srgbClr val="5E6C7A"/>
                </a:solidFill>
                <a:latin typeface="Arial"/>
                <a:ea typeface="맑은 고딕"/>
                <a:cs typeface="Arial"/>
              </a:rPr>
              <a:t>apply.</a:t>
            </a:r>
            <a:endParaRPr lang="ko-KR" altLang="en-US"/>
          </a:p>
          <a:p>
            <a:endParaRPr lang="en-US" altLang="ko-KR" sz="1300">
              <a:solidFill>
                <a:srgbClr val="5E6C7A"/>
              </a:solidFill>
              <a:latin typeface="Arial"/>
              <a:ea typeface="맑은 고딕"/>
              <a:cs typeface="Arial"/>
            </a:endParaRPr>
          </a:p>
          <a:p>
            <a:endParaRPr lang="en-US" altLang="ko-KR" sz="1300">
              <a:solidFill>
                <a:srgbClr val="5E6C7A"/>
              </a:solidFill>
              <a:latin typeface="Arial"/>
              <a:ea typeface="맑은 고딕"/>
              <a:cs typeface="Arial"/>
            </a:endParaRPr>
          </a:p>
          <a:p>
            <a:endParaRPr lang="en-US" altLang="ko-KR" sz="1300">
              <a:solidFill>
                <a:srgbClr val="5E6C7A"/>
              </a:solidFill>
              <a:latin typeface="Arial"/>
              <a:ea typeface="맑은 고딕"/>
              <a:cs typeface="Arial"/>
            </a:endParaRPr>
          </a:p>
          <a:p>
            <a:endParaRPr lang="en-US" altLang="ko-KR" sz="1300">
              <a:solidFill>
                <a:srgbClr val="5E6C7A"/>
              </a:solidFill>
              <a:latin typeface="Arial"/>
              <a:ea typeface="맑은 고딕"/>
              <a:cs typeface="Arial"/>
            </a:endParaRPr>
          </a:p>
          <a:p>
            <a:endParaRPr lang="en-US" altLang="ko-KR" sz="1300">
              <a:solidFill>
                <a:srgbClr val="5E6C7A"/>
              </a:solidFill>
              <a:latin typeface="Arial"/>
              <a:ea typeface="맑은 고딕"/>
              <a:cs typeface="Arial"/>
            </a:endParaRPr>
          </a:p>
          <a:p>
            <a:endParaRPr lang="en-US" altLang="ko-KR" sz="1300">
              <a:solidFill>
                <a:srgbClr val="5E6C7A"/>
              </a:solidFill>
              <a:latin typeface="Arial"/>
              <a:ea typeface="맑은 고딕"/>
              <a:cs typeface="Arial"/>
            </a:endParaRPr>
          </a:p>
          <a:p>
            <a:endParaRPr lang="en-US" altLang="ko-KR" sz="1300">
              <a:solidFill>
                <a:srgbClr val="5E6C7A"/>
              </a:solidFill>
              <a:latin typeface="Arial"/>
              <a:ea typeface="맑은 고딕"/>
              <a:cs typeface="Arial"/>
            </a:endParaRPr>
          </a:p>
          <a:p>
            <a:r>
              <a:rPr lang="en-US" altLang="ko-KR" sz="1300">
                <a:solidFill>
                  <a:srgbClr val="5E6C7A"/>
                </a:solidFill>
                <a:latin typeface="Arial"/>
                <a:ea typeface="맑은 고딕"/>
                <a:cs typeface="Arial"/>
              </a:rPr>
              <a:t>.</a:t>
            </a:r>
            <a:endParaRPr lang="ko-KR" altLang="en-US">
              <a:solidFill>
                <a:srgbClr val="000000"/>
              </a:solidFill>
              <a:latin typeface="맑은 고딕"/>
              <a:ea typeface="맑은 고딕"/>
              <a:cs typeface="Arial"/>
            </a:endParaRPr>
          </a:p>
          <a:p>
            <a:endParaRPr lang="en-US" altLang="ko-KR" sz="1300">
              <a:solidFill>
                <a:srgbClr val="5E6C7A"/>
              </a:solidFill>
              <a:latin typeface="Arial"/>
              <a:ea typeface="맑은 고딕"/>
              <a:cs typeface="Arial"/>
            </a:endParaRPr>
          </a:p>
          <a:p>
            <a:endParaRPr lang="en-US" altLang="ko-KR" sz="1300">
              <a:solidFill>
                <a:srgbClr val="5E6C7A"/>
              </a:solidFill>
              <a:latin typeface="Arial"/>
              <a:ea typeface="맑은 고딕"/>
              <a:cs typeface="Arial"/>
            </a:endParaRPr>
          </a:p>
          <a:p>
            <a:endParaRPr lang="en-US" altLang="ko-KR" sz="1300">
              <a:solidFill>
                <a:srgbClr val="5E6C7A"/>
              </a:solidFill>
              <a:latin typeface="Arial"/>
              <a:ea typeface="맑은 고딕"/>
              <a:cs typeface="Arial"/>
            </a:endParaRPr>
          </a:p>
          <a:p>
            <a:endParaRPr lang="en-US" altLang="ko-KR" sz="1300">
              <a:solidFill>
                <a:srgbClr val="5E6C7A"/>
              </a:solidFill>
              <a:latin typeface="Arial"/>
              <a:ea typeface="맑은 고딕"/>
              <a:cs typeface="Arial"/>
            </a:endParaRPr>
          </a:p>
          <a:p>
            <a:endParaRPr lang="en-US" altLang="ko-KR" sz="1300">
              <a:solidFill>
                <a:srgbClr val="5E6C7A"/>
              </a:solidFill>
              <a:latin typeface="Arial"/>
              <a:ea typeface="맑은 고딕"/>
              <a:cs typeface="Arial"/>
            </a:endParaRPr>
          </a:p>
          <a:p>
            <a:r>
              <a:rPr lang="ko-KR" sz="1300">
                <a:solidFill>
                  <a:srgbClr val="5E6C7A"/>
                </a:solidFill>
                <a:latin typeface="Arial"/>
                <a:ea typeface="맑은 고딕"/>
                <a:cs typeface="Arial"/>
              </a:rPr>
              <a:t>.</a:t>
            </a:r>
            <a:endParaRPr lang="ko-KR">
              <a:ea typeface="맑은 고딕"/>
            </a:endParaRPr>
          </a:p>
          <a:p>
            <a:pPr algn="l"/>
            <a:endParaRPr lang="ko-KR" altLang="en-US">
              <a:ea typeface="맑은 고딕"/>
            </a:endParaRPr>
          </a:p>
        </p:txBody>
      </p:sp>
      <p:sp>
        <p:nvSpPr>
          <p:cNvPr id="12" name="TextBox 11">
            <a:extLst>
              <a:ext uri="{FF2B5EF4-FFF2-40B4-BE49-F238E27FC236}">
                <a16:creationId xmlns:a16="http://schemas.microsoft.com/office/drawing/2014/main" id="{3BC3D8E6-F1C4-45D7-BD83-27BC19999F50}"/>
              </a:ext>
            </a:extLst>
          </p:cNvPr>
          <p:cNvSpPr txBox="1"/>
          <p:nvPr/>
        </p:nvSpPr>
        <p:spPr>
          <a:xfrm>
            <a:off x="487195" y="5189824"/>
            <a:ext cx="11058434" cy="466281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500" b="1">
                <a:solidFill>
                  <a:srgbClr val="136F73"/>
                </a:solidFill>
                <a:latin typeface="Arial"/>
                <a:ea typeface="맑은 고딕"/>
                <a:cs typeface="Arial"/>
              </a:rPr>
              <a:t>● Documented ◐ Partial / conditional ? Not verified, not confirmed absent</a:t>
            </a:r>
            <a:endParaRPr lang="ko-KR"/>
          </a:p>
          <a:p>
            <a:r>
              <a:rPr lang="en-US" sz="1500" b="1">
                <a:solidFill>
                  <a:srgbClr val="136F73"/>
                </a:solidFill>
                <a:latin typeface="Arial"/>
                <a:ea typeface="맑은 고딕"/>
                <a:cs typeface="Arial"/>
              </a:rPr>
              <a:t>AI implication: test the exact client, API and agent route before assigning a coverage claim.</a:t>
            </a:r>
            <a:endParaRPr lang="en-US"/>
          </a:p>
          <a:p>
            <a:endParaRPr lang="en-US" sz="1500" b="1">
              <a:solidFill>
                <a:srgbClr val="136F73"/>
              </a:solidFill>
              <a:latin typeface="Arial"/>
              <a:ea typeface="맑은 고딕"/>
              <a:cs typeface="Arial"/>
            </a:endParaRPr>
          </a:p>
          <a:p>
            <a:endParaRPr lang="en-US" sz="1500" b="1">
              <a:solidFill>
                <a:srgbClr val="136F73"/>
              </a:solidFill>
              <a:latin typeface="Arial"/>
              <a:ea typeface="맑은 고딕"/>
              <a:cs typeface="Arial"/>
            </a:endParaRPr>
          </a:p>
          <a:p>
            <a:endParaRPr lang="en-US" sz="1500" b="1">
              <a:solidFill>
                <a:srgbClr val="136F73"/>
              </a:solidFill>
              <a:latin typeface="Arial"/>
              <a:ea typeface="맑은 고딕"/>
              <a:cs typeface="Arial"/>
            </a:endParaRPr>
          </a:p>
          <a:p>
            <a:endParaRPr lang="en-US" altLang="ko-KR" sz="1500" b="1">
              <a:solidFill>
                <a:srgbClr val="136F73"/>
              </a:solidFill>
              <a:latin typeface="Arial"/>
              <a:ea typeface="맑은 고딕"/>
              <a:cs typeface="Arial"/>
            </a:endParaRPr>
          </a:p>
          <a:p>
            <a:endParaRPr lang="en-US" altLang="ko-KR" sz="1500" b="1">
              <a:solidFill>
                <a:srgbClr val="136F73"/>
              </a:solidFill>
              <a:latin typeface="Arial"/>
              <a:ea typeface="맑은 고딕"/>
              <a:cs typeface="Arial"/>
            </a:endParaRPr>
          </a:p>
          <a:p>
            <a:endParaRPr lang="en-US" altLang="ko-KR" sz="1500" b="1">
              <a:solidFill>
                <a:srgbClr val="136F73"/>
              </a:solidFill>
              <a:latin typeface="Arial"/>
              <a:ea typeface="맑은 고딕"/>
              <a:cs typeface="Arial"/>
            </a:endParaRPr>
          </a:p>
          <a:p>
            <a:endParaRPr lang="en-US" altLang="ko-KR" sz="1500" b="1">
              <a:solidFill>
                <a:srgbClr val="136F73"/>
              </a:solidFill>
              <a:latin typeface="Arial"/>
              <a:ea typeface="맑은 고딕"/>
              <a:cs typeface="Arial"/>
            </a:endParaRPr>
          </a:p>
          <a:p>
            <a:endParaRPr lang="en-US" altLang="ko-KR" sz="1500" b="1">
              <a:solidFill>
                <a:srgbClr val="136F73"/>
              </a:solidFill>
              <a:latin typeface="Arial"/>
              <a:ea typeface="맑은 고딕"/>
              <a:cs typeface="Arial"/>
            </a:endParaRPr>
          </a:p>
          <a:p>
            <a:endParaRPr lang="en-US" sz="1500" b="1">
              <a:solidFill>
                <a:srgbClr val="136F73"/>
              </a:solidFill>
              <a:latin typeface="Arial"/>
              <a:ea typeface="맑은 고딕"/>
              <a:cs typeface="Arial"/>
            </a:endParaRPr>
          </a:p>
          <a:p>
            <a:endParaRPr lang="en-US" sz="1500" b="1">
              <a:solidFill>
                <a:srgbClr val="136F73"/>
              </a:solidFill>
              <a:latin typeface="Arial"/>
              <a:ea typeface="맑은 고딕"/>
              <a:cs typeface="Arial"/>
            </a:endParaRPr>
          </a:p>
          <a:p>
            <a:endParaRPr lang="en-US" sz="1500" b="1">
              <a:solidFill>
                <a:srgbClr val="136F73"/>
              </a:solidFill>
              <a:latin typeface="Arial"/>
              <a:ea typeface="맑은 고딕"/>
              <a:cs typeface="Arial"/>
            </a:endParaRPr>
          </a:p>
          <a:p>
            <a:endParaRPr lang="en-US" altLang="ko-KR" sz="1500" b="1">
              <a:solidFill>
                <a:srgbClr val="136F73"/>
              </a:solidFill>
              <a:latin typeface="Arial"/>
              <a:ea typeface="맑은 고딕"/>
              <a:cs typeface="Arial"/>
            </a:endParaRPr>
          </a:p>
          <a:p>
            <a:endParaRPr lang="en-US" altLang="ko-KR" sz="1500" b="1">
              <a:solidFill>
                <a:srgbClr val="136F73"/>
              </a:solidFill>
              <a:latin typeface="Arial"/>
              <a:ea typeface="맑은 고딕"/>
              <a:cs typeface="Arial"/>
            </a:endParaRPr>
          </a:p>
          <a:p>
            <a:endParaRPr lang="en-US" altLang="ko-KR" sz="1500" b="1">
              <a:solidFill>
                <a:srgbClr val="136F73"/>
              </a:solidFill>
              <a:latin typeface="Arial"/>
              <a:ea typeface="맑은 고딕"/>
              <a:cs typeface="Arial"/>
            </a:endParaRPr>
          </a:p>
          <a:p>
            <a:endParaRPr lang="en-US" altLang="ko-KR" sz="1300">
              <a:solidFill>
                <a:srgbClr val="5E6C7A"/>
              </a:solidFill>
              <a:latin typeface="Arial"/>
              <a:ea typeface="맑은 고딕"/>
              <a:cs typeface="Arial"/>
            </a:endParaRPr>
          </a:p>
          <a:p>
            <a:endParaRPr lang="en-US" altLang="ko-KR" sz="1300">
              <a:solidFill>
                <a:srgbClr val="5E6C7A"/>
              </a:solidFill>
              <a:latin typeface="Arial"/>
              <a:ea typeface="맑은 고딕"/>
              <a:cs typeface="Arial"/>
            </a:endParaRPr>
          </a:p>
          <a:p>
            <a:r>
              <a:rPr lang="ko-KR" sz="1300">
                <a:solidFill>
                  <a:srgbClr val="5E6C7A"/>
                </a:solidFill>
                <a:latin typeface="Arial"/>
                <a:ea typeface="맑은 고딕"/>
                <a:cs typeface="Arial"/>
              </a:rPr>
              <a:t>.</a:t>
            </a:r>
            <a:endParaRPr lang="ko-KR">
              <a:ea typeface="맑은 고딕"/>
            </a:endParaRPr>
          </a:p>
          <a:p>
            <a:pPr algn="l"/>
            <a:endParaRPr lang="ko-KR" altLang="en-US">
              <a:ea typeface="맑은 고딕"/>
            </a:endParaRPr>
          </a:p>
        </p:txBody>
      </p:sp>
      <p:graphicFrame>
        <p:nvGraphicFramePr>
          <p:cNvPr id="6" name="표 5">
            <a:extLst>
              <a:ext uri="{FF2B5EF4-FFF2-40B4-BE49-F238E27FC236}">
                <a16:creationId xmlns:a16="http://schemas.microsoft.com/office/drawing/2014/main" id="{D8431AF2-37D5-1C0D-2566-0F53D70FB325}"/>
              </a:ext>
            </a:extLst>
          </p:cNvPr>
          <p:cNvGraphicFramePr>
            <a:graphicFrameLocks noGrp="1"/>
          </p:cNvGraphicFramePr>
          <p:nvPr>
            <p:extLst>
              <p:ext uri="{D42A27DB-BD31-4B8C-83A1-F6EECF244321}">
                <p14:modId xmlns:p14="http://schemas.microsoft.com/office/powerpoint/2010/main" val="4156420862"/>
              </p:ext>
            </p:extLst>
          </p:nvPr>
        </p:nvGraphicFramePr>
        <p:xfrm>
          <a:off x="571500" y="1715135"/>
          <a:ext cx="11049000" cy="2838450"/>
        </p:xfrm>
        <a:graphic>
          <a:graphicData uri="http://schemas.openxmlformats.org/drawingml/2006/table">
            <a:tbl>
              <a:tblPr bandRow="1">
                <a:tableStyleId>{5C22544A-7EE6-4342-B048-85BDC9FD1C3A}</a:tableStyleId>
              </a:tblPr>
              <a:tblGrid>
                <a:gridCol w="762000">
                  <a:extLst>
                    <a:ext uri="{9D8B030D-6E8A-4147-A177-3AD203B41FA5}">
                      <a16:colId xmlns:a16="http://schemas.microsoft.com/office/drawing/2014/main" val="3345766601"/>
                    </a:ext>
                  </a:extLst>
                </a:gridCol>
                <a:gridCol w="3143250">
                  <a:extLst>
                    <a:ext uri="{9D8B030D-6E8A-4147-A177-3AD203B41FA5}">
                      <a16:colId xmlns:a16="http://schemas.microsoft.com/office/drawing/2014/main" val="3546306742"/>
                    </a:ext>
                  </a:extLst>
                </a:gridCol>
                <a:gridCol w="571500">
                  <a:extLst>
                    <a:ext uri="{9D8B030D-6E8A-4147-A177-3AD203B41FA5}">
                      <a16:colId xmlns:a16="http://schemas.microsoft.com/office/drawing/2014/main" val="321151866"/>
                    </a:ext>
                  </a:extLst>
                </a:gridCol>
                <a:gridCol w="6572250">
                  <a:extLst>
                    <a:ext uri="{9D8B030D-6E8A-4147-A177-3AD203B41FA5}">
                      <a16:colId xmlns:a16="http://schemas.microsoft.com/office/drawing/2014/main" val="3132324841"/>
                    </a:ext>
                  </a:extLst>
                </a:gridCol>
              </a:tblGrid>
              <a:tr h="323850">
                <a:tc>
                  <a:txBody>
                    <a:bodyPr/>
                    <a:lstStyle/>
                    <a:p>
                      <a:pPr algn="l">
                        <a:buNone/>
                      </a:pPr>
                      <a:r>
                        <a:rPr lang="ko-KR" sz="1200" b="1">
                          <a:solidFill>
                            <a:srgbClr val="144772"/>
                          </a:solidFill>
                          <a:effectLst/>
                          <a:latin typeface="Arial" panose="020B0604020202020204" pitchFamily="34" charset="0"/>
                          <a:ea typeface="Arial" panose="020B0604020202020204" pitchFamily="34" charset="0"/>
                        </a:rPr>
                        <a:t>ID</a:t>
                      </a:r>
                      <a:endParaRPr lang="ko-KR" sz="1200" b="1">
                        <a:solidFill>
                          <a:srgbClr val="144772"/>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DDECF2"/>
                    </a:solidFill>
                  </a:tcPr>
                </a:tc>
                <a:tc>
                  <a:txBody>
                    <a:bodyPr/>
                    <a:lstStyle/>
                    <a:p>
                      <a:pPr algn="l">
                        <a:buNone/>
                      </a:pPr>
                      <a:r>
                        <a:rPr lang="ko-KR" sz="1200" b="1">
                          <a:solidFill>
                            <a:srgbClr val="144772"/>
                          </a:solidFill>
                          <a:effectLst/>
                          <a:latin typeface="Arial" panose="020B0604020202020204" pitchFamily="34" charset="0"/>
                          <a:ea typeface="Arial" panose="020B0604020202020204" pitchFamily="34" charset="0"/>
                        </a:rPr>
                        <a:t>Capability</a:t>
                      </a:r>
                      <a:endParaRPr lang="ko-KR" sz="1200" b="1">
                        <a:solidFill>
                          <a:srgbClr val="144772"/>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DDECF2"/>
                    </a:solidFill>
                  </a:tcPr>
                </a:tc>
                <a:tc>
                  <a:txBody>
                    <a:bodyPr/>
                    <a:lstStyle/>
                    <a:p>
                      <a:pPr algn="l">
                        <a:buNone/>
                      </a:pPr>
                      <a:r>
                        <a:rPr lang="ko-KR" sz="1200" b="1">
                          <a:solidFill>
                            <a:srgbClr val="144772"/>
                          </a:solidFill>
                          <a:effectLst/>
                          <a:latin typeface="Arial" panose="020B0604020202020204" pitchFamily="34" charset="0"/>
                          <a:ea typeface="Arial" panose="020B0604020202020204" pitchFamily="34" charset="0"/>
                        </a:rPr>
                        <a:t>Flag</a:t>
                      </a:r>
                      <a:endParaRPr lang="ko-KR" sz="1200" b="1">
                        <a:solidFill>
                          <a:srgbClr val="144772"/>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DDECF2"/>
                    </a:solidFill>
                  </a:tcPr>
                </a:tc>
                <a:tc>
                  <a:txBody>
                    <a:bodyPr/>
                    <a:lstStyle/>
                    <a:p>
                      <a:pPr algn="l">
                        <a:buNone/>
                      </a:pPr>
                      <a:r>
                        <a:rPr lang="ko-KR" sz="1200" b="1">
                          <a:solidFill>
                            <a:srgbClr val="144772"/>
                          </a:solidFill>
                          <a:effectLst/>
                          <a:latin typeface="Arial" panose="020B0604020202020204" pitchFamily="34" charset="0"/>
                          <a:ea typeface="Arial" panose="020B0604020202020204" pitchFamily="34" charset="0"/>
                        </a:rPr>
                        <a:t>Documented scope and evidence</a:t>
                      </a:r>
                      <a:endParaRPr lang="ko-KR" sz="1200" b="1">
                        <a:solidFill>
                          <a:srgbClr val="144772"/>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DDECF2"/>
                    </a:solidFill>
                  </a:tcPr>
                </a:tc>
                <a:extLst>
                  <a:ext uri="{0D108BD9-81ED-4DB2-BD59-A6C34878D82A}">
                    <a16:rowId xmlns:a16="http://schemas.microsoft.com/office/drawing/2014/main" val="2382755009"/>
                  </a:ext>
                </a:extLst>
              </a:tr>
              <a:tr h="314325">
                <a:tc>
                  <a:txBody>
                    <a:bodyPr/>
                    <a:lstStyle/>
                    <a:p>
                      <a:pPr algn="l">
                        <a:buNone/>
                      </a:pPr>
                      <a:r>
                        <a:rPr lang="ko-KR" sz="1300" b="1">
                          <a:solidFill>
                            <a:srgbClr val="243447"/>
                          </a:solidFill>
                          <a:effectLst/>
                          <a:latin typeface="Arial" panose="020B0604020202020204" pitchFamily="34" charset="0"/>
                          <a:ea typeface="Arial" panose="020B0604020202020204" pitchFamily="34" charset="0"/>
                        </a:rPr>
                        <a:t>D6-01</a:t>
                      </a:r>
                      <a:endParaRPr lang="ko-KR" sz="1300" b="1">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a:solidFill>
                            <a:srgbClr val="243447"/>
                          </a:solidFill>
                          <a:effectLst/>
                          <a:latin typeface="Arial" panose="020B0604020202020204" pitchFamily="34" charset="0"/>
                          <a:ea typeface="Arial" panose="020B0604020202020204" pitchFamily="34" charset="0"/>
                        </a:rPr>
                        <a:t>Security verification / CC for DLP</a:t>
                      </a:r>
                      <a:endParaRPr lang="ko-KR" sz="1300">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b="1">
                          <a:solidFill>
                            <a:srgbClr val="956319"/>
                          </a:solidFill>
                          <a:effectLst/>
                          <a:latin typeface="Arial" panose="020B0604020202020204" pitchFamily="34" charset="0"/>
                          <a:ea typeface="Arial" panose="020B0604020202020204" pitchFamily="34" charset="0"/>
                        </a:rPr>
                        <a:t>◐</a:t>
                      </a:r>
                      <a:endParaRPr lang="ko-KR" sz="1300" b="1">
                        <a:solidFill>
                          <a:srgbClr val="956319"/>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a:solidFill>
                            <a:srgbClr val="243447"/>
                          </a:solidFill>
                          <a:effectLst/>
                          <a:latin typeface="Arial" panose="020B0604020202020204" pitchFamily="34" charset="0"/>
                          <a:ea typeface="Arial" panose="020B0604020202020204" pitchFamily="34" charset="0"/>
                        </a:rPr>
                        <a:t>FED 5.0 CC (2018). Not AI-R DLP certification. [F16]</a:t>
                      </a:r>
                      <a:endParaRPr lang="ko-KR" sz="1300">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389299116"/>
                  </a:ext>
                </a:extLst>
              </a:tr>
              <a:tr h="314325">
                <a:tc>
                  <a:txBody>
                    <a:bodyPr/>
                    <a:lstStyle/>
                    <a:p>
                      <a:pPr algn="l">
                        <a:buNone/>
                      </a:pPr>
                      <a:r>
                        <a:rPr lang="ko-KR" sz="1300" b="1">
                          <a:solidFill>
                            <a:srgbClr val="243447"/>
                          </a:solidFill>
                          <a:effectLst/>
                          <a:latin typeface="Arial" panose="020B0604020202020204" pitchFamily="34" charset="0"/>
                          <a:ea typeface="Arial" panose="020B0604020202020204" pitchFamily="34" charset="0"/>
                        </a:rPr>
                        <a:t>D6-02</a:t>
                      </a:r>
                      <a:endParaRPr lang="ko-KR" sz="1300" b="1">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a:solidFill>
                            <a:srgbClr val="243447"/>
                          </a:solidFill>
                          <a:effectLst/>
                          <a:latin typeface="Arial" panose="020B0604020202020204" pitchFamily="34" charset="0"/>
                          <a:ea typeface="Arial" panose="020B0604020202020204" pitchFamily="34" charset="0"/>
                        </a:rPr>
                        <a:t>GS certification</a:t>
                      </a:r>
                      <a:endParaRPr lang="ko-KR" sz="1300">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b="1">
                          <a:solidFill>
                            <a:srgbClr val="956319"/>
                          </a:solidFill>
                          <a:effectLst/>
                          <a:latin typeface="Arial" panose="020B0604020202020204" pitchFamily="34" charset="0"/>
                          <a:ea typeface="Arial" panose="020B0604020202020204" pitchFamily="34" charset="0"/>
                        </a:rPr>
                        <a:t>◐</a:t>
                      </a:r>
                      <a:endParaRPr lang="ko-KR" sz="1300" b="1">
                        <a:solidFill>
                          <a:srgbClr val="956319"/>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a:solidFill>
                            <a:srgbClr val="243447"/>
                          </a:solidFill>
                          <a:effectLst/>
                          <a:latin typeface="Arial" panose="020B0604020202020204" pitchFamily="34" charset="0"/>
                          <a:ea typeface="Arial" panose="020B0604020202020204" pitchFamily="34" charset="0"/>
                        </a:rPr>
                        <a:t>FDR v1.2 / FSP v3.0 GS (2019). Historical versions. [F16]</a:t>
                      </a:r>
                      <a:endParaRPr lang="ko-KR" sz="1300">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616899390"/>
                  </a:ext>
                </a:extLst>
              </a:tr>
              <a:tr h="314325">
                <a:tc>
                  <a:txBody>
                    <a:bodyPr/>
                    <a:lstStyle/>
                    <a:p>
                      <a:pPr algn="l">
                        <a:buNone/>
                      </a:pPr>
                      <a:r>
                        <a:rPr lang="ko-KR" sz="1300" b="1">
                          <a:solidFill>
                            <a:srgbClr val="243447"/>
                          </a:solidFill>
                          <a:effectLst/>
                          <a:latin typeface="Arial" panose="020B0604020202020204" pitchFamily="34" charset="0"/>
                          <a:ea typeface="Arial" panose="020B0604020202020204" pitchFamily="34" charset="0"/>
                        </a:rPr>
                        <a:t>D6-03</a:t>
                      </a:r>
                      <a:endParaRPr lang="ko-KR" sz="1300" b="1">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a:solidFill>
                            <a:srgbClr val="243447"/>
                          </a:solidFill>
                          <a:effectLst/>
                          <a:latin typeface="Arial" panose="020B0604020202020204" pitchFamily="34" charset="0"/>
                          <a:ea typeface="Arial" panose="020B0604020202020204" pitchFamily="34" charset="0"/>
                        </a:rPr>
                        <a:t>Korean public procurement listing</a:t>
                      </a:r>
                      <a:endParaRPr lang="ko-KR" sz="1300">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b="1">
                          <a:solidFill>
                            <a:srgbClr val="5E6C7A"/>
                          </a:solidFill>
                          <a:effectLst/>
                          <a:latin typeface="Arial" panose="020B0604020202020204" pitchFamily="34" charset="0"/>
                          <a:ea typeface="Arial" panose="020B0604020202020204" pitchFamily="34" charset="0"/>
                        </a:rPr>
                        <a:t>?</a:t>
                      </a:r>
                      <a:endParaRPr lang="ko-KR" sz="1300" b="1">
                        <a:solidFill>
                          <a:srgbClr val="5E6C7A"/>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a:solidFill>
                            <a:srgbClr val="243447"/>
                          </a:solidFill>
                          <a:effectLst/>
                          <a:latin typeface="Arial" panose="020B0604020202020204" pitchFamily="34" charset="0"/>
                          <a:ea typeface="Arial" panose="020B0604020202020204" pitchFamily="34" charset="0"/>
                        </a:rPr>
                        <a:t>Current product / edition listing not verified.</a:t>
                      </a:r>
                      <a:endParaRPr lang="ko-KR" sz="1300">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869973524"/>
                  </a:ext>
                </a:extLst>
              </a:tr>
              <a:tr h="314325">
                <a:tc>
                  <a:txBody>
                    <a:bodyPr/>
                    <a:lstStyle/>
                    <a:p>
                      <a:pPr algn="l">
                        <a:buNone/>
                      </a:pPr>
                      <a:r>
                        <a:rPr lang="ko-KR" sz="1300" b="1">
                          <a:solidFill>
                            <a:srgbClr val="243447"/>
                          </a:solidFill>
                          <a:effectLst/>
                          <a:latin typeface="Arial" panose="020B0604020202020204" pitchFamily="34" charset="0"/>
                          <a:ea typeface="Arial" panose="020B0604020202020204" pitchFamily="34" charset="0"/>
                        </a:rPr>
                        <a:t>D6-04</a:t>
                      </a:r>
                      <a:endParaRPr lang="ko-KR" sz="1300" b="1">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a:solidFill>
                            <a:srgbClr val="243447"/>
                          </a:solidFill>
                          <a:effectLst/>
                          <a:latin typeface="Arial" panose="020B0604020202020204" pitchFamily="34" charset="0"/>
                          <a:ea typeface="Arial" panose="020B0604020202020204" pitchFamily="34" charset="0"/>
                        </a:rPr>
                        <a:t>N2SF / C-S-O grade support</a:t>
                      </a:r>
                      <a:endParaRPr lang="ko-KR" sz="1300">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b="1">
                          <a:solidFill>
                            <a:srgbClr val="136F73"/>
                          </a:solidFill>
                          <a:effectLst/>
                          <a:latin typeface="Arial" panose="020B0604020202020204" pitchFamily="34" charset="0"/>
                          <a:ea typeface="Arial" panose="020B0604020202020204" pitchFamily="34" charset="0"/>
                        </a:rPr>
                        <a:t>●</a:t>
                      </a:r>
                      <a:endParaRPr lang="ko-KR" sz="1300" b="1">
                        <a:solidFill>
                          <a:srgbClr val="136F73"/>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a:solidFill>
                            <a:srgbClr val="243447"/>
                          </a:solidFill>
                          <a:effectLst/>
                          <a:latin typeface="Arial" panose="020B0604020202020204" pitchFamily="34" charset="0"/>
                          <a:ea typeface="Arial" panose="020B0604020202020204" pitchFamily="34" charset="0"/>
                        </a:rPr>
                        <a:t>FDR C-S-O classification / labeling. [F15]</a:t>
                      </a:r>
                      <a:endParaRPr lang="ko-KR" sz="1300">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408613513"/>
                  </a:ext>
                </a:extLst>
              </a:tr>
              <a:tr h="314325">
                <a:tc>
                  <a:txBody>
                    <a:bodyPr/>
                    <a:lstStyle/>
                    <a:p>
                      <a:pPr algn="l">
                        <a:buNone/>
                      </a:pPr>
                      <a:r>
                        <a:rPr lang="ko-KR" sz="1300" b="1">
                          <a:solidFill>
                            <a:srgbClr val="243447"/>
                          </a:solidFill>
                          <a:effectLst/>
                          <a:latin typeface="Arial" panose="020B0604020202020204" pitchFamily="34" charset="0"/>
                          <a:ea typeface="Arial" panose="020B0604020202020204" pitchFamily="34" charset="0"/>
                        </a:rPr>
                        <a:t>D6-05</a:t>
                      </a:r>
                      <a:endParaRPr lang="ko-KR" sz="1300" b="1">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a:solidFill>
                            <a:srgbClr val="243447"/>
                          </a:solidFill>
                          <a:effectLst/>
                          <a:latin typeface="Arial" panose="020B0604020202020204" pitchFamily="34" charset="0"/>
                          <a:ea typeface="Arial" panose="020B0604020202020204" pitchFamily="34" charset="0"/>
                        </a:rPr>
                        <a:t>ISMS-P control alignment</a:t>
                      </a:r>
                      <a:endParaRPr lang="ko-KR" sz="1300">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b="1">
                          <a:solidFill>
                            <a:srgbClr val="5E6C7A"/>
                          </a:solidFill>
                          <a:effectLst/>
                          <a:latin typeface="Arial" panose="020B0604020202020204" pitchFamily="34" charset="0"/>
                          <a:ea typeface="Arial" panose="020B0604020202020204" pitchFamily="34" charset="0"/>
                        </a:rPr>
                        <a:t>?</a:t>
                      </a:r>
                      <a:endParaRPr lang="ko-KR" sz="1300" b="1">
                        <a:solidFill>
                          <a:srgbClr val="5E6C7A"/>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a:solidFill>
                            <a:srgbClr val="243447"/>
                          </a:solidFill>
                          <a:effectLst/>
                          <a:latin typeface="Arial" panose="020B0604020202020204" pitchFamily="34" charset="0"/>
                          <a:ea typeface="Arial" panose="020B0604020202020204" pitchFamily="34" charset="0"/>
                        </a:rPr>
                        <a:t>Product-specific ISMS-P mapping not verified.</a:t>
                      </a:r>
                      <a:endParaRPr lang="ko-KR" sz="1300">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314505761"/>
                  </a:ext>
                </a:extLst>
              </a:tr>
              <a:tr h="314325">
                <a:tc>
                  <a:txBody>
                    <a:bodyPr/>
                    <a:lstStyle/>
                    <a:p>
                      <a:pPr algn="l">
                        <a:buNone/>
                      </a:pPr>
                      <a:r>
                        <a:rPr lang="ko-KR" sz="1300" b="1">
                          <a:solidFill>
                            <a:srgbClr val="243447"/>
                          </a:solidFill>
                          <a:effectLst/>
                          <a:latin typeface="Arial" panose="020B0604020202020204" pitchFamily="34" charset="0"/>
                          <a:ea typeface="Arial" panose="020B0604020202020204" pitchFamily="34" charset="0"/>
                        </a:rPr>
                        <a:t>D6-06</a:t>
                      </a:r>
                      <a:endParaRPr lang="ko-KR" sz="1300" b="1">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a:solidFill>
                            <a:srgbClr val="243447"/>
                          </a:solidFill>
                          <a:effectLst/>
                          <a:latin typeface="Arial" panose="020B0604020202020204" pitchFamily="34" charset="0"/>
                          <a:ea typeface="Arial" panose="020B0604020202020204" pitchFamily="34" charset="0"/>
                        </a:rPr>
                        <a:t>KCMVP-validated crypto module</a:t>
                      </a:r>
                      <a:endParaRPr lang="ko-KR" sz="1300">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b="1">
                          <a:solidFill>
                            <a:srgbClr val="956319"/>
                          </a:solidFill>
                          <a:effectLst/>
                          <a:latin typeface="Arial" panose="020B0604020202020204" pitchFamily="34" charset="0"/>
                          <a:ea typeface="Arial" panose="020B0604020202020204" pitchFamily="34" charset="0"/>
                        </a:rPr>
                        <a:t>◐</a:t>
                      </a:r>
                      <a:endParaRPr lang="ko-KR" sz="1300" b="1">
                        <a:solidFill>
                          <a:srgbClr val="956319"/>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a:solidFill>
                            <a:srgbClr val="243447"/>
                          </a:solidFill>
                          <a:effectLst/>
                          <a:latin typeface="Arial" panose="020B0604020202020204" pitchFamily="34" charset="0"/>
                          <a:ea typeface="Arial" panose="020B0604020202020204" pitchFamily="34" charset="0"/>
                        </a:rPr>
                        <a:t>Fasoo Crypto validation. Deployed module/version must match. [F13]</a:t>
                      </a:r>
                      <a:endParaRPr lang="ko-KR" sz="1300">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3949090827"/>
                  </a:ext>
                </a:extLst>
              </a:tr>
              <a:tr h="314325">
                <a:tc>
                  <a:txBody>
                    <a:bodyPr/>
                    <a:lstStyle/>
                    <a:p>
                      <a:pPr algn="l">
                        <a:buNone/>
                      </a:pPr>
                      <a:r>
                        <a:rPr lang="ko-KR" sz="1300" b="1">
                          <a:solidFill>
                            <a:srgbClr val="243447"/>
                          </a:solidFill>
                          <a:effectLst/>
                          <a:latin typeface="Arial" panose="020B0604020202020204" pitchFamily="34" charset="0"/>
                          <a:ea typeface="Arial" panose="020B0604020202020204" pitchFamily="34" charset="0"/>
                        </a:rPr>
                        <a:t>D6-07</a:t>
                      </a:r>
                      <a:endParaRPr lang="ko-KR" sz="1300" b="1">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a:solidFill>
                            <a:srgbClr val="243447"/>
                          </a:solidFill>
                          <a:effectLst/>
                          <a:latin typeface="Arial" panose="020B0604020202020204" pitchFamily="34" charset="0"/>
                          <a:ea typeface="Arial" panose="020B0604020202020204" pitchFamily="34" charset="0"/>
                        </a:rPr>
                        <a:t>Independent analyst recognition</a:t>
                      </a:r>
                      <a:endParaRPr lang="ko-KR" sz="1300">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b="1">
                          <a:solidFill>
                            <a:srgbClr val="5E6C7A"/>
                          </a:solidFill>
                          <a:effectLst/>
                          <a:latin typeface="Arial" panose="020B0604020202020204" pitchFamily="34" charset="0"/>
                          <a:ea typeface="Arial" panose="020B0604020202020204" pitchFamily="34" charset="0"/>
                        </a:rPr>
                        <a:t>?</a:t>
                      </a:r>
                      <a:endParaRPr lang="ko-KR" sz="1300" b="1">
                        <a:solidFill>
                          <a:srgbClr val="5E6C7A"/>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a:solidFill>
                            <a:srgbClr val="243447"/>
                          </a:solidFill>
                          <a:effectLst/>
                          <a:latin typeface="Arial" panose="020B0604020202020204" pitchFamily="34" charset="0"/>
                          <a:ea typeface="Arial" panose="020B0604020202020204" pitchFamily="34" charset="0"/>
                        </a:rPr>
                        <a:t>No current independent DLP assessment verified.</a:t>
                      </a:r>
                      <a:endParaRPr lang="ko-KR" sz="1300">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309011696"/>
                  </a:ext>
                </a:extLst>
              </a:tr>
              <a:tr h="314325">
                <a:tc>
                  <a:txBody>
                    <a:bodyPr/>
                    <a:lstStyle/>
                    <a:p>
                      <a:pPr algn="l">
                        <a:buNone/>
                      </a:pPr>
                      <a:r>
                        <a:rPr lang="ko-KR" sz="1300" b="1">
                          <a:solidFill>
                            <a:srgbClr val="243447"/>
                          </a:solidFill>
                          <a:effectLst/>
                          <a:latin typeface="Arial" panose="020B0604020202020204" pitchFamily="34" charset="0"/>
                          <a:ea typeface="Arial" panose="020B0604020202020204" pitchFamily="34" charset="0"/>
                        </a:rPr>
                        <a:t>D6-08</a:t>
                      </a:r>
                      <a:endParaRPr lang="ko-KR" sz="1300" b="1">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a:solidFill>
                            <a:srgbClr val="243447"/>
                          </a:solidFill>
                          <a:effectLst/>
                          <a:latin typeface="Arial" panose="020B0604020202020204" pitchFamily="34" charset="0"/>
                          <a:ea typeface="Arial" panose="020B0604020202020204" pitchFamily="34" charset="0"/>
                        </a:rPr>
                        <a:t>Other certification / recognition</a:t>
                      </a:r>
                      <a:endParaRPr lang="ko-KR" sz="1300">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b="1">
                          <a:solidFill>
                            <a:srgbClr val="5E6C7A"/>
                          </a:solidFill>
                          <a:effectLst/>
                          <a:latin typeface="Arial" panose="020B0604020202020204" pitchFamily="34" charset="0"/>
                          <a:ea typeface="Arial" panose="020B0604020202020204" pitchFamily="34" charset="0"/>
                        </a:rPr>
                        <a:t>?</a:t>
                      </a:r>
                      <a:endParaRPr lang="ko-KR" sz="1300" b="1">
                        <a:solidFill>
                          <a:srgbClr val="5E6C7A"/>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a:solidFill>
                            <a:srgbClr val="243447"/>
                          </a:solidFill>
                          <a:effectLst/>
                          <a:latin typeface="Arial" panose="020B0604020202020204" pitchFamily="34" charset="0"/>
                          <a:ea typeface="Arial" panose="020B0604020202020204" pitchFamily="34" charset="0"/>
                        </a:rPr>
                        <a:t>No additional in-scope certificate verified.</a:t>
                      </a:r>
                      <a:endParaRPr lang="ko-KR" sz="1300">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979631274"/>
                  </a:ext>
                </a:extLst>
              </a:tr>
            </a:tbl>
          </a:graphicData>
        </a:graphic>
      </p:graphicFrame>
    </p:spTree>
    <p:extLst>
      <p:ext uri="{BB962C8B-B14F-4D97-AF65-F5344CB8AC3E}">
        <p14:creationId xmlns:p14="http://schemas.microsoft.com/office/powerpoint/2010/main" val="420722994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DAE329-CDDC-C7B7-25A7-63AD86C821E9}"/>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06CFEB4-9967-390E-CCFC-5BFE2E739AC1}"/>
              </a:ext>
            </a:extLst>
          </p:cNvPr>
          <p:cNvSpPr>
            <a:spLocks noGrp="1"/>
          </p:cNvSpPr>
          <p:nvPr>
            <p:ph type="sldNum" sz="quarter" idx="4"/>
          </p:nvPr>
        </p:nvSpPr>
        <p:spPr/>
        <p:txBody>
          <a:bodyPr/>
          <a:lstStyle/>
          <a:p>
            <a:fld id="{4EA1E582-E1CC-4474-812F-1657BC5920B7}" type="slidenum">
              <a:rPr lang="ko-KR" altLang="en-US" smtClean="0"/>
              <a:t>31</a:t>
            </a:fld>
            <a:endParaRPr lang="ko-KR" altLang="en-US"/>
          </a:p>
        </p:txBody>
      </p:sp>
      <p:sp>
        <p:nvSpPr>
          <p:cNvPr id="5" name="Text Placeholder 4">
            <a:extLst>
              <a:ext uri="{FF2B5EF4-FFF2-40B4-BE49-F238E27FC236}">
                <a16:creationId xmlns:a16="http://schemas.microsoft.com/office/drawing/2014/main" id="{8BE94634-02E8-95F0-06DD-71B6458C84A8}"/>
              </a:ext>
            </a:extLst>
          </p:cNvPr>
          <p:cNvSpPr>
            <a:spLocks noGrp="1"/>
          </p:cNvSpPr>
          <p:nvPr>
            <p:ph type="body" sz="quarter" idx="11"/>
          </p:nvPr>
        </p:nvSpPr>
        <p:spPr>
          <a:xfrm>
            <a:off x="285075" y="7737998"/>
            <a:ext cx="11465393" cy="401637"/>
          </a:xfrm>
        </p:spPr>
        <p:txBody>
          <a:bodyPr lIns="91440" tIns="45720" rIns="91440" bIns="45720" anchor="ctr" anchorCtr="0"/>
          <a:lstStyle/>
          <a:p>
            <a:r>
              <a:rPr lang="en-US" b="0">
                <a:ea typeface="KoPub돋움체 Bold"/>
              </a:rPr>
              <a:t>My View / </a:t>
            </a:r>
            <a:r>
              <a:rPr lang="en-US" b="0">
                <a:latin typeface="Consolas"/>
                <a:ea typeface="KoPub돋움체 Bold"/>
              </a:rPr>
              <a:t>Research Direction</a:t>
            </a:r>
            <a:endParaRPr lang="ko-KR"/>
          </a:p>
          <a:p>
            <a:endParaRPr lang="en-US" altLang="ko-KR"/>
          </a:p>
          <a:p>
            <a:endParaRPr lang="en-US" altLang="ko-KR"/>
          </a:p>
          <a:p>
            <a:endParaRPr lang="en-US" altLang="ko-KR"/>
          </a:p>
          <a:p>
            <a:endParaRPr lang="en-US" altLang="ko-KR"/>
          </a:p>
          <a:p>
            <a:endParaRPr lang="en-US" altLang="ko-KR"/>
          </a:p>
          <a:p>
            <a:endParaRPr lang="en-US" altLang="ko-KR"/>
          </a:p>
          <a:p>
            <a:endParaRPr lang="en-US" altLang="ko-KR"/>
          </a:p>
          <a:p>
            <a:endParaRPr lang="en-US">
              <a:ea typeface="KoPub돋움체 Bold"/>
            </a:endParaRPr>
          </a:p>
          <a:p>
            <a:endParaRPr lang="en-US" altLang="ko-KR"/>
          </a:p>
          <a:p>
            <a:endParaRPr lang="en-US" altLang="ko-KR"/>
          </a:p>
          <a:p>
            <a:endParaRPr lang="en-US" altLang="ko-KR"/>
          </a:p>
          <a:p>
            <a:endParaRPr lang="en-US" altLang="ko-KR"/>
          </a:p>
          <a:p>
            <a:endParaRPr lang="en-US" altLang="ko-KR"/>
          </a:p>
          <a:p>
            <a:endParaRPr lang="en-US" altLang="ko-KR"/>
          </a:p>
          <a:p>
            <a:endParaRPr lang="en-US" altLang="ko-KR"/>
          </a:p>
          <a:p>
            <a:endParaRPr lang="en-US" altLang="ko-KR"/>
          </a:p>
          <a:p>
            <a:endParaRPr lang="en-US" altLang="ko-KR"/>
          </a:p>
          <a:p>
            <a:endParaRPr lang="en-US" altLang="ko-KR"/>
          </a:p>
          <a:p>
            <a:endParaRPr lang="en-US" altLang="ko-KR"/>
          </a:p>
          <a:p>
            <a:endParaRPr lang="en-US"/>
          </a:p>
        </p:txBody>
      </p:sp>
      <p:sp>
        <p:nvSpPr>
          <p:cNvPr id="7" name="제목 3">
            <a:extLst>
              <a:ext uri="{FF2B5EF4-FFF2-40B4-BE49-F238E27FC236}">
                <a16:creationId xmlns:a16="http://schemas.microsoft.com/office/drawing/2014/main" id="{D7F2D75A-007F-6678-BD9D-C1CB702A27CC}"/>
              </a:ext>
            </a:extLst>
          </p:cNvPr>
          <p:cNvSpPr txBox="1">
            <a:spLocks/>
          </p:cNvSpPr>
          <p:nvPr/>
        </p:nvSpPr>
        <p:spPr>
          <a:xfrm>
            <a:off x="286194" y="265704"/>
            <a:ext cx="10666268" cy="464670"/>
          </a:xfrm>
          <a:prstGeom prst="rect">
            <a:avLst/>
          </a:prstGeom>
        </p:spPr>
        <p:txBody>
          <a:bodyPr lIns="91440" tIns="45720" rIns="91440" bIns="45720" anchor="ctr" anchorCtr="0"/>
          <a:lstStyle>
            <a:lvl1pPr algn="l" rtl="0" eaLnBrk="1" fontAlgn="base" latinLnBrk="1" hangingPunct="1">
              <a:spcBef>
                <a:spcPct val="0"/>
              </a:spcBef>
              <a:spcAft>
                <a:spcPct val="0"/>
              </a:spcAft>
              <a:defRPr lang="ko-KR" altLang="en-US" sz="2400" b="1" kern="1200" baseline="0" dirty="0">
                <a:ln>
                  <a:solidFill>
                    <a:schemeClr val="accent1">
                      <a:alpha val="0"/>
                    </a:schemeClr>
                  </a:solidFill>
                </a:ln>
                <a:solidFill>
                  <a:srgbClr val="144772"/>
                </a:solidFill>
                <a:effectLst>
                  <a:glow rad="127000">
                    <a:schemeClr val="bg1"/>
                  </a:glow>
                  <a:outerShdw blurRad="38100" dist="38100" dir="2700000" algn="tl" rotWithShape="0">
                    <a:prstClr val="black">
                      <a:alpha val="40000"/>
                    </a:prstClr>
                  </a:outerShdw>
                </a:effectLst>
                <a:latin typeface="Pretendard Black" panose="02000A03000000020004" pitchFamily="50" charset="-127"/>
                <a:ea typeface="Pretendard Black" panose="02000A03000000020004" pitchFamily="50" charset="-127"/>
                <a:cs typeface="Pretendard Black" panose="02000A03000000020004" pitchFamily="50" charset="-127"/>
              </a:defRPr>
            </a:lvl1pPr>
            <a:lvl2pPr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2pPr>
            <a:lvl3pPr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3pPr>
            <a:lvl4pPr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4pPr>
            <a:lvl5pPr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5pPr>
            <a:lvl6pPr marL="457200"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6pPr>
            <a:lvl7pPr marL="914400"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7pPr>
            <a:lvl8pPr marL="1371600"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8pPr>
            <a:lvl9pPr marL="1828800"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9pPr>
          </a:lstStyle>
          <a:p>
            <a:r>
              <a:rPr lang="ko-KR" altLang="en-US">
                <a:ln>
                  <a:solidFill>
                    <a:srgbClr val="4F81BD">
                      <a:alpha val="0"/>
                    </a:srgbClr>
                  </a:solidFill>
                </a:ln>
                <a:effectLst>
                  <a:glow rad="127000">
                    <a:prstClr val="white"/>
                  </a:glow>
                  <a:outerShdw blurRad="38100" dist="38100" dir="2700000" algn="tl" rotWithShape="0">
                    <a:prstClr val="black">
                      <a:alpha val="40000"/>
                    </a:prstClr>
                  </a:outerShdw>
                </a:effectLst>
                <a:latin typeface="Pretendard Black"/>
                <a:ea typeface="Pretendard Black"/>
              </a:rPr>
              <a:t>(윤석)</a:t>
            </a:r>
            <a:endParaRPr lang="ko-KR" altLang="en-US">
              <a:ln>
                <a:solidFill>
                  <a:srgbClr val="4F81BD">
                    <a:alpha val="0"/>
                  </a:srgbClr>
                </a:solidFill>
              </a:ln>
              <a:effectLst>
                <a:glow rad="127000">
                  <a:prstClr val="white"/>
                </a:glow>
                <a:outerShdw blurRad="38100" dist="38100" dir="2700000" algn="tl" rotWithShape="0">
                  <a:prstClr val="black">
                    <a:alpha val="40000"/>
                  </a:prstClr>
                </a:outerShdw>
              </a:effectLst>
              <a:latin typeface="Pretendard Black"/>
            </a:endParaRPr>
          </a:p>
        </p:txBody>
      </p:sp>
      <p:sp>
        <p:nvSpPr>
          <p:cNvPr id="8" name="TextBox 7">
            <a:extLst>
              <a:ext uri="{FF2B5EF4-FFF2-40B4-BE49-F238E27FC236}">
                <a16:creationId xmlns:a16="http://schemas.microsoft.com/office/drawing/2014/main" id="{0096EE56-46E9-AC39-2372-0FCC7DFB36F9}"/>
              </a:ext>
            </a:extLst>
          </p:cNvPr>
          <p:cNvSpPr txBox="1"/>
          <p:nvPr/>
        </p:nvSpPr>
        <p:spPr>
          <a:xfrm>
            <a:off x="487196" y="1268064"/>
            <a:ext cx="10631714" cy="464742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a:solidFill>
                  <a:srgbClr val="5E6C7A"/>
                </a:solidFill>
                <a:latin typeface="Arial"/>
                <a:ea typeface="+mn-lt"/>
                <a:cs typeface="Arial"/>
              </a:rPr>
              <a:t>Somansa has addressed ChatGPT-related data leakage since 2023, but its AI-specific capabilities are still being rapidly expanded, including LLM-based semantic detection and</a:t>
            </a:r>
            <a:r>
              <a:rPr lang="en-US" altLang="ko-KR" sz="1600">
                <a:solidFill>
                  <a:srgbClr val="5E6C7A"/>
                </a:solidFill>
                <a:latin typeface="Arial"/>
                <a:ea typeface="+mn-lt"/>
                <a:cs typeface="Arial"/>
              </a:rPr>
              <a:t> </a:t>
            </a:r>
            <a:r>
              <a:rPr lang="en-US" sz="1600">
                <a:solidFill>
                  <a:srgbClr val="5E6C7A"/>
                </a:solidFill>
                <a:latin typeface="Arial"/>
                <a:ea typeface="+mn-lt"/>
                <a:cs typeface="Arial"/>
              </a:rPr>
              <a:t>AI-agent visibility in 2026.</a:t>
            </a:r>
            <a:endParaRPr lang="ko-KR" altLang="en-US" sz="1600">
              <a:solidFill>
                <a:srgbClr val="000000"/>
              </a:solidFill>
              <a:latin typeface="Arial"/>
              <a:ea typeface="+mn-lt"/>
              <a:cs typeface="Arial"/>
            </a:endParaRPr>
          </a:p>
          <a:p>
            <a:br>
              <a:rPr lang="en-US" sz="1600">
                <a:latin typeface="Arial"/>
                <a:ea typeface="+mn-lt"/>
                <a:cs typeface="Arial"/>
              </a:rPr>
            </a:br>
            <a:r>
              <a:rPr lang="en-US" sz="1600">
                <a:solidFill>
                  <a:srgbClr val="5E6C7A"/>
                </a:solidFill>
                <a:latin typeface="Arial"/>
                <a:ea typeface="+mn-lt"/>
                <a:cs typeface="Arial"/>
              </a:rPr>
              <a:t>This suggests that AI-DLP is still an evolving security domain rather than a fully mature extension of traditional DLP.</a:t>
            </a:r>
            <a:br>
              <a:rPr lang="en-US" altLang="ko-KR" sz="1600">
                <a:latin typeface="Arial"/>
                <a:ea typeface="+mn-lt"/>
                <a:cs typeface="Arial"/>
              </a:rPr>
            </a:br>
            <a:r>
              <a:rPr lang="en-US" altLang="ko-KR" sz="1600">
                <a:solidFill>
                  <a:srgbClr val="5E6C7A"/>
                </a:solidFill>
                <a:latin typeface="Arial"/>
                <a:ea typeface="+mn-lt"/>
                <a:cs typeface="Arial"/>
              </a:rPr>
              <a:t>Therefore, our solution could differentiate itself by focusing on LLM-native security threats, rather than </a:t>
            </a:r>
            <a:r>
              <a:rPr lang="en-US" sz="1600">
                <a:solidFill>
                  <a:srgbClr val="5E6C7A"/>
                </a:solidFill>
                <a:latin typeface="Arial"/>
                <a:ea typeface="+mn-lt"/>
                <a:cs typeface="Arial"/>
              </a:rPr>
              <a:t>simply </a:t>
            </a:r>
            <a:r>
              <a:rPr lang="en-US" altLang="ko-KR" sz="1600">
                <a:solidFill>
                  <a:srgbClr val="5E6C7A"/>
                </a:solidFill>
                <a:latin typeface="Arial"/>
                <a:ea typeface="+mn-lt"/>
                <a:cs typeface="Arial"/>
              </a:rPr>
              <a:t>extending</a:t>
            </a:r>
            <a:r>
              <a:rPr lang="en-US" sz="1600">
                <a:solidFill>
                  <a:srgbClr val="5E6C7A"/>
                </a:solidFill>
                <a:latin typeface="Arial"/>
                <a:ea typeface="+mn-lt"/>
                <a:cs typeface="Arial"/>
              </a:rPr>
              <a:t> conventional DLP</a:t>
            </a:r>
            <a:r>
              <a:rPr lang="en-US" altLang="ko-KR" sz="1600">
                <a:solidFill>
                  <a:srgbClr val="5E6C7A"/>
                </a:solidFill>
                <a:latin typeface="Arial"/>
                <a:ea typeface="+mn-lt"/>
                <a:cs typeface="Arial"/>
              </a:rPr>
              <a:t> </a:t>
            </a:r>
            <a:r>
              <a:rPr lang="en-US" sz="1600">
                <a:solidFill>
                  <a:srgbClr val="5E6C7A"/>
                </a:solidFill>
                <a:latin typeface="Arial"/>
                <a:ea typeface="+mn-lt"/>
                <a:cs typeface="Arial"/>
              </a:rPr>
              <a:t>rules.</a:t>
            </a:r>
            <a:endParaRPr lang="ko-KR" sz="1600">
              <a:latin typeface="Arial"/>
              <a:ea typeface="맑은 고딕"/>
              <a:cs typeface="Arial"/>
            </a:endParaRPr>
          </a:p>
          <a:p>
            <a:endParaRPr lang="en-US" altLang="ko-KR" sz="1300">
              <a:solidFill>
                <a:srgbClr val="5E6C7A"/>
              </a:solidFill>
              <a:latin typeface="Arial"/>
              <a:ea typeface="맑은 고딕"/>
              <a:cs typeface="Arial"/>
            </a:endParaRPr>
          </a:p>
          <a:p>
            <a:endParaRPr lang="en-US" altLang="ko-KR" sz="1300">
              <a:solidFill>
                <a:srgbClr val="5E6C7A"/>
              </a:solidFill>
              <a:latin typeface="Arial"/>
              <a:ea typeface="맑은 고딕"/>
              <a:cs typeface="Arial"/>
            </a:endParaRPr>
          </a:p>
          <a:p>
            <a:endParaRPr lang="en-US" altLang="ko-KR" sz="1300">
              <a:solidFill>
                <a:srgbClr val="5E6C7A"/>
              </a:solidFill>
              <a:latin typeface="Arial"/>
              <a:ea typeface="맑은 고딕"/>
              <a:cs typeface="Arial"/>
            </a:endParaRPr>
          </a:p>
          <a:p>
            <a:endParaRPr lang="en-US" altLang="ko-KR" sz="1300">
              <a:solidFill>
                <a:srgbClr val="5E6C7A"/>
              </a:solidFill>
              <a:latin typeface="Arial"/>
              <a:ea typeface="맑은 고딕"/>
              <a:cs typeface="Arial"/>
            </a:endParaRPr>
          </a:p>
          <a:p>
            <a:endParaRPr lang="en-US" altLang="ko-KR" sz="1300">
              <a:solidFill>
                <a:srgbClr val="5E6C7A"/>
              </a:solidFill>
              <a:latin typeface="Arial"/>
              <a:ea typeface="맑은 고딕"/>
              <a:cs typeface="Arial"/>
            </a:endParaRPr>
          </a:p>
          <a:p>
            <a:endParaRPr lang="en-US" altLang="ko-KR" sz="1300">
              <a:solidFill>
                <a:srgbClr val="5E6C7A"/>
              </a:solidFill>
              <a:latin typeface="Arial"/>
              <a:ea typeface="맑은 고딕"/>
              <a:cs typeface="Arial"/>
            </a:endParaRPr>
          </a:p>
          <a:p>
            <a:endParaRPr lang="en-US" altLang="ko-KR" sz="1300">
              <a:solidFill>
                <a:srgbClr val="5E6C7A"/>
              </a:solidFill>
              <a:latin typeface="Arial"/>
              <a:ea typeface="맑은 고딕"/>
              <a:cs typeface="Arial"/>
            </a:endParaRPr>
          </a:p>
          <a:p>
            <a:r>
              <a:rPr lang="en-US" altLang="ko-KR" sz="1300">
                <a:solidFill>
                  <a:srgbClr val="5E6C7A"/>
                </a:solidFill>
                <a:latin typeface="Arial"/>
                <a:ea typeface="맑은 고딕"/>
                <a:cs typeface="Arial"/>
              </a:rPr>
              <a:t>.</a:t>
            </a:r>
            <a:endParaRPr lang="ko-KR" altLang="en-US">
              <a:solidFill>
                <a:srgbClr val="000000"/>
              </a:solidFill>
              <a:latin typeface="맑은 고딕"/>
              <a:ea typeface="맑은 고딕"/>
              <a:cs typeface="Arial"/>
            </a:endParaRPr>
          </a:p>
          <a:p>
            <a:endParaRPr lang="en-US" altLang="ko-KR" sz="1300">
              <a:solidFill>
                <a:srgbClr val="5E6C7A"/>
              </a:solidFill>
              <a:latin typeface="Arial"/>
              <a:ea typeface="맑은 고딕"/>
              <a:cs typeface="Arial"/>
            </a:endParaRPr>
          </a:p>
          <a:p>
            <a:endParaRPr lang="en-US" altLang="ko-KR" sz="1300">
              <a:solidFill>
                <a:srgbClr val="5E6C7A"/>
              </a:solidFill>
              <a:latin typeface="Arial"/>
              <a:ea typeface="맑은 고딕"/>
              <a:cs typeface="Arial"/>
            </a:endParaRPr>
          </a:p>
          <a:p>
            <a:endParaRPr lang="en-US" altLang="ko-KR" sz="1300">
              <a:solidFill>
                <a:srgbClr val="5E6C7A"/>
              </a:solidFill>
              <a:latin typeface="Arial"/>
              <a:ea typeface="맑은 고딕"/>
              <a:cs typeface="Arial"/>
            </a:endParaRPr>
          </a:p>
          <a:p>
            <a:endParaRPr lang="en-US" altLang="ko-KR" sz="1300">
              <a:solidFill>
                <a:srgbClr val="5E6C7A"/>
              </a:solidFill>
              <a:latin typeface="Arial"/>
              <a:ea typeface="맑은 고딕"/>
              <a:cs typeface="Arial"/>
            </a:endParaRPr>
          </a:p>
          <a:p>
            <a:endParaRPr lang="en-US" altLang="ko-KR" sz="1300">
              <a:solidFill>
                <a:srgbClr val="5E6C7A"/>
              </a:solidFill>
              <a:latin typeface="Arial"/>
              <a:ea typeface="맑은 고딕"/>
              <a:cs typeface="Arial"/>
            </a:endParaRPr>
          </a:p>
          <a:p>
            <a:r>
              <a:rPr lang="ko-KR" sz="1300">
                <a:solidFill>
                  <a:srgbClr val="5E6C7A"/>
                </a:solidFill>
                <a:latin typeface="Arial"/>
                <a:ea typeface="맑은 고딕"/>
                <a:cs typeface="Arial"/>
              </a:rPr>
              <a:t>.</a:t>
            </a:r>
            <a:endParaRPr lang="ko-KR">
              <a:ea typeface="맑은 고딕"/>
            </a:endParaRPr>
          </a:p>
          <a:p>
            <a:pPr algn="l"/>
            <a:endParaRPr lang="ko-KR" altLang="en-US">
              <a:ea typeface="맑은 고딕"/>
            </a:endParaRPr>
          </a:p>
        </p:txBody>
      </p:sp>
    </p:spTree>
    <p:extLst>
      <p:ext uri="{BB962C8B-B14F-4D97-AF65-F5344CB8AC3E}">
        <p14:creationId xmlns:p14="http://schemas.microsoft.com/office/powerpoint/2010/main" val="230110438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33F2E2-AC8F-6BA9-0DE7-2304DA0BF0D4}"/>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22EF390-CB91-0087-13D2-4EC43A20DEA0}"/>
              </a:ext>
            </a:extLst>
          </p:cNvPr>
          <p:cNvSpPr>
            <a:spLocks noGrp="1"/>
          </p:cNvSpPr>
          <p:nvPr>
            <p:ph type="sldNum" sz="quarter" idx="4"/>
          </p:nvPr>
        </p:nvSpPr>
        <p:spPr/>
        <p:txBody>
          <a:bodyPr/>
          <a:lstStyle/>
          <a:p>
            <a:fld id="{4EA1E582-E1CC-4474-812F-1657BC5920B7}" type="slidenum">
              <a:rPr lang="ko-KR" altLang="en-US" smtClean="0"/>
              <a:t>32</a:t>
            </a:fld>
            <a:endParaRPr lang="ko-KR" altLang="en-US"/>
          </a:p>
        </p:txBody>
      </p:sp>
      <p:sp>
        <p:nvSpPr>
          <p:cNvPr id="4" name="Title 3">
            <a:extLst>
              <a:ext uri="{FF2B5EF4-FFF2-40B4-BE49-F238E27FC236}">
                <a16:creationId xmlns:a16="http://schemas.microsoft.com/office/drawing/2014/main" id="{DDE9EBD8-BECF-8F45-C709-6446CE78D3B3}"/>
              </a:ext>
            </a:extLst>
          </p:cNvPr>
          <p:cNvSpPr>
            <a:spLocks noGrp="1"/>
          </p:cNvSpPr>
          <p:nvPr>
            <p:ph type="title"/>
          </p:nvPr>
        </p:nvSpPr>
        <p:spPr/>
        <p:txBody>
          <a:bodyPr/>
          <a:lstStyle/>
          <a:p>
            <a:endParaRPr lang="en-US"/>
          </a:p>
        </p:txBody>
      </p:sp>
      <p:sp>
        <p:nvSpPr>
          <p:cNvPr id="7" name="제목 3">
            <a:extLst>
              <a:ext uri="{FF2B5EF4-FFF2-40B4-BE49-F238E27FC236}">
                <a16:creationId xmlns:a16="http://schemas.microsoft.com/office/drawing/2014/main" id="{8FC23A69-6DA8-763D-1641-11A48CF185BE}"/>
              </a:ext>
            </a:extLst>
          </p:cNvPr>
          <p:cNvSpPr txBox="1">
            <a:spLocks/>
          </p:cNvSpPr>
          <p:nvPr/>
        </p:nvSpPr>
        <p:spPr>
          <a:xfrm>
            <a:off x="286194" y="265704"/>
            <a:ext cx="10666268" cy="464670"/>
          </a:xfrm>
          <a:prstGeom prst="rect">
            <a:avLst/>
          </a:prstGeom>
        </p:spPr>
        <p:txBody>
          <a:bodyPr lIns="91440" tIns="45720" rIns="91440" bIns="45720" anchor="ctr" anchorCtr="0"/>
          <a:lstStyle>
            <a:lvl1pPr algn="l" rtl="0" eaLnBrk="1" fontAlgn="base" latinLnBrk="1" hangingPunct="1">
              <a:spcBef>
                <a:spcPct val="0"/>
              </a:spcBef>
              <a:spcAft>
                <a:spcPct val="0"/>
              </a:spcAft>
              <a:defRPr lang="ko-KR" altLang="en-US" sz="2400" b="1" kern="1200" baseline="0" dirty="0">
                <a:ln>
                  <a:solidFill>
                    <a:schemeClr val="accent1">
                      <a:alpha val="0"/>
                    </a:schemeClr>
                  </a:solidFill>
                </a:ln>
                <a:solidFill>
                  <a:srgbClr val="144772"/>
                </a:solidFill>
                <a:effectLst>
                  <a:glow rad="127000">
                    <a:schemeClr val="bg1"/>
                  </a:glow>
                  <a:outerShdw blurRad="38100" dist="38100" dir="2700000" algn="tl" rotWithShape="0">
                    <a:prstClr val="black">
                      <a:alpha val="40000"/>
                    </a:prstClr>
                  </a:outerShdw>
                </a:effectLst>
                <a:latin typeface="Pretendard Black" panose="02000A03000000020004" pitchFamily="50" charset="-127"/>
                <a:ea typeface="Pretendard Black" panose="02000A03000000020004" pitchFamily="50" charset="-127"/>
                <a:cs typeface="Pretendard Black" panose="02000A03000000020004" pitchFamily="50" charset="-127"/>
              </a:defRPr>
            </a:lvl1pPr>
            <a:lvl2pPr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2pPr>
            <a:lvl3pPr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3pPr>
            <a:lvl4pPr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4pPr>
            <a:lvl5pPr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5pPr>
            <a:lvl6pPr marL="457200"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6pPr>
            <a:lvl7pPr marL="914400"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7pPr>
            <a:lvl8pPr marL="1371600"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8pPr>
            <a:lvl9pPr marL="1828800"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9pPr>
          </a:lstStyle>
          <a:p>
            <a:r>
              <a:rPr lang="ko-KR">
                <a:ln>
                  <a:solidFill>
                    <a:srgbClr val="4F81BD">
                      <a:alpha val="0"/>
                    </a:srgbClr>
                  </a:solidFill>
                </a:ln>
                <a:effectLst>
                  <a:glow rad="127000">
                    <a:prstClr val="white"/>
                  </a:glow>
                  <a:outerShdw blurRad="38100" dist="38100" dir="2700000" algn="tl" rotWithShape="0">
                    <a:prstClr val="black">
                      <a:alpha val="40000"/>
                    </a:prstClr>
                  </a:outerShdw>
                </a:effectLst>
                <a:latin typeface="Arial"/>
                <a:ea typeface="Pretendard Black"/>
                <a:cs typeface="Arial"/>
              </a:rPr>
              <a:t>지란지교데이터 </a:t>
            </a:r>
            <a:r>
              <a:rPr lang="ko-KR" altLang="en-US">
                <a:ln>
                  <a:solidFill>
                    <a:srgbClr val="4F81BD">
                      <a:alpha val="0"/>
                    </a:srgbClr>
                  </a:solidFill>
                </a:ln>
                <a:effectLst>
                  <a:glow rad="127000">
                    <a:prstClr val="white"/>
                  </a:glow>
                  <a:outerShdw blurRad="38100" dist="38100" dir="2700000" algn="tl" rotWithShape="0">
                    <a:prstClr val="black">
                      <a:alpha val="40000"/>
                    </a:prstClr>
                  </a:outerShdw>
                </a:effectLst>
                <a:latin typeface="Arial"/>
                <a:ea typeface="Pretendard Black"/>
                <a:cs typeface="Arial"/>
              </a:rPr>
              <a:t>(</a:t>
            </a:r>
            <a:r>
              <a:rPr lang="ko-KR" altLang="en-US">
                <a:ln>
                  <a:solidFill>
                    <a:srgbClr val="4F81BD">
                      <a:alpha val="0"/>
                    </a:srgbClr>
                  </a:solidFill>
                </a:ln>
                <a:effectLst>
                  <a:glow rad="127000">
                    <a:prstClr val="white"/>
                  </a:glow>
                  <a:outerShdw blurRad="38100" dist="38100" dir="2700000" algn="tl" rotWithShape="0">
                    <a:prstClr val="black">
                      <a:alpha val="40000"/>
                    </a:prstClr>
                  </a:outerShdw>
                </a:effectLst>
                <a:latin typeface="Arial"/>
                <a:ea typeface="Pretendard Black"/>
              </a:rPr>
              <a:t>Sercan): </a:t>
            </a:r>
            <a:r>
              <a:rPr lang="ko-KR" b="0">
                <a:ln>
                  <a:solidFill>
                    <a:srgbClr val="4F81BD">
                      <a:alpha val="0"/>
                    </a:srgbClr>
                  </a:solidFill>
                </a:ln>
                <a:effectLst>
                  <a:glow rad="127000">
                    <a:prstClr val="white"/>
                  </a:glow>
                  <a:outerShdw blurRad="38100" dist="38100" dir="2700000" algn="tl" rotWithShape="0">
                    <a:prstClr val="black">
                      <a:alpha val="40000"/>
                    </a:prstClr>
                  </a:outerShdw>
                </a:effectLst>
                <a:latin typeface="Arial"/>
                <a:ea typeface="Pretendard Black"/>
              </a:rPr>
              <a:t>D1 Channel Coverage</a:t>
            </a:r>
            <a:endParaRPr lang="en-US" altLang="ko-KR">
              <a:ln>
                <a:solidFill>
                  <a:srgbClr val="4F81BD">
                    <a:alpha val="0"/>
                  </a:srgbClr>
                </a:solidFill>
              </a:ln>
              <a:effectLst>
                <a:glow rad="127000">
                  <a:prstClr val="white"/>
                </a:glow>
                <a:outerShdw blurRad="38100" dist="38100" dir="2700000" algn="tl" rotWithShape="0">
                  <a:prstClr val="black">
                    <a:alpha val="40000"/>
                  </a:prstClr>
                </a:outerShdw>
              </a:effectLst>
              <a:latin typeface="Pretendard Black"/>
            </a:endParaRPr>
          </a:p>
        </p:txBody>
      </p:sp>
      <p:graphicFrame>
        <p:nvGraphicFramePr>
          <p:cNvPr id="9" name="표 9">
            <a:extLst>
              <a:ext uri="{FF2B5EF4-FFF2-40B4-BE49-F238E27FC236}">
                <a16:creationId xmlns:a16="http://schemas.microsoft.com/office/drawing/2014/main" id="{DA7D6D3D-4422-B680-1F11-19F685C7F7B8}"/>
              </a:ext>
            </a:extLst>
          </p:cNvPr>
          <p:cNvGraphicFramePr>
            <a:graphicFrameLocks noGrp="1"/>
          </p:cNvGraphicFramePr>
          <p:nvPr/>
        </p:nvGraphicFramePr>
        <p:xfrm>
          <a:off x="715433" y="884766"/>
          <a:ext cx="10761549" cy="5786732"/>
        </p:xfrm>
        <a:graphic>
          <a:graphicData uri="http://schemas.openxmlformats.org/drawingml/2006/table">
            <a:tbl>
              <a:tblPr bandRow="1">
                <a:tableStyleId>{5C22544A-7EE6-4342-B048-85BDC9FD1C3A}</a:tableStyleId>
              </a:tblPr>
              <a:tblGrid>
                <a:gridCol w="742176">
                  <a:extLst>
                    <a:ext uri="{9D8B030D-6E8A-4147-A177-3AD203B41FA5}">
                      <a16:colId xmlns:a16="http://schemas.microsoft.com/office/drawing/2014/main" val="202193020"/>
                    </a:ext>
                  </a:extLst>
                </a:gridCol>
                <a:gridCol w="3061475">
                  <a:extLst>
                    <a:ext uri="{9D8B030D-6E8A-4147-A177-3AD203B41FA5}">
                      <a16:colId xmlns:a16="http://schemas.microsoft.com/office/drawing/2014/main" val="1830902713"/>
                    </a:ext>
                  </a:extLst>
                </a:gridCol>
                <a:gridCol w="556631">
                  <a:extLst>
                    <a:ext uri="{9D8B030D-6E8A-4147-A177-3AD203B41FA5}">
                      <a16:colId xmlns:a16="http://schemas.microsoft.com/office/drawing/2014/main" val="4282164126"/>
                    </a:ext>
                  </a:extLst>
                </a:gridCol>
                <a:gridCol w="6401267">
                  <a:extLst>
                    <a:ext uri="{9D8B030D-6E8A-4147-A177-3AD203B41FA5}">
                      <a16:colId xmlns:a16="http://schemas.microsoft.com/office/drawing/2014/main" val="1690267946"/>
                    </a:ext>
                  </a:extLst>
                </a:gridCol>
              </a:tblGrid>
              <a:tr h="277472">
                <a:tc>
                  <a:txBody>
                    <a:bodyPr/>
                    <a:lstStyle/>
                    <a:p>
                      <a:pPr lvl="0" algn="l">
                        <a:buNone/>
                      </a:pPr>
                      <a:r>
                        <a:rPr lang="en-US" altLang="ko-KR" sz="1000" b="1">
                          <a:solidFill>
                            <a:srgbClr val="144772"/>
                          </a:solidFill>
                          <a:effectLst/>
                          <a:latin typeface="Arial"/>
                        </a:rPr>
                        <a:t>ID</a:t>
                      </a:r>
                      <a:endParaRPr lang="ko-KR" altLang="en-US" sz="1000" b="1">
                        <a:solidFill>
                          <a:srgbClr val="144772"/>
                        </a:solidFill>
                        <a:effectLst/>
                        <a:latin typeface="Arial"/>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DDECF2"/>
                    </a:solidFill>
                  </a:tcPr>
                </a:tc>
                <a:tc>
                  <a:txBody>
                    <a:bodyPr/>
                    <a:lstStyle/>
                    <a:p>
                      <a:pPr lvl="0" algn="l">
                        <a:buNone/>
                      </a:pPr>
                      <a:r>
                        <a:rPr lang="en-US" altLang="ko-KR" sz="1000" b="1">
                          <a:solidFill>
                            <a:srgbClr val="144772"/>
                          </a:solidFill>
                          <a:effectLst/>
                          <a:latin typeface="Arial"/>
                        </a:rPr>
                        <a:t>Capability</a:t>
                      </a:r>
                      <a:endParaRPr lang="ko-KR" altLang="en-US" sz="1000" b="1">
                        <a:solidFill>
                          <a:srgbClr val="144772"/>
                        </a:solidFill>
                        <a:effectLst/>
                        <a:latin typeface="Arial"/>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DDECF2"/>
                    </a:solidFill>
                  </a:tcPr>
                </a:tc>
                <a:tc>
                  <a:txBody>
                    <a:bodyPr/>
                    <a:lstStyle/>
                    <a:p>
                      <a:pPr lvl="0" algn="l">
                        <a:buNone/>
                      </a:pPr>
                      <a:r>
                        <a:rPr lang="en-US" altLang="ko-KR" sz="1000" b="1">
                          <a:solidFill>
                            <a:srgbClr val="144772"/>
                          </a:solidFill>
                          <a:effectLst/>
                          <a:latin typeface="Arial"/>
                        </a:rPr>
                        <a:t>Flag</a:t>
                      </a:r>
                      <a:endParaRPr lang="ko-KR" altLang="en-US" sz="1000" b="1">
                        <a:solidFill>
                          <a:srgbClr val="144772"/>
                        </a:solidFill>
                        <a:effectLst/>
                        <a:latin typeface="Arial"/>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DDECF2"/>
                    </a:solidFill>
                  </a:tcPr>
                </a:tc>
                <a:tc>
                  <a:txBody>
                    <a:bodyPr/>
                    <a:lstStyle/>
                    <a:p>
                      <a:pPr lvl="0" algn="l">
                        <a:buNone/>
                      </a:pPr>
                      <a:r>
                        <a:rPr lang="en-US" altLang="ko-KR" sz="1000" b="1">
                          <a:solidFill>
                            <a:srgbClr val="144772"/>
                          </a:solidFill>
                          <a:effectLst/>
                          <a:latin typeface="Arial"/>
                        </a:rPr>
                        <a:t>Documented</a:t>
                      </a:r>
                      <a:r>
                        <a:rPr lang="ko-KR" altLang="en-US" sz="1000" b="1">
                          <a:solidFill>
                            <a:srgbClr val="144772"/>
                          </a:solidFill>
                          <a:effectLst/>
                          <a:latin typeface="Arial"/>
                        </a:rPr>
                        <a:t> </a:t>
                      </a:r>
                      <a:r>
                        <a:rPr lang="en-US" altLang="ko-KR" sz="1000" b="1">
                          <a:solidFill>
                            <a:srgbClr val="144772"/>
                          </a:solidFill>
                          <a:effectLst/>
                          <a:latin typeface="Arial"/>
                        </a:rPr>
                        <a:t>scope</a:t>
                      </a:r>
                      <a:r>
                        <a:rPr lang="ko-KR" altLang="en-US" sz="1000" b="1">
                          <a:solidFill>
                            <a:srgbClr val="144772"/>
                          </a:solidFill>
                          <a:effectLst/>
                          <a:latin typeface="Arial"/>
                        </a:rPr>
                        <a:t> </a:t>
                      </a:r>
                      <a:r>
                        <a:rPr lang="ko-KR" sz="1000" b="1">
                          <a:solidFill>
                            <a:srgbClr val="144772"/>
                          </a:solidFill>
                          <a:effectLst/>
                          <a:latin typeface="Arial"/>
                        </a:rPr>
                        <a:t>and </a:t>
                      </a:r>
                      <a:r>
                        <a:rPr lang="en-US" altLang="ko-KR" sz="1000" b="1">
                          <a:solidFill>
                            <a:srgbClr val="144772"/>
                          </a:solidFill>
                          <a:effectLst/>
                          <a:latin typeface="Arial"/>
                        </a:rPr>
                        <a:t>evidence</a:t>
                      </a:r>
                      <a:endParaRPr lang="ko-KR" altLang="en-US" sz="1000" b="1">
                        <a:solidFill>
                          <a:srgbClr val="144772"/>
                        </a:solidFill>
                        <a:effectLst/>
                        <a:latin typeface="Arial"/>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DDECF2"/>
                    </a:solidFill>
                  </a:tcPr>
                </a:tc>
                <a:extLst>
                  <a:ext uri="{0D108BD9-81ED-4DB2-BD59-A6C34878D82A}">
                    <a16:rowId xmlns:a16="http://schemas.microsoft.com/office/drawing/2014/main" val="2133660681"/>
                  </a:ext>
                </a:extLst>
              </a:tr>
              <a:tr h="399290">
                <a:tc>
                  <a:txBody>
                    <a:bodyPr/>
                    <a:lstStyle/>
                    <a:p>
                      <a:pPr lvl="0" algn="l">
                        <a:buNone/>
                      </a:pPr>
                      <a:r>
                        <a:rPr lang="en-US" altLang="ko-KR" sz="1050" b="1">
                          <a:solidFill>
                            <a:srgbClr val="243447"/>
                          </a:solidFill>
                          <a:effectLst/>
                          <a:latin typeface="Arial"/>
                        </a:rPr>
                        <a:t>D1-01</a:t>
                      </a:r>
                      <a:endParaRPr lang="ko-KR" altLang="en-US" sz="1050" b="1">
                        <a:solidFill>
                          <a:srgbClr val="243447"/>
                        </a:solidFill>
                        <a:effectLst/>
                        <a:latin typeface="Arial"/>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lvl="0" algn="l">
                        <a:buNone/>
                      </a:pPr>
                      <a:r>
                        <a:rPr lang="ko-KR" sz="1050">
                          <a:solidFill>
                            <a:srgbClr val="243447"/>
                          </a:solidFill>
                          <a:effectLst/>
                          <a:latin typeface="Arial"/>
                        </a:rPr>
                        <a:t>USB</a:t>
                      </a:r>
                      <a:r>
                        <a:rPr lang="ko-KR" altLang="en-US" sz="1050">
                          <a:solidFill>
                            <a:srgbClr val="243447"/>
                          </a:solidFill>
                          <a:effectLst/>
                          <a:latin typeface="Arial"/>
                        </a:rPr>
                        <a:t> </a:t>
                      </a:r>
                      <a:r>
                        <a:rPr lang="ko-KR" sz="1050">
                          <a:solidFill>
                            <a:srgbClr val="243447"/>
                          </a:solidFill>
                          <a:effectLst/>
                          <a:latin typeface="Arial"/>
                        </a:rPr>
                        <a:t>/</a:t>
                      </a:r>
                      <a:r>
                        <a:rPr lang="ko-KR" altLang="en-US" sz="1050">
                          <a:solidFill>
                            <a:srgbClr val="243447"/>
                          </a:solidFill>
                          <a:effectLst/>
                          <a:latin typeface="Arial"/>
                        </a:rPr>
                        <a:t> </a:t>
                      </a:r>
                      <a:r>
                        <a:rPr lang="en-US" altLang="ko-KR" sz="1050">
                          <a:solidFill>
                            <a:srgbClr val="243447"/>
                          </a:solidFill>
                          <a:effectLst/>
                          <a:latin typeface="Arial"/>
                        </a:rPr>
                        <a:t>removable</a:t>
                      </a:r>
                      <a:r>
                        <a:rPr lang="ko-KR" altLang="en-US" sz="1050">
                          <a:solidFill>
                            <a:srgbClr val="243447"/>
                          </a:solidFill>
                          <a:effectLst/>
                          <a:latin typeface="Arial"/>
                        </a:rPr>
                        <a:t> </a:t>
                      </a:r>
                      <a:r>
                        <a:rPr lang="en-US" altLang="ko-KR" sz="1050">
                          <a:solidFill>
                            <a:srgbClr val="243447"/>
                          </a:solidFill>
                          <a:effectLst/>
                          <a:latin typeface="Arial"/>
                        </a:rPr>
                        <a:t>media</a:t>
                      </a:r>
                      <a:endParaRPr lang="ko-KR" altLang="en-US" sz="1050">
                        <a:solidFill>
                          <a:srgbClr val="243447"/>
                        </a:solidFill>
                        <a:effectLst/>
                        <a:latin typeface="Arial"/>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lvl="0" algn="l">
                        <a:buNone/>
                      </a:pPr>
                      <a:r>
                        <a:rPr lang="ko-KR" altLang="en-US" sz="1050" b="1">
                          <a:solidFill>
                            <a:srgbClr val="136F73"/>
                          </a:solidFill>
                          <a:effectLst/>
                          <a:latin typeface="Arial"/>
                        </a:rPr>
                        <a:t>●</a:t>
                      </a: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lvl="0" algn="l">
                        <a:buNone/>
                      </a:pPr>
                      <a:r>
                        <a:rPr lang="en-US" altLang="ko-KR" sz="1050" b="1" i="0" u="none" strike="noStrike" noProof="0">
                          <a:solidFill>
                            <a:srgbClr val="243447"/>
                          </a:solidFill>
                          <a:effectLst/>
                        </a:rPr>
                        <a:t>PCFILTER</a:t>
                      </a:r>
                      <a:r>
                        <a:rPr lang="ko-KR" altLang="en-US" sz="1050" b="0" i="0" u="none" strike="noStrike" noProof="0">
                          <a:solidFill>
                            <a:srgbClr val="243447"/>
                          </a:solidFill>
                          <a:effectLst/>
                        </a:rPr>
                        <a:t> </a:t>
                      </a:r>
                      <a:r>
                        <a:rPr lang="en-US" altLang="ko-KR" sz="1050" b="0" i="0" u="none" strike="noStrike" noProof="0">
                          <a:solidFill>
                            <a:srgbClr val="243447"/>
                          </a:solidFill>
                          <a:effectLst/>
                        </a:rPr>
                        <a:t>blocks</a:t>
                      </a:r>
                      <a:r>
                        <a:rPr lang="ko-KR" sz="1050" b="0" i="0" u="none" strike="noStrike" noProof="0">
                          <a:solidFill>
                            <a:srgbClr val="243447"/>
                          </a:solidFill>
                          <a:effectLst/>
                        </a:rPr>
                        <a:t> </a:t>
                      </a:r>
                      <a:r>
                        <a:rPr lang="en-US" altLang="ko-KR" sz="1050" b="0" i="0" u="none" strike="noStrike" noProof="0">
                          <a:solidFill>
                            <a:srgbClr val="243447"/>
                          </a:solidFill>
                          <a:effectLst/>
                        </a:rPr>
                        <a:t>copy/export</a:t>
                      </a:r>
                      <a:r>
                        <a:rPr lang="ko-KR" sz="1050" b="0" i="0" u="none" strike="noStrike" noProof="0">
                          <a:solidFill>
                            <a:srgbClr val="243447"/>
                          </a:solidFill>
                          <a:effectLst/>
                        </a:rPr>
                        <a:t> </a:t>
                      </a:r>
                      <a:r>
                        <a:rPr lang="en-US" altLang="ko-KR" sz="1050" b="0" i="0" u="none" strike="noStrike" noProof="0">
                          <a:solidFill>
                            <a:srgbClr val="243447"/>
                          </a:solidFill>
                          <a:effectLst/>
                        </a:rPr>
                        <a:t>through</a:t>
                      </a:r>
                      <a:r>
                        <a:rPr lang="ko-KR" sz="1050" b="0" i="0" u="none" strike="noStrike" noProof="0">
                          <a:solidFill>
                            <a:srgbClr val="243447"/>
                          </a:solidFill>
                          <a:effectLst/>
                        </a:rPr>
                        <a:t> </a:t>
                      </a:r>
                      <a:r>
                        <a:rPr lang="en-US" altLang="ko-KR" sz="1050" b="0" i="0" u="none" strike="noStrike" noProof="0">
                          <a:solidFill>
                            <a:srgbClr val="243447"/>
                          </a:solidFill>
                          <a:effectLst/>
                        </a:rPr>
                        <a:t>USB,</a:t>
                      </a:r>
                      <a:r>
                        <a:rPr lang="ko-KR" sz="1050" b="0" i="0" u="none" strike="noStrike" noProof="0">
                          <a:solidFill>
                            <a:srgbClr val="243447"/>
                          </a:solidFill>
                          <a:effectLst/>
                        </a:rPr>
                        <a:t> </a:t>
                      </a:r>
                      <a:r>
                        <a:rPr lang="en-US" altLang="ko-KR" sz="1050" b="0" i="0" u="none" strike="noStrike" noProof="0">
                          <a:solidFill>
                            <a:srgbClr val="243447"/>
                          </a:solidFill>
                          <a:effectLst/>
                        </a:rPr>
                        <a:t>external</a:t>
                      </a:r>
                      <a:r>
                        <a:rPr lang="ko-KR" sz="1050" b="0" i="0" u="none" strike="noStrike" noProof="0">
                          <a:solidFill>
                            <a:srgbClr val="243447"/>
                          </a:solidFill>
                          <a:effectLst/>
                        </a:rPr>
                        <a:t> </a:t>
                      </a:r>
                      <a:r>
                        <a:rPr lang="en-US" altLang="ko-KR" sz="1050" b="0" i="0" u="none" strike="noStrike" noProof="0">
                          <a:solidFill>
                            <a:srgbClr val="243447"/>
                          </a:solidFill>
                          <a:effectLst/>
                        </a:rPr>
                        <a:t>HDD,</a:t>
                      </a:r>
                      <a:r>
                        <a:rPr lang="ko-KR" sz="1050" b="0" i="0" u="none" strike="noStrike" noProof="0">
                          <a:solidFill>
                            <a:srgbClr val="243447"/>
                          </a:solidFill>
                          <a:effectLst/>
                        </a:rPr>
                        <a:t> </a:t>
                      </a:r>
                      <a:r>
                        <a:rPr lang="en-US" altLang="ko-KR" sz="1050" b="0" i="0" u="none" strike="noStrike" noProof="0">
                          <a:solidFill>
                            <a:srgbClr val="243447"/>
                          </a:solidFill>
                          <a:effectLst/>
                        </a:rPr>
                        <a:t>smartphones</a:t>
                      </a:r>
                      <a:r>
                        <a:rPr lang="ko-KR" sz="1050" b="0" i="0" u="none" strike="noStrike" noProof="0">
                          <a:solidFill>
                            <a:srgbClr val="243447"/>
                          </a:solidFill>
                          <a:effectLst/>
                        </a:rPr>
                        <a:t> </a:t>
                      </a:r>
                      <a:r>
                        <a:rPr lang="en-US" altLang="ko-KR" sz="1050" b="0" i="0" u="none" strike="noStrike" noProof="0">
                          <a:solidFill>
                            <a:srgbClr val="243447"/>
                          </a:solidFill>
                          <a:effectLst/>
                        </a:rPr>
                        <a:t>and</a:t>
                      </a:r>
                      <a:r>
                        <a:rPr lang="ko-KR" sz="1050" b="0" i="0" u="none" strike="noStrike" noProof="0">
                          <a:solidFill>
                            <a:srgbClr val="243447"/>
                          </a:solidFill>
                          <a:effectLst/>
                        </a:rPr>
                        <a:t> </a:t>
                      </a:r>
                      <a:r>
                        <a:rPr lang="en-US" altLang="ko-KR" sz="1050" b="0" i="0" u="none" strike="noStrike" noProof="0">
                          <a:solidFill>
                            <a:srgbClr val="243447"/>
                          </a:solidFill>
                          <a:effectLst/>
                        </a:rPr>
                        <a:t>CD;</a:t>
                      </a:r>
                      <a:r>
                        <a:rPr lang="ko-KR" sz="1050" b="0" i="0" u="none" strike="noStrike" noProof="0">
                          <a:solidFill>
                            <a:srgbClr val="243447"/>
                          </a:solidFill>
                          <a:effectLst/>
                        </a:rPr>
                        <a:t> </a:t>
                      </a:r>
                      <a:r>
                        <a:rPr lang="en-US" altLang="ko-KR" sz="1050" b="0" i="0" u="none" strike="noStrike" noProof="0">
                          <a:solidFill>
                            <a:srgbClr val="243447"/>
                          </a:solidFill>
                          <a:effectLst/>
                        </a:rPr>
                        <a:t>supports</a:t>
                      </a:r>
                      <a:r>
                        <a:rPr lang="ko-KR" sz="1050" b="0" i="0" u="none" strike="noStrike" noProof="0">
                          <a:solidFill>
                            <a:srgbClr val="243447"/>
                          </a:solidFill>
                          <a:effectLst/>
                        </a:rPr>
                        <a:t> </a:t>
                      </a:r>
                      <a:r>
                        <a:rPr lang="en-US" altLang="ko-KR" sz="1050" b="0" i="0" u="none" strike="noStrike" noProof="0">
                          <a:solidFill>
                            <a:srgbClr val="243447"/>
                          </a:solidFill>
                          <a:effectLst/>
                        </a:rPr>
                        <a:t>per-media/file</a:t>
                      </a:r>
                      <a:r>
                        <a:rPr lang="ko-KR" sz="1050" b="0" i="0" u="none" strike="noStrike" noProof="0">
                          <a:solidFill>
                            <a:srgbClr val="243447"/>
                          </a:solidFill>
                          <a:effectLst/>
                        </a:rPr>
                        <a:t> </a:t>
                      </a:r>
                      <a:r>
                        <a:rPr lang="en-US" altLang="ko-KR" sz="1050" b="0" i="0" u="none" strike="noStrike" noProof="0">
                          <a:solidFill>
                            <a:srgbClr val="243447"/>
                          </a:solidFill>
                          <a:effectLst/>
                        </a:rPr>
                        <a:t>approval</a:t>
                      </a:r>
                      <a:r>
                        <a:rPr lang="ko-KR" sz="1050" b="0" i="0" u="none" strike="noStrike" noProof="0">
                          <a:solidFill>
                            <a:srgbClr val="243447"/>
                          </a:solidFill>
                          <a:effectLst/>
                        </a:rPr>
                        <a:t> </a:t>
                      </a:r>
                      <a:r>
                        <a:rPr lang="en-US" altLang="ko-KR" sz="1050" b="0" i="0" u="none" strike="noStrike" noProof="0">
                          <a:solidFill>
                            <a:srgbClr val="243447"/>
                          </a:solidFill>
                          <a:effectLst/>
                        </a:rPr>
                        <a:t>and</a:t>
                      </a:r>
                      <a:r>
                        <a:rPr lang="ko-KR" sz="1050" b="0" i="0" u="none" strike="noStrike" noProof="0">
                          <a:solidFill>
                            <a:srgbClr val="243447"/>
                          </a:solidFill>
                          <a:effectLst/>
                        </a:rPr>
                        <a:t> </a:t>
                      </a:r>
                      <a:r>
                        <a:rPr lang="en-US" altLang="ko-KR" sz="1050" b="0" i="0" u="none" strike="noStrike" noProof="0">
                          <a:solidFill>
                            <a:srgbClr val="243447"/>
                          </a:solidFill>
                          <a:effectLst/>
                        </a:rPr>
                        <a:t>block</a:t>
                      </a:r>
                      <a:r>
                        <a:rPr lang="ko-KR" sz="1050" b="0" i="0" u="none" strike="noStrike" noProof="0">
                          <a:solidFill>
                            <a:srgbClr val="243447"/>
                          </a:solidFill>
                          <a:effectLst/>
                        </a:rPr>
                        <a:t> </a:t>
                      </a:r>
                      <a:r>
                        <a:rPr lang="en-US" altLang="ko-KR" sz="1050" b="0" i="0" u="none" strike="noStrike" noProof="0">
                          <a:solidFill>
                            <a:srgbClr val="243447"/>
                          </a:solidFill>
                          <a:effectLst/>
                        </a:rPr>
                        <a:t>policies.</a:t>
                      </a:r>
                      <a:r>
                        <a:rPr lang="ko-KR" sz="1050" b="0" i="0" u="none" strike="noStrike" noProof="0">
                          <a:solidFill>
                            <a:srgbClr val="243447"/>
                          </a:solidFill>
                          <a:effectLst/>
                        </a:rPr>
                        <a:t> </a:t>
                      </a:r>
                      <a:r>
                        <a:rPr lang="en-US" altLang="ko-KR" sz="1050" b="0" i="0" u="none" strike="noStrike" noProof="0">
                          <a:solidFill>
                            <a:srgbClr val="243447"/>
                          </a:solidFill>
                          <a:effectLst/>
                        </a:rPr>
                        <a:t>[J1</a:t>
                      </a:r>
                      <a:r>
                        <a:rPr lang="ko-KR" sz="1050" b="0" i="0" u="none" strike="noStrike" noProof="0">
                          <a:solidFill>
                            <a:srgbClr val="243447"/>
                          </a:solidFill>
                          <a:effectLst/>
                        </a:rPr>
                        <a:t>]</a:t>
                      </a:r>
                      <a:endParaRPr lang="en-US" altLang="ko-KR" sz="1050" b="0" i="0" u="none" strike="noStrike" noProof="0"/>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4217657834"/>
                  </a:ext>
                </a:extLst>
              </a:tr>
              <a:tr h="399290">
                <a:tc>
                  <a:txBody>
                    <a:bodyPr/>
                    <a:lstStyle/>
                    <a:p>
                      <a:pPr lvl="0" algn="l">
                        <a:buNone/>
                      </a:pPr>
                      <a:r>
                        <a:rPr lang="en-US" altLang="ko-KR" sz="1050" b="1">
                          <a:solidFill>
                            <a:srgbClr val="243447"/>
                          </a:solidFill>
                          <a:effectLst/>
                          <a:latin typeface="Arial"/>
                        </a:rPr>
                        <a:t>D1-02</a:t>
                      </a:r>
                      <a:endParaRPr lang="ko-KR" altLang="en-US" sz="1050" b="1">
                        <a:solidFill>
                          <a:srgbClr val="243447"/>
                        </a:solidFill>
                        <a:effectLst/>
                        <a:latin typeface="Arial"/>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lvl="0" algn="l">
                        <a:buNone/>
                      </a:pPr>
                      <a:r>
                        <a:rPr lang="en-US" altLang="ko-KR" sz="1050">
                          <a:solidFill>
                            <a:srgbClr val="243447"/>
                          </a:solidFill>
                          <a:effectLst/>
                          <a:latin typeface="Arial"/>
                        </a:rPr>
                        <a:t>Print</a:t>
                      </a:r>
                      <a:endParaRPr lang="ko-KR" altLang="en-US" sz="1050">
                        <a:solidFill>
                          <a:srgbClr val="243447"/>
                        </a:solidFill>
                        <a:effectLst/>
                        <a:latin typeface="Arial"/>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lvl="0" algn="l">
                        <a:buNone/>
                      </a:pPr>
                      <a:r>
                        <a:rPr lang="ko-KR" altLang="en-US" sz="1050" b="1">
                          <a:solidFill>
                            <a:srgbClr val="136F73"/>
                          </a:solidFill>
                          <a:effectLst/>
                          <a:latin typeface="Arial"/>
                        </a:rPr>
                        <a:t>●</a:t>
                      </a: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lvl="0" algn="l">
                        <a:buNone/>
                      </a:pPr>
                      <a:r>
                        <a:rPr lang="en-US" altLang="ko-KR" sz="1050" b="0" i="0" u="none" strike="noStrike" noProof="0">
                          <a:solidFill>
                            <a:srgbClr val="243447"/>
                          </a:solidFill>
                          <a:effectLst/>
                        </a:rPr>
                        <a:t>PCFILTER</a:t>
                      </a:r>
                      <a:r>
                        <a:rPr lang="ko-KR" altLang="en-US" sz="1050" b="0" i="0" u="none" strike="noStrike" noProof="0">
                          <a:solidFill>
                            <a:srgbClr val="243447"/>
                          </a:solidFill>
                          <a:effectLst/>
                        </a:rPr>
                        <a:t> </a:t>
                      </a:r>
                      <a:r>
                        <a:rPr lang="en-US" altLang="ko-KR" sz="1050" b="0" i="0" u="none" strike="noStrike" noProof="0">
                          <a:solidFill>
                            <a:srgbClr val="243447"/>
                          </a:solidFill>
                          <a:effectLst/>
                        </a:rPr>
                        <a:t>supports</a:t>
                      </a:r>
                      <a:r>
                        <a:rPr lang="ko-KR" altLang="en-US" sz="1050" b="0" i="0" u="none" strike="noStrike" noProof="0">
                          <a:solidFill>
                            <a:srgbClr val="243447"/>
                          </a:solidFill>
                          <a:effectLst/>
                        </a:rPr>
                        <a:t> </a:t>
                      </a:r>
                      <a:r>
                        <a:rPr lang="en-US" altLang="ko-KR" sz="1050" b="0" i="0" u="none" strike="noStrike" noProof="0">
                          <a:solidFill>
                            <a:srgbClr val="243447"/>
                          </a:solidFill>
                          <a:effectLst/>
                        </a:rPr>
                        <a:t>print</a:t>
                      </a:r>
                      <a:r>
                        <a:rPr lang="ko-KR" altLang="en-US" sz="1050" b="0" i="0" u="none" strike="noStrike" noProof="0">
                          <a:solidFill>
                            <a:srgbClr val="243447"/>
                          </a:solidFill>
                          <a:effectLst/>
                        </a:rPr>
                        <a:t> </a:t>
                      </a:r>
                      <a:r>
                        <a:rPr lang="en-US" altLang="ko-KR" sz="1050" b="0" i="0" u="none" strike="noStrike" noProof="0">
                          <a:solidFill>
                            <a:srgbClr val="243447"/>
                          </a:solidFill>
                          <a:effectLst/>
                        </a:rPr>
                        <a:t>blocking</a:t>
                      </a:r>
                      <a:r>
                        <a:rPr lang="ko-KR" sz="1050" b="0" i="0" u="none" strike="noStrike" noProof="0">
                          <a:solidFill>
                            <a:srgbClr val="243447"/>
                          </a:solidFill>
                          <a:effectLst/>
                        </a:rPr>
                        <a:t>/approval, watermarking, personal-data masking and </a:t>
                      </a:r>
                      <a:r>
                        <a:rPr lang="en-US" altLang="ko-KR" sz="1050" b="0" i="0" u="none" strike="noStrike" noProof="0">
                          <a:solidFill>
                            <a:srgbClr val="243447"/>
                          </a:solidFill>
                          <a:effectLst/>
                        </a:rPr>
                        <a:t>administrator/approver</a:t>
                      </a:r>
                      <a:r>
                        <a:rPr lang="ko-KR" altLang="en-US" sz="1050" b="0" i="0" u="none" strike="noStrike" noProof="0">
                          <a:solidFill>
                            <a:srgbClr val="243447"/>
                          </a:solidFill>
                          <a:effectLst/>
                        </a:rPr>
                        <a:t> </a:t>
                      </a:r>
                      <a:r>
                        <a:rPr lang="en-US" altLang="ko-KR" sz="1050" b="0" i="0" u="none" strike="noStrike" noProof="0">
                          <a:solidFill>
                            <a:srgbClr val="243447"/>
                          </a:solidFill>
                          <a:effectLst/>
                        </a:rPr>
                        <a:t>authorization</a:t>
                      </a:r>
                      <a:r>
                        <a:rPr lang="ko-KR" sz="1050" b="0" i="0" u="none" strike="noStrike" noProof="0">
                          <a:solidFill>
                            <a:srgbClr val="243447"/>
                          </a:solidFill>
                          <a:effectLst/>
                        </a:rPr>
                        <a:t>. [</a:t>
                      </a:r>
                      <a:r>
                        <a:rPr lang="en-US" altLang="ko-KR" sz="1050" b="0" i="0" u="none" strike="noStrike" noProof="0">
                          <a:solidFill>
                            <a:srgbClr val="243447"/>
                          </a:solidFill>
                          <a:effectLst/>
                        </a:rPr>
                        <a:t>J1</a:t>
                      </a:r>
                      <a:r>
                        <a:rPr lang="ko-KR" sz="1050" b="0" i="0" u="none" strike="noStrike" noProof="0">
                          <a:solidFill>
                            <a:srgbClr val="243447"/>
                          </a:solidFill>
                          <a:effectLst/>
                        </a:rPr>
                        <a:t>]</a:t>
                      </a:r>
                      <a:endParaRPr lang="en-US" altLang="ko-KR" sz="1050" b="0" i="0" u="none" strike="noStrike" noProof="0"/>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10390402"/>
                  </a:ext>
                </a:extLst>
              </a:tr>
              <a:tr h="399290">
                <a:tc>
                  <a:txBody>
                    <a:bodyPr/>
                    <a:lstStyle/>
                    <a:p>
                      <a:pPr lvl="0" algn="l">
                        <a:buNone/>
                      </a:pPr>
                      <a:r>
                        <a:rPr lang="en-US" altLang="ko-KR" sz="1050" b="1">
                          <a:solidFill>
                            <a:srgbClr val="243447"/>
                          </a:solidFill>
                          <a:effectLst/>
                          <a:latin typeface="Arial"/>
                        </a:rPr>
                        <a:t>D1-03</a:t>
                      </a:r>
                      <a:endParaRPr lang="ko-KR" altLang="en-US" sz="1050" b="1">
                        <a:solidFill>
                          <a:srgbClr val="243447"/>
                        </a:solidFill>
                        <a:effectLst/>
                        <a:latin typeface="Arial"/>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lvl="0" algn="l">
                        <a:buNone/>
                      </a:pPr>
                      <a:r>
                        <a:rPr lang="en-US" altLang="ko-KR" sz="1050">
                          <a:solidFill>
                            <a:srgbClr val="243447"/>
                          </a:solidFill>
                          <a:effectLst/>
                          <a:latin typeface="Arial"/>
                        </a:rPr>
                        <a:t>Clipboard</a:t>
                      </a:r>
                      <a:r>
                        <a:rPr lang="ko-KR" altLang="en-US" sz="1050">
                          <a:solidFill>
                            <a:srgbClr val="243447"/>
                          </a:solidFill>
                          <a:effectLst/>
                          <a:latin typeface="Arial"/>
                        </a:rPr>
                        <a:t> </a:t>
                      </a:r>
                      <a:r>
                        <a:rPr lang="ko-KR" sz="1050">
                          <a:solidFill>
                            <a:srgbClr val="243447"/>
                          </a:solidFill>
                          <a:effectLst/>
                          <a:latin typeface="Arial"/>
                        </a:rPr>
                        <a:t>copy</a:t>
                      </a:r>
                      <a:r>
                        <a:rPr lang="ko-KR" altLang="en-US" sz="1050">
                          <a:solidFill>
                            <a:srgbClr val="243447"/>
                          </a:solidFill>
                          <a:effectLst/>
                          <a:latin typeface="Arial"/>
                        </a:rPr>
                        <a:t> </a:t>
                      </a:r>
                      <a:r>
                        <a:rPr lang="ko-KR" sz="1050">
                          <a:solidFill>
                            <a:srgbClr val="243447"/>
                          </a:solidFill>
                          <a:effectLst/>
                          <a:latin typeface="Arial"/>
                        </a:rPr>
                        <a:t>/</a:t>
                      </a:r>
                      <a:r>
                        <a:rPr lang="ko-KR" altLang="en-US" sz="1050">
                          <a:solidFill>
                            <a:srgbClr val="243447"/>
                          </a:solidFill>
                          <a:effectLst/>
                          <a:latin typeface="Arial"/>
                        </a:rPr>
                        <a:t> </a:t>
                      </a:r>
                      <a:r>
                        <a:rPr lang="en-US" altLang="ko-KR" sz="1050">
                          <a:solidFill>
                            <a:srgbClr val="243447"/>
                          </a:solidFill>
                          <a:effectLst/>
                          <a:latin typeface="Arial"/>
                        </a:rPr>
                        <a:t>paste</a:t>
                      </a:r>
                      <a:endParaRPr lang="ko-KR" altLang="en-US" sz="1050">
                        <a:solidFill>
                          <a:srgbClr val="243447"/>
                        </a:solidFill>
                        <a:effectLst/>
                        <a:latin typeface="Arial"/>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lvl="0" algn="l">
                        <a:buNone/>
                      </a:pPr>
                      <a:r>
                        <a:rPr lang="ko-KR" altLang="en-US" sz="1050" b="1">
                          <a:solidFill>
                            <a:srgbClr val="136F73"/>
                          </a:solidFill>
                          <a:effectLst/>
                          <a:latin typeface="Arial"/>
                        </a:rPr>
                        <a:t>●</a:t>
                      </a: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lvl="0" algn="l">
                        <a:buNone/>
                      </a:pPr>
                      <a:r>
                        <a:rPr lang="en-US" altLang="ko-KR" sz="1050" b="0" i="0" u="none" strike="noStrike" noProof="0">
                          <a:solidFill>
                            <a:srgbClr val="243447"/>
                          </a:solidFill>
                          <a:effectLst/>
                        </a:rPr>
                        <a:t>PCFILTER</a:t>
                      </a:r>
                      <a:r>
                        <a:rPr lang="ko-KR" altLang="en-US" sz="1050" b="0" i="0" u="none" strike="noStrike" noProof="0">
                          <a:solidFill>
                            <a:srgbClr val="243447"/>
                          </a:solidFill>
                          <a:effectLst/>
                        </a:rPr>
                        <a:t> </a:t>
                      </a:r>
                      <a:r>
                        <a:rPr lang="en-US" altLang="ko-KR" sz="1050" b="0" i="0" u="none" strike="noStrike" noProof="0">
                          <a:solidFill>
                            <a:srgbClr val="243447"/>
                          </a:solidFill>
                          <a:effectLst/>
                        </a:rPr>
                        <a:t>blocks</a:t>
                      </a:r>
                      <a:r>
                        <a:rPr lang="ko-KR" altLang="en-US" sz="1050" b="0" i="0" u="none" strike="noStrike" noProof="0">
                          <a:solidFill>
                            <a:srgbClr val="243447"/>
                          </a:solidFill>
                          <a:effectLst/>
                        </a:rPr>
                        <a:t> </a:t>
                      </a:r>
                      <a:r>
                        <a:rPr lang="en-US" altLang="ko-KR" sz="1050" b="0" i="0" u="none" strike="noStrike" noProof="0">
                          <a:solidFill>
                            <a:srgbClr val="243447"/>
                          </a:solidFill>
                          <a:effectLst/>
                        </a:rPr>
                        <a:t>clipboard</a:t>
                      </a:r>
                      <a:r>
                        <a:rPr lang="ko-KR" altLang="en-US" sz="1050" b="0" i="0" u="none" strike="noStrike" noProof="0">
                          <a:solidFill>
                            <a:srgbClr val="243447"/>
                          </a:solidFill>
                          <a:effectLst/>
                        </a:rPr>
                        <a:t> </a:t>
                      </a:r>
                      <a:r>
                        <a:rPr lang="en-US" altLang="ko-KR" sz="1050" b="0" i="0" u="none" strike="noStrike" noProof="0">
                          <a:solidFill>
                            <a:srgbClr val="243447"/>
                          </a:solidFill>
                          <a:effectLst/>
                        </a:rPr>
                        <a:t>copy/paste</a:t>
                      </a:r>
                      <a:r>
                        <a:rPr lang="ko-KR" altLang="en-US" sz="1050" b="0" i="0" u="none" strike="noStrike" noProof="0">
                          <a:solidFill>
                            <a:srgbClr val="243447"/>
                          </a:solidFill>
                          <a:effectLst/>
                        </a:rPr>
                        <a:t> </a:t>
                      </a:r>
                      <a:r>
                        <a:rPr lang="en-US" altLang="ko-KR" sz="1050" b="0" i="0" u="none" strike="noStrike" noProof="0">
                          <a:solidFill>
                            <a:srgbClr val="243447"/>
                          </a:solidFill>
                          <a:effectLst/>
                        </a:rPr>
                        <a:t>and</a:t>
                      </a:r>
                      <a:r>
                        <a:rPr lang="ko-KR" altLang="en-US" sz="1050" b="0" i="0" u="none" strike="noStrike" noProof="0">
                          <a:solidFill>
                            <a:srgbClr val="243447"/>
                          </a:solidFill>
                          <a:effectLst/>
                        </a:rPr>
                        <a:t> </a:t>
                      </a:r>
                      <a:r>
                        <a:rPr lang="en-US" altLang="ko-KR" sz="1050" b="0" i="0" u="none" strike="noStrike" noProof="0">
                          <a:solidFill>
                            <a:srgbClr val="243447"/>
                          </a:solidFill>
                          <a:effectLst/>
                        </a:rPr>
                        <a:t>can</a:t>
                      </a:r>
                      <a:r>
                        <a:rPr lang="ko-KR" altLang="en-US" sz="1050" b="0" i="0" u="none" strike="noStrike" noProof="0">
                          <a:solidFill>
                            <a:srgbClr val="243447"/>
                          </a:solidFill>
                          <a:effectLst/>
                        </a:rPr>
                        <a:t> </a:t>
                      </a:r>
                      <a:r>
                        <a:rPr lang="en-US" altLang="ko-KR" sz="1050" b="0" i="0" u="none" strike="noStrike" noProof="0">
                          <a:solidFill>
                            <a:srgbClr val="243447"/>
                          </a:solidFill>
                          <a:effectLst/>
                        </a:rPr>
                        <a:t>detect</a:t>
                      </a:r>
                      <a:r>
                        <a:rPr lang="ko-KR" altLang="en-US" sz="1050" b="0" i="0" u="none" strike="noStrike" noProof="0">
                          <a:solidFill>
                            <a:srgbClr val="243447"/>
                          </a:solidFill>
                          <a:effectLst/>
                        </a:rPr>
                        <a:t> </a:t>
                      </a:r>
                      <a:r>
                        <a:rPr lang="en-US" altLang="ko-KR" sz="1050" b="0" i="0" u="none" strike="noStrike" noProof="0">
                          <a:solidFill>
                            <a:srgbClr val="243447"/>
                          </a:solidFill>
                          <a:effectLst/>
                        </a:rPr>
                        <a:t>and</a:t>
                      </a:r>
                      <a:r>
                        <a:rPr lang="ko-KR" altLang="en-US" sz="1050" b="0" i="0" u="none" strike="noStrike" noProof="0">
                          <a:solidFill>
                            <a:srgbClr val="243447"/>
                          </a:solidFill>
                          <a:effectLst/>
                        </a:rPr>
                        <a:t> </a:t>
                      </a:r>
                      <a:r>
                        <a:rPr lang="en-US" altLang="ko-KR" sz="1050" b="0" i="0" u="none" strike="noStrike" noProof="0">
                          <a:solidFill>
                            <a:srgbClr val="243447"/>
                          </a:solidFill>
                          <a:effectLst/>
                        </a:rPr>
                        <a:t>block</a:t>
                      </a:r>
                      <a:r>
                        <a:rPr lang="ko-KR" altLang="en-US" sz="1050" b="0" i="0" u="none" strike="noStrike" noProof="0">
                          <a:solidFill>
                            <a:srgbClr val="243447"/>
                          </a:solidFill>
                          <a:effectLst/>
                        </a:rPr>
                        <a:t> </a:t>
                      </a:r>
                      <a:r>
                        <a:rPr lang="ko-KR" sz="1050" b="0" i="0" u="none" strike="noStrike" noProof="0">
                          <a:solidFill>
                            <a:srgbClr val="243447"/>
                          </a:solidFill>
                          <a:effectLst/>
                        </a:rPr>
                        <a:t>clipboard </a:t>
                      </a:r>
                      <a:r>
                        <a:rPr lang="en-US" altLang="ko-KR" sz="1050" b="0" i="0" u="none" strike="noStrike" noProof="0">
                          <a:solidFill>
                            <a:srgbClr val="243447"/>
                          </a:solidFill>
                          <a:effectLst/>
                        </a:rPr>
                        <a:t>content</a:t>
                      </a:r>
                      <a:r>
                        <a:rPr lang="ko-KR" altLang="en-US" sz="1050" b="0" i="0" u="none" strike="noStrike" noProof="0">
                          <a:solidFill>
                            <a:srgbClr val="243447"/>
                          </a:solidFill>
                          <a:effectLst/>
                        </a:rPr>
                        <a:t> </a:t>
                      </a:r>
                      <a:r>
                        <a:rPr lang="en-US" altLang="ko-KR" sz="1050" b="0" i="0" u="none" strike="noStrike" noProof="0">
                          <a:solidFill>
                            <a:srgbClr val="243447"/>
                          </a:solidFill>
                          <a:effectLst/>
                        </a:rPr>
                        <a:t>containing</a:t>
                      </a:r>
                      <a:r>
                        <a:rPr lang="ko-KR" altLang="en-US" sz="1050" b="0" i="0" u="none" strike="noStrike" noProof="0">
                          <a:solidFill>
                            <a:srgbClr val="243447"/>
                          </a:solidFill>
                          <a:effectLst/>
                        </a:rPr>
                        <a:t> </a:t>
                      </a:r>
                      <a:r>
                        <a:rPr lang="en-US" altLang="ko-KR" sz="1050" b="0" i="0" u="none" strike="noStrike" noProof="0">
                          <a:solidFill>
                            <a:srgbClr val="243447"/>
                          </a:solidFill>
                          <a:effectLst/>
                        </a:rPr>
                        <a:t>personal</a:t>
                      </a:r>
                      <a:r>
                        <a:rPr lang="ko-KR" altLang="en-US" sz="1050" b="0" i="0" u="none" strike="noStrike" noProof="0">
                          <a:solidFill>
                            <a:srgbClr val="243447"/>
                          </a:solidFill>
                          <a:effectLst/>
                        </a:rPr>
                        <a:t> </a:t>
                      </a:r>
                      <a:r>
                        <a:rPr lang="en-US" altLang="ko-KR" sz="1050" b="0" i="0" u="none" strike="noStrike" noProof="0">
                          <a:solidFill>
                            <a:srgbClr val="243447"/>
                          </a:solidFill>
                          <a:effectLst/>
                        </a:rPr>
                        <a:t>information</a:t>
                      </a:r>
                      <a:r>
                        <a:rPr lang="ko-KR" sz="1050" b="0" i="0" u="none" strike="noStrike" noProof="0">
                          <a:solidFill>
                            <a:srgbClr val="243447"/>
                          </a:solidFill>
                          <a:effectLst/>
                        </a:rPr>
                        <a:t>. [</a:t>
                      </a:r>
                      <a:r>
                        <a:rPr lang="en-US" altLang="ko-KR" sz="1050" b="0" i="0" u="none" strike="noStrike" noProof="0">
                          <a:solidFill>
                            <a:srgbClr val="243447"/>
                          </a:solidFill>
                          <a:effectLst/>
                        </a:rPr>
                        <a:t>J1</a:t>
                      </a:r>
                      <a:r>
                        <a:rPr lang="ko-KR" sz="1050" b="0" i="0" u="none" strike="noStrike" noProof="0">
                          <a:solidFill>
                            <a:srgbClr val="243447"/>
                          </a:solidFill>
                          <a:effectLst/>
                        </a:rPr>
                        <a:t>]</a:t>
                      </a:r>
                      <a:endParaRPr lang="en-US" altLang="ko-KR" sz="1050" b="0" i="0" u="none" strike="noStrike" noProof="0"/>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278598901"/>
                  </a:ext>
                </a:extLst>
              </a:tr>
              <a:tr h="399290">
                <a:tc>
                  <a:txBody>
                    <a:bodyPr/>
                    <a:lstStyle/>
                    <a:p>
                      <a:pPr lvl="0" algn="l">
                        <a:buNone/>
                      </a:pPr>
                      <a:r>
                        <a:rPr lang="en-US" altLang="ko-KR" sz="1050" b="1">
                          <a:solidFill>
                            <a:srgbClr val="243447"/>
                          </a:solidFill>
                          <a:effectLst/>
                          <a:latin typeface="Arial"/>
                        </a:rPr>
                        <a:t>D1-04</a:t>
                      </a:r>
                      <a:endParaRPr lang="ko-KR" altLang="en-US" sz="1050" b="1">
                        <a:solidFill>
                          <a:srgbClr val="243447"/>
                        </a:solidFill>
                        <a:effectLst/>
                        <a:latin typeface="Arial"/>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lvl="0" algn="l">
                        <a:buNone/>
                      </a:pPr>
                      <a:r>
                        <a:rPr lang="en-US" altLang="ko-KR" sz="1050">
                          <a:solidFill>
                            <a:srgbClr val="243447"/>
                          </a:solidFill>
                          <a:effectLst/>
                          <a:latin typeface="Arial"/>
                        </a:rPr>
                        <a:t>Screen</a:t>
                      </a:r>
                      <a:r>
                        <a:rPr lang="ko-KR" altLang="en-US" sz="1050">
                          <a:solidFill>
                            <a:srgbClr val="243447"/>
                          </a:solidFill>
                          <a:effectLst/>
                          <a:latin typeface="Arial"/>
                        </a:rPr>
                        <a:t> </a:t>
                      </a:r>
                      <a:r>
                        <a:rPr lang="en-US" altLang="ko-KR" sz="1050">
                          <a:solidFill>
                            <a:srgbClr val="243447"/>
                          </a:solidFill>
                          <a:effectLst/>
                          <a:latin typeface="Arial"/>
                        </a:rPr>
                        <a:t>capture</a:t>
                      </a:r>
                      <a:endParaRPr lang="ko-KR" altLang="en-US" sz="1050">
                        <a:solidFill>
                          <a:srgbClr val="243447"/>
                        </a:solidFill>
                        <a:effectLst/>
                        <a:latin typeface="Arial"/>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lvl="0" algn="l">
                        <a:lnSpc>
                          <a:spcPct val="100000"/>
                        </a:lnSpc>
                        <a:spcBef>
                          <a:spcPts val="0"/>
                        </a:spcBef>
                        <a:spcAft>
                          <a:spcPts val="0"/>
                        </a:spcAft>
                        <a:buNone/>
                      </a:pPr>
                      <a:r>
                        <a:rPr lang="ko-KR" altLang="en-US" sz="1050" b="1" i="0" u="none" strike="noStrike" noProof="0">
                          <a:solidFill>
                            <a:srgbClr val="136F73"/>
                          </a:solidFill>
                          <a:effectLst/>
                          <a:latin typeface="Arial"/>
                          <a:cs typeface="Arial"/>
                        </a:rPr>
                        <a:t>●</a:t>
                      </a:r>
                      <a:endParaRPr lang="en-US" sz="1050" b="0" i="0" u="none" strike="noStrike" noProof="0">
                        <a:solidFill>
                          <a:srgbClr val="000000"/>
                        </a:solidFill>
                        <a:effectLst/>
                        <a:latin typeface="Arial"/>
                        <a:cs typeface="Arial"/>
                      </a:endParaRPr>
                    </a:p>
                    <a:p>
                      <a:pPr lvl="0" algn="l">
                        <a:buNone/>
                      </a:pPr>
                      <a:endParaRPr lang="en-US" altLang="ko-KR" sz="1050" b="1">
                        <a:solidFill>
                          <a:srgbClr val="5E6C7A"/>
                        </a:solidFill>
                        <a:effectLst/>
                        <a:latin typeface="Arial"/>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lvl="0" algn="l">
                        <a:buNone/>
                      </a:pPr>
                      <a:r>
                        <a:rPr lang="en-US" altLang="ko-KR" sz="1050" b="0" i="0" u="none" strike="noStrike" noProof="0">
                          <a:solidFill>
                            <a:srgbClr val="243447"/>
                          </a:solidFill>
                          <a:effectLst/>
                        </a:rPr>
                        <a:t>PCFILTER</a:t>
                      </a:r>
                      <a:r>
                        <a:rPr lang="ko-KR" altLang="en-US" sz="1050" b="0" i="0" u="none" strike="noStrike" noProof="0">
                          <a:solidFill>
                            <a:srgbClr val="243447"/>
                          </a:solidFill>
                          <a:effectLst/>
                        </a:rPr>
                        <a:t> </a:t>
                      </a:r>
                      <a:r>
                        <a:rPr lang="en-US" altLang="ko-KR" sz="1050" b="0" i="0" u="none" strike="noStrike" noProof="0">
                          <a:solidFill>
                            <a:srgbClr val="243447"/>
                          </a:solidFill>
                          <a:effectLst/>
                        </a:rPr>
                        <a:t>marketplace</a:t>
                      </a:r>
                      <a:r>
                        <a:rPr lang="ko-KR" altLang="en-US" sz="1050" b="0" i="0" u="none" strike="noStrike" noProof="0">
                          <a:solidFill>
                            <a:srgbClr val="243447"/>
                          </a:solidFill>
                          <a:effectLst/>
                        </a:rPr>
                        <a:t> </a:t>
                      </a:r>
                      <a:r>
                        <a:rPr lang="en-US" altLang="ko-KR" sz="1050" b="0" i="0" u="none" strike="noStrike" noProof="0">
                          <a:solidFill>
                            <a:srgbClr val="243447"/>
                          </a:solidFill>
                          <a:effectLst/>
                        </a:rPr>
                        <a:t>documentation</a:t>
                      </a:r>
                      <a:r>
                        <a:rPr lang="ko-KR" altLang="en-US" sz="1050" b="0" i="0" u="none" strike="noStrike" noProof="0">
                          <a:solidFill>
                            <a:srgbClr val="243447"/>
                          </a:solidFill>
                          <a:effectLst/>
                        </a:rPr>
                        <a:t> </a:t>
                      </a:r>
                      <a:r>
                        <a:rPr lang="en-US" altLang="ko-KR" sz="1050" b="0" i="0" u="none" strike="noStrike" noProof="0">
                          <a:solidFill>
                            <a:srgbClr val="243447"/>
                          </a:solidFill>
                          <a:effectLst/>
                        </a:rPr>
                        <a:t>explicitly</a:t>
                      </a:r>
                      <a:r>
                        <a:rPr lang="ko-KR" altLang="en-US" sz="1050" b="0" i="0" u="none" strike="noStrike" noProof="0">
                          <a:solidFill>
                            <a:srgbClr val="243447"/>
                          </a:solidFill>
                          <a:effectLst/>
                        </a:rPr>
                        <a:t> </a:t>
                      </a:r>
                      <a:r>
                        <a:rPr lang="en-US" altLang="ko-KR" sz="1050" b="0" i="0" u="none" strike="noStrike" noProof="0">
                          <a:solidFill>
                            <a:srgbClr val="243447"/>
                          </a:solidFill>
                          <a:effectLst/>
                        </a:rPr>
                        <a:t>lists</a:t>
                      </a:r>
                      <a:r>
                        <a:rPr lang="ko-KR" altLang="en-US" sz="1050" b="0" i="0" u="none" strike="noStrike" noProof="0">
                          <a:solidFill>
                            <a:srgbClr val="243447"/>
                          </a:solidFill>
                          <a:effectLst/>
                        </a:rPr>
                        <a:t> </a:t>
                      </a:r>
                      <a:r>
                        <a:rPr lang="en-US" altLang="ko-KR" sz="1050" b="1" i="0" u="none" strike="noStrike" noProof="0">
                          <a:solidFill>
                            <a:srgbClr val="243447"/>
                          </a:solidFill>
                          <a:effectLst/>
                        </a:rPr>
                        <a:t>capture</a:t>
                      </a:r>
                      <a:r>
                        <a:rPr lang="ko-KR" altLang="en-US" sz="1050" b="1" i="0" u="none" strike="noStrike" noProof="0">
                          <a:solidFill>
                            <a:srgbClr val="243447"/>
                          </a:solidFill>
                          <a:effectLst/>
                        </a:rPr>
                        <a:t> </a:t>
                      </a:r>
                      <a:r>
                        <a:rPr lang="en-US" altLang="ko-KR" sz="1050" b="1" i="0" u="none" strike="noStrike" noProof="0">
                          <a:solidFill>
                            <a:srgbClr val="243447"/>
                          </a:solidFill>
                          <a:effectLst/>
                        </a:rPr>
                        <a:t>blocking</a:t>
                      </a:r>
                      <a:r>
                        <a:rPr lang="ko-KR" sz="1050" b="0" i="0" u="none" strike="noStrike" noProof="0">
                          <a:solidFill>
                            <a:srgbClr val="243447"/>
                          </a:solidFill>
                          <a:effectLst/>
                        </a:rPr>
                        <a:t> </a:t>
                      </a:r>
                      <a:r>
                        <a:rPr lang="en-US" altLang="ko-KR" sz="1050" b="0" i="0" u="none" strike="noStrike" noProof="0">
                          <a:solidFill>
                            <a:srgbClr val="243447"/>
                          </a:solidFill>
                          <a:effectLst/>
                        </a:rPr>
                        <a:t>as</a:t>
                      </a:r>
                      <a:r>
                        <a:rPr lang="ko-KR" altLang="en-US" sz="1050" b="0" i="0" u="none" strike="noStrike" noProof="0">
                          <a:solidFill>
                            <a:srgbClr val="243447"/>
                          </a:solidFill>
                          <a:effectLst/>
                        </a:rPr>
                        <a:t> </a:t>
                      </a:r>
                      <a:r>
                        <a:rPr lang="en-US" altLang="ko-KR" sz="1050" b="0" i="0" u="none" strike="noStrike" noProof="0">
                          <a:solidFill>
                            <a:srgbClr val="243447"/>
                          </a:solidFill>
                          <a:effectLst/>
                        </a:rPr>
                        <a:t>a</a:t>
                      </a:r>
                      <a:r>
                        <a:rPr lang="ko-KR" altLang="en-US" sz="1050" b="0" i="0" u="none" strike="noStrike" noProof="0">
                          <a:solidFill>
                            <a:srgbClr val="243447"/>
                          </a:solidFill>
                          <a:effectLst/>
                        </a:rPr>
                        <a:t> </a:t>
                      </a:r>
                      <a:r>
                        <a:rPr lang="en-US" altLang="ko-KR" sz="1050" b="0" i="0" u="none" strike="noStrike" noProof="0">
                          <a:solidFill>
                            <a:srgbClr val="243447"/>
                          </a:solidFill>
                          <a:effectLst/>
                        </a:rPr>
                        <a:t>DLP</a:t>
                      </a:r>
                      <a:r>
                        <a:rPr lang="ko-KR" altLang="en-US" sz="1050" b="0" i="0" u="none" strike="noStrike" noProof="0">
                          <a:solidFill>
                            <a:srgbClr val="243447"/>
                          </a:solidFill>
                          <a:effectLst/>
                        </a:rPr>
                        <a:t> </a:t>
                      </a:r>
                      <a:r>
                        <a:rPr lang="en-US" altLang="ko-KR" sz="1050" b="0" i="0" u="none" strike="noStrike" noProof="0">
                          <a:solidFill>
                            <a:srgbClr val="243447"/>
                          </a:solidFill>
                          <a:effectLst/>
                        </a:rPr>
                        <a:t>function</a:t>
                      </a:r>
                      <a:r>
                        <a:rPr lang="ko-KR" sz="1050" b="0" i="0" u="none" strike="noStrike" noProof="0">
                          <a:solidFill>
                            <a:srgbClr val="243447"/>
                          </a:solidFill>
                          <a:effectLst/>
                        </a:rPr>
                        <a:t>.</a:t>
                      </a:r>
                      <a:r>
                        <a:rPr lang="ko-KR" altLang="en-US" sz="1050" b="0" i="0" u="none" strike="noStrike" noProof="0">
                          <a:solidFill>
                            <a:srgbClr val="243447"/>
                          </a:solidFill>
                          <a:effectLst/>
                        </a:rPr>
                        <a:t> </a:t>
                      </a:r>
                      <a:r>
                        <a:rPr lang="en-US" altLang="ko-KR" sz="1050" b="0" i="0" u="none" strike="noStrike" noProof="0">
                          <a:solidFill>
                            <a:srgbClr val="243447"/>
                          </a:solidFill>
                          <a:effectLst/>
                        </a:rPr>
                        <a:t>[J2]</a:t>
                      </a:r>
                      <a:endParaRPr lang="en-US" altLang="ko-KR" sz="1050"/>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34783874"/>
                  </a:ext>
                </a:extLst>
              </a:tr>
              <a:tr h="399290">
                <a:tc>
                  <a:txBody>
                    <a:bodyPr/>
                    <a:lstStyle/>
                    <a:p>
                      <a:pPr lvl="0" algn="l">
                        <a:buNone/>
                      </a:pPr>
                      <a:r>
                        <a:rPr lang="en-US" altLang="ko-KR" sz="1050" b="1">
                          <a:solidFill>
                            <a:srgbClr val="243447"/>
                          </a:solidFill>
                          <a:effectLst/>
                          <a:latin typeface="Arial"/>
                        </a:rPr>
                        <a:t>D1-05</a:t>
                      </a:r>
                      <a:endParaRPr lang="ko-KR" altLang="en-US" sz="1050" b="1">
                        <a:solidFill>
                          <a:srgbClr val="243447"/>
                        </a:solidFill>
                        <a:effectLst/>
                        <a:latin typeface="Arial"/>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lvl="0" algn="l">
                        <a:buNone/>
                      </a:pPr>
                      <a:r>
                        <a:rPr lang="en-US" altLang="ko-KR" sz="1050">
                          <a:solidFill>
                            <a:srgbClr val="243447"/>
                          </a:solidFill>
                          <a:effectLst/>
                          <a:latin typeface="Arial"/>
                        </a:rPr>
                        <a:t>Email</a:t>
                      </a:r>
                      <a:r>
                        <a:rPr lang="ko-KR" altLang="en-US" sz="1050">
                          <a:solidFill>
                            <a:srgbClr val="243447"/>
                          </a:solidFill>
                          <a:effectLst/>
                          <a:latin typeface="Arial"/>
                        </a:rPr>
                        <a:t> </a:t>
                      </a:r>
                      <a:r>
                        <a:rPr lang="en-US" altLang="ko-KR" sz="1050">
                          <a:solidFill>
                            <a:srgbClr val="243447"/>
                          </a:solidFill>
                          <a:effectLst/>
                          <a:latin typeface="Arial"/>
                        </a:rPr>
                        <a:t>(SMTP</a:t>
                      </a:r>
                      <a:r>
                        <a:rPr lang="ko-KR" altLang="en-US" sz="1050">
                          <a:solidFill>
                            <a:srgbClr val="243447"/>
                          </a:solidFill>
                          <a:effectLst/>
                          <a:latin typeface="Arial"/>
                        </a:rPr>
                        <a:t> </a:t>
                      </a:r>
                      <a:r>
                        <a:rPr lang="ko-KR" sz="1050">
                          <a:solidFill>
                            <a:srgbClr val="243447"/>
                          </a:solidFill>
                          <a:effectLst/>
                          <a:latin typeface="Arial"/>
                        </a:rPr>
                        <a:t>/</a:t>
                      </a:r>
                      <a:r>
                        <a:rPr lang="ko-KR" altLang="en-US" sz="1050">
                          <a:solidFill>
                            <a:srgbClr val="243447"/>
                          </a:solidFill>
                          <a:effectLst/>
                          <a:latin typeface="Arial"/>
                        </a:rPr>
                        <a:t> </a:t>
                      </a:r>
                      <a:r>
                        <a:rPr lang="en-US" altLang="ko-KR" sz="1050">
                          <a:solidFill>
                            <a:srgbClr val="243447"/>
                          </a:solidFill>
                          <a:effectLst/>
                          <a:latin typeface="Arial"/>
                        </a:rPr>
                        <a:t>webmail)</a:t>
                      </a:r>
                      <a:endParaRPr lang="ko-KR" altLang="en-US" sz="1050">
                        <a:solidFill>
                          <a:srgbClr val="243447"/>
                        </a:solidFill>
                        <a:effectLst/>
                        <a:latin typeface="Arial"/>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lvl="0" algn="l">
                        <a:buNone/>
                      </a:pPr>
                      <a:r>
                        <a:rPr lang="ko-KR" altLang="en-US" sz="1050" b="1">
                          <a:solidFill>
                            <a:srgbClr val="136F73"/>
                          </a:solidFill>
                          <a:effectLst/>
                          <a:latin typeface="Arial"/>
                        </a:rPr>
                        <a:t>●</a:t>
                      </a: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lvl="0" algn="l">
                        <a:buNone/>
                      </a:pPr>
                      <a:r>
                        <a:rPr lang="en-US" altLang="ko-KR" sz="1050" b="0" i="0" u="none" strike="noStrike" noProof="0">
                          <a:solidFill>
                            <a:srgbClr val="243447"/>
                          </a:solidFill>
                          <a:effectLst/>
                        </a:rPr>
                        <a:t>Vendor</a:t>
                      </a:r>
                      <a:r>
                        <a:rPr lang="ko-KR" altLang="en-US" sz="1050" b="0" i="0" u="none" strike="noStrike" noProof="0">
                          <a:solidFill>
                            <a:srgbClr val="243447"/>
                          </a:solidFill>
                          <a:effectLst/>
                        </a:rPr>
                        <a:t> </a:t>
                      </a:r>
                      <a:r>
                        <a:rPr lang="en-US" altLang="ko-KR" sz="1050" b="0" i="0" u="none" strike="noStrike" noProof="0">
                          <a:solidFill>
                            <a:srgbClr val="243447"/>
                          </a:solidFill>
                          <a:effectLst/>
                        </a:rPr>
                        <a:t>documentation</a:t>
                      </a:r>
                      <a:r>
                        <a:rPr lang="ko-KR" altLang="en-US" sz="1050" b="0" i="0" u="none" strike="noStrike" noProof="0">
                          <a:solidFill>
                            <a:srgbClr val="243447"/>
                          </a:solidFill>
                          <a:effectLst/>
                        </a:rPr>
                        <a:t> </a:t>
                      </a:r>
                      <a:r>
                        <a:rPr lang="en-US" altLang="ko-KR" sz="1050" b="0" i="0" u="none" strike="noStrike" noProof="0">
                          <a:solidFill>
                            <a:srgbClr val="243447"/>
                          </a:solidFill>
                          <a:effectLst/>
                        </a:rPr>
                        <a:t>states</a:t>
                      </a:r>
                      <a:r>
                        <a:rPr lang="ko-KR" altLang="en-US" sz="1050" b="0" i="0" u="none" strike="noStrike" noProof="0">
                          <a:solidFill>
                            <a:srgbClr val="243447"/>
                          </a:solidFill>
                          <a:effectLst/>
                        </a:rPr>
                        <a:t> </a:t>
                      </a:r>
                      <a:r>
                        <a:rPr lang="en-US" altLang="ko-KR" sz="1050" b="0" i="0" u="none" strike="noStrike" noProof="0">
                          <a:solidFill>
                            <a:srgbClr val="243447"/>
                          </a:solidFill>
                          <a:effectLst/>
                        </a:rPr>
                        <a:t>that</a:t>
                      </a:r>
                      <a:r>
                        <a:rPr lang="ko-KR" altLang="en-US" sz="1050" b="0" i="0" u="none" strike="noStrike" noProof="0">
                          <a:solidFill>
                            <a:srgbClr val="243447"/>
                          </a:solidFill>
                          <a:effectLst/>
                        </a:rPr>
                        <a:t> </a:t>
                      </a:r>
                      <a:r>
                        <a:rPr lang="en-US" altLang="ko-KR" sz="1050" b="0" i="0" u="none" strike="noStrike" noProof="0">
                          <a:solidFill>
                            <a:srgbClr val="243447"/>
                          </a:solidFill>
                          <a:effectLst/>
                        </a:rPr>
                        <a:t>data</a:t>
                      </a:r>
                      <a:r>
                        <a:rPr lang="ko-KR" altLang="en-US" sz="1050" b="0" i="0" u="none" strike="noStrike" noProof="0">
                          <a:solidFill>
                            <a:srgbClr val="243447"/>
                          </a:solidFill>
                          <a:effectLst/>
                        </a:rPr>
                        <a:t> </a:t>
                      </a:r>
                      <a:r>
                        <a:rPr lang="en-US" altLang="ko-KR" sz="1050" b="0" i="0" u="none" strike="noStrike" noProof="0">
                          <a:solidFill>
                            <a:srgbClr val="243447"/>
                          </a:solidFill>
                          <a:effectLst/>
                        </a:rPr>
                        <a:t>leakage</a:t>
                      </a:r>
                      <a:r>
                        <a:rPr lang="ko-KR" altLang="en-US" sz="1050" b="0" i="0" u="none" strike="noStrike" noProof="0">
                          <a:solidFill>
                            <a:srgbClr val="243447"/>
                          </a:solidFill>
                          <a:effectLst/>
                        </a:rPr>
                        <a:t> </a:t>
                      </a:r>
                      <a:r>
                        <a:rPr lang="en-US" altLang="ko-KR" sz="1050" b="0" i="0" u="none" strike="noStrike" noProof="0">
                          <a:solidFill>
                            <a:srgbClr val="243447"/>
                          </a:solidFill>
                          <a:effectLst/>
                        </a:rPr>
                        <a:t>through</a:t>
                      </a:r>
                      <a:r>
                        <a:rPr lang="ko-KR" altLang="en-US" sz="1050" b="0" i="0" u="none" strike="noStrike" noProof="0">
                          <a:solidFill>
                            <a:srgbClr val="243447"/>
                          </a:solidFill>
                          <a:effectLst/>
                        </a:rPr>
                        <a:t> </a:t>
                      </a:r>
                      <a:r>
                        <a:rPr lang="en-US" altLang="ko-KR" sz="1050" b="1" i="0" u="none" strike="noStrike" noProof="0">
                          <a:solidFill>
                            <a:srgbClr val="243447"/>
                          </a:solidFill>
                          <a:effectLst/>
                        </a:rPr>
                        <a:t>mail/file</a:t>
                      </a:r>
                      <a:r>
                        <a:rPr lang="ko-KR" altLang="en-US" sz="1050" b="1" i="0" u="none" strike="noStrike" noProof="0">
                          <a:solidFill>
                            <a:srgbClr val="243447"/>
                          </a:solidFill>
                          <a:effectLst/>
                        </a:rPr>
                        <a:t> </a:t>
                      </a:r>
                      <a:r>
                        <a:rPr lang="en-US" altLang="ko-KR" sz="1050" b="1" i="0" u="none" strike="noStrike" noProof="0">
                          <a:solidFill>
                            <a:srgbClr val="243447"/>
                          </a:solidFill>
                          <a:effectLst/>
                        </a:rPr>
                        <a:t>attachment</a:t>
                      </a:r>
                      <a:r>
                        <a:rPr lang="ko-KR" altLang="en-US" sz="1050" b="0" i="0" u="none" strike="noStrike" noProof="0">
                          <a:solidFill>
                            <a:srgbClr val="243447"/>
                          </a:solidFill>
                          <a:effectLst/>
                        </a:rPr>
                        <a:t> </a:t>
                      </a:r>
                      <a:r>
                        <a:rPr lang="en-US" altLang="ko-KR" sz="1050" b="0" i="0" u="none" strike="noStrike" noProof="0">
                          <a:solidFill>
                            <a:srgbClr val="243447"/>
                          </a:solidFill>
                          <a:effectLst/>
                        </a:rPr>
                        <a:t>can</a:t>
                      </a:r>
                      <a:r>
                        <a:rPr lang="ko-KR" altLang="en-US" sz="1050" b="0" i="0" u="none" strike="noStrike" noProof="0">
                          <a:solidFill>
                            <a:srgbClr val="243447"/>
                          </a:solidFill>
                          <a:effectLst/>
                        </a:rPr>
                        <a:t> </a:t>
                      </a:r>
                      <a:r>
                        <a:rPr lang="en-US" altLang="ko-KR" sz="1050" b="0" i="0" u="none" strike="noStrike" noProof="0">
                          <a:solidFill>
                            <a:srgbClr val="243447"/>
                          </a:solidFill>
                          <a:effectLst/>
                        </a:rPr>
                        <a:t>be</a:t>
                      </a:r>
                      <a:r>
                        <a:rPr lang="ko-KR" altLang="en-US" sz="1050" b="0" i="0" u="none" strike="noStrike" noProof="0">
                          <a:solidFill>
                            <a:srgbClr val="243447"/>
                          </a:solidFill>
                          <a:effectLst/>
                        </a:rPr>
                        <a:t> </a:t>
                      </a:r>
                      <a:r>
                        <a:rPr lang="en-US" altLang="ko-KR" sz="1050" b="0" i="0" u="none" strike="noStrike" noProof="0">
                          <a:solidFill>
                            <a:srgbClr val="243447"/>
                          </a:solidFill>
                          <a:effectLst/>
                        </a:rPr>
                        <a:t>detected</a:t>
                      </a:r>
                      <a:r>
                        <a:rPr lang="ko-KR" altLang="en-US" sz="1050" b="0" i="0" u="none" strike="noStrike" noProof="0">
                          <a:solidFill>
                            <a:srgbClr val="243447"/>
                          </a:solidFill>
                          <a:effectLst/>
                        </a:rPr>
                        <a:t> </a:t>
                      </a:r>
                      <a:r>
                        <a:rPr lang="en-US" altLang="ko-KR" sz="1050" b="0" i="0" u="none" strike="noStrike" noProof="0">
                          <a:solidFill>
                            <a:srgbClr val="243447"/>
                          </a:solidFill>
                          <a:effectLst/>
                        </a:rPr>
                        <a:t>and</a:t>
                      </a:r>
                      <a:r>
                        <a:rPr lang="ko-KR" altLang="en-US" sz="1050" b="0" i="0" u="none" strike="noStrike" noProof="0">
                          <a:solidFill>
                            <a:srgbClr val="243447"/>
                          </a:solidFill>
                          <a:effectLst/>
                        </a:rPr>
                        <a:t> </a:t>
                      </a:r>
                      <a:r>
                        <a:rPr lang="en-US" altLang="ko-KR" sz="1050" b="0" i="0" u="none" strike="noStrike" noProof="0">
                          <a:solidFill>
                            <a:srgbClr val="243447"/>
                          </a:solidFill>
                          <a:effectLst/>
                        </a:rPr>
                        <a:t>blocked.</a:t>
                      </a:r>
                      <a:r>
                        <a:rPr lang="ko-KR" altLang="en-US" sz="1050" b="0" i="0" u="none" strike="noStrike" noProof="0">
                          <a:solidFill>
                            <a:srgbClr val="243447"/>
                          </a:solidFill>
                          <a:effectLst/>
                        </a:rPr>
                        <a:t> </a:t>
                      </a:r>
                      <a:r>
                        <a:rPr lang="en-US" altLang="ko-KR" sz="1050" b="0" i="0" u="none" strike="noStrike" noProof="0">
                          <a:solidFill>
                            <a:srgbClr val="243447"/>
                          </a:solidFill>
                          <a:effectLst/>
                        </a:rPr>
                        <a:t>Protocol-specific</a:t>
                      </a:r>
                      <a:r>
                        <a:rPr lang="ko-KR" altLang="en-US" sz="1050" b="0" i="0" u="none" strike="noStrike" noProof="0">
                          <a:solidFill>
                            <a:srgbClr val="243447"/>
                          </a:solidFill>
                          <a:effectLst/>
                        </a:rPr>
                        <a:t> </a:t>
                      </a:r>
                      <a:r>
                        <a:rPr lang="en-US" altLang="ko-KR" sz="1050" b="0" i="0" u="none" strike="noStrike" noProof="0">
                          <a:solidFill>
                            <a:srgbClr val="243447"/>
                          </a:solidFill>
                          <a:effectLst/>
                        </a:rPr>
                        <a:t>SMTP</a:t>
                      </a:r>
                      <a:r>
                        <a:rPr lang="ko-KR" sz="1050" b="0" i="0" u="none" strike="noStrike" noProof="0">
                          <a:solidFill>
                            <a:srgbClr val="243447"/>
                          </a:solidFill>
                          <a:effectLst/>
                        </a:rPr>
                        <a:t>/webmail coverage is not separately </a:t>
                      </a:r>
                      <a:r>
                        <a:rPr lang="en-US" altLang="ko-KR" sz="1050" b="0" i="0" u="none" strike="noStrike" noProof="0">
                          <a:solidFill>
                            <a:srgbClr val="243447"/>
                          </a:solidFill>
                          <a:effectLst/>
                        </a:rPr>
                        <a:t>enumerated</a:t>
                      </a:r>
                      <a:r>
                        <a:rPr lang="ko-KR" sz="1050" b="0" i="0" u="none" strike="noStrike" noProof="0">
                          <a:solidFill>
                            <a:srgbClr val="243447"/>
                          </a:solidFill>
                          <a:effectLst/>
                        </a:rPr>
                        <a:t>. [</a:t>
                      </a:r>
                      <a:r>
                        <a:rPr lang="en-US" altLang="ko-KR" sz="1050" b="0" i="0" u="none" strike="noStrike" noProof="0">
                          <a:solidFill>
                            <a:srgbClr val="243447"/>
                          </a:solidFill>
                          <a:effectLst/>
                        </a:rPr>
                        <a:t>J1</a:t>
                      </a:r>
                      <a:r>
                        <a:rPr lang="ko-KR" sz="1050" b="0" i="0" u="none" strike="noStrike" noProof="0">
                          <a:solidFill>
                            <a:srgbClr val="243447"/>
                          </a:solidFill>
                          <a:effectLst/>
                        </a:rPr>
                        <a:t>]</a:t>
                      </a:r>
                      <a:endParaRPr lang="en-US" altLang="ko-KR" sz="1050" b="0" i="0" u="none" strike="noStrike" noProof="0"/>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574608599"/>
                  </a:ext>
                </a:extLst>
              </a:tr>
              <a:tr h="554946">
                <a:tc>
                  <a:txBody>
                    <a:bodyPr/>
                    <a:lstStyle/>
                    <a:p>
                      <a:pPr lvl="0" algn="l">
                        <a:buNone/>
                      </a:pPr>
                      <a:r>
                        <a:rPr lang="en-US" altLang="ko-KR" sz="1050" b="1">
                          <a:solidFill>
                            <a:srgbClr val="243447"/>
                          </a:solidFill>
                          <a:effectLst/>
                          <a:latin typeface="Arial"/>
                        </a:rPr>
                        <a:t>D1-06</a:t>
                      </a:r>
                      <a:endParaRPr lang="ko-KR" altLang="en-US" sz="1050" b="1">
                        <a:solidFill>
                          <a:srgbClr val="243447"/>
                        </a:solidFill>
                        <a:effectLst/>
                        <a:latin typeface="Arial"/>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lvl="0" algn="l">
                        <a:buNone/>
                      </a:pPr>
                      <a:r>
                        <a:rPr lang="en-US" altLang="ko-KR" sz="1050">
                          <a:solidFill>
                            <a:srgbClr val="243447"/>
                          </a:solidFill>
                          <a:effectLst/>
                          <a:latin typeface="Arial"/>
                        </a:rPr>
                        <a:t>Web</a:t>
                      </a:r>
                      <a:r>
                        <a:rPr lang="ko-KR" altLang="en-US" sz="1050">
                          <a:solidFill>
                            <a:srgbClr val="243447"/>
                          </a:solidFill>
                          <a:effectLst/>
                          <a:latin typeface="Arial"/>
                        </a:rPr>
                        <a:t> </a:t>
                      </a:r>
                      <a:r>
                        <a:rPr lang="en-US" altLang="ko-KR" sz="1050">
                          <a:solidFill>
                            <a:srgbClr val="243447"/>
                          </a:solidFill>
                          <a:effectLst/>
                          <a:latin typeface="Arial"/>
                        </a:rPr>
                        <a:t>upload</a:t>
                      </a:r>
                      <a:r>
                        <a:rPr lang="ko-KR" altLang="en-US" sz="1050">
                          <a:solidFill>
                            <a:srgbClr val="243447"/>
                          </a:solidFill>
                          <a:effectLst/>
                          <a:latin typeface="Arial"/>
                        </a:rPr>
                        <a:t> </a:t>
                      </a:r>
                      <a:r>
                        <a:rPr lang="ko-KR" sz="1050">
                          <a:solidFill>
                            <a:srgbClr val="243447"/>
                          </a:solidFill>
                          <a:effectLst/>
                          <a:latin typeface="Arial"/>
                        </a:rPr>
                        <a:t>/</a:t>
                      </a:r>
                      <a:r>
                        <a:rPr lang="ko-KR" altLang="en-US" sz="1050">
                          <a:solidFill>
                            <a:srgbClr val="243447"/>
                          </a:solidFill>
                          <a:effectLst/>
                          <a:latin typeface="Arial"/>
                        </a:rPr>
                        <a:t> </a:t>
                      </a:r>
                      <a:r>
                        <a:rPr lang="en-US" altLang="ko-KR" sz="1050">
                          <a:solidFill>
                            <a:srgbClr val="243447"/>
                          </a:solidFill>
                          <a:effectLst/>
                          <a:latin typeface="Arial"/>
                        </a:rPr>
                        <a:t>HTTP(S)</a:t>
                      </a:r>
                      <a:r>
                        <a:rPr lang="ko-KR" altLang="en-US" sz="1050">
                          <a:solidFill>
                            <a:srgbClr val="243447"/>
                          </a:solidFill>
                          <a:effectLst/>
                          <a:latin typeface="Arial"/>
                        </a:rPr>
                        <a:t> </a:t>
                      </a:r>
                      <a:r>
                        <a:rPr lang="ko-KR" sz="1050">
                          <a:solidFill>
                            <a:srgbClr val="243447"/>
                          </a:solidFill>
                          <a:effectLst/>
                          <a:latin typeface="Arial"/>
                        </a:rPr>
                        <a:t>/</a:t>
                      </a:r>
                      <a:r>
                        <a:rPr lang="ko-KR" altLang="en-US" sz="1050">
                          <a:solidFill>
                            <a:srgbClr val="243447"/>
                          </a:solidFill>
                          <a:effectLst/>
                          <a:latin typeface="Arial"/>
                        </a:rPr>
                        <a:t> </a:t>
                      </a:r>
                      <a:r>
                        <a:rPr lang="en-US" altLang="ko-KR" sz="1050">
                          <a:solidFill>
                            <a:srgbClr val="243447"/>
                          </a:solidFill>
                          <a:effectLst/>
                          <a:latin typeface="Arial"/>
                        </a:rPr>
                        <a:t>TLS</a:t>
                      </a:r>
                      <a:endParaRPr lang="ko-KR" altLang="en-US" sz="1050">
                        <a:solidFill>
                          <a:srgbClr val="243447"/>
                        </a:solidFill>
                        <a:effectLst/>
                        <a:latin typeface="Arial"/>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lvl="0" algn="l">
                        <a:buNone/>
                      </a:pPr>
                      <a:r>
                        <a:rPr lang="ko-KR" sz="1050" b="1" i="0" u="none" strike="noStrike" noProof="0">
                          <a:solidFill>
                            <a:srgbClr val="956319"/>
                          </a:solidFill>
                          <a:effectLst/>
                          <a:latin typeface="Arial"/>
                          <a:cs typeface="Arial"/>
                        </a:rPr>
                        <a:t>◐</a:t>
                      </a:r>
                      <a:endParaRPr lang="ko-KR" altLang="en-US" sz="1050" b="1">
                        <a:solidFill>
                          <a:srgbClr val="136F73"/>
                        </a:solidFill>
                        <a:effectLst/>
                        <a:latin typeface="Arial"/>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lvl="0" algn="l">
                        <a:buNone/>
                      </a:pPr>
                      <a:r>
                        <a:rPr lang="en-US" altLang="ko-KR" sz="1050" b="0" i="0" u="none" strike="noStrike" noProof="0">
                          <a:solidFill>
                            <a:srgbClr val="243447"/>
                          </a:solidFill>
                          <a:effectLst/>
                        </a:rPr>
                        <a:t>File-attachment</a:t>
                      </a:r>
                      <a:r>
                        <a:rPr lang="ko-KR" altLang="en-US" sz="1050" b="0" i="0" u="none" strike="noStrike" noProof="0">
                          <a:solidFill>
                            <a:srgbClr val="243447"/>
                          </a:solidFill>
                          <a:effectLst/>
                        </a:rPr>
                        <a:t> </a:t>
                      </a:r>
                      <a:r>
                        <a:rPr lang="en-US" altLang="ko-KR" sz="1050" b="0" i="0" u="none" strike="noStrike" noProof="0">
                          <a:solidFill>
                            <a:srgbClr val="243447"/>
                          </a:solidFill>
                          <a:effectLst/>
                        </a:rPr>
                        <a:t>blocking</a:t>
                      </a:r>
                      <a:r>
                        <a:rPr lang="ko-KR" altLang="en-US" sz="1050" b="0" i="0" u="none" strike="noStrike" noProof="0">
                          <a:solidFill>
                            <a:srgbClr val="243447"/>
                          </a:solidFill>
                          <a:effectLst/>
                        </a:rPr>
                        <a:t> </a:t>
                      </a:r>
                      <a:r>
                        <a:rPr lang="ko-KR" sz="1050" b="0" i="0" u="none" strike="noStrike" noProof="0">
                          <a:solidFill>
                            <a:srgbClr val="243447"/>
                          </a:solidFill>
                          <a:effectLst/>
                        </a:rPr>
                        <a:t>and </a:t>
                      </a:r>
                      <a:r>
                        <a:rPr lang="en-US" altLang="ko-KR" sz="1050" b="0" i="0" u="none" strike="noStrike" noProof="0">
                          <a:solidFill>
                            <a:srgbClr val="243447"/>
                          </a:solidFill>
                          <a:effectLst/>
                        </a:rPr>
                        <a:t>URL/process-based</a:t>
                      </a:r>
                      <a:r>
                        <a:rPr lang="ko-KR" altLang="en-US" sz="1050" b="0" i="0" u="none" strike="noStrike" noProof="0">
                          <a:solidFill>
                            <a:srgbClr val="243447"/>
                          </a:solidFill>
                          <a:effectLst/>
                        </a:rPr>
                        <a:t> </a:t>
                      </a:r>
                      <a:r>
                        <a:rPr lang="en-US" altLang="ko-KR" sz="1050" b="0" i="0" u="none" strike="noStrike" noProof="0">
                          <a:solidFill>
                            <a:srgbClr val="243447"/>
                          </a:solidFill>
                          <a:effectLst/>
                        </a:rPr>
                        <a:t>controls</a:t>
                      </a:r>
                      <a:r>
                        <a:rPr lang="ko-KR" altLang="en-US" sz="1050" b="0" i="0" u="none" strike="noStrike" noProof="0">
                          <a:solidFill>
                            <a:srgbClr val="243447"/>
                          </a:solidFill>
                          <a:effectLst/>
                        </a:rPr>
                        <a:t> </a:t>
                      </a:r>
                      <a:r>
                        <a:rPr lang="en-US" altLang="ko-KR" sz="1050" b="0" i="0" u="none" strike="noStrike" noProof="0">
                          <a:solidFill>
                            <a:srgbClr val="243447"/>
                          </a:solidFill>
                          <a:effectLst/>
                        </a:rPr>
                        <a:t>are</a:t>
                      </a:r>
                      <a:r>
                        <a:rPr lang="ko-KR" altLang="en-US" sz="1050" b="0" i="0" u="none" strike="noStrike" noProof="0">
                          <a:solidFill>
                            <a:srgbClr val="243447"/>
                          </a:solidFill>
                          <a:effectLst/>
                        </a:rPr>
                        <a:t> </a:t>
                      </a:r>
                      <a:r>
                        <a:rPr lang="en-US" altLang="ko-KR" sz="1050" b="0" i="0" u="none" strike="noStrike" noProof="0">
                          <a:solidFill>
                            <a:srgbClr val="243447"/>
                          </a:solidFill>
                          <a:effectLst/>
                        </a:rPr>
                        <a:t>documented,</a:t>
                      </a:r>
                      <a:r>
                        <a:rPr lang="ko-KR" altLang="en-US" sz="1050" b="0" i="0" u="none" strike="noStrike" noProof="0">
                          <a:solidFill>
                            <a:srgbClr val="243447"/>
                          </a:solidFill>
                          <a:effectLst/>
                        </a:rPr>
                        <a:t> </a:t>
                      </a:r>
                      <a:r>
                        <a:rPr lang="en-US" altLang="ko-KR" sz="1050" b="0" i="0" u="none" strike="noStrike" noProof="0">
                          <a:solidFill>
                            <a:srgbClr val="243447"/>
                          </a:solidFill>
                          <a:effectLst/>
                        </a:rPr>
                        <a:t>including</a:t>
                      </a:r>
                      <a:r>
                        <a:rPr lang="ko-KR" altLang="en-US" sz="1050" b="0" i="0" u="none" strike="noStrike" noProof="0">
                          <a:solidFill>
                            <a:srgbClr val="243447"/>
                          </a:solidFill>
                          <a:effectLst/>
                        </a:rPr>
                        <a:t> </a:t>
                      </a:r>
                      <a:r>
                        <a:rPr lang="en-US" altLang="ko-KR" sz="1050" b="0" i="0" u="none" strike="noStrike" noProof="0">
                          <a:solidFill>
                            <a:srgbClr val="243447"/>
                          </a:solidFill>
                          <a:effectLst/>
                        </a:rPr>
                        <a:t>web</a:t>
                      </a:r>
                      <a:r>
                        <a:rPr lang="ko-KR" altLang="en-US" sz="1050" b="0" i="0" u="none" strike="noStrike" noProof="0">
                          <a:solidFill>
                            <a:srgbClr val="243447"/>
                          </a:solidFill>
                          <a:effectLst/>
                        </a:rPr>
                        <a:t> </a:t>
                      </a:r>
                      <a:r>
                        <a:rPr lang="en-US" altLang="ko-KR" sz="1050" b="0" i="0" u="none" strike="noStrike" noProof="0">
                          <a:solidFill>
                            <a:srgbClr val="243447"/>
                          </a:solidFill>
                          <a:effectLst/>
                        </a:rPr>
                        <a:t>access</a:t>
                      </a:r>
                      <a:r>
                        <a:rPr lang="ko-KR" altLang="en-US" sz="1050" b="0" i="0" u="none" strike="noStrike" noProof="0">
                          <a:solidFill>
                            <a:srgbClr val="243447"/>
                          </a:solidFill>
                          <a:effectLst/>
                        </a:rPr>
                        <a:t> </a:t>
                      </a:r>
                      <a:r>
                        <a:rPr lang="en-US" altLang="ko-KR" sz="1050" b="0" i="0" u="none" strike="noStrike" noProof="0">
                          <a:solidFill>
                            <a:srgbClr val="243447"/>
                          </a:solidFill>
                          <a:effectLst/>
                        </a:rPr>
                        <a:t>controls.</a:t>
                      </a:r>
                      <a:r>
                        <a:rPr lang="ko-KR" altLang="en-US" sz="1050" b="0" i="0" u="none" strike="noStrike" noProof="0">
                          <a:solidFill>
                            <a:srgbClr val="243447"/>
                          </a:solidFill>
                          <a:effectLst/>
                        </a:rPr>
                        <a:t> </a:t>
                      </a:r>
                      <a:r>
                        <a:rPr lang="en-US" altLang="ko-KR" sz="1050" b="0" i="0" u="none" strike="noStrike" noProof="0">
                          <a:solidFill>
                            <a:srgbClr val="243447"/>
                          </a:solidFill>
                          <a:effectLst/>
                        </a:rPr>
                        <a:t>A</a:t>
                      </a:r>
                      <a:r>
                        <a:rPr lang="ko-KR" altLang="en-US" sz="1050" b="0" i="0" u="none" strike="noStrike" noProof="0">
                          <a:solidFill>
                            <a:srgbClr val="243447"/>
                          </a:solidFill>
                          <a:effectLst/>
                        </a:rPr>
                        <a:t> </a:t>
                      </a:r>
                      <a:r>
                        <a:rPr lang="en-US" altLang="ko-KR" sz="1050" b="0" i="0" u="none" strike="noStrike" noProof="0">
                          <a:solidFill>
                            <a:srgbClr val="243447"/>
                          </a:solidFill>
                          <a:effectLst/>
                        </a:rPr>
                        <a:t>general</a:t>
                      </a:r>
                      <a:r>
                        <a:rPr lang="ko-KR" altLang="en-US" sz="1050" b="0" i="0" u="none" strike="noStrike" noProof="0">
                          <a:solidFill>
                            <a:srgbClr val="243447"/>
                          </a:solidFill>
                          <a:effectLst/>
                        </a:rPr>
                        <a:t> </a:t>
                      </a:r>
                      <a:r>
                        <a:rPr lang="en-US" altLang="ko-KR" sz="1050" b="1" i="0" u="none" strike="noStrike" noProof="0">
                          <a:solidFill>
                            <a:srgbClr val="243447"/>
                          </a:solidFill>
                          <a:effectLst/>
                        </a:rPr>
                        <a:t>HTTP(S)</a:t>
                      </a:r>
                      <a:r>
                        <a:rPr lang="ko-KR" altLang="en-US" sz="1050" b="1" i="0" u="none" strike="noStrike" noProof="0">
                          <a:solidFill>
                            <a:srgbClr val="243447"/>
                          </a:solidFill>
                          <a:effectLst/>
                        </a:rPr>
                        <a:t> </a:t>
                      </a:r>
                      <a:r>
                        <a:rPr lang="en-US" altLang="ko-KR" sz="1050" b="1" i="0" u="none" strike="noStrike" noProof="0">
                          <a:solidFill>
                            <a:srgbClr val="243447"/>
                          </a:solidFill>
                          <a:effectLst/>
                        </a:rPr>
                        <a:t>inspection</a:t>
                      </a:r>
                      <a:r>
                        <a:rPr lang="ko-KR" altLang="en-US" sz="1050" b="1" i="0" u="none" strike="noStrike" noProof="0">
                          <a:solidFill>
                            <a:srgbClr val="243447"/>
                          </a:solidFill>
                          <a:effectLst/>
                        </a:rPr>
                        <a:t> </a:t>
                      </a:r>
                      <a:r>
                        <a:rPr lang="en-US" altLang="ko-KR" sz="1050" b="1" i="0" u="none" strike="noStrike" noProof="0">
                          <a:solidFill>
                            <a:srgbClr val="243447"/>
                          </a:solidFill>
                          <a:effectLst/>
                        </a:rPr>
                        <a:t>/</a:t>
                      </a:r>
                      <a:r>
                        <a:rPr lang="ko-KR" altLang="en-US" sz="1050" b="1" i="0" u="none" strike="noStrike" noProof="0">
                          <a:solidFill>
                            <a:srgbClr val="243447"/>
                          </a:solidFill>
                          <a:effectLst/>
                        </a:rPr>
                        <a:t> </a:t>
                      </a:r>
                      <a:r>
                        <a:rPr lang="en-US" altLang="ko-KR" sz="1050" b="1" i="0" u="none" strike="noStrike" noProof="0">
                          <a:solidFill>
                            <a:srgbClr val="243447"/>
                          </a:solidFill>
                          <a:effectLst/>
                        </a:rPr>
                        <a:t>TLS-decryption</a:t>
                      </a:r>
                      <a:r>
                        <a:rPr lang="ko-KR" altLang="en-US" sz="1050" b="1" i="0" u="none" strike="noStrike" noProof="0">
                          <a:solidFill>
                            <a:srgbClr val="243447"/>
                          </a:solidFill>
                          <a:effectLst/>
                        </a:rPr>
                        <a:t> </a:t>
                      </a:r>
                      <a:r>
                        <a:rPr lang="en-US" altLang="ko-KR" sz="1050" b="1" i="0" u="none" strike="noStrike" noProof="0">
                          <a:solidFill>
                            <a:srgbClr val="243447"/>
                          </a:solidFill>
                          <a:effectLst/>
                        </a:rPr>
                        <a:t>architecture</a:t>
                      </a:r>
                      <a:r>
                        <a:rPr lang="ko-KR" altLang="en-US" sz="1050" b="1" i="0" u="none" strike="noStrike" noProof="0">
                          <a:solidFill>
                            <a:srgbClr val="243447"/>
                          </a:solidFill>
                          <a:effectLst/>
                        </a:rPr>
                        <a:t> </a:t>
                      </a:r>
                      <a:r>
                        <a:rPr lang="en-US" altLang="ko-KR" sz="1050" b="1" i="0" u="none" strike="noStrike" noProof="0">
                          <a:solidFill>
                            <a:srgbClr val="243447"/>
                          </a:solidFill>
                          <a:effectLst/>
                        </a:rPr>
                        <a:t>is</a:t>
                      </a:r>
                      <a:r>
                        <a:rPr lang="ko-KR" altLang="en-US" sz="1050" b="1" i="0" u="none" strike="noStrike" noProof="0">
                          <a:solidFill>
                            <a:srgbClr val="243447"/>
                          </a:solidFill>
                          <a:effectLst/>
                        </a:rPr>
                        <a:t> </a:t>
                      </a:r>
                      <a:r>
                        <a:rPr lang="en-US" altLang="ko-KR" sz="1050" b="1" i="0" u="none" strike="noStrike" noProof="0">
                          <a:solidFill>
                            <a:srgbClr val="243447"/>
                          </a:solidFill>
                          <a:effectLst/>
                        </a:rPr>
                        <a:t>not</a:t>
                      </a:r>
                      <a:r>
                        <a:rPr lang="ko-KR" altLang="en-US" sz="1050" b="1" i="0" u="none" strike="noStrike" noProof="0">
                          <a:solidFill>
                            <a:srgbClr val="243447"/>
                          </a:solidFill>
                          <a:effectLst/>
                        </a:rPr>
                        <a:t> </a:t>
                      </a:r>
                      <a:r>
                        <a:rPr lang="en-US" altLang="ko-KR" sz="1050" b="1" i="0" u="none" strike="noStrike" noProof="0">
                          <a:solidFill>
                            <a:srgbClr val="243447"/>
                          </a:solidFill>
                          <a:effectLst/>
                        </a:rPr>
                        <a:t>documented</a:t>
                      </a:r>
                      <a:r>
                        <a:rPr lang="ko-KR" altLang="en-US" sz="1050" b="0" i="0" u="none" strike="noStrike" noProof="0">
                          <a:solidFill>
                            <a:srgbClr val="243447"/>
                          </a:solidFill>
                          <a:effectLst/>
                        </a:rPr>
                        <a:t> </a:t>
                      </a:r>
                      <a:r>
                        <a:rPr lang="en-US" altLang="ko-KR" sz="1050" b="0" i="0" u="none" strike="noStrike" noProof="0">
                          <a:solidFill>
                            <a:srgbClr val="243447"/>
                          </a:solidFill>
                          <a:effectLst/>
                        </a:rPr>
                        <a:t>in</a:t>
                      </a:r>
                      <a:r>
                        <a:rPr lang="ko-KR" altLang="en-US" sz="1050" b="0" i="0" u="none" strike="noStrike" noProof="0">
                          <a:solidFill>
                            <a:srgbClr val="243447"/>
                          </a:solidFill>
                          <a:effectLst/>
                        </a:rPr>
                        <a:t> </a:t>
                      </a:r>
                      <a:r>
                        <a:rPr lang="en-US" altLang="ko-KR" sz="1050" b="0" i="0" u="none" strike="noStrike" noProof="0">
                          <a:solidFill>
                            <a:srgbClr val="243447"/>
                          </a:solidFill>
                          <a:effectLst/>
                        </a:rPr>
                        <a:t>reviewed</a:t>
                      </a:r>
                      <a:r>
                        <a:rPr lang="ko-KR" altLang="en-US" sz="1050" b="0" i="0" u="none" strike="noStrike" noProof="0">
                          <a:solidFill>
                            <a:srgbClr val="243447"/>
                          </a:solidFill>
                          <a:effectLst/>
                        </a:rPr>
                        <a:t> </a:t>
                      </a:r>
                      <a:r>
                        <a:rPr lang="en-US" altLang="ko-KR" sz="1050" b="0" i="0" u="none" strike="noStrike" noProof="0">
                          <a:solidFill>
                            <a:srgbClr val="243447"/>
                          </a:solidFill>
                          <a:effectLst/>
                        </a:rPr>
                        <a:t>material</a:t>
                      </a:r>
                      <a:r>
                        <a:rPr lang="ko-KR" sz="1050" b="0" i="0" u="none" strike="noStrike" noProof="0">
                          <a:solidFill>
                            <a:srgbClr val="243447"/>
                          </a:solidFill>
                          <a:effectLst/>
                        </a:rPr>
                        <a:t>. [</a:t>
                      </a:r>
                      <a:r>
                        <a:rPr lang="en-US" altLang="ko-KR" sz="1050" b="0" i="0" u="none" strike="noStrike" noProof="0">
                          <a:solidFill>
                            <a:srgbClr val="243447"/>
                          </a:solidFill>
                          <a:effectLst/>
                        </a:rPr>
                        <a:t>J1</a:t>
                      </a:r>
                      <a:r>
                        <a:rPr lang="ko-KR" sz="1050" b="0" i="0" u="none" strike="noStrike" noProof="0">
                          <a:solidFill>
                            <a:srgbClr val="243447"/>
                          </a:solidFill>
                          <a:effectLst/>
                        </a:rPr>
                        <a:t>]</a:t>
                      </a:r>
                      <a:endParaRPr lang="en-US" altLang="ko-KR" sz="1050" b="0" i="0" u="none" strike="noStrike" noProof="0"/>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7547928"/>
                  </a:ext>
                </a:extLst>
              </a:tr>
              <a:tr h="399290">
                <a:tc>
                  <a:txBody>
                    <a:bodyPr/>
                    <a:lstStyle/>
                    <a:p>
                      <a:pPr lvl="0" algn="l">
                        <a:buNone/>
                      </a:pPr>
                      <a:r>
                        <a:rPr lang="en-US" altLang="ko-KR" sz="1050" b="1">
                          <a:solidFill>
                            <a:srgbClr val="243447"/>
                          </a:solidFill>
                          <a:effectLst/>
                          <a:latin typeface="Arial"/>
                        </a:rPr>
                        <a:t>D1-07</a:t>
                      </a:r>
                      <a:endParaRPr lang="ko-KR" altLang="en-US" sz="1050" b="1">
                        <a:solidFill>
                          <a:srgbClr val="243447"/>
                        </a:solidFill>
                        <a:effectLst/>
                        <a:latin typeface="Arial"/>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lvl="0" algn="l">
                        <a:buNone/>
                      </a:pPr>
                      <a:r>
                        <a:rPr lang="en-US" altLang="ko-KR" sz="1050">
                          <a:solidFill>
                            <a:srgbClr val="243447"/>
                          </a:solidFill>
                          <a:effectLst/>
                          <a:latin typeface="Arial"/>
                        </a:rPr>
                        <a:t>PC</a:t>
                      </a:r>
                      <a:r>
                        <a:rPr lang="ko-KR" altLang="en-US" sz="1050">
                          <a:solidFill>
                            <a:srgbClr val="243447"/>
                          </a:solidFill>
                          <a:effectLst/>
                          <a:latin typeface="Arial"/>
                        </a:rPr>
                        <a:t> </a:t>
                      </a:r>
                      <a:r>
                        <a:rPr lang="en-US" altLang="ko-KR" sz="1050">
                          <a:solidFill>
                            <a:srgbClr val="243447"/>
                          </a:solidFill>
                          <a:effectLst/>
                          <a:latin typeface="Arial"/>
                        </a:rPr>
                        <a:t>messenger</a:t>
                      </a:r>
                      <a:endParaRPr lang="ko-KR" altLang="en-US" sz="1050">
                        <a:solidFill>
                          <a:srgbClr val="243447"/>
                        </a:solidFill>
                        <a:effectLst/>
                        <a:latin typeface="Arial"/>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lvl="0" algn="l">
                        <a:lnSpc>
                          <a:spcPct val="100000"/>
                        </a:lnSpc>
                        <a:spcBef>
                          <a:spcPts val="0"/>
                        </a:spcBef>
                        <a:spcAft>
                          <a:spcPts val="0"/>
                        </a:spcAft>
                        <a:buNone/>
                      </a:pPr>
                      <a:r>
                        <a:rPr lang="en-US" altLang="ko-KR" sz="1050" b="1" i="0" u="none" strike="noStrike" noProof="0">
                          <a:solidFill>
                            <a:srgbClr val="5E6C7A"/>
                          </a:solidFill>
                          <a:effectLst/>
                          <a:latin typeface="Arial"/>
                          <a:cs typeface="Arial"/>
                        </a:rPr>
                        <a:t>?</a:t>
                      </a:r>
                      <a:endParaRPr lang="ko-KR" sz="1050" b="0" i="0" u="none" strike="noStrike" noProof="0">
                        <a:solidFill>
                          <a:srgbClr val="000000"/>
                        </a:solidFill>
                        <a:effectLst/>
                        <a:latin typeface="Arial"/>
                        <a:cs typeface="Arial"/>
                      </a:endParaRPr>
                    </a:p>
                    <a:p>
                      <a:pPr lvl="0" algn="l">
                        <a:buNone/>
                      </a:pPr>
                      <a:endParaRPr lang="ko-KR" altLang="en-US" sz="1050" b="1">
                        <a:solidFill>
                          <a:srgbClr val="136F73"/>
                        </a:solidFill>
                        <a:effectLst/>
                        <a:latin typeface="Arial"/>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lvl="0" algn="l">
                        <a:buNone/>
                      </a:pPr>
                      <a:r>
                        <a:rPr lang="en-US" altLang="ko-KR" sz="1050" b="0" i="0" u="none" strike="noStrike" noProof="0">
                          <a:solidFill>
                            <a:srgbClr val="243447"/>
                          </a:solidFill>
                          <a:effectLst/>
                        </a:rPr>
                        <a:t>General</a:t>
                      </a:r>
                      <a:r>
                        <a:rPr lang="ko-KR" altLang="en-US" sz="1050" b="0" i="0" u="none" strike="noStrike" noProof="0">
                          <a:solidFill>
                            <a:srgbClr val="243447"/>
                          </a:solidFill>
                          <a:effectLst/>
                        </a:rPr>
                        <a:t> </a:t>
                      </a:r>
                      <a:r>
                        <a:rPr lang="en-US" altLang="ko-KR" sz="1050" b="0" i="0" u="none" strike="noStrike" noProof="0">
                          <a:solidFill>
                            <a:srgbClr val="243447"/>
                          </a:solidFill>
                          <a:effectLst/>
                        </a:rPr>
                        <a:t>file-attachment</a:t>
                      </a:r>
                      <a:r>
                        <a:rPr lang="ko-KR" altLang="en-US" sz="1050" b="0" i="0" u="none" strike="noStrike" noProof="0">
                          <a:solidFill>
                            <a:srgbClr val="243447"/>
                          </a:solidFill>
                          <a:effectLst/>
                        </a:rPr>
                        <a:t> </a:t>
                      </a:r>
                      <a:r>
                        <a:rPr lang="en-US" altLang="ko-KR" sz="1050" b="0" i="0" u="none" strike="noStrike" noProof="0">
                          <a:solidFill>
                            <a:srgbClr val="243447"/>
                          </a:solidFill>
                          <a:effectLst/>
                        </a:rPr>
                        <a:t>controls</a:t>
                      </a:r>
                      <a:r>
                        <a:rPr lang="ko-KR" altLang="en-US" sz="1050" b="0" i="0" u="none" strike="noStrike" noProof="0">
                          <a:solidFill>
                            <a:srgbClr val="243447"/>
                          </a:solidFill>
                          <a:effectLst/>
                        </a:rPr>
                        <a:t> </a:t>
                      </a:r>
                      <a:r>
                        <a:rPr lang="en-US" altLang="ko-KR" sz="1050" b="0" i="0" u="none" strike="noStrike" noProof="0">
                          <a:solidFill>
                            <a:srgbClr val="243447"/>
                          </a:solidFill>
                          <a:effectLst/>
                        </a:rPr>
                        <a:t>are</a:t>
                      </a:r>
                      <a:r>
                        <a:rPr lang="ko-KR" altLang="en-US" sz="1050" b="0" i="0" u="none" strike="noStrike" noProof="0">
                          <a:solidFill>
                            <a:srgbClr val="243447"/>
                          </a:solidFill>
                          <a:effectLst/>
                        </a:rPr>
                        <a:t> </a:t>
                      </a:r>
                      <a:r>
                        <a:rPr lang="en-US" altLang="ko-KR" sz="1050" b="0" i="0" u="none" strike="noStrike" noProof="0">
                          <a:solidFill>
                            <a:srgbClr val="243447"/>
                          </a:solidFill>
                          <a:effectLst/>
                        </a:rPr>
                        <a:t>documented,</a:t>
                      </a:r>
                      <a:r>
                        <a:rPr lang="ko-KR" altLang="en-US" sz="1050" b="0" i="0" u="none" strike="noStrike" noProof="0">
                          <a:solidFill>
                            <a:srgbClr val="243447"/>
                          </a:solidFill>
                          <a:effectLst/>
                        </a:rPr>
                        <a:t> </a:t>
                      </a:r>
                      <a:r>
                        <a:rPr lang="en-US" altLang="ko-KR" sz="1050" b="0" i="0" u="none" strike="noStrike" noProof="0">
                          <a:solidFill>
                            <a:srgbClr val="243447"/>
                          </a:solidFill>
                          <a:effectLst/>
                        </a:rPr>
                        <a:t>but</a:t>
                      </a:r>
                      <a:r>
                        <a:rPr lang="ko-KR" altLang="en-US" sz="1050" b="0" i="0" u="none" strike="noStrike" noProof="0">
                          <a:solidFill>
                            <a:srgbClr val="243447"/>
                          </a:solidFill>
                          <a:effectLst/>
                        </a:rPr>
                        <a:t> </a:t>
                      </a:r>
                      <a:r>
                        <a:rPr lang="en-US" altLang="ko-KR" sz="1050" b="0" i="0" u="none" strike="noStrike" noProof="0">
                          <a:solidFill>
                            <a:srgbClr val="243447"/>
                          </a:solidFill>
                          <a:effectLst/>
                        </a:rPr>
                        <a:t>a</a:t>
                      </a:r>
                      <a:r>
                        <a:rPr lang="ko-KR" altLang="en-US" sz="1050" b="0" i="0" u="none" strike="noStrike" noProof="0">
                          <a:solidFill>
                            <a:srgbClr val="243447"/>
                          </a:solidFill>
                          <a:effectLst/>
                        </a:rPr>
                        <a:t> </a:t>
                      </a:r>
                      <a:r>
                        <a:rPr lang="en-US" altLang="ko-KR" sz="1050" b="0" i="0" u="none" strike="noStrike" noProof="0">
                          <a:solidFill>
                            <a:srgbClr val="243447"/>
                          </a:solidFill>
                          <a:effectLst/>
                        </a:rPr>
                        <a:t>current</a:t>
                      </a:r>
                      <a:r>
                        <a:rPr lang="ko-KR" altLang="en-US" sz="1050" b="0" i="0" u="none" strike="noStrike" noProof="0">
                          <a:solidFill>
                            <a:srgbClr val="243447"/>
                          </a:solidFill>
                          <a:effectLst/>
                        </a:rPr>
                        <a:t> </a:t>
                      </a:r>
                      <a:r>
                        <a:rPr lang="en-US" altLang="ko-KR" sz="1050" b="0" i="0" u="none" strike="noStrike" noProof="0">
                          <a:solidFill>
                            <a:srgbClr val="243447"/>
                          </a:solidFill>
                          <a:effectLst/>
                        </a:rPr>
                        <a:t>messenger-specific</a:t>
                      </a:r>
                      <a:r>
                        <a:rPr lang="ko-KR" altLang="en-US" sz="1050" b="0" i="0" u="none" strike="noStrike" noProof="0">
                          <a:solidFill>
                            <a:srgbClr val="243447"/>
                          </a:solidFill>
                          <a:effectLst/>
                        </a:rPr>
                        <a:t> </a:t>
                      </a:r>
                      <a:r>
                        <a:rPr lang="en-US" altLang="ko-KR" sz="1050" b="0" i="0" u="none" strike="noStrike" noProof="0">
                          <a:solidFill>
                            <a:srgbClr val="243447"/>
                          </a:solidFill>
                          <a:effectLst/>
                        </a:rPr>
                        <a:t>application</a:t>
                      </a:r>
                      <a:r>
                        <a:rPr lang="ko-KR" sz="1050" b="0" i="0" u="none" strike="noStrike" noProof="0">
                          <a:solidFill>
                            <a:srgbClr val="243447"/>
                          </a:solidFill>
                          <a:effectLst/>
                        </a:rPr>
                        <a:t>/protocol coverage matrix was not found in </a:t>
                      </a:r>
                      <a:r>
                        <a:rPr lang="en-US" altLang="ko-KR" sz="1050" b="0" i="0" u="none" strike="noStrike" noProof="0">
                          <a:solidFill>
                            <a:srgbClr val="243447"/>
                          </a:solidFill>
                          <a:effectLst/>
                        </a:rPr>
                        <a:t>reviewed</a:t>
                      </a:r>
                      <a:r>
                        <a:rPr lang="ko-KR" altLang="en-US" sz="1050" b="0" i="0" u="none" strike="noStrike" noProof="0">
                          <a:solidFill>
                            <a:srgbClr val="243447"/>
                          </a:solidFill>
                          <a:effectLst/>
                        </a:rPr>
                        <a:t> </a:t>
                      </a:r>
                      <a:r>
                        <a:rPr lang="en-US" altLang="ko-KR" sz="1050" b="0" i="0" u="none" strike="noStrike" noProof="0">
                          <a:solidFill>
                            <a:srgbClr val="243447"/>
                          </a:solidFill>
                          <a:effectLst/>
                        </a:rPr>
                        <a:t>material</a:t>
                      </a:r>
                      <a:r>
                        <a:rPr lang="ko-KR" sz="1050" b="0" i="0" u="none" strike="noStrike" noProof="0">
                          <a:solidFill>
                            <a:srgbClr val="243447"/>
                          </a:solidFill>
                          <a:effectLst/>
                        </a:rPr>
                        <a:t>.</a:t>
                      </a:r>
                      <a:endParaRPr lang="en-US" altLang="ko-KR" sz="1050" b="0" i="0" u="none" strike="noStrike" noProof="0"/>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60183079"/>
                  </a:ext>
                </a:extLst>
              </a:tr>
              <a:tr h="399290">
                <a:tc>
                  <a:txBody>
                    <a:bodyPr/>
                    <a:lstStyle/>
                    <a:p>
                      <a:pPr lvl="0" algn="l">
                        <a:buNone/>
                      </a:pPr>
                      <a:r>
                        <a:rPr lang="en-US" altLang="ko-KR" sz="1050" b="1">
                          <a:solidFill>
                            <a:srgbClr val="243447"/>
                          </a:solidFill>
                          <a:effectLst/>
                          <a:latin typeface="Arial"/>
                        </a:rPr>
                        <a:t>D1-08</a:t>
                      </a:r>
                      <a:endParaRPr lang="ko-KR" altLang="en-US" sz="1050" b="1">
                        <a:solidFill>
                          <a:srgbClr val="243447"/>
                        </a:solidFill>
                        <a:effectLst/>
                        <a:latin typeface="Arial"/>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lvl="0" algn="l">
                        <a:buNone/>
                      </a:pPr>
                      <a:r>
                        <a:rPr lang="en-US" altLang="ko-KR" sz="1050">
                          <a:solidFill>
                            <a:srgbClr val="243447"/>
                          </a:solidFill>
                          <a:effectLst/>
                          <a:latin typeface="Arial"/>
                        </a:rPr>
                        <a:t>Cloud</a:t>
                      </a:r>
                      <a:r>
                        <a:rPr lang="ko-KR" sz="1050">
                          <a:solidFill>
                            <a:srgbClr val="243447"/>
                          </a:solidFill>
                          <a:effectLst/>
                          <a:latin typeface="Arial"/>
                        </a:rPr>
                        <a:t> </a:t>
                      </a:r>
                      <a:r>
                        <a:rPr lang="en-US" altLang="ko-KR" sz="1050">
                          <a:solidFill>
                            <a:srgbClr val="243447"/>
                          </a:solidFill>
                          <a:effectLst/>
                          <a:latin typeface="Arial"/>
                        </a:rPr>
                        <a:t>storage</a:t>
                      </a:r>
                      <a:r>
                        <a:rPr lang="ko-KR" altLang="en-US" sz="1050">
                          <a:solidFill>
                            <a:srgbClr val="243447"/>
                          </a:solidFill>
                          <a:effectLst/>
                          <a:latin typeface="Arial"/>
                        </a:rPr>
                        <a:t> </a:t>
                      </a:r>
                      <a:r>
                        <a:rPr lang="ko-KR" sz="1050">
                          <a:solidFill>
                            <a:srgbClr val="243447"/>
                          </a:solidFill>
                          <a:effectLst/>
                          <a:latin typeface="Arial"/>
                        </a:rPr>
                        <a:t>/</a:t>
                      </a:r>
                      <a:r>
                        <a:rPr lang="ko-KR" altLang="en-US" sz="1050">
                          <a:solidFill>
                            <a:srgbClr val="243447"/>
                          </a:solidFill>
                          <a:effectLst/>
                          <a:latin typeface="Arial"/>
                        </a:rPr>
                        <a:t> </a:t>
                      </a:r>
                      <a:r>
                        <a:rPr lang="en-US" altLang="ko-KR" sz="1050">
                          <a:solidFill>
                            <a:srgbClr val="243447"/>
                          </a:solidFill>
                          <a:effectLst/>
                          <a:latin typeface="Arial"/>
                        </a:rPr>
                        <a:t>webhard</a:t>
                      </a:r>
                      <a:r>
                        <a:rPr lang="ko-KR" altLang="en-US" sz="1050">
                          <a:solidFill>
                            <a:srgbClr val="243447"/>
                          </a:solidFill>
                          <a:effectLst/>
                          <a:latin typeface="Arial"/>
                        </a:rPr>
                        <a:t> </a:t>
                      </a:r>
                      <a:r>
                        <a:rPr lang="en-US" altLang="ko-KR" sz="1050">
                          <a:solidFill>
                            <a:srgbClr val="243447"/>
                          </a:solidFill>
                          <a:effectLst/>
                          <a:latin typeface="Arial"/>
                        </a:rPr>
                        <a:t>upload</a:t>
                      </a:r>
                      <a:endParaRPr lang="ko-KR" altLang="en-US" sz="1050">
                        <a:solidFill>
                          <a:srgbClr val="243447"/>
                        </a:solidFill>
                        <a:effectLst/>
                        <a:latin typeface="Arial"/>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lvl="0" algn="l">
                        <a:buNone/>
                      </a:pPr>
                      <a:r>
                        <a:rPr lang="ko-KR" altLang="en-US" sz="1050" b="1">
                          <a:solidFill>
                            <a:srgbClr val="136F73"/>
                          </a:solidFill>
                          <a:effectLst/>
                          <a:latin typeface="Arial"/>
                        </a:rPr>
                        <a:t>●</a:t>
                      </a: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lvl="0" algn="l">
                        <a:buNone/>
                      </a:pPr>
                      <a:r>
                        <a:rPr lang="en-US" altLang="ko-KR" sz="1050" b="0" i="0" u="none" strike="noStrike" noProof="0">
                          <a:solidFill>
                            <a:srgbClr val="243447"/>
                          </a:solidFill>
                          <a:effectLst/>
                        </a:rPr>
                        <a:t>Jiran</a:t>
                      </a:r>
                      <a:r>
                        <a:rPr lang="ko-KR" altLang="en-US" sz="1050" b="0" i="0" u="none" strike="noStrike" noProof="0">
                          <a:solidFill>
                            <a:srgbClr val="243447"/>
                          </a:solidFill>
                          <a:effectLst/>
                        </a:rPr>
                        <a:t> </a:t>
                      </a:r>
                      <a:r>
                        <a:rPr lang="en-US" altLang="ko-KR" sz="1050" b="0" i="0" u="none" strike="noStrike" noProof="0">
                          <a:solidFill>
                            <a:srgbClr val="243447"/>
                          </a:solidFill>
                          <a:effectLst/>
                        </a:rPr>
                        <a:t>describes</a:t>
                      </a:r>
                      <a:r>
                        <a:rPr lang="ko-KR" altLang="en-US" sz="1050" b="0" i="0" u="none" strike="noStrike" noProof="0">
                          <a:solidFill>
                            <a:srgbClr val="243447"/>
                          </a:solidFill>
                          <a:effectLst/>
                        </a:rPr>
                        <a:t> </a:t>
                      </a:r>
                      <a:r>
                        <a:rPr lang="en-US" altLang="ko-KR" sz="1050" b="0" i="0" u="none" strike="noStrike" noProof="0">
                          <a:solidFill>
                            <a:srgbClr val="243447"/>
                          </a:solidFill>
                          <a:effectLst/>
                        </a:rPr>
                        <a:t>PCFILTER</a:t>
                      </a:r>
                      <a:r>
                        <a:rPr lang="ko-KR" altLang="en-US" sz="1050" b="0" i="0" u="none" strike="noStrike" noProof="0">
                          <a:solidFill>
                            <a:srgbClr val="243447"/>
                          </a:solidFill>
                          <a:effectLst/>
                        </a:rPr>
                        <a:t> </a:t>
                      </a:r>
                      <a:r>
                        <a:rPr lang="en-US" altLang="ko-KR" sz="1050" b="0" i="0" u="none" strike="noStrike" noProof="0">
                          <a:solidFill>
                            <a:srgbClr val="243447"/>
                          </a:solidFill>
                          <a:effectLst/>
                        </a:rPr>
                        <a:t>as</a:t>
                      </a:r>
                      <a:r>
                        <a:rPr lang="ko-KR" altLang="en-US" sz="1050" b="0" i="0" u="none" strike="noStrike" noProof="0">
                          <a:solidFill>
                            <a:srgbClr val="243447"/>
                          </a:solidFill>
                          <a:effectLst/>
                        </a:rPr>
                        <a:t> </a:t>
                      </a:r>
                      <a:r>
                        <a:rPr lang="en-US" altLang="ko-KR" sz="1050" b="0" i="0" u="none" strike="noStrike" noProof="0">
                          <a:solidFill>
                            <a:srgbClr val="243447"/>
                          </a:solidFill>
                          <a:effectLst/>
                        </a:rPr>
                        <a:t>preventing</a:t>
                      </a:r>
                      <a:r>
                        <a:rPr lang="ko-KR" altLang="en-US" sz="1050" b="0" i="0" u="none" strike="noStrike" noProof="0">
                          <a:solidFill>
                            <a:srgbClr val="243447"/>
                          </a:solidFill>
                          <a:effectLst/>
                        </a:rPr>
                        <a:t> </a:t>
                      </a:r>
                      <a:r>
                        <a:rPr lang="en-US" altLang="ko-KR" sz="1050" b="0" i="0" u="none" strike="noStrike" noProof="0">
                          <a:solidFill>
                            <a:srgbClr val="243447"/>
                          </a:solidFill>
                          <a:effectLst/>
                        </a:rPr>
                        <a:t>leakage</a:t>
                      </a:r>
                      <a:r>
                        <a:rPr lang="ko-KR" altLang="en-US" sz="1050" b="0" i="0" u="none" strike="noStrike" noProof="0">
                          <a:solidFill>
                            <a:srgbClr val="243447"/>
                          </a:solidFill>
                          <a:effectLst/>
                        </a:rPr>
                        <a:t> </a:t>
                      </a:r>
                      <a:r>
                        <a:rPr lang="en-US" altLang="ko-KR" sz="1050" b="0" i="0" u="none" strike="noStrike" noProof="0">
                          <a:solidFill>
                            <a:srgbClr val="243447"/>
                          </a:solidFill>
                          <a:effectLst/>
                        </a:rPr>
                        <a:t>through</a:t>
                      </a:r>
                      <a:r>
                        <a:rPr lang="ko-KR" altLang="en-US" sz="1050" b="0" i="0" u="none" strike="noStrike" noProof="0">
                          <a:solidFill>
                            <a:srgbClr val="243447"/>
                          </a:solidFill>
                          <a:effectLst/>
                        </a:rPr>
                        <a:t> </a:t>
                      </a:r>
                      <a:r>
                        <a:rPr lang="en-US" altLang="ko-KR" sz="1050" b="1" i="0" u="none" strike="noStrike" noProof="0">
                          <a:solidFill>
                            <a:srgbClr val="243447"/>
                          </a:solidFill>
                          <a:effectLst/>
                        </a:rPr>
                        <a:t>cloud</a:t>
                      </a:r>
                      <a:r>
                        <a:rPr lang="ko-KR" sz="1050" b="1" i="0" u="none" strike="noStrike" noProof="0">
                          <a:solidFill>
                            <a:srgbClr val="243447"/>
                          </a:solidFill>
                          <a:effectLst/>
                        </a:rPr>
                        <a:t>/file-attachment channels</a:t>
                      </a:r>
                      <a:r>
                        <a:rPr lang="ko-KR" sz="1050" b="0" i="0" u="none" strike="noStrike" noProof="0">
                          <a:solidFill>
                            <a:srgbClr val="243447"/>
                          </a:solidFill>
                          <a:effectLst/>
                        </a:rPr>
                        <a:t>; earlier product material also explicitly identifies webhard as a controlled</a:t>
                      </a:r>
                      <a:r>
                        <a:rPr lang="ko-KR" altLang="en-US" sz="1050" b="0" i="0" u="none" strike="noStrike" noProof="0">
                          <a:solidFill>
                            <a:srgbClr val="243447"/>
                          </a:solidFill>
                          <a:effectLst/>
                        </a:rPr>
                        <a:t> </a:t>
                      </a:r>
                      <a:r>
                        <a:rPr lang="en-US" altLang="ko-KR" sz="1050" b="0" i="0" u="none" strike="noStrike" noProof="0">
                          <a:solidFill>
                            <a:srgbClr val="243447"/>
                          </a:solidFill>
                          <a:effectLst/>
                        </a:rPr>
                        <a:t>path</a:t>
                      </a:r>
                      <a:r>
                        <a:rPr lang="ko-KR" sz="1050" b="0" i="0" u="none" strike="noStrike" noProof="0">
                          <a:solidFill>
                            <a:srgbClr val="243447"/>
                          </a:solidFill>
                          <a:effectLst/>
                        </a:rPr>
                        <a:t>. [</a:t>
                      </a:r>
                      <a:r>
                        <a:rPr lang="en-US" altLang="ko-KR" sz="1050" b="0" i="0" u="none" strike="noStrike" noProof="0">
                          <a:solidFill>
                            <a:srgbClr val="243447"/>
                          </a:solidFill>
                          <a:effectLst/>
                        </a:rPr>
                        <a:t>J3][J4</a:t>
                      </a:r>
                      <a:r>
                        <a:rPr lang="ko-KR" sz="1050" b="0" i="0" u="none" strike="noStrike" noProof="0">
                          <a:solidFill>
                            <a:srgbClr val="243447"/>
                          </a:solidFill>
                          <a:effectLst/>
                        </a:rPr>
                        <a:t>]</a:t>
                      </a:r>
                      <a:endParaRPr lang="en-US" altLang="ko-KR" sz="1050" b="0" i="0" u="none" strike="noStrike" noProof="0"/>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10063573"/>
                  </a:ext>
                </a:extLst>
              </a:tr>
              <a:tr h="399290">
                <a:tc>
                  <a:txBody>
                    <a:bodyPr/>
                    <a:lstStyle/>
                    <a:p>
                      <a:pPr lvl="0" algn="l">
                        <a:buNone/>
                      </a:pPr>
                      <a:r>
                        <a:rPr lang="en-US" altLang="ko-KR" sz="1050" b="1">
                          <a:solidFill>
                            <a:srgbClr val="243447"/>
                          </a:solidFill>
                          <a:effectLst/>
                          <a:latin typeface="Arial"/>
                        </a:rPr>
                        <a:t>D1-09</a:t>
                      </a:r>
                      <a:endParaRPr lang="ko-KR" altLang="en-US" sz="1050" b="1">
                        <a:solidFill>
                          <a:srgbClr val="243447"/>
                        </a:solidFill>
                        <a:effectLst/>
                        <a:latin typeface="Arial"/>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lvl="0" algn="l">
                        <a:buNone/>
                      </a:pPr>
                      <a:r>
                        <a:rPr lang="en-US" altLang="ko-KR" sz="1050">
                          <a:solidFill>
                            <a:srgbClr val="243447"/>
                          </a:solidFill>
                          <a:effectLst/>
                          <a:latin typeface="Arial"/>
                        </a:rPr>
                        <a:t>Wi-Fi</a:t>
                      </a:r>
                      <a:r>
                        <a:rPr lang="ko-KR" sz="1050">
                          <a:solidFill>
                            <a:srgbClr val="243447"/>
                          </a:solidFill>
                          <a:effectLst/>
                          <a:latin typeface="Arial"/>
                        </a:rPr>
                        <a:t> /</a:t>
                      </a:r>
                      <a:r>
                        <a:rPr lang="ko-KR" altLang="en-US" sz="1050">
                          <a:solidFill>
                            <a:srgbClr val="243447"/>
                          </a:solidFill>
                          <a:effectLst/>
                          <a:latin typeface="Arial"/>
                        </a:rPr>
                        <a:t> </a:t>
                      </a:r>
                      <a:r>
                        <a:rPr lang="en-US" altLang="ko-KR" sz="1050">
                          <a:solidFill>
                            <a:srgbClr val="243447"/>
                          </a:solidFill>
                          <a:effectLst/>
                          <a:latin typeface="Arial"/>
                        </a:rPr>
                        <a:t>Bluetooth</a:t>
                      </a:r>
                      <a:r>
                        <a:rPr lang="ko-KR" altLang="en-US" sz="1050">
                          <a:solidFill>
                            <a:srgbClr val="243447"/>
                          </a:solidFill>
                          <a:effectLst/>
                          <a:latin typeface="Arial"/>
                        </a:rPr>
                        <a:t> </a:t>
                      </a:r>
                      <a:r>
                        <a:rPr lang="ko-KR" sz="1050">
                          <a:solidFill>
                            <a:srgbClr val="243447"/>
                          </a:solidFill>
                          <a:effectLst/>
                          <a:latin typeface="Arial"/>
                        </a:rPr>
                        <a:t>/</a:t>
                      </a:r>
                      <a:r>
                        <a:rPr lang="ko-KR" altLang="en-US" sz="1050">
                          <a:solidFill>
                            <a:srgbClr val="243447"/>
                          </a:solidFill>
                          <a:effectLst/>
                          <a:latin typeface="Arial"/>
                        </a:rPr>
                        <a:t> </a:t>
                      </a:r>
                      <a:r>
                        <a:rPr lang="en-US" altLang="ko-KR" sz="1050">
                          <a:solidFill>
                            <a:srgbClr val="243447"/>
                          </a:solidFill>
                          <a:effectLst/>
                          <a:latin typeface="Arial"/>
                        </a:rPr>
                        <a:t>shares</a:t>
                      </a:r>
                      <a:endParaRPr lang="ko-KR" altLang="en-US" sz="1050">
                        <a:solidFill>
                          <a:srgbClr val="243447"/>
                        </a:solidFill>
                        <a:effectLst/>
                        <a:latin typeface="Arial"/>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lvl="0" algn="l">
                        <a:lnSpc>
                          <a:spcPct val="100000"/>
                        </a:lnSpc>
                        <a:spcBef>
                          <a:spcPts val="0"/>
                        </a:spcBef>
                        <a:spcAft>
                          <a:spcPts val="0"/>
                        </a:spcAft>
                        <a:buNone/>
                      </a:pPr>
                      <a:r>
                        <a:rPr lang="ko-KR" sz="1050" b="1" i="0" u="none" strike="noStrike" noProof="0">
                          <a:solidFill>
                            <a:srgbClr val="136F73"/>
                          </a:solidFill>
                          <a:effectLst/>
                          <a:latin typeface="Arial"/>
                          <a:cs typeface="Arial"/>
                        </a:rPr>
                        <a:t>●</a:t>
                      </a:r>
                      <a:endParaRPr lang="ko-KR" sz="1050" b="0" i="0" u="none" strike="noStrike" noProof="0">
                        <a:solidFill>
                          <a:srgbClr val="000000"/>
                        </a:solidFill>
                        <a:effectLst/>
                        <a:latin typeface="Arial"/>
                        <a:cs typeface="Arial"/>
                      </a:endParaRPr>
                    </a:p>
                    <a:p>
                      <a:pPr lvl="0" algn="l">
                        <a:buNone/>
                      </a:pPr>
                      <a:endParaRPr lang="ko-KR" altLang="en-US" sz="1050" b="1">
                        <a:solidFill>
                          <a:srgbClr val="956319"/>
                        </a:solidFill>
                        <a:effectLst/>
                        <a:latin typeface="Arial"/>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lvl="0" algn="l">
                        <a:buNone/>
                      </a:pPr>
                      <a:r>
                        <a:rPr lang="en-US" altLang="ko-KR" sz="1050" b="0" i="0" u="none" strike="noStrike" noProof="0">
                          <a:solidFill>
                            <a:srgbClr val="243447"/>
                          </a:solidFill>
                          <a:effectLst/>
                        </a:rPr>
                        <a:t>PCFILTER</a:t>
                      </a:r>
                      <a:r>
                        <a:rPr lang="ko-KR" altLang="en-US" sz="1050" b="0" i="0" u="none" strike="noStrike" noProof="0">
                          <a:solidFill>
                            <a:srgbClr val="243447"/>
                          </a:solidFill>
                          <a:effectLst/>
                        </a:rPr>
                        <a:t> </a:t>
                      </a:r>
                      <a:r>
                        <a:rPr lang="en-US" altLang="ko-KR" sz="1050" b="0" i="0" u="none" strike="noStrike" noProof="0">
                          <a:solidFill>
                            <a:srgbClr val="243447"/>
                          </a:solidFill>
                          <a:effectLst/>
                        </a:rPr>
                        <a:t>documents</a:t>
                      </a:r>
                      <a:r>
                        <a:rPr lang="ko-KR" altLang="en-US" sz="1050" b="0" i="0" u="none" strike="noStrike" noProof="0">
                          <a:solidFill>
                            <a:srgbClr val="243447"/>
                          </a:solidFill>
                          <a:effectLst/>
                        </a:rPr>
                        <a:t> </a:t>
                      </a:r>
                      <a:r>
                        <a:rPr lang="en-US" altLang="ko-KR" sz="1050" b="0" i="0" u="none" strike="noStrike" noProof="0">
                          <a:solidFill>
                            <a:srgbClr val="243447"/>
                          </a:solidFill>
                          <a:effectLst/>
                        </a:rPr>
                        <a:t>Wi-Fi/Bluetooth</a:t>
                      </a:r>
                      <a:r>
                        <a:rPr lang="ko-KR" altLang="en-US" sz="1050" b="0" i="0" u="none" strike="noStrike" noProof="0">
                          <a:solidFill>
                            <a:srgbClr val="243447"/>
                          </a:solidFill>
                          <a:effectLst/>
                        </a:rPr>
                        <a:t> </a:t>
                      </a:r>
                      <a:r>
                        <a:rPr lang="en-US" altLang="ko-KR" sz="1050" b="0" i="0" u="none" strike="noStrike" noProof="0">
                          <a:solidFill>
                            <a:srgbClr val="243447"/>
                          </a:solidFill>
                          <a:effectLst/>
                        </a:rPr>
                        <a:t>external-network</a:t>
                      </a:r>
                      <a:r>
                        <a:rPr lang="ko-KR" altLang="en-US" sz="1050" b="0" i="0" u="none" strike="noStrike" noProof="0">
                          <a:solidFill>
                            <a:srgbClr val="243447"/>
                          </a:solidFill>
                          <a:effectLst/>
                        </a:rPr>
                        <a:t> </a:t>
                      </a:r>
                      <a:r>
                        <a:rPr lang="en-US" altLang="ko-KR" sz="1050" b="0" i="0" u="none" strike="noStrike" noProof="0">
                          <a:solidFill>
                            <a:srgbClr val="243447"/>
                          </a:solidFill>
                          <a:effectLst/>
                        </a:rPr>
                        <a:t>blocking</a:t>
                      </a:r>
                      <a:r>
                        <a:rPr lang="ko-KR" altLang="en-US" sz="1050" b="0" i="0" u="none" strike="noStrike" noProof="0">
                          <a:solidFill>
                            <a:srgbClr val="243447"/>
                          </a:solidFill>
                          <a:effectLst/>
                        </a:rPr>
                        <a:t> </a:t>
                      </a:r>
                      <a:r>
                        <a:rPr lang="en-US" altLang="ko-KR" sz="1050" b="0" i="0" u="none" strike="noStrike" noProof="0">
                          <a:solidFill>
                            <a:srgbClr val="243447"/>
                          </a:solidFill>
                          <a:effectLst/>
                        </a:rPr>
                        <a:t>plus</a:t>
                      </a:r>
                      <a:r>
                        <a:rPr lang="ko-KR" altLang="en-US" sz="1050" b="0" i="0" u="none" strike="noStrike" noProof="0">
                          <a:solidFill>
                            <a:srgbClr val="243447"/>
                          </a:solidFill>
                          <a:effectLst/>
                        </a:rPr>
                        <a:t> </a:t>
                      </a:r>
                      <a:r>
                        <a:rPr lang="en-US" altLang="ko-KR" sz="1050" b="0" i="0" u="none" strike="noStrike" noProof="0">
                          <a:solidFill>
                            <a:srgbClr val="243447"/>
                          </a:solidFill>
                          <a:effectLst/>
                        </a:rPr>
                        <a:t>shared-folder</a:t>
                      </a:r>
                      <a:r>
                        <a:rPr lang="ko-KR" altLang="en-US" sz="1050" b="0" i="0" u="none" strike="noStrike" noProof="0">
                          <a:solidFill>
                            <a:srgbClr val="243447"/>
                          </a:solidFill>
                          <a:effectLst/>
                        </a:rPr>
                        <a:t> </a:t>
                      </a:r>
                      <a:r>
                        <a:rPr lang="en-US" altLang="ko-KR" sz="1050" b="0" i="0" u="none" strike="noStrike" noProof="0">
                          <a:solidFill>
                            <a:srgbClr val="243447"/>
                          </a:solidFill>
                          <a:effectLst/>
                        </a:rPr>
                        <a:t>creation</a:t>
                      </a:r>
                      <a:r>
                        <a:rPr lang="ko-KR" sz="1050" b="0" i="0" u="none" strike="noStrike" noProof="0">
                          <a:solidFill>
                            <a:srgbClr val="243447"/>
                          </a:solidFill>
                          <a:effectLst/>
                        </a:rPr>
                        <a:t>/</a:t>
                      </a:r>
                      <a:r>
                        <a:rPr lang="en-US" altLang="ko-KR" sz="1050" b="0" i="0" u="none" strike="noStrike" noProof="0">
                          <a:solidFill>
                            <a:srgbClr val="243447"/>
                          </a:solidFill>
                          <a:effectLst/>
                        </a:rPr>
                        <a:t>access</a:t>
                      </a:r>
                      <a:r>
                        <a:rPr lang="ko-KR" altLang="en-US" sz="1050" b="0" i="0" u="none" strike="noStrike" noProof="0">
                          <a:solidFill>
                            <a:srgbClr val="243447"/>
                          </a:solidFill>
                          <a:effectLst/>
                        </a:rPr>
                        <a:t> </a:t>
                      </a:r>
                      <a:r>
                        <a:rPr lang="en-US" altLang="ko-KR" sz="1050" b="0" i="0" u="none" strike="noStrike" noProof="0">
                          <a:solidFill>
                            <a:srgbClr val="243447"/>
                          </a:solidFill>
                          <a:effectLst/>
                        </a:rPr>
                        <a:t>blocking</a:t>
                      </a:r>
                      <a:r>
                        <a:rPr lang="ko-KR" sz="1050" b="0" i="0" u="none" strike="noStrike" noProof="0">
                          <a:solidFill>
                            <a:srgbClr val="243447"/>
                          </a:solidFill>
                          <a:effectLst/>
                        </a:rPr>
                        <a:t>. [</a:t>
                      </a:r>
                      <a:r>
                        <a:rPr lang="en-US" altLang="ko-KR" sz="1050" b="0" i="0" u="none" strike="noStrike" noProof="0">
                          <a:solidFill>
                            <a:srgbClr val="243447"/>
                          </a:solidFill>
                          <a:effectLst/>
                        </a:rPr>
                        <a:t>J1</a:t>
                      </a:r>
                      <a:r>
                        <a:rPr lang="ko-KR" sz="1050" b="0" i="0" u="none" strike="noStrike" noProof="0">
                          <a:solidFill>
                            <a:srgbClr val="243447"/>
                          </a:solidFill>
                          <a:effectLst/>
                        </a:rPr>
                        <a:t>]</a:t>
                      </a:r>
                      <a:endParaRPr lang="en-US" altLang="ko-KR" sz="1050" b="0" i="0" u="none" strike="noStrike" noProof="0"/>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987810952"/>
                  </a:ext>
                </a:extLst>
              </a:tr>
              <a:tr h="399290">
                <a:tc>
                  <a:txBody>
                    <a:bodyPr/>
                    <a:lstStyle/>
                    <a:p>
                      <a:pPr lvl="0" algn="l">
                        <a:buNone/>
                      </a:pPr>
                      <a:r>
                        <a:rPr lang="en-US" altLang="ko-KR" sz="1050" b="1">
                          <a:solidFill>
                            <a:srgbClr val="243447"/>
                          </a:solidFill>
                          <a:effectLst/>
                          <a:latin typeface="Arial"/>
                        </a:rPr>
                        <a:t>D1-10</a:t>
                      </a:r>
                      <a:endParaRPr lang="ko-KR" altLang="en-US" sz="1050" b="1">
                        <a:solidFill>
                          <a:srgbClr val="243447"/>
                        </a:solidFill>
                        <a:effectLst/>
                        <a:latin typeface="Arial"/>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lvl="0" algn="l">
                        <a:buNone/>
                      </a:pPr>
                      <a:r>
                        <a:rPr lang="en-US" altLang="ko-KR" sz="1050">
                          <a:solidFill>
                            <a:srgbClr val="243447"/>
                          </a:solidFill>
                          <a:effectLst/>
                          <a:latin typeface="Arial"/>
                        </a:rPr>
                        <a:t>PC</a:t>
                      </a:r>
                      <a:r>
                        <a:rPr lang="ko-KR" altLang="en-US" sz="1050">
                          <a:solidFill>
                            <a:srgbClr val="243447"/>
                          </a:solidFill>
                          <a:effectLst/>
                          <a:latin typeface="Arial"/>
                        </a:rPr>
                        <a:t> </a:t>
                      </a:r>
                      <a:r>
                        <a:rPr lang="ko-KR" sz="1050">
                          <a:solidFill>
                            <a:srgbClr val="243447"/>
                          </a:solidFill>
                          <a:effectLst/>
                          <a:latin typeface="Arial"/>
                        </a:rPr>
                        <a:t>/</a:t>
                      </a:r>
                      <a:r>
                        <a:rPr lang="ko-KR" altLang="en-US" sz="1050">
                          <a:solidFill>
                            <a:srgbClr val="243447"/>
                          </a:solidFill>
                          <a:effectLst/>
                          <a:latin typeface="Arial"/>
                        </a:rPr>
                        <a:t> </a:t>
                      </a:r>
                      <a:r>
                        <a:rPr lang="en-US" altLang="ko-KR" sz="1050">
                          <a:solidFill>
                            <a:srgbClr val="243447"/>
                          </a:solidFill>
                          <a:effectLst/>
                          <a:latin typeface="Arial"/>
                        </a:rPr>
                        <a:t>server</a:t>
                      </a:r>
                      <a:r>
                        <a:rPr lang="ko-KR" altLang="en-US" sz="1050">
                          <a:solidFill>
                            <a:srgbClr val="243447"/>
                          </a:solidFill>
                          <a:effectLst/>
                          <a:latin typeface="Arial"/>
                        </a:rPr>
                        <a:t> </a:t>
                      </a:r>
                      <a:r>
                        <a:rPr lang="en-US" altLang="ko-KR" sz="1050">
                          <a:solidFill>
                            <a:srgbClr val="243447"/>
                          </a:solidFill>
                          <a:effectLst/>
                          <a:latin typeface="Arial"/>
                        </a:rPr>
                        <a:t>data</a:t>
                      </a:r>
                      <a:r>
                        <a:rPr lang="ko-KR" altLang="en-US" sz="1050">
                          <a:solidFill>
                            <a:srgbClr val="243447"/>
                          </a:solidFill>
                          <a:effectLst/>
                          <a:latin typeface="Arial"/>
                        </a:rPr>
                        <a:t> </a:t>
                      </a:r>
                      <a:r>
                        <a:rPr lang="en-US" altLang="ko-KR" sz="1050">
                          <a:solidFill>
                            <a:srgbClr val="243447"/>
                          </a:solidFill>
                          <a:effectLst/>
                          <a:latin typeface="Arial"/>
                        </a:rPr>
                        <a:t>discovery</a:t>
                      </a:r>
                      <a:endParaRPr lang="ko-KR" altLang="en-US" sz="1050">
                        <a:solidFill>
                          <a:srgbClr val="243447"/>
                        </a:solidFill>
                        <a:effectLst/>
                        <a:latin typeface="Arial"/>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lvl="0" algn="l">
                        <a:buNone/>
                      </a:pPr>
                      <a:r>
                        <a:rPr lang="ko-KR" altLang="en-US" sz="1050" b="1">
                          <a:solidFill>
                            <a:srgbClr val="136F73"/>
                          </a:solidFill>
                          <a:effectLst/>
                          <a:latin typeface="Arial"/>
                        </a:rPr>
                        <a:t>●</a:t>
                      </a: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lvl="0" algn="l">
                        <a:buNone/>
                      </a:pPr>
                      <a:r>
                        <a:rPr lang="en-US" altLang="ko-KR" sz="1050" b="0" i="0" u="none" strike="noStrike" noProof="0">
                          <a:solidFill>
                            <a:srgbClr val="243447"/>
                          </a:solidFill>
                          <a:effectLst/>
                        </a:rPr>
                        <a:t>PCFILTER</a:t>
                      </a:r>
                      <a:r>
                        <a:rPr lang="ko-KR" altLang="en-US" sz="1050" b="0" i="0" u="none" strike="noStrike" noProof="0">
                          <a:solidFill>
                            <a:srgbClr val="243447"/>
                          </a:solidFill>
                          <a:effectLst/>
                        </a:rPr>
                        <a:t> </a:t>
                      </a:r>
                      <a:r>
                        <a:rPr lang="en-US" altLang="ko-KR" sz="1050" b="0" i="0" u="none" strike="noStrike" noProof="0">
                          <a:solidFill>
                            <a:srgbClr val="243447"/>
                          </a:solidFill>
                          <a:effectLst/>
                        </a:rPr>
                        <a:t>scans</a:t>
                      </a:r>
                      <a:r>
                        <a:rPr lang="ko-KR" altLang="en-US" sz="1050" b="0" i="0" u="none" strike="noStrike" noProof="0">
                          <a:solidFill>
                            <a:srgbClr val="243447"/>
                          </a:solidFill>
                          <a:effectLst/>
                        </a:rPr>
                        <a:t> </a:t>
                      </a:r>
                      <a:r>
                        <a:rPr lang="en-US" altLang="ko-KR" sz="1050" b="0" i="0" u="none" strike="noStrike" noProof="0">
                          <a:solidFill>
                            <a:srgbClr val="243447"/>
                          </a:solidFill>
                          <a:effectLst/>
                        </a:rPr>
                        <a:t>PC</a:t>
                      </a:r>
                      <a:r>
                        <a:rPr lang="ko-KR" altLang="en-US" sz="1050" b="0" i="0" u="none" strike="noStrike" noProof="0">
                          <a:solidFill>
                            <a:srgbClr val="243447"/>
                          </a:solidFill>
                          <a:effectLst/>
                        </a:rPr>
                        <a:t> </a:t>
                      </a:r>
                      <a:r>
                        <a:rPr lang="en-US" altLang="ko-KR" sz="1050" b="0" i="0" u="none" strike="noStrike" noProof="0">
                          <a:solidFill>
                            <a:srgbClr val="243447"/>
                          </a:solidFill>
                          <a:effectLst/>
                        </a:rPr>
                        <a:t>documents/images;</a:t>
                      </a:r>
                      <a:r>
                        <a:rPr lang="ko-KR" altLang="en-US" sz="1050" b="0" i="0" u="none" strike="noStrike" noProof="0">
                          <a:solidFill>
                            <a:srgbClr val="243447"/>
                          </a:solidFill>
                          <a:effectLst/>
                        </a:rPr>
                        <a:t> </a:t>
                      </a:r>
                      <a:r>
                        <a:rPr lang="en-US" altLang="ko-KR" sz="1050" b="1" i="0" u="none" strike="noStrike" noProof="0">
                          <a:solidFill>
                            <a:srgbClr val="243447"/>
                          </a:solidFill>
                          <a:effectLst/>
                        </a:rPr>
                        <a:t>SERVERFILTER</a:t>
                      </a:r>
                      <a:r>
                        <a:rPr lang="ko-KR" altLang="en-US" sz="1050" b="0" i="0" u="none" strike="noStrike" noProof="0">
                          <a:solidFill>
                            <a:srgbClr val="243447"/>
                          </a:solidFill>
                          <a:effectLst/>
                        </a:rPr>
                        <a:t> </a:t>
                      </a:r>
                      <a:r>
                        <a:rPr lang="en-US" altLang="ko-KR" sz="1050" b="0" i="0" u="none" strike="noStrike" noProof="0">
                          <a:solidFill>
                            <a:srgbClr val="243447"/>
                          </a:solidFill>
                          <a:effectLst/>
                        </a:rPr>
                        <a:t>separately</a:t>
                      </a:r>
                      <a:r>
                        <a:rPr lang="ko-KR" altLang="en-US" sz="1050" b="0" i="0" u="none" strike="noStrike" noProof="0">
                          <a:solidFill>
                            <a:srgbClr val="243447"/>
                          </a:solidFill>
                          <a:effectLst/>
                        </a:rPr>
                        <a:t> </a:t>
                      </a:r>
                      <a:r>
                        <a:rPr lang="en-US" altLang="ko-KR" sz="1050" b="0" i="0" u="none" strike="noStrike" noProof="0">
                          <a:solidFill>
                            <a:srgbClr val="243447"/>
                          </a:solidFill>
                          <a:effectLst/>
                        </a:rPr>
                        <a:t>discovers</a:t>
                      </a:r>
                      <a:r>
                        <a:rPr lang="ko-KR" altLang="en-US" sz="1050" b="0" i="0" u="none" strike="noStrike" noProof="0">
                          <a:solidFill>
                            <a:srgbClr val="243447"/>
                          </a:solidFill>
                          <a:effectLst/>
                        </a:rPr>
                        <a:t> </a:t>
                      </a:r>
                      <a:r>
                        <a:rPr lang="en-US" altLang="ko-KR" sz="1050" b="0" i="0" u="none" strike="noStrike" noProof="0">
                          <a:solidFill>
                            <a:srgbClr val="243447"/>
                          </a:solidFill>
                          <a:effectLst/>
                        </a:rPr>
                        <a:t>personal</a:t>
                      </a:r>
                      <a:r>
                        <a:rPr lang="ko-KR" altLang="en-US" sz="1050" b="0" i="0" u="none" strike="noStrike" noProof="0">
                          <a:solidFill>
                            <a:srgbClr val="243447"/>
                          </a:solidFill>
                          <a:effectLst/>
                        </a:rPr>
                        <a:t> </a:t>
                      </a:r>
                      <a:r>
                        <a:rPr lang="en-US" altLang="ko-KR" sz="1050" b="0" i="0" u="none" strike="noStrike" noProof="0">
                          <a:solidFill>
                            <a:srgbClr val="243447"/>
                          </a:solidFill>
                          <a:effectLst/>
                        </a:rPr>
                        <a:t>data</a:t>
                      </a:r>
                      <a:r>
                        <a:rPr lang="ko-KR" altLang="en-US" sz="1050" b="0" i="0" u="none" strike="noStrike" noProof="0">
                          <a:solidFill>
                            <a:srgbClr val="243447"/>
                          </a:solidFill>
                          <a:effectLst/>
                        </a:rPr>
                        <a:t> </a:t>
                      </a:r>
                      <a:r>
                        <a:rPr lang="en-US" altLang="ko-KR" sz="1050" b="0" i="0" u="none" strike="noStrike" noProof="0">
                          <a:solidFill>
                            <a:srgbClr val="243447"/>
                          </a:solidFill>
                          <a:effectLst/>
                        </a:rPr>
                        <a:t>on</a:t>
                      </a:r>
                      <a:r>
                        <a:rPr lang="ko-KR" altLang="en-US" sz="1050" b="0" i="0" u="none" strike="noStrike" noProof="0">
                          <a:solidFill>
                            <a:srgbClr val="243447"/>
                          </a:solidFill>
                          <a:effectLst/>
                        </a:rPr>
                        <a:t> </a:t>
                      </a:r>
                      <a:r>
                        <a:rPr lang="en-US" altLang="ko-KR" sz="1050" b="0" i="0" u="none" strike="noStrike" noProof="0">
                          <a:solidFill>
                            <a:srgbClr val="243447"/>
                          </a:solidFill>
                          <a:effectLst/>
                        </a:rPr>
                        <a:t>servers</a:t>
                      </a:r>
                      <a:r>
                        <a:rPr lang="ko-KR" altLang="en-US" sz="1050" b="0" i="0" u="none" strike="noStrike" noProof="0">
                          <a:solidFill>
                            <a:srgbClr val="243447"/>
                          </a:solidFill>
                          <a:effectLst/>
                        </a:rPr>
                        <a:t> </a:t>
                      </a:r>
                      <a:r>
                        <a:rPr lang="en-US" altLang="ko-KR" sz="1050" b="0" i="0" u="none" strike="noStrike" noProof="0">
                          <a:solidFill>
                            <a:srgbClr val="243447"/>
                          </a:solidFill>
                          <a:effectLst/>
                        </a:rPr>
                        <a:t>using</a:t>
                      </a:r>
                      <a:r>
                        <a:rPr lang="ko-KR" altLang="en-US" sz="1050" b="0" i="0" u="none" strike="noStrike" noProof="0">
                          <a:solidFill>
                            <a:srgbClr val="243447"/>
                          </a:solidFill>
                          <a:effectLst/>
                        </a:rPr>
                        <a:t> </a:t>
                      </a:r>
                      <a:r>
                        <a:rPr lang="en-US" altLang="ko-KR" sz="1050" b="0" i="0" u="none" strike="noStrike" noProof="0">
                          <a:solidFill>
                            <a:srgbClr val="243447"/>
                          </a:solidFill>
                          <a:effectLst/>
                        </a:rPr>
                        <a:t>SFTP</a:t>
                      </a:r>
                      <a:r>
                        <a:rPr lang="ko-KR" sz="1050" b="0" i="0" u="none" strike="noStrike" noProof="0">
                          <a:solidFill>
                            <a:srgbClr val="243447"/>
                          </a:solidFill>
                          <a:effectLst/>
                        </a:rPr>
                        <a:t>/</a:t>
                      </a:r>
                      <a:r>
                        <a:rPr lang="en-US" altLang="ko-KR" sz="1050" b="0" i="0" u="none" strike="noStrike" noProof="0">
                          <a:solidFill>
                            <a:srgbClr val="243447"/>
                          </a:solidFill>
                          <a:effectLst/>
                        </a:rPr>
                        <a:t>DB</a:t>
                      </a:r>
                      <a:r>
                        <a:rPr lang="ko-KR" altLang="en-US" sz="1050" b="0" i="0" u="none" strike="noStrike" noProof="0">
                          <a:solidFill>
                            <a:srgbClr val="243447"/>
                          </a:solidFill>
                          <a:effectLst/>
                        </a:rPr>
                        <a:t> </a:t>
                      </a:r>
                      <a:r>
                        <a:rPr lang="en-US" altLang="ko-KR" sz="1050" b="0" i="0" u="none" strike="noStrike" noProof="0">
                          <a:solidFill>
                            <a:srgbClr val="243447"/>
                          </a:solidFill>
                          <a:effectLst/>
                        </a:rPr>
                        <a:t>connections</a:t>
                      </a:r>
                      <a:r>
                        <a:rPr lang="ko-KR" sz="1050" b="0" i="0" u="none" strike="noStrike" noProof="0">
                          <a:solidFill>
                            <a:srgbClr val="243447"/>
                          </a:solidFill>
                          <a:effectLst/>
                        </a:rPr>
                        <a:t>. [</a:t>
                      </a:r>
                      <a:r>
                        <a:rPr lang="en-US" altLang="ko-KR" sz="1050" b="0" i="0" u="none" strike="noStrike" noProof="0">
                          <a:solidFill>
                            <a:srgbClr val="243447"/>
                          </a:solidFill>
                          <a:effectLst/>
                        </a:rPr>
                        <a:t>J1][J5</a:t>
                      </a:r>
                      <a:r>
                        <a:rPr lang="ko-KR" sz="1050" b="0" i="0" u="none" strike="noStrike" noProof="0">
                          <a:solidFill>
                            <a:srgbClr val="243447"/>
                          </a:solidFill>
                          <a:effectLst/>
                        </a:rPr>
                        <a:t>]</a:t>
                      </a:r>
                      <a:endParaRPr lang="en-US" altLang="ko-KR" sz="1050" b="0" i="0" u="none" strike="noStrike" noProof="0"/>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296895632"/>
                  </a:ext>
                </a:extLst>
              </a:tr>
              <a:tr h="399290">
                <a:tc>
                  <a:txBody>
                    <a:bodyPr/>
                    <a:lstStyle/>
                    <a:p>
                      <a:pPr lvl="0" algn="l">
                        <a:buNone/>
                      </a:pPr>
                      <a:r>
                        <a:rPr lang="en-US" altLang="ko-KR" sz="1050" b="1">
                          <a:solidFill>
                            <a:srgbClr val="243447"/>
                          </a:solidFill>
                          <a:effectLst/>
                          <a:latin typeface="Arial"/>
                        </a:rPr>
                        <a:t>D1-11</a:t>
                      </a:r>
                      <a:endParaRPr lang="ko-KR" altLang="en-US" sz="1050" b="1">
                        <a:solidFill>
                          <a:srgbClr val="243447"/>
                        </a:solidFill>
                        <a:effectLst/>
                        <a:latin typeface="Arial"/>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lvl="0" algn="l">
                        <a:buNone/>
                      </a:pPr>
                      <a:r>
                        <a:rPr lang="en-US" altLang="ko-KR" sz="1050">
                          <a:solidFill>
                            <a:srgbClr val="243447"/>
                          </a:solidFill>
                          <a:effectLst/>
                          <a:latin typeface="Arial"/>
                        </a:rPr>
                        <a:t>GenAI</a:t>
                      </a:r>
                      <a:r>
                        <a:rPr lang="ko-KR" altLang="en-US" sz="1050">
                          <a:solidFill>
                            <a:srgbClr val="243447"/>
                          </a:solidFill>
                          <a:effectLst/>
                          <a:latin typeface="Arial"/>
                        </a:rPr>
                        <a:t> </a:t>
                      </a:r>
                      <a:r>
                        <a:rPr lang="en-US" altLang="ko-KR" sz="1050">
                          <a:solidFill>
                            <a:srgbClr val="243447"/>
                          </a:solidFill>
                          <a:effectLst/>
                          <a:latin typeface="Arial"/>
                        </a:rPr>
                        <a:t>web</a:t>
                      </a:r>
                      <a:r>
                        <a:rPr lang="ko-KR" altLang="en-US" sz="1050">
                          <a:solidFill>
                            <a:srgbClr val="243447"/>
                          </a:solidFill>
                          <a:effectLst/>
                          <a:latin typeface="Arial"/>
                        </a:rPr>
                        <a:t> </a:t>
                      </a:r>
                      <a:r>
                        <a:rPr lang="ko-KR" sz="1050">
                          <a:solidFill>
                            <a:srgbClr val="243447"/>
                          </a:solidFill>
                          <a:effectLst/>
                          <a:latin typeface="Arial"/>
                        </a:rPr>
                        <a:t>/</a:t>
                      </a:r>
                      <a:r>
                        <a:rPr lang="ko-KR" altLang="en-US" sz="1050">
                          <a:solidFill>
                            <a:srgbClr val="243447"/>
                          </a:solidFill>
                          <a:effectLst/>
                          <a:latin typeface="Arial"/>
                        </a:rPr>
                        <a:t> </a:t>
                      </a:r>
                      <a:r>
                        <a:rPr lang="en-US" altLang="ko-KR" sz="1050">
                          <a:solidFill>
                            <a:srgbClr val="243447"/>
                          </a:solidFill>
                          <a:effectLst/>
                          <a:latin typeface="Arial"/>
                        </a:rPr>
                        <a:t>desktop</a:t>
                      </a:r>
                      <a:r>
                        <a:rPr lang="ko-KR" altLang="en-US" sz="1050">
                          <a:solidFill>
                            <a:srgbClr val="243447"/>
                          </a:solidFill>
                          <a:effectLst/>
                          <a:latin typeface="Arial"/>
                        </a:rPr>
                        <a:t> </a:t>
                      </a:r>
                      <a:r>
                        <a:rPr lang="en-US" altLang="ko-KR" sz="1050">
                          <a:solidFill>
                            <a:srgbClr val="243447"/>
                          </a:solidFill>
                          <a:effectLst/>
                          <a:latin typeface="Arial"/>
                        </a:rPr>
                        <a:t>clients</a:t>
                      </a:r>
                      <a:endParaRPr lang="ko-KR" altLang="en-US" sz="1050">
                        <a:solidFill>
                          <a:srgbClr val="243447"/>
                        </a:solidFill>
                        <a:effectLst/>
                        <a:latin typeface="Arial"/>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lvl="0" algn="l">
                        <a:lnSpc>
                          <a:spcPct val="100000"/>
                        </a:lnSpc>
                        <a:spcBef>
                          <a:spcPts val="0"/>
                        </a:spcBef>
                        <a:spcAft>
                          <a:spcPts val="0"/>
                        </a:spcAft>
                        <a:buNone/>
                      </a:pPr>
                      <a:r>
                        <a:rPr lang="ko-KR" sz="1050" b="1" i="0" u="none" strike="noStrike" noProof="0">
                          <a:solidFill>
                            <a:srgbClr val="136F73"/>
                          </a:solidFill>
                          <a:effectLst/>
                          <a:latin typeface="Arial"/>
                          <a:cs typeface="Arial"/>
                        </a:rPr>
                        <a:t>●</a:t>
                      </a:r>
                      <a:endParaRPr lang="ko-KR" sz="1050" b="0" i="0" u="none" strike="noStrike" noProof="0">
                        <a:solidFill>
                          <a:srgbClr val="000000"/>
                        </a:solidFill>
                        <a:effectLst/>
                        <a:latin typeface="Arial"/>
                        <a:cs typeface="Arial"/>
                      </a:endParaRPr>
                    </a:p>
                    <a:p>
                      <a:pPr lvl="0" algn="l">
                        <a:buNone/>
                      </a:pPr>
                      <a:endParaRPr lang="ko-KR" altLang="en-US" sz="1050" b="1">
                        <a:solidFill>
                          <a:srgbClr val="956319"/>
                        </a:solidFill>
                        <a:effectLst/>
                        <a:latin typeface="Arial"/>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lvl="0" algn="l">
                        <a:buNone/>
                      </a:pPr>
                      <a:r>
                        <a:rPr lang="en-US" altLang="ko-KR" sz="1050" b="0" i="0" u="none" strike="noStrike" noProof="0">
                          <a:solidFill>
                            <a:srgbClr val="243447"/>
                          </a:solidFill>
                          <a:effectLst/>
                        </a:rPr>
                        <a:t>PCFILTER</a:t>
                      </a:r>
                      <a:r>
                        <a:rPr lang="ko-KR" altLang="en-US" sz="1050" b="0" i="0" u="none" strike="noStrike" noProof="0">
                          <a:solidFill>
                            <a:srgbClr val="243447"/>
                          </a:solidFill>
                          <a:effectLst/>
                        </a:rPr>
                        <a:t> </a:t>
                      </a:r>
                      <a:r>
                        <a:rPr lang="en-US" altLang="ko-KR" sz="1050" b="0" i="0" u="none" strike="noStrike" noProof="0">
                          <a:solidFill>
                            <a:srgbClr val="243447"/>
                          </a:solidFill>
                          <a:effectLst/>
                        </a:rPr>
                        <a:t>controls</a:t>
                      </a:r>
                      <a:r>
                        <a:rPr lang="ko-KR" altLang="en-US" sz="1050" b="0" i="0" u="none" strike="noStrike" noProof="0">
                          <a:solidFill>
                            <a:srgbClr val="243447"/>
                          </a:solidFill>
                          <a:effectLst/>
                        </a:rPr>
                        <a:t> </a:t>
                      </a:r>
                      <a:r>
                        <a:rPr lang="en-US" altLang="ko-KR" sz="1050" b="1" i="0" u="none" strike="noStrike" noProof="0">
                          <a:solidFill>
                            <a:srgbClr val="243447"/>
                          </a:solidFill>
                          <a:effectLst/>
                        </a:rPr>
                        <a:t>ChatGPT,</a:t>
                      </a:r>
                      <a:r>
                        <a:rPr lang="ko-KR" altLang="en-US" sz="1050" b="1" i="0" u="none" strike="noStrike" noProof="0">
                          <a:solidFill>
                            <a:srgbClr val="243447"/>
                          </a:solidFill>
                          <a:effectLst/>
                        </a:rPr>
                        <a:t> </a:t>
                      </a:r>
                      <a:r>
                        <a:rPr lang="en-US" altLang="ko-KR" sz="1050" b="1" i="0" u="none" strike="noStrike" noProof="0">
                          <a:solidFill>
                            <a:srgbClr val="243447"/>
                          </a:solidFill>
                          <a:effectLst/>
                        </a:rPr>
                        <a:t>Gemini,</a:t>
                      </a:r>
                      <a:r>
                        <a:rPr lang="ko-KR" altLang="en-US" sz="1050" b="1" i="0" u="none" strike="noStrike" noProof="0">
                          <a:solidFill>
                            <a:srgbClr val="243447"/>
                          </a:solidFill>
                          <a:effectLst/>
                        </a:rPr>
                        <a:t> </a:t>
                      </a:r>
                      <a:r>
                        <a:rPr lang="en-US" altLang="ko-KR" sz="1050" b="1" i="0" u="none" strike="noStrike" noProof="0">
                          <a:solidFill>
                            <a:srgbClr val="243447"/>
                          </a:solidFill>
                          <a:effectLst/>
                        </a:rPr>
                        <a:t>Copilot,</a:t>
                      </a:r>
                      <a:r>
                        <a:rPr lang="ko-KR" altLang="en-US" sz="1050" b="1" i="0" u="none" strike="noStrike" noProof="0">
                          <a:solidFill>
                            <a:srgbClr val="243447"/>
                          </a:solidFill>
                          <a:effectLst/>
                        </a:rPr>
                        <a:t> </a:t>
                      </a:r>
                      <a:r>
                        <a:rPr lang="en-US" altLang="ko-KR" sz="1050" b="1" i="0" u="none" strike="noStrike" noProof="0">
                          <a:solidFill>
                            <a:srgbClr val="243447"/>
                          </a:solidFill>
                          <a:effectLst/>
                        </a:rPr>
                        <a:t>Claude</a:t>
                      </a:r>
                      <a:r>
                        <a:rPr lang="ko-KR" altLang="en-US" sz="1050" b="1" i="0" u="none" strike="noStrike" noProof="0">
                          <a:solidFill>
                            <a:srgbClr val="243447"/>
                          </a:solidFill>
                          <a:effectLst/>
                        </a:rPr>
                        <a:t> </a:t>
                      </a:r>
                      <a:r>
                        <a:rPr lang="en-US" altLang="ko-KR" sz="1050" b="1" i="0" u="none" strike="noStrike" noProof="0">
                          <a:solidFill>
                            <a:srgbClr val="243447"/>
                          </a:solidFill>
                          <a:effectLst/>
                        </a:rPr>
                        <a:t>and</a:t>
                      </a:r>
                      <a:r>
                        <a:rPr lang="ko-KR" altLang="en-US" sz="1050" b="1" i="0" u="none" strike="noStrike" noProof="0">
                          <a:solidFill>
                            <a:srgbClr val="243447"/>
                          </a:solidFill>
                          <a:effectLst/>
                        </a:rPr>
                        <a:t> </a:t>
                      </a:r>
                      <a:r>
                        <a:rPr lang="en-US" altLang="ko-KR" sz="1050" b="1" i="0" u="none" strike="noStrike" noProof="0">
                          <a:solidFill>
                            <a:srgbClr val="243447"/>
                          </a:solidFill>
                          <a:effectLst/>
                        </a:rPr>
                        <a:t>Naver</a:t>
                      </a:r>
                      <a:r>
                        <a:rPr lang="ko-KR" altLang="en-US" sz="1050" b="1" i="0" u="none" strike="noStrike" noProof="0">
                          <a:solidFill>
                            <a:srgbClr val="243447"/>
                          </a:solidFill>
                          <a:effectLst/>
                        </a:rPr>
                        <a:t> </a:t>
                      </a:r>
                      <a:r>
                        <a:rPr lang="en-US" altLang="ko-KR" sz="1050" b="1" i="0" u="none" strike="noStrike" noProof="0">
                          <a:solidFill>
                            <a:srgbClr val="243447"/>
                          </a:solidFill>
                          <a:effectLst/>
                        </a:rPr>
                        <a:t>Works</a:t>
                      </a:r>
                      <a:r>
                        <a:rPr lang="ko-KR" altLang="en-US" sz="1050" b="1" i="0" u="none" strike="noStrike" noProof="0">
                          <a:solidFill>
                            <a:srgbClr val="243447"/>
                          </a:solidFill>
                          <a:effectLst/>
                        </a:rPr>
                        <a:t> </a:t>
                      </a:r>
                      <a:r>
                        <a:rPr lang="en-US" altLang="ko-KR" sz="1050" b="1" i="0" u="none" strike="noStrike" noProof="0">
                          <a:solidFill>
                            <a:srgbClr val="243447"/>
                          </a:solidFill>
                          <a:effectLst/>
                        </a:rPr>
                        <a:t>AI</a:t>
                      </a:r>
                      <a:r>
                        <a:rPr lang="ko-KR" sz="1050" b="0" i="0" u="none" strike="noStrike" noProof="0">
                          <a:solidFill>
                            <a:srgbClr val="243447"/>
                          </a:solidFill>
                          <a:effectLst/>
                        </a:rPr>
                        <a:t>; it supports AI-related URL control, GenAI </a:t>
                      </a:r>
                      <a:r>
                        <a:rPr lang="en-US" altLang="ko-KR" sz="1050" b="0" i="0" u="none" strike="noStrike" noProof="0">
                          <a:solidFill>
                            <a:srgbClr val="243447"/>
                          </a:solidFill>
                          <a:effectLst/>
                        </a:rPr>
                        <a:t>application</a:t>
                      </a:r>
                      <a:r>
                        <a:rPr lang="ko-KR" altLang="en-US" sz="1050" b="0" i="0" u="none" strike="noStrike" noProof="0">
                          <a:solidFill>
                            <a:srgbClr val="243447"/>
                          </a:solidFill>
                          <a:effectLst/>
                        </a:rPr>
                        <a:t> </a:t>
                      </a:r>
                      <a:r>
                        <a:rPr lang="ko-KR" sz="1050" b="0" i="0" u="none" strike="noStrike" noProof="0">
                          <a:solidFill>
                            <a:srgbClr val="243447"/>
                          </a:solidFill>
                          <a:effectLst/>
                        </a:rPr>
                        <a:t>execution</a:t>
                      </a:r>
                      <a:r>
                        <a:rPr lang="ko-KR" altLang="en-US" sz="1050" b="0" i="0" u="none" strike="noStrike" noProof="0">
                          <a:solidFill>
                            <a:srgbClr val="243447"/>
                          </a:solidFill>
                          <a:effectLst/>
                        </a:rPr>
                        <a:t> </a:t>
                      </a:r>
                      <a:r>
                        <a:rPr lang="en-US" altLang="ko-KR" sz="1050" b="0" i="0" u="none" strike="noStrike" noProof="0">
                          <a:solidFill>
                            <a:srgbClr val="243447"/>
                          </a:solidFill>
                          <a:effectLst/>
                        </a:rPr>
                        <a:t>control</a:t>
                      </a:r>
                      <a:r>
                        <a:rPr lang="ko-KR" altLang="en-US" sz="1050" b="0" i="0" u="none" strike="noStrike" noProof="0">
                          <a:solidFill>
                            <a:srgbClr val="243447"/>
                          </a:solidFill>
                          <a:effectLst/>
                        </a:rPr>
                        <a:t> </a:t>
                      </a:r>
                      <a:r>
                        <a:rPr lang="en-US" altLang="ko-KR" sz="1050" b="0" i="0" u="none" strike="noStrike" noProof="0">
                          <a:solidFill>
                            <a:srgbClr val="243447"/>
                          </a:solidFill>
                          <a:effectLst/>
                        </a:rPr>
                        <a:t>and</a:t>
                      </a:r>
                      <a:r>
                        <a:rPr lang="ko-KR" sz="1050" b="0" i="0" u="none" strike="noStrike" noProof="0">
                          <a:solidFill>
                            <a:srgbClr val="243447"/>
                          </a:solidFill>
                          <a:effectLst/>
                        </a:rPr>
                        <a:t> </a:t>
                      </a:r>
                      <a:r>
                        <a:rPr lang="en-US" altLang="ko-KR" sz="1050" b="0" i="0" u="none" strike="noStrike" noProof="0">
                          <a:solidFill>
                            <a:srgbClr val="243447"/>
                          </a:solidFill>
                          <a:effectLst/>
                        </a:rPr>
                        <a:t>AI</a:t>
                      </a:r>
                      <a:r>
                        <a:rPr lang="ko-KR" sz="1050" b="0" i="0" u="none" strike="noStrike" noProof="0">
                          <a:solidFill>
                            <a:srgbClr val="243447"/>
                          </a:solidFill>
                          <a:effectLst/>
                        </a:rPr>
                        <a:t> </a:t>
                      </a:r>
                      <a:r>
                        <a:rPr lang="en-US" altLang="ko-KR" sz="1050" b="0" i="0" u="none" strike="noStrike" noProof="0">
                          <a:solidFill>
                            <a:srgbClr val="243447"/>
                          </a:solidFill>
                          <a:effectLst/>
                        </a:rPr>
                        <a:t>file-attachment</a:t>
                      </a:r>
                      <a:r>
                        <a:rPr lang="ko-KR" altLang="en-US" sz="1050" b="0" i="0" u="none" strike="noStrike" noProof="0">
                          <a:solidFill>
                            <a:srgbClr val="243447"/>
                          </a:solidFill>
                          <a:effectLst/>
                        </a:rPr>
                        <a:t> </a:t>
                      </a:r>
                      <a:r>
                        <a:rPr lang="en-US" altLang="ko-KR" sz="1050" b="0" i="0" u="none" strike="noStrike" noProof="0">
                          <a:solidFill>
                            <a:srgbClr val="243447"/>
                          </a:solidFill>
                          <a:effectLst/>
                        </a:rPr>
                        <a:t>control</a:t>
                      </a:r>
                      <a:r>
                        <a:rPr lang="ko-KR" sz="1050" b="0" i="0" u="none" strike="noStrike" noProof="0">
                          <a:solidFill>
                            <a:srgbClr val="243447"/>
                          </a:solidFill>
                          <a:effectLst/>
                        </a:rPr>
                        <a:t>. [</a:t>
                      </a:r>
                      <a:r>
                        <a:rPr lang="en-US" altLang="ko-KR" sz="1050" b="0" i="0" u="none" strike="noStrike" noProof="0">
                          <a:solidFill>
                            <a:srgbClr val="243447"/>
                          </a:solidFill>
                          <a:effectLst/>
                        </a:rPr>
                        <a:t>J1</a:t>
                      </a:r>
                      <a:r>
                        <a:rPr lang="ko-KR" sz="1050" b="0" i="0" u="none" strike="noStrike" noProof="0">
                          <a:solidFill>
                            <a:srgbClr val="243447"/>
                          </a:solidFill>
                          <a:effectLst/>
                        </a:rPr>
                        <a:t>]</a:t>
                      </a:r>
                      <a:endParaRPr lang="en-US" altLang="ko-KR" sz="1050" b="0" i="0" u="none" strike="noStrike" noProof="0"/>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3600356436"/>
                  </a:ext>
                </a:extLst>
              </a:tr>
              <a:tr h="399290">
                <a:tc>
                  <a:txBody>
                    <a:bodyPr/>
                    <a:lstStyle/>
                    <a:p>
                      <a:pPr lvl="0" algn="l">
                        <a:buNone/>
                      </a:pPr>
                      <a:r>
                        <a:rPr lang="en-US" altLang="ko-KR" sz="1050" b="1">
                          <a:solidFill>
                            <a:srgbClr val="243447"/>
                          </a:solidFill>
                          <a:effectLst/>
                          <a:latin typeface="Arial"/>
                        </a:rPr>
                        <a:t>D1-12</a:t>
                      </a:r>
                      <a:endParaRPr lang="ko-KR" altLang="en-US" sz="1050" b="1">
                        <a:solidFill>
                          <a:srgbClr val="243447"/>
                        </a:solidFill>
                        <a:effectLst/>
                        <a:latin typeface="Arial"/>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lvl="0" algn="l">
                        <a:buNone/>
                      </a:pPr>
                      <a:r>
                        <a:rPr lang="en-US" altLang="ko-KR" sz="1050">
                          <a:solidFill>
                            <a:srgbClr val="243447"/>
                          </a:solidFill>
                          <a:effectLst/>
                          <a:latin typeface="Arial"/>
                        </a:rPr>
                        <a:t>LLM</a:t>
                      </a:r>
                      <a:r>
                        <a:rPr lang="ko-KR" altLang="en-US" sz="1050">
                          <a:solidFill>
                            <a:srgbClr val="243447"/>
                          </a:solidFill>
                          <a:effectLst/>
                          <a:latin typeface="Arial"/>
                        </a:rPr>
                        <a:t> </a:t>
                      </a:r>
                      <a:r>
                        <a:rPr lang="en-US" altLang="ko-KR" sz="1050">
                          <a:solidFill>
                            <a:srgbClr val="243447"/>
                          </a:solidFill>
                          <a:effectLst/>
                          <a:latin typeface="Arial"/>
                        </a:rPr>
                        <a:t>API</a:t>
                      </a:r>
                      <a:r>
                        <a:rPr lang="ko-KR" altLang="en-US" sz="1050">
                          <a:solidFill>
                            <a:srgbClr val="243447"/>
                          </a:solidFill>
                          <a:effectLst/>
                          <a:latin typeface="Arial"/>
                        </a:rPr>
                        <a:t> </a:t>
                      </a:r>
                      <a:r>
                        <a:rPr lang="en-US" altLang="ko-KR" sz="1050">
                          <a:solidFill>
                            <a:srgbClr val="243447"/>
                          </a:solidFill>
                          <a:effectLst/>
                          <a:latin typeface="Arial"/>
                        </a:rPr>
                        <a:t>traffic</a:t>
                      </a:r>
                      <a:endParaRPr lang="ko-KR" altLang="en-US" sz="1050">
                        <a:solidFill>
                          <a:srgbClr val="243447"/>
                        </a:solidFill>
                        <a:effectLst/>
                        <a:latin typeface="Arial"/>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lvl="0" algn="l">
                        <a:buNone/>
                      </a:pPr>
                      <a:r>
                        <a:rPr lang="en-US" altLang="ko-KR" sz="1050" b="1">
                          <a:solidFill>
                            <a:srgbClr val="5E6C7A"/>
                          </a:solidFill>
                          <a:effectLst/>
                          <a:latin typeface="Arial"/>
                        </a:rPr>
                        <a:t>?</a:t>
                      </a:r>
                      <a:endParaRPr lang="ko-KR" altLang="en-US" sz="1050" b="1">
                        <a:solidFill>
                          <a:srgbClr val="5E6C7A"/>
                        </a:solidFill>
                        <a:effectLst/>
                        <a:latin typeface="Arial"/>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lvl="0" algn="l">
                        <a:buNone/>
                      </a:pPr>
                      <a:r>
                        <a:rPr lang="en-US" altLang="ko-KR" sz="1050" b="0" i="0" u="none" strike="noStrike" noProof="0">
                          <a:solidFill>
                            <a:srgbClr val="243447"/>
                          </a:solidFill>
                          <a:effectLst/>
                        </a:rPr>
                        <a:t>No</a:t>
                      </a:r>
                      <a:r>
                        <a:rPr lang="ko-KR" altLang="en-US" sz="1050" b="0" i="0" u="none" strike="noStrike" noProof="0">
                          <a:solidFill>
                            <a:srgbClr val="243447"/>
                          </a:solidFill>
                          <a:effectLst/>
                        </a:rPr>
                        <a:t> </a:t>
                      </a:r>
                      <a:r>
                        <a:rPr lang="en-US" altLang="ko-KR" sz="1050" b="0" i="0" u="none" strike="noStrike" noProof="0">
                          <a:solidFill>
                            <a:srgbClr val="243447"/>
                          </a:solidFill>
                          <a:effectLst/>
                        </a:rPr>
                        <a:t>dedicated</a:t>
                      </a:r>
                      <a:r>
                        <a:rPr lang="ko-KR" altLang="en-US" sz="1050" b="0" i="0" u="none" strike="noStrike" noProof="0">
                          <a:solidFill>
                            <a:srgbClr val="243447"/>
                          </a:solidFill>
                          <a:effectLst/>
                        </a:rPr>
                        <a:t> </a:t>
                      </a:r>
                      <a:r>
                        <a:rPr lang="en-US" altLang="ko-KR" sz="1050" b="0" i="0" u="none" strike="noStrike" noProof="0">
                          <a:solidFill>
                            <a:srgbClr val="243447"/>
                          </a:solidFill>
                          <a:effectLst/>
                        </a:rPr>
                        <a:t>system-to-system</a:t>
                      </a:r>
                      <a:r>
                        <a:rPr lang="ko-KR" altLang="en-US" sz="1050" b="0" i="0" u="none" strike="noStrike" noProof="0">
                          <a:solidFill>
                            <a:srgbClr val="243447"/>
                          </a:solidFill>
                          <a:effectLst/>
                        </a:rPr>
                        <a:t> </a:t>
                      </a:r>
                      <a:r>
                        <a:rPr lang="en-US" altLang="ko-KR" sz="1050" b="0" i="0" u="none" strike="noStrike" noProof="0">
                          <a:solidFill>
                            <a:srgbClr val="243447"/>
                          </a:solidFill>
                          <a:effectLst/>
                        </a:rPr>
                        <a:t>LLM</a:t>
                      </a:r>
                      <a:r>
                        <a:rPr lang="ko-KR" sz="1050" b="0" i="0" u="none" strike="noStrike" noProof="0">
                          <a:solidFill>
                            <a:srgbClr val="243447"/>
                          </a:solidFill>
                          <a:effectLst/>
                        </a:rPr>
                        <a:t> </a:t>
                      </a:r>
                      <a:r>
                        <a:rPr lang="en-US" altLang="ko-KR" sz="1050" b="0" i="0" u="none" strike="noStrike" noProof="0">
                          <a:solidFill>
                            <a:srgbClr val="243447"/>
                          </a:solidFill>
                          <a:effectLst/>
                        </a:rPr>
                        <a:t>API</a:t>
                      </a:r>
                      <a:r>
                        <a:rPr lang="ko-KR" sz="1050" b="0" i="0" u="none" strike="noStrike" noProof="0">
                          <a:solidFill>
                            <a:srgbClr val="243447"/>
                          </a:solidFill>
                          <a:effectLst/>
                        </a:rPr>
                        <a:t> </a:t>
                      </a:r>
                      <a:r>
                        <a:rPr lang="en-US" altLang="ko-KR" sz="1050" b="0" i="0" u="none" strike="noStrike" noProof="0">
                          <a:solidFill>
                            <a:srgbClr val="243447"/>
                          </a:solidFill>
                          <a:effectLst/>
                        </a:rPr>
                        <a:t>inspection/gateway</a:t>
                      </a:r>
                      <a:r>
                        <a:rPr lang="ko-KR" altLang="en-US" sz="1050" b="0" i="0" u="none" strike="noStrike" noProof="0">
                          <a:solidFill>
                            <a:srgbClr val="243447"/>
                          </a:solidFill>
                          <a:effectLst/>
                        </a:rPr>
                        <a:t> </a:t>
                      </a:r>
                      <a:r>
                        <a:rPr lang="en-US" altLang="ko-KR" sz="1050" b="0" i="0" u="none" strike="noStrike" noProof="0">
                          <a:solidFill>
                            <a:srgbClr val="243447"/>
                          </a:solidFill>
                          <a:effectLst/>
                        </a:rPr>
                        <a:t>capability</a:t>
                      </a:r>
                      <a:r>
                        <a:rPr lang="ko-KR" altLang="en-US" sz="1050" b="0" i="0" u="none" strike="noStrike" noProof="0">
                          <a:solidFill>
                            <a:srgbClr val="243447"/>
                          </a:solidFill>
                          <a:effectLst/>
                        </a:rPr>
                        <a:t> </a:t>
                      </a:r>
                      <a:r>
                        <a:rPr lang="en-US" altLang="ko-KR" sz="1050" b="0" i="0" u="none" strike="noStrike" noProof="0">
                          <a:solidFill>
                            <a:srgbClr val="243447"/>
                          </a:solidFill>
                          <a:effectLst/>
                        </a:rPr>
                        <a:t>was</a:t>
                      </a:r>
                      <a:r>
                        <a:rPr lang="ko-KR" altLang="en-US" sz="1050" b="0" i="0" u="none" strike="noStrike" noProof="0">
                          <a:solidFill>
                            <a:srgbClr val="243447"/>
                          </a:solidFill>
                          <a:effectLst/>
                        </a:rPr>
                        <a:t> </a:t>
                      </a:r>
                      <a:r>
                        <a:rPr lang="en-US" altLang="ko-KR" sz="1050" b="0" i="0" u="none" strike="noStrike" noProof="0">
                          <a:solidFill>
                            <a:srgbClr val="243447"/>
                          </a:solidFill>
                          <a:effectLst/>
                        </a:rPr>
                        <a:t>identified</a:t>
                      </a:r>
                      <a:r>
                        <a:rPr lang="ko-KR" altLang="en-US" sz="1050" b="0" i="0" u="none" strike="noStrike" noProof="0">
                          <a:solidFill>
                            <a:srgbClr val="243447"/>
                          </a:solidFill>
                          <a:effectLst/>
                        </a:rPr>
                        <a:t> </a:t>
                      </a:r>
                      <a:r>
                        <a:rPr lang="en-US" altLang="ko-KR" sz="1050" b="0" i="0" u="none" strike="noStrike" noProof="0">
                          <a:solidFill>
                            <a:srgbClr val="243447"/>
                          </a:solidFill>
                          <a:effectLst/>
                        </a:rPr>
                        <a:t>for</a:t>
                      </a:r>
                      <a:r>
                        <a:rPr lang="ko-KR" altLang="en-US" sz="1050" b="0" i="0" u="none" strike="noStrike" noProof="0">
                          <a:solidFill>
                            <a:srgbClr val="243447"/>
                          </a:solidFill>
                          <a:effectLst/>
                        </a:rPr>
                        <a:t> </a:t>
                      </a:r>
                      <a:r>
                        <a:rPr lang="en-US" altLang="ko-KR" sz="1050" b="0" i="0" u="none" strike="noStrike" noProof="0">
                          <a:solidFill>
                            <a:srgbClr val="243447"/>
                          </a:solidFill>
                          <a:effectLst/>
                        </a:rPr>
                        <a:t>PCFILTER</a:t>
                      </a:r>
                      <a:r>
                        <a:rPr lang="ko-KR" altLang="en-US" sz="1050" b="0" i="0" u="none" strike="noStrike" noProof="0">
                          <a:solidFill>
                            <a:srgbClr val="243447"/>
                          </a:solidFill>
                          <a:effectLst/>
                        </a:rPr>
                        <a:t> </a:t>
                      </a:r>
                      <a:r>
                        <a:rPr lang="en-US" altLang="ko-KR" sz="1050" b="0" i="0" u="none" strike="noStrike" noProof="0">
                          <a:solidFill>
                            <a:srgbClr val="243447"/>
                          </a:solidFill>
                          <a:effectLst/>
                        </a:rPr>
                        <a:t>in</a:t>
                      </a:r>
                      <a:r>
                        <a:rPr lang="ko-KR" altLang="en-US" sz="1050" b="0" i="0" u="none" strike="noStrike" noProof="0">
                          <a:solidFill>
                            <a:srgbClr val="243447"/>
                          </a:solidFill>
                          <a:effectLst/>
                        </a:rPr>
                        <a:t> </a:t>
                      </a:r>
                      <a:r>
                        <a:rPr lang="en-US" altLang="ko-KR" sz="1050" b="0" i="0" u="none" strike="noStrike" noProof="0">
                          <a:solidFill>
                            <a:srgbClr val="243447"/>
                          </a:solidFill>
                          <a:effectLst/>
                        </a:rPr>
                        <a:t>the</a:t>
                      </a:r>
                      <a:r>
                        <a:rPr lang="ko-KR" altLang="en-US" sz="1050" b="0" i="0" u="none" strike="noStrike" noProof="0">
                          <a:solidFill>
                            <a:srgbClr val="243447"/>
                          </a:solidFill>
                          <a:effectLst/>
                        </a:rPr>
                        <a:t> </a:t>
                      </a:r>
                      <a:r>
                        <a:rPr lang="en-US" altLang="ko-KR" sz="1050" b="0" i="0" u="none" strike="noStrike" noProof="0">
                          <a:solidFill>
                            <a:srgbClr val="243447"/>
                          </a:solidFill>
                          <a:effectLst/>
                        </a:rPr>
                        <a:t>reviewed</a:t>
                      </a:r>
                      <a:r>
                        <a:rPr lang="ko-KR" altLang="en-US" sz="1050" b="0" i="0" u="none" strike="noStrike" noProof="0">
                          <a:solidFill>
                            <a:srgbClr val="243447"/>
                          </a:solidFill>
                          <a:effectLst/>
                        </a:rPr>
                        <a:t> </a:t>
                      </a:r>
                      <a:r>
                        <a:rPr lang="ko-KR" sz="1050" b="0" i="0" u="none" strike="noStrike" noProof="0">
                          <a:solidFill>
                            <a:srgbClr val="243447"/>
                          </a:solidFill>
                          <a:effectLst/>
                        </a:rPr>
                        <a:t>product</a:t>
                      </a:r>
                      <a:r>
                        <a:rPr lang="ko-KR" altLang="en-US" sz="1050" b="0" i="0" u="none" strike="noStrike" noProof="0">
                          <a:solidFill>
                            <a:srgbClr val="243447"/>
                          </a:solidFill>
                          <a:effectLst/>
                        </a:rPr>
                        <a:t> </a:t>
                      </a:r>
                      <a:r>
                        <a:rPr lang="en-US" altLang="ko-KR" sz="1050" b="0" i="0" u="none" strike="noStrike" noProof="0">
                          <a:solidFill>
                            <a:srgbClr val="243447"/>
                          </a:solidFill>
                          <a:effectLst/>
                        </a:rPr>
                        <a:t>material</a:t>
                      </a:r>
                      <a:r>
                        <a:rPr lang="ko-KR" sz="1050" b="0" i="0" u="none" strike="noStrike" noProof="0">
                          <a:solidFill>
                            <a:srgbClr val="243447"/>
                          </a:solidFill>
                          <a:effectLst/>
                        </a:rPr>
                        <a:t>.</a:t>
                      </a:r>
                      <a:endParaRPr lang="en-US" altLang="ko-KR" sz="1050" b="0" i="0" u="none" strike="noStrike" noProof="0"/>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06554365"/>
                  </a:ext>
                </a:extLst>
              </a:tr>
              <a:tr h="399290">
                <a:tc>
                  <a:txBody>
                    <a:bodyPr/>
                    <a:lstStyle/>
                    <a:p>
                      <a:pPr lvl="0" algn="l">
                        <a:buNone/>
                      </a:pPr>
                      <a:r>
                        <a:rPr lang="en-US" altLang="ko-KR" sz="1050" b="1">
                          <a:solidFill>
                            <a:srgbClr val="243447"/>
                          </a:solidFill>
                          <a:effectLst/>
                          <a:latin typeface="Arial"/>
                        </a:rPr>
                        <a:t>D1-13</a:t>
                      </a:r>
                      <a:endParaRPr lang="ko-KR" altLang="en-US" sz="1050" b="1">
                        <a:solidFill>
                          <a:srgbClr val="243447"/>
                        </a:solidFill>
                        <a:effectLst/>
                        <a:latin typeface="Arial"/>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lvl="0" algn="l">
                        <a:buNone/>
                      </a:pPr>
                      <a:r>
                        <a:rPr lang="en-US" altLang="ko-KR" sz="1050">
                          <a:solidFill>
                            <a:srgbClr val="243447"/>
                          </a:solidFill>
                          <a:effectLst/>
                          <a:latin typeface="Arial"/>
                        </a:rPr>
                        <a:t>Agent</a:t>
                      </a:r>
                      <a:r>
                        <a:rPr lang="ko-KR" altLang="en-US" sz="1050">
                          <a:solidFill>
                            <a:srgbClr val="243447"/>
                          </a:solidFill>
                          <a:effectLst/>
                          <a:latin typeface="Arial"/>
                        </a:rPr>
                        <a:t> </a:t>
                      </a:r>
                      <a:r>
                        <a:rPr lang="en-US" altLang="ko-KR" sz="1050">
                          <a:solidFill>
                            <a:srgbClr val="243447"/>
                          </a:solidFill>
                          <a:effectLst/>
                          <a:latin typeface="Arial"/>
                        </a:rPr>
                        <a:t>tools</a:t>
                      </a:r>
                      <a:r>
                        <a:rPr lang="ko-KR" altLang="en-US" sz="1050">
                          <a:solidFill>
                            <a:srgbClr val="243447"/>
                          </a:solidFill>
                          <a:effectLst/>
                          <a:latin typeface="Arial"/>
                        </a:rPr>
                        <a:t> </a:t>
                      </a:r>
                      <a:r>
                        <a:rPr lang="ko-KR" sz="1050">
                          <a:solidFill>
                            <a:srgbClr val="243447"/>
                          </a:solidFill>
                          <a:effectLst/>
                          <a:latin typeface="Arial"/>
                        </a:rPr>
                        <a:t>/</a:t>
                      </a:r>
                      <a:r>
                        <a:rPr lang="ko-KR" altLang="en-US" sz="1050">
                          <a:solidFill>
                            <a:srgbClr val="243447"/>
                          </a:solidFill>
                          <a:effectLst/>
                          <a:latin typeface="Arial"/>
                        </a:rPr>
                        <a:t> </a:t>
                      </a:r>
                      <a:r>
                        <a:rPr lang="en-US" altLang="ko-KR" sz="1050">
                          <a:solidFill>
                            <a:srgbClr val="243447"/>
                          </a:solidFill>
                          <a:effectLst/>
                          <a:latin typeface="Arial"/>
                        </a:rPr>
                        <a:t>MCP</a:t>
                      </a:r>
                      <a:endParaRPr lang="ko-KR" altLang="en-US" sz="1050">
                        <a:solidFill>
                          <a:srgbClr val="243447"/>
                        </a:solidFill>
                        <a:effectLst/>
                        <a:latin typeface="Arial"/>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lvl="0" algn="l">
                        <a:buNone/>
                      </a:pPr>
                      <a:r>
                        <a:rPr lang="en-US" altLang="ko-KR" sz="1050" b="1">
                          <a:solidFill>
                            <a:srgbClr val="5E6C7A"/>
                          </a:solidFill>
                          <a:effectLst/>
                          <a:latin typeface="Arial"/>
                        </a:rPr>
                        <a:t>?</a:t>
                      </a:r>
                      <a:endParaRPr lang="ko-KR" altLang="en-US" sz="1050" b="1">
                        <a:solidFill>
                          <a:srgbClr val="5E6C7A"/>
                        </a:solidFill>
                        <a:effectLst/>
                        <a:latin typeface="Arial"/>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lvl="0" algn="l">
                        <a:buNone/>
                      </a:pPr>
                      <a:r>
                        <a:rPr lang="en-US" altLang="ko-KR" sz="1050" b="0" i="0" u="none" strike="noStrike" noProof="0">
                          <a:solidFill>
                            <a:srgbClr val="243447"/>
                          </a:solidFill>
                          <a:effectLst/>
                        </a:rPr>
                        <a:t>No</a:t>
                      </a:r>
                      <a:r>
                        <a:rPr lang="ko-KR" altLang="en-US" sz="1050" b="0" i="0" u="none" strike="noStrike" noProof="0">
                          <a:solidFill>
                            <a:srgbClr val="243447"/>
                          </a:solidFill>
                          <a:effectLst/>
                        </a:rPr>
                        <a:t> </a:t>
                      </a:r>
                      <a:r>
                        <a:rPr lang="en-US" altLang="ko-KR" sz="1050" b="0" i="0" u="none" strike="noStrike" noProof="0">
                          <a:solidFill>
                            <a:srgbClr val="243447"/>
                          </a:solidFill>
                          <a:effectLst/>
                        </a:rPr>
                        <a:t>explicit</a:t>
                      </a:r>
                      <a:r>
                        <a:rPr lang="ko-KR" altLang="en-US" sz="1050" b="0" i="0" u="none" strike="noStrike" noProof="0">
                          <a:solidFill>
                            <a:srgbClr val="243447"/>
                          </a:solidFill>
                          <a:effectLst/>
                        </a:rPr>
                        <a:t> </a:t>
                      </a:r>
                      <a:r>
                        <a:rPr lang="en-US" altLang="ko-KR" sz="1050" b="0" i="0" u="none" strike="noStrike" noProof="0">
                          <a:solidFill>
                            <a:srgbClr val="243447"/>
                          </a:solidFill>
                          <a:effectLst/>
                        </a:rPr>
                        <a:t>MCP</a:t>
                      </a:r>
                      <a:r>
                        <a:rPr lang="ko-KR" sz="1050" b="0" i="0" u="none" strike="noStrike" noProof="0">
                          <a:solidFill>
                            <a:srgbClr val="243447"/>
                          </a:solidFill>
                          <a:effectLst/>
                        </a:rPr>
                        <a:t> </a:t>
                      </a:r>
                      <a:r>
                        <a:rPr lang="en-US" altLang="ko-KR" sz="1050" b="0" i="0" u="none" strike="noStrike" noProof="0">
                          <a:solidFill>
                            <a:srgbClr val="243447"/>
                          </a:solidFill>
                          <a:effectLst/>
                        </a:rPr>
                        <a:t>mediation,</a:t>
                      </a:r>
                      <a:r>
                        <a:rPr lang="ko-KR" altLang="en-US" sz="1050" b="0" i="0" u="none" strike="noStrike" noProof="0">
                          <a:solidFill>
                            <a:srgbClr val="243447"/>
                          </a:solidFill>
                          <a:effectLst/>
                        </a:rPr>
                        <a:t> </a:t>
                      </a:r>
                      <a:r>
                        <a:rPr lang="en-US" altLang="ko-KR" sz="1050" b="0" i="0" u="none" strike="noStrike" noProof="0">
                          <a:solidFill>
                            <a:srgbClr val="243447"/>
                          </a:solidFill>
                          <a:effectLst/>
                        </a:rPr>
                        <a:t>tool-call</a:t>
                      </a:r>
                      <a:r>
                        <a:rPr lang="ko-KR" altLang="en-US" sz="1050" b="0" i="0" u="none" strike="noStrike" noProof="0">
                          <a:solidFill>
                            <a:srgbClr val="243447"/>
                          </a:solidFill>
                          <a:effectLst/>
                        </a:rPr>
                        <a:t> </a:t>
                      </a:r>
                      <a:r>
                        <a:rPr lang="en-US" altLang="ko-KR" sz="1050" b="0" i="0" u="none" strike="noStrike" noProof="0">
                          <a:solidFill>
                            <a:srgbClr val="243447"/>
                          </a:solidFill>
                          <a:effectLst/>
                        </a:rPr>
                        <a:t>inspection</a:t>
                      </a:r>
                      <a:r>
                        <a:rPr lang="ko-KR" altLang="en-US" sz="1050" b="0" i="0" u="none" strike="noStrike" noProof="0">
                          <a:solidFill>
                            <a:srgbClr val="243447"/>
                          </a:solidFill>
                          <a:effectLst/>
                        </a:rPr>
                        <a:t> </a:t>
                      </a:r>
                      <a:r>
                        <a:rPr lang="en-US" altLang="ko-KR" sz="1050" b="0" i="0" u="none" strike="noStrike" noProof="0">
                          <a:solidFill>
                            <a:srgbClr val="243447"/>
                          </a:solidFill>
                          <a:effectLst/>
                        </a:rPr>
                        <a:t>or</a:t>
                      </a:r>
                      <a:r>
                        <a:rPr lang="ko-KR" altLang="en-US" sz="1050" b="0" i="0" u="none" strike="noStrike" noProof="0">
                          <a:solidFill>
                            <a:srgbClr val="243447"/>
                          </a:solidFill>
                          <a:effectLst/>
                        </a:rPr>
                        <a:t> </a:t>
                      </a:r>
                      <a:r>
                        <a:rPr lang="en-US" altLang="ko-KR" sz="1050" b="0" i="0" u="none" strike="noStrike" noProof="0">
                          <a:solidFill>
                            <a:srgbClr val="243447"/>
                          </a:solidFill>
                          <a:effectLst/>
                        </a:rPr>
                        <a:t>agent-action</a:t>
                      </a:r>
                      <a:r>
                        <a:rPr lang="ko-KR" altLang="en-US" sz="1050" b="0" i="0" u="none" strike="noStrike" noProof="0">
                          <a:solidFill>
                            <a:srgbClr val="243447"/>
                          </a:solidFill>
                          <a:effectLst/>
                        </a:rPr>
                        <a:t> </a:t>
                      </a:r>
                      <a:r>
                        <a:rPr lang="en-US" altLang="ko-KR" sz="1050" b="0" i="0" u="none" strike="noStrike" noProof="0">
                          <a:solidFill>
                            <a:srgbClr val="243447"/>
                          </a:solidFill>
                          <a:effectLst/>
                        </a:rPr>
                        <a:t>control</a:t>
                      </a:r>
                      <a:r>
                        <a:rPr lang="ko-KR" altLang="en-US" sz="1050" b="0" i="0" u="none" strike="noStrike" noProof="0">
                          <a:solidFill>
                            <a:srgbClr val="243447"/>
                          </a:solidFill>
                          <a:effectLst/>
                        </a:rPr>
                        <a:t> </a:t>
                      </a:r>
                      <a:r>
                        <a:rPr lang="en-US" altLang="ko-KR" sz="1050" b="0" i="0" u="none" strike="noStrike" noProof="0">
                          <a:solidFill>
                            <a:srgbClr val="243447"/>
                          </a:solidFill>
                          <a:effectLst/>
                        </a:rPr>
                        <a:t>was</a:t>
                      </a:r>
                      <a:r>
                        <a:rPr lang="ko-KR" altLang="en-US" sz="1050" b="0" i="0" u="none" strike="noStrike" noProof="0">
                          <a:solidFill>
                            <a:srgbClr val="243447"/>
                          </a:solidFill>
                          <a:effectLst/>
                        </a:rPr>
                        <a:t> </a:t>
                      </a:r>
                      <a:r>
                        <a:rPr lang="en-US" altLang="ko-KR" sz="1050" b="0" i="0" u="none" strike="noStrike" noProof="0">
                          <a:solidFill>
                            <a:srgbClr val="243447"/>
                          </a:solidFill>
                          <a:effectLst/>
                        </a:rPr>
                        <a:t>identified</a:t>
                      </a:r>
                      <a:r>
                        <a:rPr lang="ko-KR" altLang="en-US" sz="1050" b="0" i="0" u="none" strike="noStrike" noProof="0">
                          <a:solidFill>
                            <a:srgbClr val="243447"/>
                          </a:solidFill>
                          <a:effectLst/>
                        </a:rPr>
                        <a:t> </a:t>
                      </a:r>
                      <a:r>
                        <a:rPr lang="en-US" altLang="ko-KR" sz="1050" b="0" i="0" u="none" strike="noStrike" noProof="0">
                          <a:solidFill>
                            <a:srgbClr val="243447"/>
                          </a:solidFill>
                          <a:effectLst/>
                        </a:rPr>
                        <a:t>in</a:t>
                      </a:r>
                      <a:r>
                        <a:rPr lang="ko-KR" altLang="en-US" sz="1050" b="0" i="0" u="none" strike="noStrike" noProof="0">
                          <a:solidFill>
                            <a:srgbClr val="243447"/>
                          </a:solidFill>
                          <a:effectLst/>
                        </a:rPr>
                        <a:t> </a:t>
                      </a:r>
                      <a:r>
                        <a:rPr lang="en-US" altLang="ko-KR" sz="1050" b="0" i="0" u="none" strike="noStrike" noProof="0">
                          <a:solidFill>
                            <a:srgbClr val="243447"/>
                          </a:solidFill>
                          <a:effectLst/>
                        </a:rPr>
                        <a:t>the</a:t>
                      </a:r>
                      <a:r>
                        <a:rPr lang="ko-KR" altLang="en-US" sz="1050" b="0" i="0" u="none" strike="noStrike" noProof="0">
                          <a:solidFill>
                            <a:srgbClr val="243447"/>
                          </a:solidFill>
                          <a:effectLst/>
                        </a:rPr>
                        <a:t> </a:t>
                      </a:r>
                      <a:r>
                        <a:rPr lang="en-US" altLang="ko-KR" sz="1050" b="0" i="0" u="none" strike="noStrike" noProof="0">
                          <a:solidFill>
                            <a:srgbClr val="243447"/>
                          </a:solidFill>
                          <a:effectLst/>
                        </a:rPr>
                        <a:t>reviewed</a:t>
                      </a:r>
                      <a:r>
                        <a:rPr lang="ko-KR" altLang="en-US" sz="1050" b="0" i="0" u="none" strike="noStrike" noProof="0">
                          <a:solidFill>
                            <a:srgbClr val="243447"/>
                          </a:solidFill>
                          <a:effectLst/>
                        </a:rPr>
                        <a:t> </a:t>
                      </a:r>
                      <a:r>
                        <a:rPr lang="en-US" altLang="ko-KR" sz="1050" b="0" i="0" u="none" strike="noStrike" noProof="0">
                          <a:solidFill>
                            <a:srgbClr val="243447"/>
                          </a:solidFill>
                          <a:effectLst/>
                        </a:rPr>
                        <a:t>material</a:t>
                      </a:r>
                      <a:r>
                        <a:rPr lang="ko-KR" sz="1050" b="0" i="0" u="none" strike="noStrike" noProof="0">
                          <a:solidFill>
                            <a:srgbClr val="243447"/>
                          </a:solidFill>
                          <a:effectLst/>
                        </a:rPr>
                        <a:t>.</a:t>
                      </a:r>
                      <a:endParaRPr lang="en-US" altLang="ko-KR" sz="1050" b="0" i="0" u="none" strike="noStrike" noProof="0"/>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493460200"/>
                  </a:ext>
                </a:extLst>
              </a:tr>
            </a:tbl>
          </a:graphicData>
        </a:graphic>
      </p:graphicFrame>
    </p:spTree>
    <p:extLst>
      <p:ext uri="{BB962C8B-B14F-4D97-AF65-F5344CB8AC3E}">
        <p14:creationId xmlns:p14="http://schemas.microsoft.com/office/powerpoint/2010/main" val="77278998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02CCB2-83D9-937C-3A17-57175EC15086}"/>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A1E196A-AA48-AF46-7AAC-D2B721712155}"/>
              </a:ext>
            </a:extLst>
          </p:cNvPr>
          <p:cNvSpPr>
            <a:spLocks noGrp="1"/>
          </p:cNvSpPr>
          <p:nvPr>
            <p:ph type="sldNum" sz="quarter" idx="4"/>
          </p:nvPr>
        </p:nvSpPr>
        <p:spPr/>
        <p:txBody>
          <a:bodyPr/>
          <a:lstStyle/>
          <a:p>
            <a:fld id="{4EA1E582-E1CC-4474-812F-1657BC5920B7}" type="slidenum">
              <a:rPr lang="ko-KR" altLang="en-US" smtClean="0"/>
              <a:t>33</a:t>
            </a:fld>
            <a:endParaRPr lang="ko-KR" altLang="en-US"/>
          </a:p>
        </p:txBody>
      </p:sp>
      <p:sp>
        <p:nvSpPr>
          <p:cNvPr id="4" name="Title 3">
            <a:extLst>
              <a:ext uri="{FF2B5EF4-FFF2-40B4-BE49-F238E27FC236}">
                <a16:creationId xmlns:a16="http://schemas.microsoft.com/office/drawing/2014/main" id="{032A28D2-BD90-F003-F513-679348A0513B}"/>
              </a:ext>
            </a:extLst>
          </p:cNvPr>
          <p:cNvSpPr>
            <a:spLocks noGrp="1"/>
          </p:cNvSpPr>
          <p:nvPr>
            <p:ph type="title"/>
          </p:nvPr>
        </p:nvSpPr>
        <p:spPr/>
        <p:txBody>
          <a:bodyPr lIns="91440" tIns="45720" rIns="91440" bIns="45720" anchor="ctr" anchorCtr="0"/>
          <a:lstStyle/>
          <a:p>
            <a:r>
              <a:rPr lang="en-US">
                <a:ln>
                  <a:solidFill>
                    <a:srgbClr val="4F81BD">
                      <a:alpha val="0"/>
                    </a:srgbClr>
                  </a:solidFill>
                </a:ln>
                <a:effectLst>
                  <a:glow rad="127000">
                    <a:prstClr val="white"/>
                  </a:glow>
                  <a:outerShdw blurRad="38100" dist="38100" dir="2700000" algn="tl" rotWithShape="0">
                    <a:prstClr val="black">
                      <a:alpha val="40000"/>
                    </a:prstClr>
                  </a:outerShdw>
                </a:effectLst>
              </a:rPr>
              <a:t>:</a:t>
            </a:r>
            <a:endParaRPr lang="en-US"/>
          </a:p>
        </p:txBody>
      </p:sp>
      <p:sp>
        <p:nvSpPr>
          <p:cNvPr id="5" name="Text Placeholder 4">
            <a:extLst>
              <a:ext uri="{FF2B5EF4-FFF2-40B4-BE49-F238E27FC236}">
                <a16:creationId xmlns:a16="http://schemas.microsoft.com/office/drawing/2014/main" id="{CF4E4FF8-EB21-E725-00A9-ACFC11C90DB5}"/>
              </a:ext>
            </a:extLst>
          </p:cNvPr>
          <p:cNvSpPr>
            <a:spLocks noGrp="1"/>
          </p:cNvSpPr>
          <p:nvPr>
            <p:ph type="body" sz="quarter" idx="11"/>
          </p:nvPr>
        </p:nvSpPr>
        <p:spPr/>
        <p:txBody>
          <a:bodyPr/>
          <a:lstStyle/>
          <a:p>
            <a:endParaRPr lang="en-US"/>
          </a:p>
        </p:txBody>
      </p:sp>
      <p:sp>
        <p:nvSpPr>
          <p:cNvPr id="7" name="제목 3">
            <a:extLst>
              <a:ext uri="{FF2B5EF4-FFF2-40B4-BE49-F238E27FC236}">
                <a16:creationId xmlns:a16="http://schemas.microsoft.com/office/drawing/2014/main" id="{F3C57AF2-773F-69EE-B91A-D5B2B84A9ED6}"/>
              </a:ext>
            </a:extLst>
          </p:cNvPr>
          <p:cNvSpPr txBox="1">
            <a:spLocks/>
          </p:cNvSpPr>
          <p:nvPr/>
        </p:nvSpPr>
        <p:spPr>
          <a:xfrm>
            <a:off x="286194" y="265704"/>
            <a:ext cx="10666268" cy="464670"/>
          </a:xfrm>
          <a:prstGeom prst="rect">
            <a:avLst/>
          </a:prstGeom>
        </p:spPr>
        <p:txBody>
          <a:bodyPr lIns="91440" tIns="45720" rIns="91440" bIns="45720" anchor="ctr" anchorCtr="0"/>
          <a:lstStyle>
            <a:lvl1pPr algn="l" rtl="0" eaLnBrk="1" fontAlgn="base" latinLnBrk="1" hangingPunct="1">
              <a:spcBef>
                <a:spcPct val="0"/>
              </a:spcBef>
              <a:spcAft>
                <a:spcPct val="0"/>
              </a:spcAft>
              <a:defRPr lang="ko-KR" altLang="en-US" sz="2400" b="1" kern="1200" baseline="0" dirty="0">
                <a:ln>
                  <a:solidFill>
                    <a:schemeClr val="accent1">
                      <a:alpha val="0"/>
                    </a:schemeClr>
                  </a:solidFill>
                </a:ln>
                <a:solidFill>
                  <a:srgbClr val="144772"/>
                </a:solidFill>
                <a:effectLst>
                  <a:glow rad="127000">
                    <a:schemeClr val="bg1"/>
                  </a:glow>
                  <a:outerShdw blurRad="38100" dist="38100" dir="2700000" algn="tl" rotWithShape="0">
                    <a:prstClr val="black">
                      <a:alpha val="40000"/>
                    </a:prstClr>
                  </a:outerShdw>
                </a:effectLst>
                <a:latin typeface="Pretendard Black" panose="02000A03000000020004" pitchFamily="50" charset="-127"/>
                <a:ea typeface="Pretendard Black" panose="02000A03000000020004" pitchFamily="50" charset="-127"/>
                <a:cs typeface="Pretendard Black" panose="02000A03000000020004" pitchFamily="50" charset="-127"/>
              </a:defRPr>
            </a:lvl1pPr>
            <a:lvl2pPr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2pPr>
            <a:lvl3pPr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3pPr>
            <a:lvl4pPr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4pPr>
            <a:lvl5pPr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5pPr>
            <a:lvl6pPr marL="457200"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6pPr>
            <a:lvl7pPr marL="914400"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7pPr>
            <a:lvl8pPr marL="1371600"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8pPr>
            <a:lvl9pPr marL="1828800"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9pPr>
          </a:lstStyle>
          <a:p>
            <a:r>
              <a:rPr lang="ko-KR">
                <a:ln>
                  <a:solidFill>
                    <a:srgbClr val="4F81BD">
                      <a:alpha val="0"/>
                    </a:srgbClr>
                  </a:solidFill>
                </a:ln>
                <a:effectLst>
                  <a:glow rad="127000">
                    <a:prstClr val="white"/>
                  </a:glow>
                  <a:outerShdw blurRad="38100" dist="38100" dir="2700000" algn="tl" rotWithShape="0">
                    <a:prstClr val="black">
                      <a:alpha val="40000"/>
                    </a:prstClr>
                  </a:outerShdw>
                </a:effectLst>
                <a:latin typeface="Arial"/>
                <a:ea typeface="Pretendard Black"/>
                <a:cs typeface="Arial"/>
              </a:rPr>
              <a:t>지란지교데이터 </a:t>
            </a:r>
            <a:r>
              <a:rPr lang="ko-KR" altLang="en-US">
                <a:ln>
                  <a:solidFill>
                    <a:srgbClr val="4F81BD">
                      <a:alpha val="0"/>
                    </a:srgbClr>
                  </a:solidFill>
                </a:ln>
                <a:effectLst>
                  <a:glow rad="127000">
                    <a:prstClr val="white"/>
                  </a:glow>
                  <a:outerShdw blurRad="38100" dist="38100" dir="2700000" algn="tl" rotWithShape="0">
                    <a:prstClr val="black">
                      <a:alpha val="40000"/>
                    </a:prstClr>
                  </a:outerShdw>
                </a:effectLst>
                <a:latin typeface="Arial"/>
                <a:ea typeface="Pretendard Black"/>
                <a:cs typeface="Arial"/>
              </a:rPr>
              <a:t>(</a:t>
            </a:r>
            <a:r>
              <a:rPr lang="ko-KR" altLang="en-US">
                <a:ln>
                  <a:solidFill>
                    <a:srgbClr val="4F81BD">
                      <a:alpha val="0"/>
                    </a:srgbClr>
                  </a:solidFill>
                </a:ln>
                <a:effectLst>
                  <a:glow rad="127000">
                    <a:prstClr val="white"/>
                  </a:glow>
                  <a:outerShdw blurRad="38100" dist="38100" dir="2700000" algn="tl" rotWithShape="0">
                    <a:prstClr val="black">
                      <a:alpha val="40000"/>
                    </a:prstClr>
                  </a:outerShdw>
                </a:effectLst>
                <a:latin typeface="Arial"/>
                <a:ea typeface="Pretendard Black"/>
              </a:rPr>
              <a:t>Sercan): </a:t>
            </a:r>
            <a:r>
              <a:rPr lang="ko-KR" b="0">
                <a:ln>
                  <a:solidFill>
                    <a:srgbClr val="4F81BD">
                      <a:alpha val="0"/>
                    </a:srgbClr>
                  </a:solidFill>
                </a:ln>
                <a:effectLst>
                  <a:glow rad="127000">
                    <a:prstClr val="white"/>
                  </a:glow>
                  <a:outerShdw blurRad="38100" dist="38100" dir="2700000" algn="tl" rotWithShape="0">
                    <a:prstClr val="black">
                      <a:alpha val="40000"/>
                    </a:prstClr>
                  </a:outerShdw>
                </a:effectLst>
                <a:latin typeface="Arial"/>
                <a:ea typeface="Pretendard Black"/>
              </a:rPr>
              <a:t>D2 Detection</a:t>
            </a:r>
            <a:endParaRPr lang="en-US" altLang="ko-KR">
              <a:ln>
                <a:solidFill>
                  <a:srgbClr val="4F81BD">
                    <a:alpha val="0"/>
                  </a:srgbClr>
                </a:solidFill>
              </a:ln>
              <a:effectLst>
                <a:glow rad="127000">
                  <a:prstClr val="white"/>
                </a:glow>
                <a:outerShdw blurRad="38100" dist="38100" dir="2700000" algn="tl" rotWithShape="0">
                  <a:prstClr val="black">
                    <a:alpha val="40000"/>
                  </a:prstClr>
                </a:outerShdw>
              </a:effectLst>
              <a:latin typeface="Pretendard Black"/>
            </a:endParaRPr>
          </a:p>
        </p:txBody>
      </p:sp>
      <p:graphicFrame>
        <p:nvGraphicFramePr>
          <p:cNvPr id="6" name="표 5">
            <a:extLst>
              <a:ext uri="{FF2B5EF4-FFF2-40B4-BE49-F238E27FC236}">
                <a16:creationId xmlns:a16="http://schemas.microsoft.com/office/drawing/2014/main" id="{3DD099BF-9D4A-D97B-3B71-A1607B7A8F44}"/>
              </a:ext>
            </a:extLst>
          </p:cNvPr>
          <p:cNvGraphicFramePr>
            <a:graphicFrameLocks noGrp="1"/>
          </p:cNvGraphicFramePr>
          <p:nvPr/>
        </p:nvGraphicFramePr>
        <p:xfrm>
          <a:off x="297522" y="1019246"/>
          <a:ext cx="11049000" cy="5603439"/>
        </p:xfrm>
        <a:graphic>
          <a:graphicData uri="http://schemas.openxmlformats.org/drawingml/2006/table">
            <a:tbl>
              <a:tblPr bandRow="1">
                <a:tableStyleId>{5C22544A-7EE6-4342-B048-85BDC9FD1C3A}</a:tableStyleId>
              </a:tblPr>
              <a:tblGrid>
                <a:gridCol w="762000">
                  <a:extLst>
                    <a:ext uri="{9D8B030D-6E8A-4147-A177-3AD203B41FA5}">
                      <a16:colId xmlns:a16="http://schemas.microsoft.com/office/drawing/2014/main" val="1446836300"/>
                    </a:ext>
                  </a:extLst>
                </a:gridCol>
                <a:gridCol w="3143250">
                  <a:extLst>
                    <a:ext uri="{9D8B030D-6E8A-4147-A177-3AD203B41FA5}">
                      <a16:colId xmlns:a16="http://schemas.microsoft.com/office/drawing/2014/main" val="2404490883"/>
                    </a:ext>
                  </a:extLst>
                </a:gridCol>
                <a:gridCol w="571500">
                  <a:extLst>
                    <a:ext uri="{9D8B030D-6E8A-4147-A177-3AD203B41FA5}">
                      <a16:colId xmlns:a16="http://schemas.microsoft.com/office/drawing/2014/main" val="2520159304"/>
                    </a:ext>
                  </a:extLst>
                </a:gridCol>
                <a:gridCol w="6572250">
                  <a:extLst>
                    <a:ext uri="{9D8B030D-6E8A-4147-A177-3AD203B41FA5}">
                      <a16:colId xmlns:a16="http://schemas.microsoft.com/office/drawing/2014/main" val="3721237348"/>
                    </a:ext>
                  </a:extLst>
                </a:gridCol>
              </a:tblGrid>
              <a:tr h="323850">
                <a:tc>
                  <a:txBody>
                    <a:bodyPr/>
                    <a:lstStyle/>
                    <a:p>
                      <a:pPr algn="l">
                        <a:buNone/>
                      </a:pPr>
                      <a:r>
                        <a:rPr lang="ko-KR" sz="1050" b="1">
                          <a:solidFill>
                            <a:srgbClr val="144772"/>
                          </a:solidFill>
                          <a:effectLst/>
                          <a:latin typeface="Arial"/>
                          <a:ea typeface="Arial" panose="020B0604020202020204" pitchFamily="34" charset="0"/>
                        </a:rPr>
                        <a:t>ID</a:t>
                      </a:r>
                      <a:endParaRPr lang="ko-KR" sz="1050" b="1">
                        <a:solidFill>
                          <a:srgbClr val="144772"/>
                        </a:solidFill>
                        <a:effectLst/>
                        <a:latin typeface="Arial"/>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DDECF2"/>
                    </a:solidFill>
                  </a:tcPr>
                </a:tc>
                <a:tc>
                  <a:txBody>
                    <a:bodyPr/>
                    <a:lstStyle/>
                    <a:p>
                      <a:pPr algn="l">
                        <a:buNone/>
                      </a:pPr>
                      <a:r>
                        <a:rPr lang="ko-KR" sz="1050" b="1">
                          <a:solidFill>
                            <a:srgbClr val="144772"/>
                          </a:solidFill>
                          <a:effectLst/>
                          <a:latin typeface="Arial"/>
                          <a:ea typeface="Arial" panose="020B0604020202020204" pitchFamily="34" charset="0"/>
                        </a:rPr>
                        <a:t>Capability</a:t>
                      </a:r>
                      <a:endParaRPr lang="ko-KR" sz="1050" b="1">
                        <a:solidFill>
                          <a:srgbClr val="144772"/>
                        </a:solidFill>
                        <a:effectLst/>
                        <a:latin typeface="Arial"/>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DDECF2"/>
                    </a:solidFill>
                  </a:tcPr>
                </a:tc>
                <a:tc>
                  <a:txBody>
                    <a:bodyPr/>
                    <a:lstStyle/>
                    <a:p>
                      <a:pPr algn="l">
                        <a:buNone/>
                      </a:pPr>
                      <a:r>
                        <a:rPr lang="ko-KR" sz="1050" b="1">
                          <a:solidFill>
                            <a:srgbClr val="144772"/>
                          </a:solidFill>
                          <a:effectLst/>
                          <a:latin typeface="Arial"/>
                          <a:ea typeface="Arial" panose="020B0604020202020204" pitchFamily="34" charset="0"/>
                        </a:rPr>
                        <a:t>Flag</a:t>
                      </a:r>
                      <a:endParaRPr lang="ko-KR" sz="1050" b="1">
                        <a:solidFill>
                          <a:srgbClr val="144772"/>
                        </a:solidFill>
                        <a:effectLst/>
                        <a:latin typeface="Arial"/>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DDECF2"/>
                    </a:solidFill>
                  </a:tcPr>
                </a:tc>
                <a:tc>
                  <a:txBody>
                    <a:bodyPr/>
                    <a:lstStyle/>
                    <a:p>
                      <a:pPr algn="l">
                        <a:buNone/>
                      </a:pPr>
                      <a:r>
                        <a:rPr lang="ko-KR" sz="1050" b="1">
                          <a:solidFill>
                            <a:srgbClr val="144772"/>
                          </a:solidFill>
                          <a:effectLst/>
                          <a:latin typeface="Arial"/>
                          <a:ea typeface="Arial" panose="020B0604020202020204" pitchFamily="34" charset="0"/>
                        </a:rPr>
                        <a:t>Documented scope and evidence</a:t>
                      </a:r>
                      <a:endParaRPr lang="ko-KR" sz="1050" b="1">
                        <a:solidFill>
                          <a:srgbClr val="144772"/>
                        </a:solidFill>
                        <a:effectLst/>
                        <a:latin typeface="Arial"/>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DDECF2"/>
                    </a:solidFill>
                  </a:tcPr>
                </a:tc>
                <a:extLst>
                  <a:ext uri="{0D108BD9-81ED-4DB2-BD59-A6C34878D82A}">
                    <a16:rowId xmlns:a16="http://schemas.microsoft.com/office/drawing/2014/main" val="3491905111"/>
                  </a:ext>
                </a:extLst>
              </a:tr>
              <a:tr h="314325">
                <a:tc>
                  <a:txBody>
                    <a:bodyPr/>
                    <a:lstStyle/>
                    <a:p>
                      <a:pPr algn="l">
                        <a:buNone/>
                      </a:pPr>
                      <a:r>
                        <a:rPr lang="ko-KR" sz="1100" b="1">
                          <a:solidFill>
                            <a:srgbClr val="243447"/>
                          </a:solidFill>
                          <a:effectLst/>
                          <a:latin typeface="Arial"/>
                          <a:ea typeface="Arial" panose="020B0604020202020204" pitchFamily="34" charset="0"/>
                        </a:rPr>
                        <a:t>D2-01</a:t>
                      </a:r>
                      <a:endParaRPr lang="ko-KR" sz="1100" b="1">
                        <a:solidFill>
                          <a:srgbClr val="243447"/>
                        </a:solidFill>
                        <a:effectLst/>
                        <a:latin typeface="Arial"/>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100">
                          <a:solidFill>
                            <a:srgbClr val="243447"/>
                          </a:solidFill>
                          <a:effectLst/>
                          <a:latin typeface="Arial"/>
                          <a:ea typeface="Arial" panose="020B0604020202020204" pitchFamily="34" charset="0"/>
                        </a:rPr>
                        <a:t>Regex / Korean ID checks</a:t>
                      </a:r>
                      <a:endParaRPr lang="ko-KR" sz="1100">
                        <a:solidFill>
                          <a:srgbClr val="243447"/>
                        </a:solidFill>
                        <a:effectLst/>
                        <a:latin typeface="Arial"/>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100" b="1">
                          <a:solidFill>
                            <a:srgbClr val="956319"/>
                          </a:solidFill>
                          <a:effectLst/>
                          <a:latin typeface="Arial"/>
                          <a:ea typeface="Arial" panose="020B0604020202020204" pitchFamily="34" charset="0"/>
                        </a:rPr>
                        <a:t>◐</a:t>
                      </a:r>
                      <a:endParaRPr lang="ko-KR" sz="1100" b="1">
                        <a:solidFill>
                          <a:srgbClr val="956319"/>
                        </a:solidFill>
                        <a:effectLst/>
                        <a:latin typeface="Arial"/>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lvl="0" algn="l">
                        <a:buNone/>
                      </a:pPr>
                      <a:r>
                        <a:rPr lang="en-US" altLang="ko-KR" sz="1100" b="0" i="0" u="none" strike="noStrike" noProof="0">
                          <a:solidFill>
                            <a:srgbClr val="243447"/>
                          </a:solidFill>
                          <a:effectLst/>
                        </a:rPr>
                        <a:t>AIFILTER</a:t>
                      </a:r>
                      <a:r>
                        <a:rPr lang="ko-KR" altLang="en-US" sz="1100" b="0" i="0" u="none" strike="noStrike" noProof="0">
                          <a:solidFill>
                            <a:srgbClr val="243447"/>
                          </a:solidFill>
                          <a:effectLst/>
                        </a:rPr>
                        <a:t> </a:t>
                      </a:r>
                      <a:r>
                        <a:rPr lang="en-US" altLang="ko-KR" sz="1100" b="0" i="0" u="none" strike="noStrike" noProof="0">
                          <a:solidFill>
                            <a:srgbClr val="243447"/>
                          </a:solidFill>
                          <a:effectLst/>
                        </a:rPr>
                        <a:t>supports</a:t>
                      </a:r>
                      <a:r>
                        <a:rPr lang="ko-KR" sz="1100" b="0" i="0" u="none" strike="noStrike" noProof="0">
                          <a:solidFill>
                            <a:srgbClr val="243447"/>
                          </a:solidFill>
                          <a:effectLst/>
                        </a:rPr>
                        <a:t> </a:t>
                      </a:r>
                      <a:r>
                        <a:rPr lang="en-US" altLang="ko-KR" sz="1100" b="0" i="0" u="none" strike="noStrike" noProof="0">
                          <a:solidFill>
                            <a:srgbClr val="243447"/>
                          </a:solidFill>
                          <a:effectLst/>
                        </a:rPr>
                        <a:t>administrator-defined</a:t>
                      </a:r>
                      <a:r>
                        <a:rPr lang="ko-KR" sz="1100" b="0" i="0" u="none" strike="noStrike" noProof="0">
                          <a:solidFill>
                            <a:srgbClr val="243447"/>
                          </a:solidFill>
                          <a:effectLst/>
                        </a:rPr>
                        <a:t> </a:t>
                      </a:r>
                      <a:r>
                        <a:rPr lang="en-US" altLang="ko-KR" sz="1100" b="1" i="0" u="none" strike="noStrike" noProof="0">
                          <a:solidFill>
                            <a:srgbClr val="243447"/>
                          </a:solidFill>
                          <a:effectLst/>
                        </a:rPr>
                        <a:t>regular</a:t>
                      </a:r>
                      <a:r>
                        <a:rPr lang="ko-KR" sz="1100" b="1" i="0" u="none" strike="noStrike" noProof="0">
                          <a:solidFill>
                            <a:srgbClr val="243447"/>
                          </a:solidFill>
                          <a:effectLst/>
                        </a:rPr>
                        <a:t> </a:t>
                      </a:r>
                      <a:r>
                        <a:rPr lang="en-US" altLang="ko-KR" sz="1100" b="1" i="0" u="none" strike="noStrike" noProof="0">
                          <a:solidFill>
                            <a:srgbClr val="243447"/>
                          </a:solidFill>
                          <a:effectLst/>
                        </a:rPr>
                        <a:t>expressions</a:t>
                      </a:r>
                      <a:r>
                        <a:rPr lang="ko-KR" sz="1100" b="1" i="0" u="none" strike="noStrike" noProof="0">
                          <a:solidFill>
                            <a:srgbClr val="243447"/>
                          </a:solidFill>
                          <a:effectLst/>
                        </a:rPr>
                        <a:t> </a:t>
                      </a:r>
                      <a:r>
                        <a:rPr lang="en-US" altLang="ko-KR" sz="1100" b="1" i="0" u="none" strike="noStrike" noProof="0">
                          <a:solidFill>
                            <a:srgbClr val="243447"/>
                          </a:solidFill>
                          <a:effectLst/>
                        </a:rPr>
                        <a:t>and</a:t>
                      </a:r>
                      <a:r>
                        <a:rPr lang="ko-KR" sz="1100" b="1" i="0" u="none" strike="noStrike" noProof="0">
                          <a:solidFill>
                            <a:srgbClr val="243447"/>
                          </a:solidFill>
                          <a:effectLst/>
                        </a:rPr>
                        <a:t> </a:t>
                      </a:r>
                      <a:r>
                        <a:rPr lang="en-US" altLang="ko-KR" sz="1100" b="1" i="0" u="none" strike="noStrike" noProof="0">
                          <a:solidFill>
                            <a:srgbClr val="243447"/>
                          </a:solidFill>
                          <a:effectLst/>
                        </a:rPr>
                        <a:t>personal-information</a:t>
                      </a:r>
                      <a:r>
                        <a:rPr lang="ko-KR" sz="1100" b="1" i="0" u="none" strike="noStrike" noProof="0">
                          <a:solidFill>
                            <a:srgbClr val="243447"/>
                          </a:solidFill>
                          <a:effectLst/>
                        </a:rPr>
                        <a:t> </a:t>
                      </a:r>
                      <a:r>
                        <a:rPr lang="en-US" altLang="ko-KR" sz="1100" b="1" i="0" u="none" strike="noStrike" noProof="0">
                          <a:solidFill>
                            <a:srgbClr val="243447"/>
                          </a:solidFill>
                          <a:effectLst/>
                        </a:rPr>
                        <a:t>detection</a:t>
                      </a:r>
                      <a:r>
                        <a:rPr lang="ko-KR" sz="1100" b="1" i="0" u="none" strike="noStrike" noProof="0">
                          <a:solidFill>
                            <a:srgbClr val="243447"/>
                          </a:solidFill>
                          <a:effectLst/>
                        </a:rPr>
                        <a:t> </a:t>
                      </a:r>
                      <a:r>
                        <a:rPr lang="en-US" altLang="ko-KR" sz="1100" b="1" i="0" u="none" strike="noStrike" noProof="0">
                          <a:solidFill>
                            <a:srgbClr val="243447"/>
                          </a:solidFill>
                          <a:effectLst/>
                        </a:rPr>
                        <a:t>patterns</a:t>
                      </a:r>
                      <a:r>
                        <a:rPr lang="en-US" altLang="ko-KR" sz="1100" b="0" i="0" u="none" strike="noStrike" noProof="0">
                          <a:solidFill>
                            <a:srgbClr val="243447"/>
                          </a:solidFill>
                          <a:effectLst/>
                        </a:rPr>
                        <a:t>.</a:t>
                      </a:r>
                      <a:r>
                        <a:rPr lang="ko-KR" sz="1100" b="0" i="0" u="none" strike="noStrike" noProof="0">
                          <a:solidFill>
                            <a:srgbClr val="243447"/>
                          </a:solidFill>
                          <a:effectLst/>
                        </a:rPr>
                        <a:t> </a:t>
                      </a:r>
                      <a:r>
                        <a:rPr lang="en-US" altLang="ko-KR" sz="1100" b="0" i="0" u="none" strike="noStrike" noProof="0">
                          <a:solidFill>
                            <a:srgbClr val="243447"/>
                          </a:solidFill>
                          <a:effectLst/>
                        </a:rPr>
                        <a:t>Korean-ID-specific</a:t>
                      </a:r>
                      <a:r>
                        <a:rPr lang="ko-KR" sz="1100" b="0" i="0" u="none" strike="noStrike" noProof="0">
                          <a:solidFill>
                            <a:srgbClr val="243447"/>
                          </a:solidFill>
                          <a:effectLst/>
                        </a:rPr>
                        <a:t> </a:t>
                      </a:r>
                      <a:r>
                        <a:rPr lang="en-US" altLang="ko-KR" sz="1100" b="0" i="0" u="none" strike="noStrike" noProof="0">
                          <a:solidFill>
                            <a:srgbClr val="243447"/>
                          </a:solidFill>
                          <a:effectLst/>
                        </a:rPr>
                        <a:t>validity</a:t>
                      </a:r>
                      <a:r>
                        <a:rPr lang="ko-KR" sz="1100" b="0" i="0" u="none" strike="noStrike" noProof="0">
                          <a:solidFill>
                            <a:srgbClr val="243447"/>
                          </a:solidFill>
                          <a:effectLst/>
                        </a:rPr>
                        <a:t> </a:t>
                      </a:r>
                      <a:r>
                        <a:rPr lang="en-US" altLang="ko-KR" sz="1100" b="0" i="0" u="none" strike="noStrike" noProof="0">
                          <a:solidFill>
                            <a:srgbClr val="243447"/>
                          </a:solidFill>
                          <a:effectLst/>
                        </a:rPr>
                        <a:t>checking</a:t>
                      </a:r>
                      <a:r>
                        <a:rPr lang="ko-KR" sz="1100" b="0" i="0" u="none" strike="noStrike" noProof="0">
                          <a:solidFill>
                            <a:srgbClr val="243447"/>
                          </a:solidFill>
                          <a:effectLst/>
                        </a:rPr>
                        <a:t> </a:t>
                      </a:r>
                      <a:r>
                        <a:rPr lang="en-US" altLang="ko-KR" sz="1100" b="0" i="0" u="none" strike="noStrike" noProof="0">
                          <a:solidFill>
                            <a:srgbClr val="243447"/>
                          </a:solidFill>
                          <a:effectLst/>
                        </a:rPr>
                        <a:t>was</a:t>
                      </a:r>
                      <a:r>
                        <a:rPr lang="ko-KR" sz="1100" b="0" i="0" u="none" strike="noStrike" noProof="0">
                          <a:solidFill>
                            <a:srgbClr val="243447"/>
                          </a:solidFill>
                          <a:effectLst/>
                        </a:rPr>
                        <a:t> </a:t>
                      </a:r>
                      <a:r>
                        <a:rPr lang="en-US" altLang="ko-KR" sz="1100" b="0" i="0" u="none" strike="noStrike" noProof="0">
                          <a:solidFill>
                            <a:srgbClr val="243447"/>
                          </a:solidFill>
                          <a:effectLst/>
                        </a:rPr>
                        <a:t>not</a:t>
                      </a:r>
                      <a:r>
                        <a:rPr lang="ko-KR" sz="1100" b="0" i="0" u="none" strike="noStrike" noProof="0">
                          <a:solidFill>
                            <a:srgbClr val="243447"/>
                          </a:solidFill>
                          <a:effectLst/>
                        </a:rPr>
                        <a:t> </a:t>
                      </a:r>
                      <a:r>
                        <a:rPr lang="en-US" altLang="ko-KR" sz="1100" b="0" i="0" u="none" strike="noStrike" noProof="0">
                          <a:solidFill>
                            <a:srgbClr val="243447"/>
                          </a:solidFill>
                          <a:effectLst/>
                        </a:rPr>
                        <a:t>explicitly</a:t>
                      </a:r>
                      <a:r>
                        <a:rPr lang="ko-KR" sz="1100" b="0" i="0" u="none" strike="noStrike" noProof="0">
                          <a:solidFill>
                            <a:srgbClr val="243447"/>
                          </a:solidFill>
                          <a:effectLst/>
                        </a:rPr>
                        <a:t> </a:t>
                      </a:r>
                      <a:r>
                        <a:rPr lang="en-US" altLang="ko-KR" sz="1100" b="0" i="0" u="none" strike="noStrike" noProof="0">
                          <a:solidFill>
                            <a:srgbClr val="243447"/>
                          </a:solidFill>
                          <a:effectLst/>
                        </a:rPr>
                        <a:t>documented</a:t>
                      </a:r>
                      <a:r>
                        <a:rPr lang="ko-KR" sz="1100" b="0" i="0" u="none" strike="noStrike" noProof="0">
                          <a:solidFill>
                            <a:srgbClr val="243447"/>
                          </a:solidFill>
                          <a:effectLst/>
                        </a:rPr>
                        <a:t> </a:t>
                      </a:r>
                      <a:r>
                        <a:rPr lang="en-US" altLang="ko-KR" sz="1100" b="0" i="0" u="none" strike="noStrike" noProof="0">
                          <a:solidFill>
                            <a:srgbClr val="243447"/>
                          </a:solidFill>
                          <a:effectLst/>
                        </a:rPr>
                        <a:t>in</a:t>
                      </a:r>
                      <a:r>
                        <a:rPr lang="ko-KR" sz="1100" b="0" i="0" u="none" strike="noStrike" noProof="0">
                          <a:solidFill>
                            <a:srgbClr val="243447"/>
                          </a:solidFill>
                          <a:effectLst/>
                        </a:rPr>
                        <a:t> </a:t>
                      </a:r>
                      <a:r>
                        <a:rPr lang="en-US" altLang="ko-KR" sz="1100" b="0" i="0" u="none" strike="noStrike" noProof="0">
                          <a:solidFill>
                            <a:srgbClr val="243447"/>
                          </a:solidFill>
                          <a:effectLst/>
                        </a:rPr>
                        <a:t>reviewed</a:t>
                      </a:r>
                      <a:r>
                        <a:rPr lang="ko-KR" sz="1100" b="0" i="0" u="none" strike="noStrike" noProof="0">
                          <a:solidFill>
                            <a:srgbClr val="243447"/>
                          </a:solidFill>
                          <a:effectLst/>
                        </a:rPr>
                        <a:t> </a:t>
                      </a:r>
                      <a:r>
                        <a:rPr lang="en-US" altLang="ko-KR" sz="1100" b="0" i="0" u="none" strike="noStrike" noProof="0">
                          <a:solidFill>
                            <a:srgbClr val="243447"/>
                          </a:solidFill>
                          <a:effectLst/>
                        </a:rPr>
                        <a:t>material.</a:t>
                      </a:r>
                      <a:r>
                        <a:rPr lang="ko-KR" sz="1100" b="0" i="0" u="none" strike="noStrike" noProof="0">
                          <a:solidFill>
                            <a:srgbClr val="243447"/>
                          </a:solidFill>
                          <a:effectLst/>
                        </a:rPr>
                        <a:t> </a:t>
                      </a:r>
                      <a:r>
                        <a:rPr lang="en-US" altLang="ko-KR" sz="1100" b="0" i="0" u="none" strike="noStrike" noProof="0">
                          <a:solidFill>
                            <a:srgbClr val="243447"/>
                          </a:solidFill>
                          <a:effectLst/>
                        </a:rPr>
                        <a:t>[J1</a:t>
                      </a:r>
                      <a:r>
                        <a:rPr lang="ko-KR" sz="1100" b="0" i="0" u="none" strike="noStrike" noProof="0">
                          <a:solidFill>
                            <a:srgbClr val="243447"/>
                          </a:solidFill>
                          <a:effectLst/>
                        </a:rPr>
                        <a:t>]</a:t>
                      </a:r>
                      <a:endParaRPr lang="en-US" altLang="ko-KR" sz="1100" b="0" i="0" u="none" strike="noStrike" noProof="0"/>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118286590"/>
                  </a:ext>
                </a:extLst>
              </a:tr>
              <a:tr h="314325">
                <a:tc>
                  <a:txBody>
                    <a:bodyPr/>
                    <a:lstStyle/>
                    <a:p>
                      <a:pPr algn="l">
                        <a:buNone/>
                      </a:pPr>
                      <a:r>
                        <a:rPr lang="ko-KR" sz="1100" b="1">
                          <a:solidFill>
                            <a:srgbClr val="243447"/>
                          </a:solidFill>
                          <a:effectLst/>
                          <a:latin typeface="Arial"/>
                          <a:ea typeface="Arial" panose="020B0604020202020204" pitchFamily="34" charset="0"/>
                        </a:rPr>
                        <a:t>D2-02</a:t>
                      </a:r>
                      <a:endParaRPr lang="ko-KR" sz="1100" b="1">
                        <a:solidFill>
                          <a:srgbClr val="243447"/>
                        </a:solidFill>
                        <a:effectLst/>
                        <a:latin typeface="Arial"/>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100">
                          <a:solidFill>
                            <a:srgbClr val="243447"/>
                          </a:solidFill>
                          <a:effectLst/>
                          <a:latin typeface="Arial"/>
                          <a:ea typeface="Arial" panose="020B0604020202020204" pitchFamily="34" charset="0"/>
                        </a:rPr>
                        <a:t>Keyword / dictionary rules</a:t>
                      </a:r>
                      <a:endParaRPr lang="ko-KR" sz="1100">
                        <a:solidFill>
                          <a:srgbClr val="243447"/>
                        </a:solidFill>
                        <a:effectLst/>
                        <a:latin typeface="Arial"/>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100" b="1">
                          <a:solidFill>
                            <a:srgbClr val="136F73"/>
                          </a:solidFill>
                          <a:effectLst/>
                          <a:latin typeface="Arial"/>
                          <a:ea typeface="Arial" panose="020B0604020202020204" pitchFamily="34" charset="0"/>
                        </a:rPr>
                        <a:t>●</a:t>
                      </a:r>
                      <a:endParaRPr lang="ko-KR" sz="1100" b="1">
                        <a:solidFill>
                          <a:srgbClr val="136F73"/>
                        </a:solidFill>
                        <a:effectLst/>
                        <a:latin typeface="Arial"/>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lvl="0" algn="l">
                        <a:buNone/>
                      </a:pPr>
                      <a:r>
                        <a:rPr lang="en-US" altLang="ko-KR" sz="1100" b="0" i="0" u="none" strike="noStrike" noProof="0">
                          <a:solidFill>
                            <a:srgbClr val="243447"/>
                          </a:solidFill>
                          <a:effectLst/>
                        </a:rPr>
                        <a:t>AIFILTER</a:t>
                      </a:r>
                      <a:r>
                        <a:rPr lang="ko-KR" altLang="en-US" sz="1100" b="0" i="0" u="none" strike="noStrike" noProof="0">
                          <a:solidFill>
                            <a:srgbClr val="243447"/>
                          </a:solidFill>
                          <a:effectLst/>
                        </a:rPr>
                        <a:t> </a:t>
                      </a:r>
                      <a:r>
                        <a:rPr lang="en-US" altLang="ko-KR" sz="1100" b="0" i="0" u="none" strike="noStrike" noProof="0">
                          <a:solidFill>
                            <a:srgbClr val="243447"/>
                          </a:solidFill>
                          <a:effectLst/>
                        </a:rPr>
                        <a:t>supports</a:t>
                      </a:r>
                      <a:r>
                        <a:rPr lang="ko-KR" altLang="en-US" sz="1100" b="0" i="0" u="none" strike="noStrike" noProof="0">
                          <a:solidFill>
                            <a:srgbClr val="243447"/>
                          </a:solidFill>
                          <a:effectLst/>
                        </a:rPr>
                        <a:t> </a:t>
                      </a:r>
                      <a:r>
                        <a:rPr lang="en-US" altLang="ko-KR" sz="1100" b="1" i="0" u="none" strike="noStrike" noProof="0">
                          <a:solidFill>
                            <a:srgbClr val="243447"/>
                          </a:solidFill>
                          <a:effectLst/>
                        </a:rPr>
                        <a:t>administrator-defined</a:t>
                      </a:r>
                      <a:r>
                        <a:rPr lang="ko-KR" altLang="en-US" sz="1100" b="1" i="0" u="none" strike="noStrike" noProof="0">
                          <a:solidFill>
                            <a:srgbClr val="243447"/>
                          </a:solidFill>
                          <a:effectLst/>
                        </a:rPr>
                        <a:t> </a:t>
                      </a:r>
                      <a:r>
                        <a:rPr lang="en-US" altLang="ko-KR" sz="1100" b="1" i="0" u="none" strike="noStrike" noProof="0">
                          <a:solidFill>
                            <a:srgbClr val="243447"/>
                          </a:solidFill>
                          <a:effectLst/>
                        </a:rPr>
                        <a:t>keywords</a:t>
                      </a:r>
                      <a:r>
                        <a:rPr lang="ko-KR" altLang="en-US" sz="1100" b="0" i="0" u="none" strike="noStrike" noProof="0">
                          <a:solidFill>
                            <a:srgbClr val="243447"/>
                          </a:solidFill>
                          <a:effectLst/>
                        </a:rPr>
                        <a:t> </a:t>
                      </a:r>
                      <a:r>
                        <a:rPr lang="en-US" altLang="ko-KR" sz="1100" b="0" i="0" u="none" strike="noStrike" noProof="0">
                          <a:solidFill>
                            <a:srgbClr val="243447"/>
                          </a:solidFill>
                          <a:effectLst/>
                        </a:rPr>
                        <a:t>and</a:t>
                      </a:r>
                      <a:r>
                        <a:rPr lang="ko-KR" altLang="en-US" sz="1100" b="0" i="0" u="none" strike="noStrike" noProof="0">
                          <a:solidFill>
                            <a:srgbClr val="243447"/>
                          </a:solidFill>
                          <a:effectLst/>
                        </a:rPr>
                        <a:t> </a:t>
                      </a:r>
                      <a:r>
                        <a:rPr lang="en-US" altLang="ko-KR" sz="1100" b="0" i="0" u="none" strike="noStrike" noProof="0">
                          <a:solidFill>
                            <a:srgbClr val="243447"/>
                          </a:solidFill>
                          <a:effectLst/>
                        </a:rPr>
                        <a:t>template-based</a:t>
                      </a:r>
                      <a:r>
                        <a:rPr lang="ko-KR" altLang="en-US" sz="1100" b="0" i="0" u="none" strike="noStrike" noProof="0">
                          <a:solidFill>
                            <a:srgbClr val="243447"/>
                          </a:solidFill>
                          <a:effectLst/>
                        </a:rPr>
                        <a:t> </a:t>
                      </a:r>
                      <a:r>
                        <a:rPr lang="en-US" altLang="ko-KR" sz="1100" b="0" i="0" u="none" strike="noStrike" noProof="0">
                          <a:solidFill>
                            <a:srgbClr val="243447"/>
                          </a:solidFill>
                          <a:effectLst/>
                        </a:rPr>
                        <a:t>detection</a:t>
                      </a:r>
                      <a:r>
                        <a:rPr lang="ko-KR" altLang="en-US" sz="1100" b="0" i="0" u="none" strike="noStrike" noProof="0">
                          <a:solidFill>
                            <a:srgbClr val="243447"/>
                          </a:solidFill>
                          <a:effectLst/>
                        </a:rPr>
                        <a:t> </a:t>
                      </a:r>
                      <a:r>
                        <a:rPr lang="en-US" altLang="ko-KR" sz="1100" b="0" i="0" u="none" strike="noStrike" noProof="0">
                          <a:solidFill>
                            <a:srgbClr val="243447"/>
                          </a:solidFill>
                          <a:effectLst/>
                        </a:rPr>
                        <a:t>policies</a:t>
                      </a:r>
                      <a:r>
                        <a:rPr lang="ko-KR" sz="1100" b="0" i="0" u="none" strike="noStrike" noProof="0">
                          <a:solidFill>
                            <a:srgbClr val="243447"/>
                          </a:solidFill>
                          <a:effectLst/>
                        </a:rPr>
                        <a:t>. [</a:t>
                      </a:r>
                      <a:r>
                        <a:rPr lang="en-US" altLang="ko-KR" sz="1100" b="0" i="0" u="none" strike="noStrike" noProof="0">
                          <a:solidFill>
                            <a:srgbClr val="243447"/>
                          </a:solidFill>
                          <a:effectLst/>
                        </a:rPr>
                        <a:t>J1</a:t>
                      </a:r>
                      <a:r>
                        <a:rPr lang="ko-KR" sz="1100" b="0" i="0" u="none" strike="noStrike" noProof="0">
                          <a:solidFill>
                            <a:srgbClr val="243447"/>
                          </a:solidFill>
                          <a:effectLst/>
                        </a:rPr>
                        <a:t>]</a:t>
                      </a:r>
                      <a:endParaRPr lang="en-US" altLang="ko-KR" sz="1100" b="0" i="0" u="none" strike="noStrike" noProof="0"/>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3188854429"/>
                  </a:ext>
                </a:extLst>
              </a:tr>
              <a:tr h="314325">
                <a:tc>
                  <a:txBody>
                    <a:bodyPr/>
                    <a:lstStyle/>
                    <a:p>
                      <a:pPr algn="l">
                        <a:buNone/>
                      </a:pPr>
                      <a:r>
                        <a:rPr lang="ko-KR" sz="1100" b="1">
                          <a:solidFill>
                            <a:srgbClr val="243447"/>
                          </a:solidFill>
                          <a:effectLst/>
                          <a:latin typeface="Arial"/>
                          <a:ea typeface="Arial" panose="020B0604020202020204" pitchFamily="34" charset="0"/>
                        </a:rPr>
                        <a:t>D2-03</a:t>
                      </a:r>
                      <a:endParaRPr lang="ko-KR" sz="1100" b="1">
                        <a:solidFill>
                          <a:srgbClr val="243447"/>
                        </a:solidFill>
                        <a:effectLst/>
                        <a:latin typeface="Arial"/>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100">
                          <a:solidFill>
                            <a:srgbClr val="243447"/>
                          </a:solidFill>
                          <a:effectLst/>
                          <a:latin typeface="Arial"/>
                          <a:ea typeface="Arial" panose="020B0604020202020204" pitchFamily="34" charset="0"/>
                        </a:rPr>
                        <a:t>Exact data matching (EDM)</a:t>
                      </a:r>
                      <a:endParaRPr lang="ko-KR" sz="1100">
                        <a:solidFill>
                          <a:srgbClr val="243447"/>
                        </a:solidFill>
                        <a:effectLst/>
                        <a:latin typeface="Arial"/>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100" b="1">
                          <a:solidFill>
                            <a:srgbClr val="5E6C7A"/>
                          </a:solidFill>
                          <a:effectLst/>
                          <a:latin typeface="Arial"/>
                          <a:ea typeface="Arial" panose="020B0604020202020204" pitchFamily="34" charset="0"/>
                        </a:rPr>
                        <a:t>?</a:t>
                      </a:r>
                      <a:endParaRPr lang="ko-KR" sz="1100" b="1">
                        <a:solidFill>
                          <a:srgbClr val="5E6C7A"/>
                        </a:solidFill>
                        <a:effectLst/>
                        <a:latin typeface="Arial"/>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lvl="0" algn="l">
                        <a:buNone/>
                      </a:pPr>
                      <a:r>
                        <a:rPr lang="en-US" altLang="ko-KR" sz="1100" b="0" i="0" u="none" strike="noStrike" noProof="0">
                          <a:solidFill>
                            <a:srgbClr val="243447"/>
                          </a:solidFill>
                          <a:effectLst/>
                        </a:rPr>
                        <a:t>SERVERFILTER</a:t>
                      </a:r>
                      <a:r>
                        <a:rPr lang="ko-KR" altLang="en-US" sz="1100" b="0" i="0" u="none" strike="noStrike" noProof="0">
                          <a:solidFill>
                            <a:srgbClr val="243447"/>
                          </a:solidFill>
                          <a:effectLst/>
                        </a:rPr>
                        <a:t> </a:t>
                      </a:r>
                      <a:r>
                        <a:rPr lang="en-US" altLang="ko-KR" sz="1100" b="0" i="0" u="none" strike="noStrike" noProof="0">
                          <a:solidFill>
                            <a:srgbClr val="243447"/>
                          </a:solidFill>
                          <a:effectLst/>
                        </a:rPr>
                        <a:t>can</a:t>
                      </a:r>
                      <a:r>
                        <a:rPr lang="ko-KR" altLang="en-US" sz="1100" b="0" i="0" u="none" strike="noStrike" noProof="0">
                          <a:solidFill>
                            <a:srgbClr val="243447"/>
                          </a:solidFill>
                          <a:effectLst/>
                        </a:rPr>
                        <a:t> </a:t>
                      </a:r>
                      <a:r>
                        <a:rPr lang="en-US" altLang="ko-KR" sz="1100" b="0" i="0" u="none" strike="noStrike" noProof="0">
                          <a:solidFill>
                            <a:srgbClr val="243447"/>
                          </a:solidFill>
                          <a:effectLst/>
                        </a:rPr>
                        <a:t>inspect</a:t>
                      </a:r>
                      <a:r>
                        <a:rPr lang="ko-KR" altLang="en-US" sz="1100" b="0" i="0" u="none" strike="noStrike" noProof="0">
                          <a:solidFill>
                            <a:srgbClr val="243447"/>
                          </a:solidFill>
                          <a:effectLst/>
                        </a:rPr>
                        <a:t> </a:t>
                      </a:r>
                      <a:r>
                        <a:rPr lang="en-US" altLang="ko-KR" sz="1100" b="0" i="0" u="none" strike="noStrike" noProof="0">
                          <a:solidFill>
                            <a:srgbClr val="243447"/>
                          </a:solidFill>
                          <a:effectLst/>
                        </a:rPr>
                        <a:t>databases</a:t>
                      </a:r>
                      <a:r>
                        <a:rPr lang="ko-KR" altLang="en-US" sz="1100" b="0" i="0" u="none" strike="noStrike" noProof="0">
                          <a:solidFill>
                            <a:srgbClr val="243447"/>
                          </a:solidFill>
                          <a:effectLst/>
                        </a:rPr>
                        <a:t> </a:t>
                      </a:r>
                      <a:r>
                        <a:rPr lang="en-US" altLang="ko-KR" sz="1100" b="0" i="0" u="none" strike="noStrike" noProof="0">
                          <a:solidFill>
                            <a:srgbClr val="243447"/>
                          </a:solidFill>
                          <a:effectLst/>
                        </a:rPr>
                        <a:t>through</a:t>
                      </a:r>
                      <a:r>
                        <a:rPr lang="ko-KR" altLang="en-US" sz="1100" b="0" i="0" u="none" strike="noStrike" noProof="0">
                          <a:solidFill>
                            <a:srgbClr val="243447"/>
                          </a:solidFill>
                          <a:effectLst/>
                        </a:rPr>
                        <a:t> </a:t>
                      </a:r>
                      <a:r>
                        <a:rPr lang="ko-KR" sz="1100" b="0" i="0" u="none" strike="noStrike" noProof="0">
                          <a:solidFill>
                            <a:srgbClr val="243447"/>
                          </a:solidFill>
                          <a:effectLst/>
                        </a:rPr>
                        <a:t>DB </a:t>
                      </a:r>
                      <a:r>
                        <a:rPr lang="en-US" altLang="ko-KR" sz="1100" b="0" i="0" u="none" strike="noStrike" noProof="0">
                          <a:solidFill>
                            <a:srgbClr val="243447"/>
                          </a:solidFill>
                          <a:effectLst/>
                        </a:rPr>
                        <a:t>connections,</a:t>
                      </a:r>
                      <a:r>
                        <a:rPr lang="ko-KR" altLang="en-US" sz="1100" b="0" i="0" u="none" strike="noStrike" noProof="0">
                          <a:solidFill>
                            <a:srgbClr val="243447"/>
                          </a:solidFill>
                          <a:effectLst/>
                        </a:rPr>
                        <a:t> </a:t>
                      </a:r>
                      <a:r>
                        <a:rPr lang="en-US" altLang="ko-KR" sz="1100" b="0" i="0" u="none" strike="noStrike" noProof="0">
                          <a:solidFill>
                            <a:srgbClr val="243447"/>
                          </a:solidFill>
                          <a:effectLst/>
                        </a:rPr>
                        <a:t>but</a:t>
                      </a:r>
                      <a:r>
                        <a:rPr lang="ko-KR" altLang="en-US" sz="1100" b="0" i="0" u="none" strike="noStrike" noProof="0">
                          <a:solidFill>
                            <a:srgbClr val="243447"/>
                          </a:solidFill>
                          <a:effectLst/>
                        </a:rPr>
                        <a:t> </a:t>
                      </a:r>
                      <a:r>
                        <a:rPr lang="en-US" altLang="ko-KR" sz="1100" b="1" i="0" u="none" strike="noStrike" noProof="0">
                          <a:solidFill>
                            <a:srgbClr val="243447"/>
                          </a:solidFill>
                          <a:effectLst/>
                        </a:rPr>
                        <a:t>exact</a:t>
                      </a:r>
                      <a:r>
                        <a:rPr lang="ko-KR" altLang="en-US" sz="1100" b="1" i="0" u="none" strike="noStrike" noProof="0">
                          <a:solidFill>
                            <a:srgbClr val="243447"/>
                          </a:solidFill>
                          <a:effectLst/>
                        </a:rPr>
                        <a:t> </a:t>
                      </a:r>
                      <a:r>
                        <a:rPr lang="en-US" altLang="ko-KR" sz="1100" b="1" i="0" u="none" strike="noStrike" noProof="0">
                          <a:solidFill>
                            <a:srgbClr val="243447"/>
                          </a:solidFill>
                          <a:effectLst/>
                        </a:rPr>
                        <a:t>database</a:t>
                      </a:r>
                      <a:r>
                        <a:rPr lang="ko-KR" altLang="en-US" sz="1100" b="1" i="0" u="none" strike="noStrike" noProof="0">
                          <a:solidFill>
                            <a:srgbClr val="243447"/>
                          </a:solidFill>
                          <a:effectLst/>
                        </a:rPr>
                        <a:t> </a:t>
                      </a:r>
                      <a:r>
                        <a:rPr lang="ko-KR" sz="1100" b="1" i="0" u="none" strike="noStrike" noProof="0">
                          <a:solidFill>
                            <a:srgbClr val="243447"/>
                          </a:solidFill>
                          <a:effectLst/>
                        </a:rPr>
                        <a:t>fingerprint </a:t>
                      </a:r>
                      <a:r>
                        <a:rPr lang="en-US" altLang="ko-KR" sz="1100" b="1" i="0" u="none" strike="noStrike" noProof="0">
                          <a:solidFill>
                            <a:srgbClr val="243447"/>
                          </a:solidFill>
                          <a:effectLst/>
                        </a:rPr>
                        <a:t>/</a:t>
                      </a:r>
                      <a:r>
                        <a:rPr lang="ko-KR" altLang="en-US" sz="1100" b="1" i="0" u="none" strike="noStrike" noProof="0">
                          <a:solidFill>
                            <a:srgbClr val="243447"/>
                          </a:solidFill>
                          <a:effectLst/>
                        </a:rPr>
                        <a:t> </a:t>
                      </a:r>
                      <a:r>
                        <a:rPr lang="en-US" altLang="ko-KR" sz="1100" b="1" i="0" u="none" strike="noStrike" noProof="0">
                          <a:solidFill>
                            <a:srgbClr val="243447"/>
                          </a:solidFill>
                          <a:effectLst/>
                        </a:rPr>
                        <a:t>EDM</a:t>
                      </a:r>
                      <a:r>
                        <a:rPr lang="ko-KR" altLang="en-US" sz="1100" b="1" i="0" u="none" strike="noStrike" noProof="0">
                          <a:solidFill>
                            <a:srgbClr val="243447"/>
                          </a:solidFill>
                          <a:effectLst/>
                        </a:rPr>
                        <a:t> </a:t>
                      </a:r>
                      <a:r>
                        <a:rPr lang="ko-KR" sz="1100" b="1" i="0" u="none" strike="noStrike" noProof="0">
                          <a:solidFill>
                            <a:srgbClr val="243447"/>
                          </a:solidFill>
                          <a:effectLst/>
                        </a:rPr>
                        <a:t>matching </a:t>
                      </a:r>
                      <a:r>
                        <a:rPr lang="en-US" altLang="ko-KR" sz="1100" b="1" i="0" u="none" strike="noStrike" noProof="0">
                          <a:solidFill>
                            <a:srgbClr val="243447"/>
                          </a:solidFill>
                          <a:effectLst/>
                        </a:rPr>
                        <a:t>was</a:t>
                      </a:r>
                      <a:r>
                        <a:rPr lang="ko-KR" altLang="en-US" sz="1100" b="1" i="0" u="none" strike="noStrike" noProof="0">
                          <a:solidFill>
                            <a:srgbClr val="243447"/>
                          </a:solidFill>
                          <a:effectLst/>
                        </a:rPr>
                        <a:t> </a:t>
                      </a:r>
                      <a:r>
                        <a:rPr lang="ko-KR" sz="1100" b="1" i="0" u="none" strike="noStrike" noProof="0">
                          <a:solidFill>
                            <a:srgbClr val="243447"/>
                          </a:solidFill>
                          <a:effectLst/>
                        </a:rPr>
                        <a:t>not </a:t>
                      </a:r>
                      <a:r>
                        <a:rPr lang="en-US" altLang="ko-KR" sz="1100" b="1" i="0" u="none" strike="noStrike" noProof="0">
                          <a:solidFill>
                            <a:srgbClr val="243447"/>
                          </a:solidFill>
                          <a:effectLst/>
                        </a:rPr>
                        <a:t>established</a:t>
                      </a:r>
                      <a:r>
                        <a:rPr lang="ko-KR" sz="1100" b="0" i="0" u="none" strike="noStrike" noProof="0">
                          <a:solidFill>
                            <a:srgbClr val="243447"/>
                          </a:solidFill>
                          <a:effectLst/>
                        </a:rPr>
                        <a:t>.</a:t>
                      </a:r>
                      <a:r>
                        <a:rPr lang="ko-KR" altLang="en-US" sz="1100" b="0" i="0" u="none" strike="noStrike" noProof="0">
                          <a:solidFill>
                            <a:srgbClr val="243447"/>
                          </a:solidFill>
                          <a:effectLst/>
                        </a:rPr>
                        <a:t> </a:t>
                      </a:r>
                      <a:r>
                        <a:rPr lang="en-US" altLang="ko-KR" sz="1100" b="0" i="0" u="none" strike="noStrike" noProof="0">
                          <a:solidFill>
                            <a:srgbClr val="243447"/>
                          </a:solidFill>
                          <a:effectLst/>
                        </a:rPr>
                        <a:t>[J3]</a:t>
                      </a:r>
                      <a:endParaRPr lang="en-US" altLang="ko-KR" sz="1100"/>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961593320"/>
                  </a:ext>
                </a:extLst>
              </a:tr>
              <a:tr h="475179">
                <a:tc>
                  <a:txBody>
                    <a:bodyPr/>
                    <a:lstStyle/>
                    <a:p>
                      <a:pPr algn="l">
                        <a:buNone/>
                      </a:pPr>
                      <a:r>
                        <a:rPr lang="ko-KR" sz="1100" b="1">
                          <a:solidFill>
                            <a:srgbClr val="243447"/>
                          </a:solidFill>
                          <a:effectLst/>
                          <a:latin typeface="Arial"/>
                          <a:ea typeface="Arial" panose="020B0604020202020204" pitchFamily="34" charset="0"/>
                        </a:rPr>
                        <a:t>D2-04</a:t>
                      </a:r>
                      <a:endParaRPr lang="ko-KR" sz="1100" b="1">
                        <a:solidFill>
                          <a:srgbClr val="243447"/>
                        </a:solidFill>
                        <a:effectLst/>
                        <a:latin typeface="Arial"/>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100">
                          <a:solidFill>
                            <a:srgbClr val="243447"/>
                          </a:solidFill>
                          <a:effectLst/>
                          <a:latin typeface="Arial"/>
                          <a:ea typeface="Arial" panose="020B0604020202020204" pitchFamily="34" charset="0"/>
                        </a:rPr>
                        <a:t>Registered document matching</a:t>
                      </a:r>
                      <a:endParaRPr lang="ko-KR" sz="1100">
                        <a:solidFill>
                          <a:srgbClr val="243447"/>
                        </a:solidFill>
                        <a:effectLst/>
                        <a:latin typeface="Arial"/>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100" b="1">
                          <a:solidFill>
                            <a:srgbClr val="5E6C7A"/>
                          </a:solidFill>
                          <a:effectLst/>
                          <a:latin typeface="Arial"/>
                          <a:ea typeface="Arial" panose="020B0604020202020204" pitchFamily="34" charset="0"/>
                        </a:rPr>
                        <a:t>?</a:t>
                      </a:r>
                      <a:endParaRPr lang="ko-KR" sz="1100" b="1">
                        <a:solidFill>
                          <a:srgbClr val="5E6C7A"/>
                        </a:solidFill>
                        <a:effectLst/>
                        <a:latin typeface="Arial"/>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lvl="0" algn="l">
                        <a:buNone/>
                      </a:pPr>
                      <a:r>
                        <a:rPr lang="en-US" altLang="ko-KR" sz="1100" b="0" i="0" u="none" strike="noStrike" noProof="0">
                          <a:solidFill>
                            <a:srgbClr val="243447"/>
                          </a:solidFill>
                          <a:effectLst/>
                        </a:rPr>
                        <a:t>Document</a:t>
                      </a:r>
                      <a:r>
                        <a:rPr lang="ko-KR" altLang="en-US" sz="1100" b="0" i="0" u="none" strike="noStrike" noProof="0">
                          <a:solidFill>
                            <a:srgbClr val="243447"/>
                          </a:solidFill>
                          <a:effectLst/>
                        </a:rPr>
                        <a:t> </a:t>
                      </a:r>
                      <a:r>
                        <a:rPr lang="en-US" altLang="ko-KR" sz="1100" b="0" i="0" u="none" strike="noStrike" noProof="0">
                          <a:solidFill>
                            <a:srgbClr val="243447"/>
                          </a:solidFill>
                          <a:effectLst/>
                        </a:rPr>
                        <a:t>and</a:t>
                      </a:r>
                      <a:r>
                        <a:rPr lang="ko-KR" altLang="en-US" sz="1100" b="0" i="0" u="none" strike="noStrike" noProof="0">
                          <a:solidFill>
                            <a:srgbClr val="243447"/>
                          </a:solidFill>
                          <a:effectLst/>
                        </a:rPr>
                        <a:t> </a:t>
                      </a:r>
                      <a:r>
                        <a:rPr lang="en-US" altLang="ko-KR" sz="1100" b="0" i="0" u="none" strike="noStrike" noProof="0">
                          <a:solidFill>
                            <a:srgbClr val="243447"/>
                          </a:solidFill>
                          <a:effectLst/>
                        </a:rPr>
                        <a:t>image</a:t>
                      </a:r>
                      <a:r>
                        <a:rPr lang="ko-KR" altLang="en-US" sz="1100" b="0" i="0" u="none" strike="noStrike" noProof="0">
                          <a:solidFill>
                            <a:srgbClr val="243447"/>
                          </a:solidFill>
                          <a:effectLst/>
                        </a:rPr>
                        <a:t> </a:t>
                      </a:r>
                      <a:r>
                        <a:rPr lang="en-US" altLang="ko-KR" sz="1100" b="0" i="0" u="none" strike="noStrike" noProof="0">
                          <a:solidFill>
                            <a:srgbClr val="243447"/>
                          </a:solidFill>
                          <a:effectLst/>
                        </a:rPr>
                        <a:t>inspection</a:t>
                      </a:r>
                      <a:r>
                        <a:rPr lang="ko-KR" altLang="en-US" sz="1100" b="0" i="0" u="none" strike="noStrike" noProof="0">
                          <a:solidFill>
                            <a:srgbClr val="243447"/>
                          </a:solidFill>
                          <a:effectLst/>
                        </a:rPr>
                        <a:t> </a:t>
                      </a:r>
                      <a:r>
                        <a:rPr lang="en-US" altLang="ko-KR" sz="1100" b="0" i="0" u="none" strike="noStrike" noProof="0">
                          <a:solidFill>
                            <a:srgbClr val="243447"/>
                          </a:solidFill>
                          <a:effectLst/>
                        </a:rPr>
                        <a:t>are</a:t>
                      </a:r>
                      <a:r>
                        <a:rPr lang="ko-KR" altLang="en-US" sz="1100" b="0" i="0" u="none" strike="noStrike" noProof="0">
                          <a:solidFill>
                            <a:srgbClr val="243447"/>
                          </a:solidFill>
                          <a:effectLst/>
                        </a:rPr>
                        <a:t> </a:t>
                      </a:r>
                      <a:r>
                        <a:rPr lang="en-US" altLang="ko-KR" sz="1100" b="0" i="0" u="none" strike="noStrike" noProof="0">
                          <a:solidFill>
                            <a:srgbClr val="243447"/>
                          </a:solidFill>
                          <a:effectLst/>
                        </a:rPr>
                        <a:t>supported,</a:t>
                      </a:r>
                      <a:r>
                        <a:rPr lang="ko-KR" altLang="en-US" sz="1100" b="0" i="0" u="none" strike="noStrike" noProof="0">
                          <a:solidFill>
                            <a:srgbClr val="243447"/>
                          </a:solidFill>
                          <a:effectLst/>
                        </a:rPr>
                        <a:t> </a:t>
                      </a:r>
                      <a:r>
                        <a:rPr lang="en-US" altLang="ko-KR" sz="1100" b="0" i="0" u="none" strike="noStrike" noProof="0">
                          <a:solidFill>
                            <a:srgbClr val="243447"/>
                          </a:solidFill>
                          <a:effectLst/>
                        </a:rPr>
                        <a:t>but</a:t>
                      </a:r>
                      <a:r>
                        <a:rPr lang="ko-KR" altLang="en-US" sz="1100" b="0" i="0" u="none" strike="noStrike" noProof="0">
                          <a:solidFill>
                            <a:srgbClr val="243447"/>
                          </a:solidFill>
                          <a:effectLst/>
                        </a:rPr>
                        <a:t> </a:t>
                      </a:r>
                      <a:r>
                        <a:rPr lang="en-US" altLang="ko-KR" sz="1100" b="0" i="0" u="none" strike="noStrike" noProof="0">
                          <a:solidFill>
                            <a:srgbClr val="243447"/>
                          </a:solidFill>
                          <a:effectLst/>
                        </a:rPr>
                        <a:t>registered-document</a:t>
                      </a:r>
                      <a:r>
                        <a:rPr lang="ko-KR" altLang="en-US" sz="1100" b="0" i="0" u="none" strike="noStrike" noProof="0">
                          <a:solidFill>
                            <a:srgbClr val="243447"/>
                          </a:solidFill>
                          <a:effectLst/>
                        </a:rPr>
                        <a:t> </a:t>
                      </a:r>
                      <a:r>
                        <a:rPr lang="ko-KR" sz="1100" b="0" i="0" u="none" strike="noStrike" noProof="0">
                          <a:solidFill>
                            <a:srgbClr val="243447"/>
                          </a:solidFill>
                          <a:effectLst/>
                        </a:rPr>
                        <a:t>fingerprint</a:t>
                      </a:r>
                      <a:r>
                        <a:rPr lang="en-US" altLang="ko-KR" sz="1100" b="0" i="0" u="none" strike="noStrike" noProof="0">
                          <a:solidFill>
                            <a:srgbClr val="243447"/>
                          </a:solidFill>
                          <a:effectLst/>
                        </a:rPr>
                        <a:t>/similarity</a:t>
                      </a:r>
                      <a:r>
                        <a:rPr lang="ko-KR" sz="1100" b="0" i="0" u="none" strike="noStrike" noProof="0">
                          <a:solidFill>
                            <a:srgbClr val="243447"/>
                          </a:solidFill>
                          <a:effectLst/>
                        </a:rPr>
                        <a:t> matching </a:t>
                      </a:r>
                      <a:r>
                        <a:rPr lang="en-US" altLang="ko-KR" sz="1100" b="0" i="0" u="none" strike="noStrike" noProof="0">
                          <a:solidFill>
                            <a:srgbClr val="243447"/>
                          </a:solidFill>
                          <a:effectLst/>
                        </a:rPr>
                        <a:t>was</a:t>
                      </a:r>
                      <a:r>
                        <a:rPr lang="ko-KR" altLang="en-US" sz="1100" b="0" i="0" u="none" strike="noStrike" noProof="0">
                          <a:solidFill>
                            <a:srgbClr val="243447"/>
                          </a:solidFill>
                          <a:effectLst/>
                        </a:rPr>
                        <a:t> </a:t>
                      </a:r>
                      <a:r>
                        <a:rPr lang="ko-KR" sz="1100" b="0" i="0" u="none" strike="noStrike" noProof="0">
                          <a:solidFill>
                            <a:srgbClr val="243447"/>
                          </a:solidFill>
                          <a:effectLst/>
                        </a:rPr>
                        <a:t>not </a:t>
                      </a:r>
                      <a:r>
                        <a:rPr lang="en-US" altLang="ko-KR" sz="1100" b="0" i="0" u="none" strike="noStrike" noProof="0">
                          <a:solidFill>
                            <a:srgbClr val="243447"/>
                          </a:solidFill>
                          <a:effectLst/>
                        </a:rPr>
                        <a:t>identified</a:t>
                      </a:r>
                      <a:r>
                        <a:rPr lang="ko-KR" altLang="en-US" sz="1100" b="0" i="0" u="none" strike="noStrike" noProof="0">
                          <a:solidFill>
                            <a:srgbClr val="243447"/>
                          </a:solidFill>
                          <a:effectLst/>
                        </a:rPr>
                        <a:t> </a:t>
                      </a:r>
                      <a:r>
                        <a:rPr lang="en-US" altLang="ko-KR" sz="1100" b="0" i="0" u="none" strike="noStrike" noProof="0">
                          <a:solidFill>
                            <a:srgbClr val="243447"/>
                          </a:solidFill>
                          <a:effectLst/>
                        </a:rPr>
                        <a:t>in</a:t>
                      </a:r>
                      <a:r>
                        <a:rPr lang="ko-KR" altLang="en-US" sz="1100" b="0" i="0" u="none" strike="noStrike" noProof="0">
                          <a:solidFill>
                            <a:srgbClr val="243447"/>
                          </a:solidFill>
                          <a:effectLst/>
                        </a:rPr>
                        <a:t> </a:t>
                      </a:r>
                      <a:r>
                        <a:rPr lang="en-US" altLang="ko-KR" sz="1100" b="0" i="0" u="none" strike="noStrike" noProof="0">
                          <a:solidFill>
                            <a:srgbClr val="243447"/>
                          </a:solidFill>
                          <a:effectLst/>
                        </a:rPr>
                        <a:t>reviewed</a:t>
                      </a:r>
                      <a:r>
                        <a:rPr lang="ko-KR" altLang="en-US" sz="1100" b="0" i="0" u="none" strike="noStrike" noProof="0">
                          <a:solidFill>
                            <a:srgbClr val="243447"/>
                          </a:solidFill>
                          <a:effectLst/>
                        </a:rPr>
                        <a:t> </a:t>
                      </a:r>
                      <a:r>
                        <a:rPr lang="en-US" altLang="ko-KR" sz="1100" b="0" i="0" u="none" strike="noStrike" noProof="0">
                          <a:solidFill>
                            <a:srgbClr val="243447"/>
                          </a:solidFill>
                          <a:effectLst/>
                        </a:rPr>
                        <a:t>material</a:t>
                      </a:r>
                      <a:r>
                        <a:rPr lang="ko-KR" sz="1100" b="0" i="0" u="none" strike="noStrike" noProof="0">
                          <a:solidFill>
                            <a:srgbClr val="243447"/>
                          </a:solidFill>
                          <a:effectLst/>
                        </a:rPr>
                        <a:t>.</a:t>
                      </a:r>
                      <a:endParaRPr lang="en-US" altLang="ko-KR" sz="1100" b="0" i="0" u="none" strike="noStrike" noProof="0"/>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135230095"/>
                  </a:ext>
                </a:extLst>
              </a:tr>
              <a:tr h="314325">
                <a:tc>
                  <a:txBody>
                    <a:bodyPr/>
                    <a:lstStyle/>
                    <a:p>
                      <a:pPr algn="l">
                        <a:buNone/>
                      </a:pPr>
                      <a:r>
                        <a:rPr lang="ko-KR" sz="1100" b="1">
                          <a:solidFill>
                            <a:srgbClr val="243447"/>
                          </a:solidFill>
                          <a:effectLst/>
                          <a:latin typeface="Arial"/>
                          <a:ea typeface="Arial" panose="020B0604020202020204" pitchFamily="34" charset="0"/>
                        </a:rPr>
                        <a:t>D2-05</a:t>
                      </a:r>
                      <a:endParaRPr lang="ko-KR" sz="1100" b="1">
                        <a:solidFill>
                          <a:srgbClr val="243447"/>
                        </a:solidFill>
                        <a:effectLst/>
                        <a:latin typeface="Arial"/>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100">
                          <a:solidFill>
                            <a:srgbClr val="243447"/>
                          </a:solidFill>
                          <a:effectLst/>
                          <a:latin typeface="Arial"/>
                          <a:ea typeface="Arial" panose="020B0604020202020204" pitchFamily="34" charset="0"/>
                        </a:rPr>
                        <a:t>True file-type identification</a:t>
                      </a:r>
                      <a:endParaRPr lang="ko-KR" sz="1100">
                        <a:solidFill>
                          <a:srgbClr val="243447"/>
                        </a:solidFill>
                        <a:effectLst/>
                        <a:latin typeface="Arial"/>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100" b="1">
                          <a:solidFill>
                            <a:srgbClr val="5E6C7A"/>
                          </a:solidFill>
                          <a:effectLst/>
                          <a:latin typeface="Arial"/>
                          <a:ea typeface="Arial" panose="020B0604020202020204" pitchFamily="34" charset="0"/>
                        </a:rPr>
                        <a:t>?</a:t>
                      </a:r>
                      <a:endParaRPr lang="ko-KR" sz="1100" b="1">
                        <a:solidFill>
                          <a:srgbClr val="5E6C7A"/>
                        </a:solidFill>
                        <a:effectLst/>
                        <a:latin typeface="Arial"/>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lvl="0" algn="l">
                        <a:buNone/>
                      </a:pPr>
                      <a:r>
                        <a:rPr lang="en-US" altLang="ko-KR" sz="1100" b="0" i="0" u="none" strike="noStrike" noProof="0">
                          <a:solidFill>
                            <a:srgbClr val="243447"/>
                          </a:solidFill>
                          <a:effectLst/>
                        </a:rPr>
                        <a:t>Multiple</a:t>
                      </a:r>
                      <a:r>
                        <a:rPr lang="ko-KR" altLang="en-US" sz="1100" b="0" i="0" u="none" strike="noStrike" noProof="0">
                          <a:solidFill>
                            <a:srgbClr val="243447"/>
                          </a:solidFill>
                          <a:effectLst/>
                        </a:rPr>
                        <a:t> </a:t>
                      </a:r>
                      <a:r>
                        <a:rPr lang="en-US" altLang="ko-KR" sz="1100" b="0" i="0" u="none" strike="noStrike" noProof="0">
                          <a:solidFill>
                            <a:srgbClr val="243447"/>
                          </a:solidFill>
                          <a:effectLst/>
                        </a:rPr>
                        <a:t>document</a:t>
                      </a:r>
                      <a:r>
                        <a:rPr lang="ko-KR" sz="1100" b="0" i="0" u="none" strike="noStrike" noProof="0">
                          <a:solidFill>
                            <a:srgbClr val="243447"/>
                          </a:solidFill>
                          <a:effectLst/>
                        </a:rPr>
                        <a:t>/</a:t>
                      </a:r>
                      <a:r>
                        <a:rPr lang="en-US" altLang="ko-KR" sz="1100" b="0" i="0" u="none" strike="noStrike" noProof="0">
                          <a:solidFill>
                            <a:srgbClr val="243447"/>
                          </a:solidFill>
                          <a:effectLst/>
                        </a:rPr>
                        <a:t>image</a:t>
                      </a:r>
                      <a:r>
                        <a:rPr lang="ko-KR" altLang="en-US" sz="1100" b="0" i="0" u="none" strike="noStrike" noProof="0">
                          <a:solidFill>
                            <a:srgbClr val="243447"/>
                          </a:solidFill>
                          <a:effectLst/>
                        </a:rPr>
                        <a:t> </a:t>
                      </a:r>
                      <a:r>
                        <a:rPr lang="en-US" altLang="ko-KR" sz="1100" b="0" i="0" u="none" strike="noStrike" noProof="0">
                          <a:solidFill>
                            <a:srgbClr val="243447"/>
                          </a:solidFill>
                          <a:effectLst/>
                        </a:rPr>
                        <a:t>formats</a:t>
                      </a:r>
                      <a:r>
                        <a:rPr lang="ko-KR" altLang="en-US" sz="1100" b="0" i="0" u="none" strike="noStrike" noProof="0">
                          <a:solidFill>
                            <a:srgbClr val="243447"/>
                          </a:solidFill>
                          <a:effectLst/>
                        </a:rPr>
                        <a:t> </a:t>
                      </a:r>
                      <a:r>
                        <a:rPr lang="en-US" altLang="ko-KR" sz="1100" b="0" i="0" u="none" strike="noStrike" noProof="0">
                          <a:solidFill>
                            <a:srgbClr val="243447"/>
                          </a:solidFill>
                          <a:effectLst/>
                        </a:rPr>
                        <a:t>are</a:t>
                      </a:r>
                      <a:r>
                        <a:rPr lang="ko-KR" altLang="en-US" sz="1100" b="0" i="0" u="none" strike="noStrike" noProof="0">
                          <a:solidFill>
                            <a:srgbClr val="243447"/>
                          </a:solidFill>
                          <a:effectLst/>
                        </a:rPr>
                        <a:t> </a:t>
                      </a:r>
                      <a:r>
                        <a:rPr lang="en-US" altLang="ko-KR" sz="1100" b="0" i="0" u="none" strike="noStrike" noProof="0">
                          <a:solidFill>
                            <a:srgbClr val="243447"/>
                          </a:solidFill>
                          <a:effectLst/>
                        </a:rPr>
                        <a:t>supported,</a:t>
                      </a:r>
                      <a:r>
                        <a:rPr lang="ko-KR" altLang="en-US" sz="1100" b="0" i="0" u="none" strike="noStrike" noProof="0">
                          <a:solidFill>
                            <a:srgbClr val="243447"/>
                          </a:solidFill>
                          <a:effectLst/>
                        </a:rPr>
                        <a:t> </a:t>
                      </a:r>
                      <a:r>
                        <a:rPr lang="en-US" altLang="ko-KR" sz="1100" b="0" i="0" u="none" strike="noStrike" noProof="0">
                          <a:solidFill>
                            <a:srgbClr val="243447"/>
                          </a:solidFill>
                          <a:effectLst/>
                        </a:rPr>
                        <a:t>but</a:t>
                      </a:r>
                      <a:r>
                        <a:rPr lang="ko-KR" altLang="en-US" sz="1100" b="0" i="0" u="none" strike="noStrike" noProof="0">
                          <a:solidFill>
                            <a:srgbClr val="243447"/>
                          </a:solidFill>
                          <a:effectLst/>
                        </a:rPr>
                        <a:t> </a:t>
                      </a:r>
                      <a:r>
                        <a:rPr lang="en-US" altLang="ko-KR" sz="1100" b="1" i="0" u="none" strike="noStrike" noProof="0">
                          <a:solidFill>
                            <a:srgbClr val="243447"/>
                          </a:solidFill>
                          <a:effectLst/>
                        </a:rPr>
                        <a:t>file-signature</a:t>
                      </a:r>
                      <a:r>
                        <a:rPr lang="ko-KR" altLang="en-US" sz="1100" b="1" i="0" u="none" strike="noStrike" noProof="0">
                          <a:solidFill>
                            <a:srgbClr val="243447"/>
                          </a:solidFill>
                          <a:effectLst/>
                        </a:rPr>
                        <a:t> </a:t>
                      </a:r>
                      <a:r>
                        <a:rPr lang="en-US" altLang="ko-KR" sz="1100" b="1" i="0" u="none" strike="noStrike" noProof="0">
                          <a:solidFill>
                            <a:srgbClr val="243447"/>
                          </a:solidFill>
                          <a:effectLst/>
                        </a:rPr>
                        <a:t>validation</a:t>
                      </a:r>
                      <a:r>
                        <a:rPr lang="ko-KR" altLang="en-US" sz="1100" b="1" i="0" u="none" strike="noStrike" noProof="0">
                          <a:solidFill>
                            <a:srgbClr val="243447"/>
                          </a:solidFill>
                          <a:effectLst/>
                        </a:rPr>
                        <a:t> </a:t>
                      </a:r>
                      <a:r>
                        <a:rPr lang="en-US" altLang="ko-KR" sz="1100" b="1" i="0" u="none" strike="noStrike" noProof="0">
                          <a:solidFill>
                            <a:srgbClr val="243447"/>
                          </a:solidFill>
                          <a:effectLst/>
                        </a:rPr>
                        <a:t>or</a:t>
                      </a:r>
                      <a:r>
                        <a:rPr lang="ko-KR" sz="1100" b="1" i="0" u="none" strike="noStrike" noProof="0">
                          <a:solidFill>
                            <a:srgbClr val="243447"/>
                          </a:solidFill>
                          <a:effectLst/>
                        </a:rPr>
                        <a:t> extension-spoofing </a:t>
                      </a:r>
                      <a:r>
                        <a:rPr lang="en-US" altLang="ko-KR" sz="1100" b="1" i="0" u="none" strike="noStrike" noProof="0">
                          <a:solidFill>
                            <a:srgbClr val="243447"/>
                          </a:solidFill>
                          <a:effectLst/>
                        </a:rPr>
                        <a:t>detection</a:t>
                      </a:r>
                      <a:r>
                        <a:rPr lang="ko-KR" altLang="en-US" sz="1100" b="0" i="0" u="none" strike="noStrike" noProof="0">
                          <a:solidFill>
                            <a:srgbClr val="243447"/>
                          </a:solidFill>
                          <a:effectLst/>
                        </a:rPr>
                        <a:t> </a:t>
                      </a:r>
                      <a:r>
                        <a:rPr lang="en-US" altLang="ko-KR" sz="1100" b="0" i="0" u="none" strike="noStrike" noProof="0">
                          <a:solidFill>
                            <a:srgbClr val="243447"/>
                          </a:solidFill>
                          <a:effectLst/>
                        </a:rPr>
                        <a:t>is</a:t>
                      </a:r>
                      <a:r>
                        <a:rPr lang="ko-KR" altLang="en-US" sz="1100" b="0" i="0" u="none" strike="noStrike" noProof="0">
                          <a:solidFill>
                            <a:srgbClr val="243447"/>
                          </a:solidFill>
                          <a:effectLst/>
                        </a:rPr>
                        <a:t> </a:t>
                      </a:r>
                      <a:r>
                        <a:rPr lang="ko-KR" sz="1100" b="0" i="0" u="none" strike="noStrike" noProof="0">
                          <a:solidFill>
                            <a:srgbClr val="243447"/>
                          </a:solidFill>
                          <a:effectLst/>
                        </a:rPr>
                        <a:t>not </a:t>
                      </a:r>
                      <a:r>
                        <a:rPr lang="en-US" altLang="ko-KR" sz="1100" b="0" i="0" u="none" strike="noStrike" noProof="0">
                          <a:solidFill>
                            <a:srgbClr val="243447"/>
                          </a:solidFill>
                          <a:effectLst/>
                        </a:rPr>
                        <a:t>explicitly</a:t>
                      </a:r>
                      <a:r>
                        <a:rPr lang="ko-KR" altLang="en-US" sz="1100" b="0" i="0" u="none" strike="noStrike" noProof="0">
                          <a:solidFill>
                            <a:srgbClr val="243447"/>
                          </a:solidFill>
                          <a:effectLst/>
                        </a:rPr>
                        <a:t> </a:t>
                      </a:r>
                      <a:r>
                        <a:rPr lang="en-US" altLang="ko-KR" sz="1100" b="0" i="0" u="none" strike="noStrike" noProof="0">
                          <a:solidFill>
                            <a:srgbClr val="243447"/>
                          </a:solidFill>
                          <a:effectLst/>
                        </a:rPr>
                        <a:t>documented</a:t>
                      </a:r>
                      <a:r>
                        <a:rPr lang="ko-KR" sz="1100" b="0" i="0" u="none" strike="noStrike" noProof="0">
                          <a:solidFill>
                            <a:srgbClr val="243447"/>
                          </a:solidFill>
                          <a:effectLst/>
                        </a:rPr>
                        <a:t>.</a:t>
                      </a:r>
                      <a:endParaRPr lang="en-US" altLang="ko-KR" sz="1100" b="0" i="0" u="none" strike="noStrike" noProof="0"/>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3039004042"/>
                  </a:ext>
                </a:extLst>
              </a:tr>
              <a:tr h="314325">
                <a:tc>
                  <a:txBody>
                    <a:bodyPr/>
                    <a:lstStyle/>
                    <a:p>
                      <a:pPr algn="l">
                        <a:buNone/>
                      </a:pPr>
                      <a:r>
                        <a:rPr lang="ko-KR" sz="1100" b="1">
                          <a:solidFill>
                            <a:srgbClr val="243447"/>
                          </a:solidFill>
                          <a:effectLst/>
                          <a:latin typeface="Arial"/>
                          <a:ea typeface="Arial" panose="020B0604020202020204" pitchFamily="34" charset="0"/>
                        </a:rPr>
                        <a:t>D2-06</a:t>
                      </a:r>
                      <a:endParaRPr lang="ko-KR" sz="1100" b="1">
                        <a:solidFill>
                          <a:srgbClr val="243447"/>
                        </a:solidFill>
                        <a:effectLst/>
                        <a:latin typeface="Arial"/>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100">
                          <a:solidFill>
                            <a:srgbClr val="243447"/>
                          </a:solidFill>
                          <a:effectLst/>
                          <a:latin typeface="Arial"/>
                          <a:ea typeface="Arial" panose="020B0604020202020204" pitchFamily="34" charset="0"/>
                        </a:rPr>
                        <a:t>OCR on images / scans</a:t>
                      </a:r>
                      <a:endParaRPr lang="ko-KR" sz="1100">
                        <a:solidFill>
                          <a:srgbClr val="243447"/>
                        </a:solidFill>
                        <a:effectLst/>
                        <a:latin typeface="Arial"/>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100" b="1">
                          <a:solidFill>
                            <a:srgbClr val="136F73"/>
                          </a:solidFill>
                          <a:effectLst/>
                          <a:latin typeface="Arial"/>
                          <a:ea typeface="Arial" panose="020B0604020202020204" pitchFamily="34" charset="0"/>
                        </a:rPr>
                        <a:t>●</a:t>
                      </a:r>
                      <a:endParaRPr lang="ko-KR" sz="1100" b="1">
                        <a:solidFill>
                          <a:srgbClr val="136F73"/>
                        </a:solidFill>
                        <a:effectLst/>
                        <a:latin typeface="Arial"/>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lvl="0" algn="l">
                        <a:buNone/>
                      </a:pPr>
                      <a:r>
                        <a:rPr lang="en-US" altLang="ko-KR" sz="1100" b="0" i="0" u="none" strike="noStrike" noProof="0">
                          <a:solidFill>
                            <a:srgbClr val="243447"/>
                          </a:solidFill>
                          <a:effectLst/>
                        </a:rPr>
                        <a:t>AIFILTER</a:t>
                      </a:r>
                      <a:r>
                        <a:rPr lang="ko-KR" altLang="en-US" sz="1100" b="0" i="0" u="none" strike="noStrike" noProof="0">
                          <a:solidFill>
                            <a:srgbClr val="243447"/>
                          </a:solidFill>
                          <a:effectLst/>
                        </a:rPr>
                        <a:t> </a:t>
                      </a:r>
                      <a:r>
                        <a:rPr lang="en-US" altLang="ko-KR" sz="1100" b="0" i="0" u="none" strike="noStrike" noProof="0">
                          <a:solidFill>
                            <a:srgbClr val="243447"/>
                          </a:solidFill>
                          <a:effectLst/>
                        </a:rPr>
                        <a:t>provides</a:t>
                      </a:r>
                      <a:r>
                        <a:rPr lang="ko-KR" altLang="en-US" sz="1100" b="0" i="0" u="none" strike="noStrike" noProof="0">
                          <a:solidFill>
                            <a:srgbClr val="243447"/>
                          </a:solidFill>
                          <a:effectLst/>
                        </a:rPr>
                        <a:t> </a:t>
                      </a:r>
                      <a:r>
                        <a:rPr lang="en-US" altLang="ko-KR" sz="1100" b="1" i="0" u="none" strike="noStrike" noProof="0">
                          <a:solidFill>
                            <a:srgbClr val="243447"/>
                          </a:solidFill>
                          <a:effectLst/>
                        </a:rPr>
                        <a:t>AI</a:t>
                      </a:r>
                      <a:r>
                        <a:rPr lang="ko-KR" altLang="en-US" sz="1100" b="1" i="0" u="none" strike="noStrike" noProof="0">
                          <a:solidFill>
                            <a:srgbClr val="243447"/>
                          </a:solidFill>
                          <a:effectLst/>
                        </a:rPr>
                        <a:t> </a:t>
                      </a:r>
                      <a:r>
                        <a:rPr lang="ko-KR" sz="1100" b="1" i="0" u="none" strike="noStrike" noProof="0">
                          <a:solidFill>
                            <a:srgbClr val="243447"/>
                          </a:solidFill>
                          <a:effectLst/>
                        </a:rPr>
                        <a:t>OCR</a:t>
                      </a:r>
                      <a:r>
                        <a:rPr lang="ko-KR" altLang="en-US" sz="1100" b="0" i="0" u="none" strike="noStrike" noProof="0">
                          <a:solidFill>
                            <a:srgbClr val="243447"/>
                          </a:solidFill>
                          <a:effectLst/>
                        </a:rPr>
                        <a:t> </a:t>
                      </a:r>
                      <a:r>
                        <a:rPr lang="en-US" altLang="ko-KR" sz="1100" b="0" i="0" u="none" strike="noStrike" noProof="0">
                          <a:solidFill>
                            <a:srgbClr val="243447"/>
                          </a:solidFill>
                          <a:effectLst/>
                        </a:rPr>
                        <a:t>for</a:t>
                      </a:r>
                      <a:r>
                        <a:rPr lang="ko-KR" altLang="en-US" sz="1100" b="0" i="0" u="none" strike="noStrike" noProof="0">
                          <a:solidFill>
                            <a:srgbClr val="243447"/>
                          </a:solidFill>
                          <a:effectLst/>
                        </a:rPr>
                        <a:t> </a:t>
                      </a:r>
                      <a:r>
                        <a:rPr lang="en-US" altLang="ko-KR" sz="1100" b="0" i="0" u="none" strike="noStrike" noProof="0">
                          <a:solidFill>
                            <a:srgbClr val="243447"/>
                          </a:solidFill>
                          <a:effectLst/>
                        </a:rPr>
                        <a:t>images</a:t>
                      </a:r>
                      <a:r>
                        <a:rPr lang="ko-KR" sz="1100" b="0" i="0" u="none" strike="noStrike" noProof="0">
                          <a:solidFill>
                            <a:srgbClr val="243447"/>
                          </a:solidFill>
                          <a:effectLst/>
                        </a:rPr>
                        <a:t>, </a:t>
                      </a:r>
                      <a:r>
                        <a:rPr lang="en-US" altLang="ko-KR" sz="1100" b="0" i="0" u="none" strike="noStrike" noProof="0">
                          <a:solidFill>
                            <a:srgbClr val="243447"/>
                          </a:solidFill>
                          <a:effectLst/>
                        </a:rPr>
                        <a:t>scans</a:t>
                      </a:r>
                      <a:r>
                        <a:rPr lang="ko-KR" altLang="en-US" sz="1100" b="0" i="0" u="none" strike="noStrike" noProof="0">
                          <a:solidFill>
                            <a:srgbClr val="243447"/>
                          </a:solidFill>
                          <a:effectLst/>
                        </a:rPr>
                        <a:t> </a:t>
                      </a:r>
                      <a:r>
                        <a:rPr lang="en-US" altLang="ko-KR" sz="1100" b="0" i="0" u="none" strike="noStrike" noProof="0">
                          <a:solidFill>
                            <a:srgbClr val="243447"/>
                          </a:solidFill>
                          <a:effectLst/>
                        </a:rPr>
                        <a:t>and</a:t>
                      </a:r>
                      <a:r>
                        <a:rPr lang="ko-KR" altLang="en-US" sz="1100" b="0" i="0" u="none" strike="noStrike" noProof="0">
                          <a:solidFill>
                            <a:srgbClr val="243447"/>
                          </a:solidFill>
                          <a:effectLst/>
                        </a:rPr>
                        <a:t> </a:t>
                      </a:r>
                      <a:r>
                        <a:rPr lang="en-US" altLang="ko-KR" sz="1100" b="0" i="0" u="none" strike="noStrike" noProof="0">
                          <a:solidFill>
                            <a:srgbClr val="243447"/>
                          </a:solidFill>
                          <a:effectLst/>
                        </a:rPr>
                        <a:t>images</a:t>
                      </a:r>
                      <a:r>
                        <a:rPr lang="ko-KR" altLang="en-US" sz="1100" b="0" i="0" u="none" strike="noStrike" noProof="0">
                          <a:solidFill>
                            <a:srgbClr val="243447"/>
                          </a:solidFill>
                          <a:effectLst/>
                        </a:rPr>
                        <a:t> </a:t>
                      </a:r>
                      <a:r>
                        <a:rPr lang="ko-KR" sz="1100" b="0" i="0" u="none" strike="noStrike" noProof="0">
                          <a:solidFill>
                            <a:srgbClr val="243447"/>
                          </a:solidFill>
                          <a:effectLst/>
                        </a:rPr>
                        <a:t>embedded </a:t>
                      </a:r>
                      <a:r>
                        <a:rPr lang="en-US" altLang="ko-KR" sz="1100" b="0" i="0" u="none" strike="noStrike" noProof="0">
                          <a:solidFill>
                            <a:srgbClr val="243447"/>
                          </a:solidFill>
                          <a:effectLst/>
                        </a:rPr>
                        <a:t>inside</a:t>
                      </a:r>
                      <a:r>
                        <a:rPr lang="ko-KR" altLang="en-US" sz="1100" b="0" i="0" u="none" strike="noStrike" noProof="0">
                          <a:solidFill>
                            <a:srgbClr val="243447"/>
                          </a:solidFill>
                          <a:effectLst/>
                        </a:rPr>
                        <a:t> </a:t>
                      </a:r>
                      <a:r>
                        <a:rPr lang="en-US" altLang="ko-KR" sz="1100" b="0" i="0" u="none" strike="noStrike" noProof="0">
                          <a:solidFill>
                            <a:srgbClr val="243447"/>
                          </a:solidFill>
                          <a:effectLst/>
                        </a:rPr>
                        <a:t>documents;</a:t>
                      </a:r>
                      <a:r>
                        <a:rPr lang="ko-KR" altLang="en-US" sz="1100" b="0" i="0" u="none" strike="noStrike" noProof="0">
                          <a:solidFill>
                            <a:srgbClr val="243447"/>
                          </a:solidFill>
                          <a:effectLst/>
                        </a:rPr>
                        <a:t> </a:t>
                      </a:r>
                      <a:r>
                        <a:rPr lang="en-US" altLang="ko-KR" sz="1100" b="0" i="0" u="none" strike="noStrike" noProof="0">
                          <a:solidFill>
                            <a:srgbClr val="243447"/>
                          </a:solidFill>
                          <a:effectLst/>
                        </a:rPr>
                        <a:t>PCFILTER</a:t>
                      </a:r>
                      <a:r>
                        <a:rPr lang="ko-KR" altLang="en-US" sz="1100" b="0" i="0" u="none" strike="noStrike" noProof="0">
                          <a:solidFill>
                            <a:srgbClr val="243447"/>
                          </a:solidFill>
                          <a:effectLst/>
                        </a:rPr>
                        <a:t> </a:t>
                      </a:r>
                      <a:r>
                        <a:rPr lang="en-US" altLang="ko-KR" sz="1100" b="0" i="0" u="none" strike="noStrike" noProof="0">
                          <a:solidFill>
                            <a:srgbClr val="243447"/>
                          </a:solidFill>
                          <a:effectLst/>
                        </a:rPr>
                        <a:t>can</a:t>
                      </a:r>
                      <a:r>
                        <a:rPr lang="ko-KR" altLang="en-US" sz="1100" b="0" i="0" u="none" strike="noStrike" noProof="0">
                          <a:solidFill>
                            <a:srgbClr val="243447"/>
                          </a:solidFill>
                          <a:effectLst/>
                        </a:rPr>
                        <a:t> </a:t>
                      </a:r>
                      <a:r>
                        <a:rPr lang="en-US" altLang="ko-KR" sz="1100" b="0" i="0" u="none" strike="noStrike" noProof="0">
                          <a:solidFill>
                            <a:srgbClr val="243447"/>
                          </a:solidFill>
                          <a:effectLst/>
                        </a:rPr>
                        <a:t>use</a:t>
                      </a:r>
                      <a:r>
                        <a:rPr lang="ko-KR" altLang="en-US" sz="1100" b="0" i="0" u="none" strike="noStrike" noProof="0">
                          <a:solidFill>
                            <a:srgbClr val="243447"/>
                          </a:solidFill>
                          <a:effectLst/>
                        </a:rPr>
                        <a:t> </a:t>
                      </a:r>
                      <a:r>
                        <a:rPr lang="en-US" altLang="ko-KR" sz="1100" b="0" i="0" u="none" strike="noStrike" noProof="0">
                          <a:solidFill>
                            <a:srgbClr val="243447"/>
                          </a:solidFill>
                          <a:effectLst/>
                        </a:rPr>
                        <a:t>AI-OCR</a:t>
                      </a:r>
                      <a:r>
                        <a:rPr lang="ko-KR" altLang="en-US" sz="1100" b="0" i="0" u="none" strike="noStrike" noProof="0">
                          <a:solidFill>
                            <a:srgbClr val="243447"/>
                          </a:solidFill>
                          <a:effectLst/>
                        </a:rPr>
                        <a:t> </a:t>
                      </a:r>
                      <a:r>
                        <a:rPr lang="en-US" altLang="ko-KR" sz="1100" b="0" i="0" u="none" strike="noStrike" noProof="0">
                          <a:solidFill>
                            <a:srgbClr val="243447"/>
                          </a:solidFill>
                          <a:effectLst/>
                        </a:rPr>
                        <a:t>through</a:t>
                      </a:r>
                      <a:r>
                        <a:rPr lang="ko-KR" altLang="en-US" sz="1100" b="0" i="0" u="none" strike="noStrike" noProof="0">
                          <a:solidFill>
                            <a:srgbClr val="243447"/>
                          </a:solidFill>
                          <a:effectLst/>
                        </a:rPr>
                        <a:t> </a:t>
                      </a:r>
                      <a:r>
                        <a:rPr lang="en-US" altLang="ko-KR" sz="1100" b="0" i="0" u="none" strike="noStrike" noProof="0">
                          <a:solidFill>
                            <a:srgbClr val="243447"/>
                          </a:solidFill>
                          <a:effectLst/>
                        </a:rPr>
                        <a:t>AIFILTER</a:t>
                      </a:r>
                      <a:r>
                        <a:rPr lang="ko-KR" altLang="en-US" sz="1100" b="0" i="0" u="none" strike="noStrike" noProof="0">
                          <a:solidFill>
                            <a:srgbClr val="243447"/>
                          </a:solidFill>
                          <a:effectLst/>
                        </a:rPr>
                        <a:t> </a:t>
                      </a:r>
                      <a:r>
                        <a:rPr lang="en-US" altLang="ko-KR" sz="1100" b="0" i="0" u="none" strike="noStrike" noProof="0">
                          <a:solidFill>
                            <a:srgbClr val="243447"/>
                          </a:solidFill>
                          <a:effectLst/>
                        </a:rPr>
                        <a:t>integration</a:t>
                      </a:r>
                      <a:r>
                        <a:rPr lang="ko-KR" sz="1100" b="0" i="0" u="none" strike="noStrike" noProof="0">
                          <a:solidFill>
                            <a:srgbClr val="243447"/>
                          </a:solidFill>
                          <a:effectLst/>
                        </a:rPr>
                        <a:t>. [</a:t>
                      </a:r>
                      <a:r>
                        <a:rPr lang="en-US" altLang="ko-KR" sz="1100" b="0" i="0" u="none" strike="noStrike" noProof="0">
                          <a:solidFill>
                            <a:srgbClr val="243447"/>
                          </a:solidFill>
                          <a:effectLst/>
                        </a:rPr>
                        <a:t>J1,J2</a:t>
                      </a:r>
                      <a:r>
                        <a:rPr lang="ko-KR" sz="1100" b="0" i="0" u="none" strike="noStrike" noProof="0">
                          <a:solidFill>
                            <a:srgbClr val="243447"/>
                          </a:solidFill>
                          <a:effectLst/>
                        </a:rPr>
                        <a:t>]</a:t>
                      </a:r>
                      <a:endParaRPr lang="en-US" altLang="ko-KR" sz="1100" b="0" i="0" u="none" strike="noStrike" noProof="0"/>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3181381941"/>
                  </a:ext>
                </a:extLst>
              </a:tr>
              <a:tr h="314325">
                <a:tc>
                  <a:txBody>
                    <a:bodyPr/>
                    <a:lstStyle/>
                    <a:p>
                      <a:pPr algn="l">
                        <a:buNone/>
                      </a:pPr>
                      <a:r>
                        <a:rPr lang="ko-KR" sz="1100" b="1">
                          <a:solidFill>
                            <a:srgbClr val="243447"/>
                          </a:solidFill>
                          <a:effectLst/>
                          <a:latin typeface="Arial"/>
                          <a:ea typeface="Arial" panose="020B0604020202020204" pitchFamily="34" charset="0"/>
                        </a:rPr>
                        <a:t>D2-07</a:t>
                      </a:r>
                      <a:endParaRPr lang="ko-KR" sz="1100" b="1">
                        <a:solidFill>
                          <a:srgbClr val="243447"/>
                        </a:solidFill>
                        <a:effectLst/>
                        <a:latin typeface="Arial"/>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100">
                          <a:solidFill>
                            <a:srgbClr val="243447"/>
                          </a:solidFill>
                          <a:effectLst/>
                          <a:latin typeface="Arial"/>
                          <a:ea typeface="Arial" panose="020B0604020202020204" pitchFamily="34" charset="0"/>
                        </a:rPr>
                        <a:t>HWP / HWPX parsing</a:t>
                      </a:r>
                      <a:endParaRPr lang="ko-KR" sz="1100">
                        <a:solidFill>
                          <a:srgbClr val="243447"/>
                        </a:solidFill>
                        <a:effectLst/>
                        <a:latin typeface="Arial"/>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lvl="0" algn="l">
                        <a:lnSpc>
                          <a:spcPct val="100000"/>
                        </a:lnSpc>
                        <a:spcBef>
                          <a:spcPts val="0"/>
                        </a:spcBef>
                        <a:spcAft>
                          <a:spcPts val="0"/>
                        </a:spcAft>
                        <a:buNone/>
                      </a:pPr>
                      <a:r>
                        <a:rPr lang="ko-KR" altLang="en-US" sz="1100" b="1" i="0" u="none" strike="noStrike" noProof="0">
                          <a:solidFill>
                            <a:srgbClr val="136F73"/>
                          </a:solidFill>
                          <a:effectLst/>
                          <a:latin typeface="Arial"/>
                          <a:cs typeface="Arial"/>
                        </a:rPr>
                        <a:t>●</a:t>
                      </a:r>
                      <a:endParaRPr lang="ko-KR" altLang="en-US" sz="1100" b="0" i="0" u="none" strike="noStrike" noProof="0">
                        <a:solidFill>
                          <a:srgbClr val="000000"/>
                        </a:solidFill>
                        <a:effectLst/>
                        <a:latin typeface="Arial"/>
                        <a:cs typeface="Arial"/>
                      </a:endParaRPr>
                    </a:p>
                    <a:p>
                      <a:pPr lvl="0" algn="l">
                        <a:buNone/>
                      </a:pPr>
                      <a:endParaRPr lang="ko-KR" sz="1100" b="1">
                        <a:solidFill>
                          <a:srgbClr val="5E6C7A"/>
                        </a:solidFill>
                        <a:effectLst/>
                        <a:latin typeface="Arial"/>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lvl="0" algn="l">
                        <a:buNone/>
                      </a:pPr>
                      <a:r>
                        <a:rPr lang="en-US" altLang="ko-KR" sz="1100" b="0" i="0" u="none" strike="noStrike" noProof="0">
                          <a:solidFill>
                            <a:srgbClr val="243447"/>
                          </a:solidFill>
                          <a:effectLst/>
                        </a:rPr>
                        <a:t>AIFILTER</a:t>
                      </a:r>
                      <a:r>
                        <a:rPr lang="ko-KR" altLang="en-US" sz="1100" b="0" i="0" u="none" strike="noStrike" noProof="0">
                          <a:solidFill>
                            <a:srgbClr val="243447"/>
                          </a:solidFill>
                          <a:effectLst/>
                        </a:rPr>
                        <a:t> </a:t>
                      </a:r>
                      <a:r>
                        <a:rPr lang="en-US" altLang="ko-KR" sz="1100" b="0" i="0" u="none" strike="noStrike" noProof="0">
                          <a:solidFill>
                            <a:srgbClr val="243447"/>
                          </a:solidFill>
                          <a:effectLst/>
                        </a:rPr>
                        <a:t>explicitly</a:t>
                      </a:r>
                      <a:r>
                        <a:rPr lang="ko-KR" altLang="en-US" sz="1100" b="0" i="0" u="none" strike="noStrike" noProof="0">
                          <a:solidFill>
                            <a:srgbClr val="243447"/>
                          </a:solidFill>
                          <a:effectLst/>
                        </a:rPr>
                        <a:t> </a:t>
                      </a:r>
                      <a:r>
                        <a:rPr lang="en-US" altLang="ko-KR" sz="1100" b="0" i="0" u="none" strike="noStrike" noProof="0">
                          <a:solidFill>
                            <a:srgbClr val="243447"/>
                          </a:solidFill>
                          <a:effectLst/>
                        </a:rPr>
                        <a:t>supports</a:t>
                      </a:r>
                      <a:r>
                        <a:rPr lang="ko-KR" altLang="en-US" sz="1100" b="0" i="0" u="none" strike="noStrike" noProof="0">
                          <a:solidFill>
                            <a:srgbClr val="243447"/>
                          </a:solidFill>
                          <a:effectLst/>
                        </a:rPr>
                        <a:t> </a:t>
                      </a:r>
                      <a:r>
                        <a:rPr lang="ko-KR" sz="1100" b="1" i="0" u="none" strike="noStrike" noProof="0">
                          <a:solidFill>
                            <a:srgbClr val="243447"/>
                          </a:solidFill>
                          <a:effectLst/>
                        </a:rPr>
                        <a:t>HWP </a:t>
                      </a:r>
                      <a:r>
                        <a:rPr lang="en-US" altLang="ko-KR" sz="1100" b="1" i="0" u="none" strike="noStrike" noProof="0">
                          <a:solidFill>
                            <a:srgbClr val="243447"/>
                          </a:solidFill>
                          <a:effectLst/>
                        </a:rPr>
                        <a:t>and</a:t>
                      </a:r>
                      <a:r>
                        <a:rPr lang="ko-KR" altLang="en-US" sz="1100" b="1" i="0" u="none" strike="noStrike" noProof="0">
                          <a:solidFill>
                            <a:srgbClr val="243447"/>
                          </a:solidFill>
                          <a:effectLst/>
                        </a:rPr>
                        <a:t> </a:t>
                      </a:r>
                      <a:r>
                        <a:rPr lang="en-US" altLang="ko-KR" sz="1100" b="1" i="0" u="none" strike="noStrike" noProof="0">
                          <a:solidFill>
                            <a:srgbClr val="243447"/>
                          </a:solidFill>
                          <a:effectLst/>
                        </a:rPr>
                        <a:t>HWPX</a:t>
                      </a:r>
                      <a:r>
                        <a:rPr lang="en-US" altLang="ko-KR" sz="1100" b="0" i="0" u="none" strike="noStrike" noProof="0">
                          <a:solidFill>
                            <a:srgbClr val="243447"/>
                          </a:solidFill>
                          <a:effectLst/>
                        </a:rPr>
                        <a:t>,</a:t>
                      </a:r>
                      <a:r>
                        <a:rPr lang="ko-KR" altLang="en-US" sz="1100" b="0" i="0" u="none" strike="noStrike" noProof="0">
                          <a:solidFill>
                            <a:srgbClr val="243447"/>
                          </a:solidFill>
                          <a:effectLst/>
                        </a:rPr>
                        <a:t> </a:t>
                      </a:r>
                      <a:r>
                        <a:rPr lang="en-US" altLang="ko-KR" sz="1100" b="0" i="0" u="none" strike="noStrike" noProof="0">
                          <a:solidFill>
                            <a:srgbClr val="243447"/>
                          </a:solidFill>
                          <a:effectLst/>
                        </a:rPr>
                        <a:t>including</a:t>
                      </a:r>
                      <a:r>
                        <a:rPr lang="ko-KR" altLang="en-US" sz="1100" b="0" i="0" u="none" strike="noStrike" noProof="0">
                          <a:solidFill>
                            <a:srgbClr val="243447"/>
                          </a:solidFill>
                          <a:effectLst/>
                        </a:rPr>
                        <a:t> </a:t>
                      </a:r>
                      <a:r>
                        <a:rPr lang="en-US" altLang="ko-KR" sz="1100" b="0" i="0" u="none" strike="noStrike" noProof="0">
                          <a:solidFill>
                            <a:srgbClr val="243447"/>
                          </a:solidFill>
                          <a:effectLst/>
                        </a:rPr>
                        <a:t>text</a:t>
                      </a:r>
                      <a:r>
                        <a:rPr lang="ko-KR" sz="1100" b="0" i="0" u="none" strike="noStrike" noProof="0">
                          <a:solidFill>
                            <a:srgbClr val="243447"/>
                          </a:solidFill>
                          <a:effectLst/>
                        </a:rPr>
                        <a:t>/</a:t>
                      </a:r>
                      <a:r>
                        <a:rPr lang="en-US" altLang="ko-KR" sz="1100" b="0" i="0" u="none" strike="noStrike" noProof="0">
                          <a:solidFill>
                            <a:srgbClr val="243447"/>
                          </a:solidFill>
                          <a:effectLst/>
                        </a:rPr>
                        <a:t>image</a:t>
                      </a:r>
                      <a:r>
                        <a:rPr lang="ko-KR" altLang="en-US" sz="1100" b="0" i="0" u="none" strike="noStrike" noProof="0">
                          <a:solidFill>
                            <a:srgbClr val="243447"/>
                          </a:solidFill>
                          <a:effectLst/>
                        </a:rPr>
                        <a:t> </a:t>
                      </a:r>
                      <a:r>
                        <a:rPr lang="en-US" altLang="ko-KR" sz="1100" b="0" i="0" u="none" strike="noStrike" noProof="0">
                          <a:solidFill>
                            <a:srgbClr val="243447"/>
                          </a:solidFill>
                          <a:effectLst/>
                        </a:rPr>
                        <a:t>personal-data</a:t>
                      </a:r>
                      <a:r>
                        <a:rPr lang="ko-KR" altLang="en-US" sz="1100" b="0" i="0" u="none" strike="noStrike" noProof="0">
                          <a:solidFill>
                            <a:srgbClr val="243447"/>
                          </a:solidFill>
                          <a:effectLst/>
                        </a:rPr>
                        <a:t> </a:t>
                      </a:r>
                      <a:r>
                        <a:rPr lang="en-US" altLang="ko-KR" sz="1100" b="0" i="0" u="none" strike="noStrike" noProof="0">
                          <a:solidFill>
                            <a:srgbClr val="243447"/>
                          </a:solidFill>
                          <a:effectLst/>
                        </a:rPr>
                        <a:t>inspection</a:t>
                      </a:r>
                      <a:r>
                        <a:rPr lang="ko-KR" altLang="en-US" sz="1100" b="0" i="0" u="none" strike="noStrike" noProof="0">
                          <a:solidFill>
                            <a:srgbClr val="243447"/>
                          </a:solidFill>
                          <a:effectLst/>
                        </a:rPr>
                        <a:t> </a:t>
                      </a:r>
                      <a:r>
                        <a:rPr lang="en-US" altLang="ko-KR" sz="1100" b="0" i="0" u="none" strike="noStrike" noProof="0">
                          <a:solidFill>
                            <a:srgbClr val="243447"/>
                          </a:solidFill>
                          <a:effectLst/>
                        </a:rPr>
                        <a:t>and</a:t>
                      </a:r>
                      <a:r>
                        <a:rPr lang="ko-KR" altLang="en-US" sz="1100" b="0" i="0" u="none" strike="noStrike" noProof="0">
                          <a:solidFill>
                            <a:srgbClr val="243447"/>
                          </a:solidFill>
                          <a:effectLst/>
                        </a:rPr>
                        <a:t> </a:t>
                      </a:r>
                      <a:r>
                        <a:rPr lang="en-US" altLang="ko-KR" sz="1100" b="0" i="0" u="none" strike="noStrike" noProof="0">
                          <a:solidFill>
                            <a:srgbClr val="243447"/>
                          </a:solidFill>
                          <a:effectLst/>
                        </a:rPr>
                        <a:t>de-identification</a:t>
                      </a:r>
                      <a:r>
                        <a:rPr lang="ko-KR" sz="1100" b="0" i="0" u="none" strike="noStrike" noProof="0">
                          <a:solidFill>
                            <a:srgbClr val="243447"/>
                          </a:solidFill>
                          <a:effectLst/>
                        </a:rPr>
                        <a:t>. [</a:t>
                      </a:r>
                      <a:r>
                        <a:rPr lang="en-US" altLang="ko-KR" sz="1100" b="0" i="0" u="none" strike="noStrike" noProof="0">
                          <a:solidFill>
                            <a:srgbClr val="243447"/>
                          </a:solidFill>
                          <a:effectLst/>
                        </a:rPr>
                        <a:t>J1</a:t>
                      </a:r>
                      <a:r>
                        <a:rPr lang="ko-KR" sz="1100" b="0" i="0" u="none" strike="noStrike" noProof="0">
                          <a:solidFill>
                            <a:srgbClr val="243447"/>
                          </a:solidFill>
                          <a:effectLst/>
                        </a:rPr>
                        <a:t>]</a:t>
                      </a:r>
                      <a:endParaRPr lang="en-US" altLang="ko-KR" sz="1100" b="0" i="0" u="none" strike="noStrike" noProof="0"/>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700866823"/>
                  </a:ext>
                </a:extLst>
              </a:tr>
              <a:tr h="314325">
                <a:tc>
                  <a:txBody>
                    <a:bodyPr/>
                    <a:lstStyle/>
                    <a:p>
                      <a:pPr algn="l">
                        <a:buNone/>
                      </a:pPr>
                      <a:r>
                        <a:rPr lang="ko-KR" sz="1100" b="1">
                          <a:solidFill>
                            <a:srgbClr val="243447"/>
                          </a:solidFill>
                          <a:effectLst/>
                          <a:latin typeface="Arial"/>
                          <a:ea typeface="Arial" panose="020B0604020202020204" pitchFamily="34" charset="0"/>
                        </a:rPr>
                        <a:t>D2-08</a:t>
                      </a:r>
                      <a:endParaRPr lang="ko-KR" sz="1100" b="1">
                        <a:solidFill>
                          <a:srgbClr val="243447"/>
                        </a:solidFill>
                        <a:effectLst/>
                        <a:latin typeface="Arial"/>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100">
                          <a:solidFill>
                            <a:srgbClr val="243447"/>
                          </a:solidFill>
                          <a:effectLst/>
                          <a:latin typeface="Arial"/>
                          <a:ea typeface="Arial" panose="020B0604020202020204" pitchFamily="34" charset="0"/>
                        </a:rPr>
                        <a:t>Archive recursion</a:t>
                      </a:r>
                      <a:endParaRPr lang="ko-KR" sz="1100">
                        <a:solidFill>
                          <a:srgbClr val="243447"/>
                        </a:solidFill>
                        <a:effectLst/>
                        <a:latin typeface="Arial"/>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lvl="0" algn="l">
                        <a:lnSpc>
                          <a:spcPct val="100000"/>
                        </a:lnSpc>
                        <a:spcBef>
                          <a:spcPts val="0"/>
                        </a:spcBef>
                        <a:spcAft>
                          <a:spcPts val="0"/>
                        </a:spcAft>
                        <a:buNone/>
                      </a:pPr>
                      <a:r>
                        <a:rPr lang="ko-KR" altLang="en-US" sz="1100" b="1" i="0" u="none" strike="noStrike" noProof="0">
                          <a:solidFill>
                            <a:srgbClr val="956319"/>
                          </a:solidFill>
                          <a:effectLst/>
                          <a:latin typeface="Arial"/>
                          <a:cs typeface="Arial"/>
                        </a:rPr>
                        <a:t>◐</a:t>
                      </a:r>
                      <a:endParaRPr lang="ko-KR" altLang="en-US" sz="1100" b="0" i="0" u="none" strike="noStrike" noProof="0">
                        <a:solidFill>
                          <a:srgbClr val="000000"/>
                        </a:solidFill>
                        <a:effectLst/>
                        <a:latin typeface="Arial"/>
                        <a:cs typeface="Arial"/>
                      </a:endParaRPr>
                    </a:p>
                    <a:p>
                      <a:pPr lvl="0" algn="l">
                        <a:buNone/>
                      </a:pPr>
                      <a:endParaRPr lang="ko-KR" sz="1100" b="1">
                        <a:solidFill>
                          <a:srgbClr val="5E6C7A"/>
                        </a:solidFill>
                        <a:effectLst/>
                        <a:latin typeface="Arial"/>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lvl="0" algn="l">
                        <a:buNone/>
                      </a:pPr>
                      <a:r>
                        <a:rPr lang="en-US" altLang="ko-KR" sz="1100" b="0" i="0" u="none" strike="noStrike" noProof="0">
                          <a:solidFill>
                            <a:srgbClr val="243447"/>
                          </a:solidFill>
                          <a:effectLst/>
                        </a:rPr>
                        <a:t>PCFILTER</a:t>
                      </a:r>
                      <a:r>
                        <a:rPr lang="ko-KR" altLang="en-US" sz="1100" b="0" i="0" u="none" strike="noStrike" noProof="0">
                          <a:solidFill>
                            <a:srgbClr val="243447"/>
                          </a:solidFill>
                          <a:effectLst/>
                        </a:rPr>
                        <a:t> </a:t>
                      </a:r>
                      <a:r>
                        <a:rPr lang="en-US" altLang="ko-KR" sz="1100" b="0" i="0" u="none" strike="noStrike" noProof="0">
                          <a:solidFill>
                            <a:srgbClr val="243447"/>
                          </a:solidFill>
                          <a:effectLst/>
                        </a:rPr>
                        <a:t>explicitly</a:t>
                      </a:r>
                      <a:r>
                        <a:rPr lang="ko-KR" altLang="en-US" sz="1100" b="0" i="0" u="none" strike="noStrike" noProof="0">
                          <a:solidFill>
                            <a:srgbClr val="243447"/>
                          </a:solidFill>
                          <a:effectLst/>
                        </a:rPr>
                        <a:t> </a:t>
                      </a:r>
                      <a:r>
                        <a:rPr lang="en-US" altLang="ko-KR" sz="1100" b="0" i="0" u="none" strike="noStrike" noProof="0">
                          <a:solidFill>
                            <a:srgbClr val="243447"/>
                          </a:solidFill>
                          <a:effectLst/>
                        </a:rPr>
                        <a:t>supports</a:t>
                      </a:r>
                      <a:r>
                        <a:rPr lang="ko-KR" altLang="en-US" sz="1100" b="0" i="0" u="none" strike="noStrike" noProof="0">
                          <a:solidFill>
                            <a:srgbClr val="243447"/>
                          </a:solidFill>
                          <a:effectLst/>
                        </a:rPr>
                        <a:t> </a:t>
                      </a:r>
                      <a:r>
                        <a:rPr lang="en-US" altLang="ko-KR" sz="1100" b="1" i="0" u="none" strike="noStrike" noProof="0">
                          <a:solidFill>
                            <a:srgbClr val="243447"/>
                          </a:solidFill>
                          <a:effectLst/>
                        </a:rPr>
                        <a:t>multi-compressed-file</a:t>
                      </a:r>
                      <a:r>
                        <a:rPr lang="ko-KR" altLang="en-US" sz="1100" b="1" i="0" u="none" strike="noStrike" noProof="0">
                          <a:solidFill>
                            <a:srgbClr val="243447"/>
                          </a:solidFill>
                          <a:effectLst/>
                        </a:rPr>
                        <a:t> </a:t>
                      </a:r>
                      <a:r>
                        <a:rPr lang="en-US" altLang="ko-KR" sz="1100" b="1" i="0" u="none" strike="noStrike" noProof="0">
                          <a:solidFill>
                            <a:srgbClr val="243447"/>
                          </a:solidFill>
                          <a:effectLst/>
                        </a:rPr>
                        <a:t>inspection</a:t>
                      </a:r>
                      <a:r>
                        <a:rPr lang="en-US" altLang="ko-KR" sz="1100" b="0" i="0" u="none" strike="noStrike" noProof="0">
                          <a:solidFill>
                            <a:srgbClr val="243447"/>
                          </a:solidFill>
                          <a:effectLst/>
                        </a:rPr>
                        <a:t>.</a:t>
                      </a:r>
                      <a:r>
                        <a:rPr lang="ko-KR" altLang="en-US" sz="1100" b="0" i="0" u="none" strike="noStrike" noProof="0">
                          <a:solidFill>
                            <a:srgbClr val="243447"/>
                          </a:solidFill>
                          <a:effectLst/>
                        </a:rPr>
                        <a:t> </a:t>
                      </a:r>
                      <a:r>
                        <a:rPr lang="en-US" altLang="ko-KR" sz="1100" b="0" i="0" u="none" strike="noStrike" noProof="0">
                          <a:solidFill>
                            <a:srgbClr val="243447"/>
                          </a:solidFill>
                          <a:effectLst/>
                        </a:rPr>
                        <a:t>Specific</a:t>
                      </a:r>
                      <a:r>
                        <a:rPr lang="ko-KR" altLang="en-US" sz="1100" b="0" i="0" u="none" strike="noStrike" noProof="0">
                          <a:solidFill>
                            <a:srgbClr val="243447"/>
                          </a:solidFill>
                          <a:effectLst/>
                        </a:rPr>
                        <a:t> </a:t>
                      </a:r>
                      <a:r>
                        <a:rPr lang="ko-KR" sz="1100" b="0" i="0" u="none" strike="noStrike" noProof="0">
                          <a:solidFill>
                            <a:srgbClr val="243447"/>
                          </a:solidFill>
                          <a:effectLst/>
                        </a:rPr>
                        <a:t>ZIP/RAR/7z/ALZip/EGG</a:t>
                      </a:r>
                      <a:r>
                        <a:rPr lang="ko-KR" altLang="en-US" sz="1100" b="0" i="0" u="none" strike="noStrike" noProof="0">
                          <a:solidFill>
                            <a:srgbClr val="243447"/>
                          </a:solidFill>
                          <a:effectLst/>
                        </a:rPr>
                        <a:t> </a:t>
                      </a:r>
                      <a:r>
                        <a:rPr lang="en-US" altLang="ko-KR" sz="1100" b="0" i="0" u="none" strike="noStrike" noProof="0">
                          <a:solidFill>
                            <a:srgbClr val="243447"/>
                          </a:solidFill>
                          <a:effectLst/>
                        </a:rPr>
                        <a:t>matrices</a:t>
                      </a:r>
                      <a:r>
                        <a:rPr lang="ko-KR" sz="1100" b="0" i="0" u="none" strike="noStrike" noProof="0">
                          <a:solidFill>
                            <a:srgbClr val="243447"/>
                          </a:solidFill>
                          <a:effectLst/>
                        </a:rPr>
                        <a:t>, recursion </a:t>
                      </a:r>
                      <a:r>
                        <a:rPr lang="en-US" altLang="ko-KR" sz="1100" b="0" i="0" u="none" strike="noStrike" noProof="0">
                          <a:solidFill>
                            <a:srgbClr val="243447"/>
                          </a:solidFill>
                          <a:effectLst/>
                        </a:rPr>
                        <a:t>depth</a:t>
                      </a:r>
                      <a:r>
                        <a:rPr lang="ko-KR" altLang="en-US" sz="1100" b="0" i="0" u="none" strike="noStrike" noProof="0">
                          <a:solidFill>
                            <a:srgbClr val="243447"/>
                          </a:solidFill>
                          <a:effectLst/>
                        </a:rPr>
                        <a:t> </a:t>
                      </a:r>
                      <a:r>
                        <a:rPr lang="ko-KR" sz="1100" b="0" i="0" u="none" strike="noStrike" noProof="0">
                          <a:solidFill>
                            <a:srgbClr val="243447"/>
                          </a:solidFill>
                          <a:effectLst/>
                        </a:rPr>
                        <a:t>and </a:t>
                      </a:r>
                      <a:r>
                        <a:rPr lang="en-US" altLang="ko-KR" sz="1100" b="0" i="0" u="none" strike="noStrike" noProof="0">
                          <a:solidFill>
                            <a:srgbClr val="243447"/>
                          </a:solidFill>
                          <a:effectLst/>
                        </a:rPr>
                        <a:t>encrypted-archive</a:t>
                      </a:r>
                      <a:r>
                        <a:rPr lang="ko-KR" altLang="en-US" sz="1100" b="0" i="0" u="none" strike="noStrike" noProof="0">
                          <a:solidFill>
                            <a:srgbClr val="243447"/>
                          </a:solidFill>
                          <a:effectLst/>
                        </a:rPr>
                        <a:t> </a:t>
                      </a:r>
                      <a:r>
                        <a:rPr lang="en-US" altLang="ko-KR" sz="1100" b="0" i="0" u="none" strike="noStrike" noProof="0">
                          <a:solidFill>
                            <a:srgbClr val="243447"/>
                          </a:solidFill>
                          <a:effectLst/>
                        </a:rPr>
                        <a:t>behavior</a:t>
                      </a:r>
                      <a:r>
                        <a:rPr lang="ko-KR" altLang="en-US" sz="1100" b="0" i="0" u="none" strike="noStrike" noProof="0">
                          <a:solidFill>
                            <a:srgbClr val="243447"/>
                          </a:solidFill>
                          <a:effectLst/>
                        </a:rPr>
                        <a:t> </a:t>
                      </a:r>
                      <a:r>
                        <a:rPr lang="en-US" altLang="ko-KR" sz="1100" b="0" i="0" u="none" strike="noStrike" noProof="0">
                          <a:solidFill>
                            <a:srgbClr val="243447"/>
                          </a:solidFill>
                          <a:effectLst/>
                        </a:rPr>
                        <a:t>are</a:t>
                      </a:r>
                      <a:r>
                        <a:rPr lang="ko-KR" altLang="en-US" sz="1100" b="0" i="0" u="none" strike="noStrike" noProof="0">
                          <a:solidFill>
                            <a:srgbClr val="243447"/>
                          </a:solidFill>
                          <a:effectLst/>
                        </a:rPr>
                        <a:t> </a:t>
                      </a:r>
                      <a:r>
                        <a:rPr lang="en-US" altLang="ko-KR" sz="1100" b="0" i="0" u="none" strike="noStrike" noProof="0">
                          <a:solidFill>
                            <a:srgbClr val="243447"/>
                          </a:solidFill>
                          <a:effectLst/>
                        </a:rPr>
                        <a:t>not</a:t>
                      </a:r>
                      <a:r>
                        <a:rPr lang="ko-KR" altLang="en-US" sz="1100" b="0" i="0" u="none" strike="noStrike" noProof="0">
                          <a:solidFill>
                            <a:srgbClr val="243447"/>
                          </a:solidFill>
                          <a:effectLst/>
                        </a:rPr>
                        <a:t> </a:t>
                      </a:r>
                      <a:r>
                        <a:rPr lang="en-US" altLang="ko-KR" sz="1100" b="0" i="0" u="none" strike="noStrike" noProof="0">
                          <a:solidFill>
                            <a:srgbClr val="243447"/>
                          </a:solidFill>
                          <a:effectLst/>
                        </a:rPr>
                        <a:t>stated</a:t>
                      </a:r>
                      <a:r>
                        <a:rPr lang="ko-KR" sz="1100" b="0" i="0" u="none" strike="noStrike" noProof="0">
                          <a:solidFill>
                            <a:srgbClr val="243447"/>
                          </a:solidFill>
                          <a:effectLst/>
                        </a:rPr>
                        <a:t>.</a:t>
                      </a:r>
                      <a:r>
                        <a:rPr lang="ko-KR" altLang="en-US" sz="1100" b="0" i="0" u="none" strike="noStrike" noProof="0">
                          <a:solidFill>
                            <a:srgbClr val="243447"/>
                          </a:solidFill>
                          <a:effectLst/>
                        </a:rPr>
                        <a:t> </a:t>
                      </a:r>
                      <a:r>
                        <a:rPr lang="en-US" altLang="ko-KR" sz="1100" b="0" i="0" u="none" strike="noStrike" noProof="0">
                          <a:solidFill>
                            <a:srgbClr val="243447"/>
                          </a:solidFill>
                          <a:effectLst/>
                        </a:rPr>
                        <a:t>[J2]</a:t>
                      </a:r>
                      <a:endParaRPr lang="en-US" altLang="ko-KR" sz="1100"/>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3397961330"/>
                  </a:ext>
                </a:extLst>
              </a:tr>
              <a:tr h="314325">
                <a:tc>
                  <a:txBody>
                    <a:bodyPr/>
                    <a:lstStyle/>
                    <a:p>
                      <a:pPr algn="l">
                        <a:buNone/>
                      </a:pPr>
                      <a:r>
                        <a:rPr lang="ko-KR" sz="1100" b="1">
                          <a:solidFill>
                            <a:srgbClr val="243447"/>
                          </a:solidFill>
                          <a:effectLst/>
                          <a:latin typeface="Arial"/>
                          <a:ea typeface="Arial" panose="020B0604020202020204" pitchFamily="34" charset="0"/>
                        </a:rPr>
                        <a:t>D2-09</a:t>
                      </a:r>
                      <a:endParaRPr lang="ko-KR" sz="1100" b="1">
                        <a:solidFill>
                          <a:srgbClr val="243447"/>
                        </a:solidFill>
                        <a:effectLst/>
                        <a:latin typeface="Arial"/>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100">
                          <a:solidFill>
                            <a:srgbClr val="243447"/>
                          </a:solidFill>
                          <a:effectLst/>
                          <a:latin typeface="Arial"/>
                          <a:ea typeface="Arial" panose="020B0604020202020204" pitchFamily="34" charset="0"/>
                        </a:rPr>
                        <a:t>ML / NLP / LLM classification</a:t>
                      </a:r>
                      <a:endParaRPr lang="ko-KR" sz="1100">
                        <a:solidFill>
                          <a:srgbClr val="243447"/>
                        </a:solidFill>
                        <a:effectLst/>
                        <a:latin typeface="Arial"/>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100" b="1">
                          <a:solidFill>
                            <a:srgbClr val="136F73"/>
                          </a:solidFill>
                          <a:effectLst/>
                          <a:latin typeface="Arial"/>
                          <a:ea typeface="Arial" panose="020B0604020202020204" pitchFamily="34" charset="0"/>
                        </a:rPr>
                        <a:t>●</a:t>
                      </a:r>
                      <a:endParaRPr lang="ko-KR" sz="1100" b="1">
                        <a:solidFill>
                          <a:srgbClr val="136F73"/>
                        </a:solidFill>
                        <a:effectLst/>
                        <a:latin typeface="Arial"/>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lvl="0" algn="l">
                        <a:buNone/>
                      </a:pPr>
                      <a:r>
                        <a:rPr lang="en-US" altLang="ko-KR" sz="1100" b="0" i="0" u="none" strike="noStrike" noProof="0">
                          <a:solidFill>
                            <a:srgbClr val="243447"/>
                          </a:solidFill>
                          <a:effectLst/>
                        </a:rPr>
                        <a:t>AIFILTER</a:t>
                      </a:r>
                      <a:r>
                        <a:rPr lang="ko-KR" altLang="en-US" sz="1100" b="0" i="0" u="none" strike="noStrike" noProof="0">
                          <a:solidFill>
                            <a:srgbClr val="243447"/>
                          </a:solidFill>
                          <a:effectLst/>
                        </a:rPr>
                        <a:t> </a:t>
                      </a:r>
                      <a:r>
                        <a:rPr lang="en-US" altLang="ko-KR" sz="1100" b="0" i="0" u="none" strike="noStrike" noProof="0">
                          <a:solidFill>
                            <a:srgbClr val="243447"/>
                          </a:solidFill>
                          <a:effectLst/>
                        </a:rPr>
                        <a:t>uses</a:t>
                      </a:r>
                      <a:r>
                        <a:rPr lang="ko-KR" altLang="en-US" sz="1100" b="0" i="0" u="none" strike="noStrike" noProof="0">
                          <a:solidFill>
                            <a:srgbClr val="243447"/>
                          </a:solidFill>
                          <a:effectLst/>
                        </a:rPr>
                        <a:t> </a:t>
                      </a:r>
                      <a:r>
                        <a:rPr lang="en-US" altLang="ko-KR" sz="1100" b="1" i="0" u="none" strike="noStrike" noProof="0">
                          <a:solidFill>
                            <a:srgbClr val="243447"/>
                          </a:solidFill>
                          <a:effectLst/>
                        </a:rPr>
                        <a:t>AI-based</a:t>
                      </a:r>
                      <a:r>
                        <a:rPr lang="ko-KR" altLang="en-US" sz="1100" b="1" i="0" u="none" strike="noStrike" noProof="0">
                          <a:solidFill>
                            <a:srgbClr val="243447"/>
                          </a:solidFill>
                          <a:effectLst/>
                        </a:rPr>
                        <a:t> </a:t>
                      </a:r>
                      <a:r>
                        <a:rPr lang="en-US" altLang="ko-KR" sz="1100" b="1" i="0" u="none" strike="noStrike" noProof="0">
                          <a:solidFill>
                            <a:srgbClr val="243447"/>
                          </a:solidFill>
                          <a:effectLst/>
                        </a:rPr>
                        <a:t>NER</a:t>
                      </a:r>
                      <a:r>
                        <a:rPr lang="ko-KR" altLang="en-US" sz="1100" b="0" i="0" u="none" strike="noStrike" noProof="0">
                          <a:solidFill>
                            <a:srgbClr val="243447"/>
                          </a:solidFill>
                          <a:effectLst/>
                        </a:rPr>
                        <a:t> </a:t>
                      </a:r>
                      <a:r>
                        <a:rPr lang="en-US" altLang="ko-KR" sz="1100" b="0" i="0" u="none" strike="noStrike" noProof="0">
                          <a:solidFill>
                            <a:srgbClr val="243447"/>
                          </a:solidFill>
                          <a:effectLst/>
                        </a:rPr>
                        <a:t>and</a:t>
                      </a:r>
                      <a:r>
                        <a:rPr lang="ko-KR" altLang="en-US" sz="1100" b="0" i="0" u="none" strike="noStrike" noProof="0">
                          <a:solidFill>
                            <a:srgbClr val="243447"/>
                          </a:solidFill>
                          <a:effectLst/>
                        </a:rPr>
                        <a:t> </a:t>
                      </a:r>
                      <a:r>
                        <a:rPr lang="en-US" altLang="ko-KR" sz="1100" b="0" i="0" u="none" strike="noStrike" noProof="0">
                          <a:solidFill>
                            <a:srgbClr val="243447"/>
                          </a:solidFill>
                          <a:effectLst/>
                        </a:rPr>
                        <a:t>model-based</a:t>
                      </a:r>
                      <a:r>
                        <a:rPr lang="ko-KR" altLang="en-US" sz="1100" b="0" i="0" u="none" strike="noStrike" noProof="0">
                          <a:solidFill>
                            <a:srgbClr val="243447"/>
                          </a:solidFill>
                          <a:effectLst/>
                        </a:rPr>
                        <a:t> </a:t>
                      </a:r>
                      <a:r>
                        <a:rPr lang="ko-KR" sz="1100" b="0" i="0" u="none" strike="noStrike" noProof="0">
                          <a:solidFill>
                            <a:srgbClr val="243447"/>
                          </a:solidFill>
                          <a:effectLst/>
                        </a:rPr>
                        <a:t>detection</a:t>
                      </a:r>
                      <a:r>
                        <a:rPr lang="ko-KR" altLang="en-US" sz="1100" b="0" i="0" u="none" strike="noStrike" noProof="0">
                          <a:solidFill>
                            <a:srgbClr val="243447"/>
                          </a:solidFill>
                          <a:effectLst/>
                        </a:rPr>
                        <a:t> </a:t>
                      </a:r>
                      <a:r>
                        <a:rPr lang="en-US" altLang="ko-KR" sz="1100" b="0" i="0" u="none" strike="noStrike" noProof="0">
                          <a:solidFill>
                            <a:srgbClr val="243447"/>
                          </a:solidFill>
                          <a:effectLst/>
                        </a:rPr>
                        <a:t>for</a:t>
                      </a:r>
                      <a:r>
                        <a:rPr lang="ko-KR" altLang="en-US" sz="1100" b="0" i="0" u="none" strike="noStrike" noProof="0">
                          <a:solidFill>
                            <a:srgbClr val="243447"/>
                          </a:solidFill>
                          <a:effectLst/>
                        </a:rPr>
                        <a:t> </a:t>
                      </a:r>
                      <a:r>
                        <a:rPr lang="en-US" altLang="ko-KR" sz="1100" b="0" i="0" u="none" strike="noStrike" noProof="0">
                          <a:solidFill>
                            <a:srgbClr val="243447"/>
                          </a:solidFill>
                          <a:effectLst/>
                        </a:rPr>
                        <a:t>personal/sensitive</a:t>
                      </a:r>
                      <a:r>
                        <a:rPr lang="ko-KR" altLang="en-US" sz="1100" b="0" i="0" u="none" strike="noStrike" noProof="0">
                          <a:solidFill>
                            <a:srgbClr val="243447"/>
                          </a:solidFill>
                          <a:effectLst/>
                        </a:rPr>
                        <a:t> </a:t>
                      </a:r>
                      <a:r>
                        <a:rPr lang="en-US" altLang="ko-KR" sz="1100" b="0" i="0" u="none" strike="noStrike" noProof="0">
                          <a:solidFill>
                            <a:srgbClr val="243447"/>
                          </a:solidFill>
                          <a:effectLst/>
                        </a:rPr>
                        <a:t>information;</a:t>
                      </a:r>
                      <a:r>
                        <a:rPr lang="ko-KR" altLang="en-US" sz="1100" b="0" i="0" u="none" strike="noStrike" noProof="0">
                          <a:solidFill>
                            <a:srgbClr val="243447"/>
                          </a:solidFill>
                          <a:effectLst/>
                        </a:rPr>
                        <a:t> </a:t>
                      </a:r>
                      <a:r>
                        <a:rPr lang="en-US" altLang="ko-KR" sz="1100" b="0" i="0" u="none" strike="noStrike" noProof="0">
                          <a:solidFill>
                            <a:srgbClr val="243447"/>
                          </a:solidFill>
                          <a:effectLst/>
                        </a:rPr>
                        <a:t>SERVERFILTER</a:t>
                      </a:r>
                      <a:r>
                        <a:rPr lang="ko-KR" altLang="en-US" sz="1100" b="0" i="0" u="none" strike="noStrike" noProof="0">
                          <a:solidFill>
                            <a:srgbClr val="243447"/>
                          </a:solidFill>
                          <a:effectLst/>
                        </a:rPr>
                        <a:t> </a:t>
                      </a:r>
                      <a:r>
                        <a:rPr lang="en-US" altLang="ko-KR" sz="1100" b="0" i="0" u="none" strike="noStrike" noProof="0">
                          <a:solidFill>
                            <a:srgbClr val="243447"/>
                          </a:solidFill>
                          <a:effectLst/>
                        </a:rPr>
                        <a:t>can</a:t>
                      </a:r>
                      <a:r>
                        <a:rPr lang="ko-KR" altLang="en-US" sz="1100" b="0" i="0" u="none" strike="noStrike" noProof="0">
                          <a:solidFill>
                            <a:srgbClr val="243447"/>
                          </a:solidFill>
                          <a:effectLst/>
                        </a:rPr>
                        <a:t> </a:t>
                      </a:r>
                      <a:r>
                        <a:rPr lang="en-US" altLang="ko-KR" sz="1100" b="0" i="0" u="none" strike="noStrike" noProof="0">
                          <a:solidFill>
                            <a:srgbClr val="243447"/>
                          </a:solidFill>
                          <a:effectLst/>
                        </a:rPr>
                        <a:t>integrate</a:t>
                      </a:r>
                      <a:r>
                        <a:rPr lang="ko-KR" altLang="en-US" sz="1100" b="0" i="0" u="none" strike="noStrike" noProof="0">
                          <a:solidFill>
                            <a:srgbClr val="243447"/>
                          </a:solidFill>
                          <a:effectLst/>
                        </a:rPr>
                        <a:t> </a:t>
                      </a:r>
                      <a:r>
                        <a:rPr lang="en-US" altLang="ko-KR" sz="1100" b="0" i="0" u="none" strike="noStrike" noProof="0">
                          <a:solidFill>
                            <a:srgbClr val="243447"/>
                          </a:solidFill>
                          <a:effectLst/>
                        </a:rPr>
                        <a:t>the</a:t>
                      </a:r>
                      <a:r>
                        <a:rPr lang="ko-KR" altLang="en-US" sz="1100" b="0" i="0" u="none" strike="noStrike" noProof="0">
                          <a:solidFill>
                            <a:srgbClr val="243447"/>
                          </a:solidFill>
                          <a:effectLst/>
                        </a:rPr>
                        <a:t> </a:t>
                      </a:r>
                      <a:r>
                        <a:rPr lang="en-US" altLang="ko-KR" sz="1100" b="0" i="0" u="none" strike="noStrike" noProof="0">
                          <a:solidFill>
                            <a:srgbClr val="243447"/>
                          </a:solidFill>
                          <a:effectLst/>
                        </a:rPr>
                        <a:t>same</a:t>
                      </a:r>
                      <a:r>
                        <a:rPr lang="ko-KR" altLang="en-US" sz="1100" b="0" i="0" u="none" strike="noStrike" noProof="0">
                          <a:solidFill>
                            <a:srgbClr val="243447"/>
                          </a:solidFill>
                          <a:effectLst/>
                        </a:rPr>
                        <a:t> </a:t>
                      </a:r>
                      <a:r>
                        <a:rPr lang="en-US" altLang="ko-KR" sz="1100" b="0" i="0" u="none" strike="noStrike" noProof="0">
                          <a:solidFill>
                            <a:srgbClr val="243447"/>
                          </a:solidFill>
                          <a:effectLst/>
                        </a:rPr>
                        <a:t>AI</a:t>
                      </a:r>
                      <a:r>
                        <a:rPr lang="ko-KR" altLang="en-US" sz="1100" b="0" i="0" u="none" strike="noStrike" noProof="0">
                          <a:solidFill>
                            <a:srgbClr val="243447"/>
                          </a:solidFill>
                          <a:effectLst/>
                        </a:rPr>
                        <a:t> </a:t>
                      </a:r>
                      <a:r>
                        <a:rPr lang="en-US" altLang="ko-KR" sz="1100" b="0" i="0" u="none" strike="noStrike" noProof="0">
                          <a:solidFill>
                            <a:srgbClr val="243447"/>
                          </a:solidFill>
                          <a:effectLst/>
                        </a:rPr>
                        <a:t>OCR/NER</a:t>
                      </a:r>
                      <a:r>
                        <a:rPr lang="ko-KR" altLang="en-US" sz="1100" b="0" i="0" u="none" strike="noStrike" noProof="0">
                          <a:solidFill>
                            <a:srgbClr val="243447"/>
                          </a:solidFill>
                          <a:effectLst/>
                        </a:rPr>
                        <a:t> </a:t>
                      </a:r>
                      <a:r>
                        <a:rPr lang="en-US" altLang="ko-KR" sz="1100" b="0" i="0" u="none" strike="noStrike" noProof="0">
                          <a:solidFill>
                            <a:srgbClr val="243447"/>
                          </a:solidFill>
                          <a:effectLst/>
                        </a:rPr>
                        <a:t>layer</a:t>
                      </a:r>
                      <a:r>
                        <a:rPr lang="ko-KR" sz="1100" b="0" i="0" u="none" strike="noStrike" noProof="0">
                          <a:solidFill>
                            <a:srgbClr val="243447"/>
                          </a:solidFill>
                          <a:effectLst/>
                        </a:rPr>
                        <a:t>. [</a:t>
                      </a:r>
                      <a:r>
                        <a:rPr lang="en-US" altLang="ko-KR" sz="1100" b="0" i="0" u="none" strike="noStrike" noProof="0">
                          <a:solidFill>
                            <a:srgbClr val="243447"/>
                          </a:solidFill>
                          <a:effectLst/>
                        </a:rPr>
                        <a:t>J1</a:t>
                      </a:r>
                      <a:r>
                        <a:rPr lang="ko-KR" sz="1100" b="0" i="0" u="none" strike="noStrike" noProof="0">
                          <a:solidFill>
                            <a:srgbClr val="243447"/>
                          </a:solidFill>
                          <a:effectLst/>
                        </a:rPr>
                        <a:t>,</a:t>
                      </a:r>
                      <a:r>
                        <a:rPr lang="en-US" altLang="ko-KR" sz="1100" b="0" i="0" u="none" strike="noStrike" noProof="0">
                          <a:solidFill>
                            <a:srgbClr val="243447"/>
                          </a:solidFill>
                          <a:effectLst/>
                        </a:rPr>
                        <a:t>J3</a:t>
                      </a:r>
                      <a:r>
                        <a:rPr lang="ko-KR" sz="1100" b="0" i="0" u="none" strike="noStrike" noProof="0">
                          <a:solidFill>
                            <a:srgbClr val="243447"/>
                          </a:solidFill>
                          <a:effectLst/>
                        </a:rPr>
                        <a:t>]</a:t>
                      </a:r>
                      <a:endParaRPr lang="en-US" altLang="ko-KR" sz="1100" b="0" i="0" u="none" strike="noStrike" noProof="0"/>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51310576"/>
                  </a:ext>
                </a:extLst>
              </a:tr>
              <a:tr h="314325">
                <a:tc>
                  <a:txBody>
                    <a:bodyPr/>
                    <a:lstStyle/>
                    <a:p>
                      <a:pPr algn="l">
                        <a:buNone/>
                      </a:pPr>
                      <a:r>
                        <a:rPr lang="ko-KR" sz="1100" b="1">
                          <a:solidFill>
                            <a:srgbClr val="243447"/>
                          </a:solidFill>
                          <a:effectLst/>
                          <a:latin typeface="Arial"/>
                          <a:ea typeface="Arial" panose="020B0604020202020204" pitchFamily="34" charset="0"/>
                        </a:rPr>
                        <a:t>D2-10</a:t>
                      </a:r>
                      <a:endParaRPr lang="ko-KR" sz="1100" b="1">
                        <a:solidFill>
                          <a:srgbClr val="243447"/>
                        </a:solidFill>
                        <a:effectLst/>
                        <a:latin typeface="Arial"/>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100">
                          <a:solidFill>
                            <a:srgbClr val="243447"/>
                          </a:solidFill>
                          <a:effectLst/>
                          <a:latin typeface="Arial"/>
                          <a:ea typeface="Arial" panose="020B0604020202020204" pitchFamily="34" charset="0"/>
                        </a:rPr>
                        <a:t>Source code / API keys</a:t>
                      </a:r>
                      <a:endParaRPr lang="ko-KR" sz="1100">
                        <a:solidFill>
                          <a:srgbClr val="243447"/>
                        </a:solidFill>
                        <a:effectLst/>
                        <a:latin typeface="Arial"/>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lvl="0" algn="l">
                        <a:lnSpc>
                          <a:spcPct val="100000"/>
                        </a:lnSpc>
                        <a:spcBef>
                          <a:spcPts val="0"/>
                        </a:spcBef>
                        <a:spcAft>
                          <a:spcPts val="0"/>
                        </a:spcAft>
                        <a:buNone/>
                      </a:pPr>
                      <a:r>
                        <a:rPr lang="en-US" altLang="ko-KR" sz="1100" b="1" i="0" u="none" strike="noStrike" noProof="0">
                          <a:solidFill>
                            <a:srgbClr val="5E6C7A"/>
                          </a:solidFill>
                          <a:effectLst/>
                          <a:latin typeface="Arial"/>
                          <a:cs typeface="Arial"/>
                        </a:rPr>
                        <a:t>?</a:t>
                      </a:r>
                      <a:endParaRPr lang="ko-KR" altLang="en-US" sz="1100" b="0" i="0" u="none" strike="noStrike" noProof="0">
                        <a:solidFill>
                          <a:srgbClr val="000000"/>
                        </a:solidFill>
                        <a:effectLst/>
                        <a:latin typeface="Arial"/>
                        <a:cs typeface="Arial"/>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lvl="0" algn="l">
                        <a:buNone/>
                      </a:pPr>
                      <a:r>
                        <a:rPr lang="en-US" altLang="ko-KR" sz="1100" b="0" i="0" u="none" strike="noStrike" noProof="0">
                          <a:solidFill>
                            <a:srgbClr val="243447"/>
                          </a:solidFill>
                          <a:effectLst/>
                        </a:rPr>
                        <a:t>No</a:t>
                      </a:r>
                      <a:r>
                        <a:rPr lang="ko-KR" altLang="en-US" sz="1100" b="0" i="0" u="none" strike="noStrike" noProof="0">
                          <a:solidFill>
                            <a:srgbClr val="243447"/>
                          </a:solidFill>
                          <a:effectLst/>
                        </a:rPr>
                        <a:t> </a:t>
                      </a:r>
                      <a:r>
                        <a:rPr lang="en-US" altLang="ko-KR" sz="1100" b="0" i="0" u="none" strike="noStrike" noProof="0">
                          <a:solidFill>
                            <a:srgbClr val="243447"/>
                          </a:solidFill>
                          <a:effectLst/>
                        </a:rPr>
                        <a:t>dedicated</a:t>
                      </a:r>
                      <a:r>
                        <a:rPr lang="ko-KR" altLang="en-US" sz="1100" b="0" i="0" u="none" strike="noStrike" noProof="0">
                          <a:solidFill>
                            <a:srgbClr val="243447"/>
                          </a:solidFill>
                          <a:effectLst/>
                        </a:rPr>
                        <a:t> </a:t>
                      </a:r>
                      <a:r>
                        <a:rPr lang="en-US" altLang="ko-KR" sz="1100" b="0" i="0" u="none" strike="noStrike" noProof="0">
                          <a:solidFill>
                            <a:srgbClr val="243447"/>
                          </a:solidFill>
                          <a:effectLst/>
                        </a:rPr>
                        <a:t>source-code,</a:t>
                      </a:r>
                      <a:r>
                        <a:rPr lang="ko-KR" altLang="en-US" sz="1100" b="0" i="0" u="none" strike="noStrike" noProof="0">
                          <a:solidFill>
                            <a:srgbClr val="243447"/>
                          </a:solidFill>
                          <a:effectLst/>
                        </a:rPr>
                        <a:t> </a:t>
                      </a:r>
                      <a:r>
                        <a:rPr lang="en-US" altLang="ko-KR" sz="1100" b="0" i="0" u="none" strike="noStrike" noProof="0">
                          <a:solidFill>
                            <a:srgbClr val="243447"/>
                          </a:solidFill>
                          <a:effectLst/>
                        </a:rPr>
                        <a:t>credential</a:t>
                      </a:r>
                      <a:r>
                        <a:rPr lang="ko-KR" altLang="en-US" sz="1100" b="0" i="0" u="none" strike="noStrike" noProof="0">
                          <a:solidFill>
                            <a:srgbClr val="243447"/>
                          </a:solidFill>
                          <a:effectLst/>
                        </a:rPr>
                        <a:t> </a:t>
                      </a:r>
                      <a:r>
                        <a:rPr lang="en-US" altLang="ko-KR" sz="1100" b="0" i="0" u="none" strike="noStrike" noProof="0">
                          <a:solidFill>
                            <a:srgbClr val="243447"/>
                          </a:solidFill>
                          <a:effectLst/>
                        </a:rPr>
                        <a:t>or</a:t>
                      </a:r>
                      <a:r>
                        <a:rPr lang="ko-KR" altLang="en-US" sz="1100" b="0" i="0" u="none" strike="noStrike" noProof="0">
                          <a:solidFill>
                            <a:srgbClr val="243447"/>
                          </a:solidFill>
                          <a:effectLst/>
                        </a:rPr>
                        <a:t> </a:t>
                      </a:r>
                      <a:r>
                        <a:rPr lang="ko-KR" sz="1100" b="0" i="0" u="none" strike="noStrike" noProof="0">
                          <a:solidFill>
                            <a:srgbClr val="243447"/>
                          </a:solidFill>
                          <a:effectLst/>
                        </a:rPr>
                        <a:t>API-key detector </a:t>
                      </a:r>
                      <a:r>
                        <a:rPr lang="en-US" altLang="ko-KR" sz="1100" b="0" i="0" u="none" strike="noStrike" noProof="0">
                          <a:solidFill>
                            <a:srgbClr val="243447"/>
                          </a:solidFill>
                          <a:effectLst/>
                        </a:rPr>
                        <a:t>was</a:t>
                      </a:r>
                      <a:r>
                        <a:rPr lang="ko-KR" altLang="en-US" sz="1100" b="0" i="0" u="none" strike="noStrike" noProof="0">
                          <a:solidFill>
                            <a:srgbClr val="243447"/>
                          </a:solidFill>
                          <a:effectLst/>
                        </a:rPr>
                        <a:t> </a:t>
                      </a:r>
                      <a:r>
                        <a:rPr lang="en-US" altLang="ko-KR" sz="1100" b="0" i="0" u="none" strike="noStrike" noProof="0">
                          <a:solidFill>
                            <a:srgbClr val="243447"/>
                          </a:solidFill>
                          <a:effectLst/>
                        </a:rPr>
                        <a:t>identified</a:t>
                      </a:r>
                      <a:r>
                        <a:rPr lang="ko-KR" altLang="en-US" sz="1100" b="0" i="0" u="none" strike="noStrike" noProof="0">
                          <a:solidFill>
                            <a:srgbClr val="243447"/>
                          </a:solidFill>
                          <a:effectLst/>
                        </a:rPr>
                        <a:t> </a:t>
                      </a:r>
                      <a:r>
                        <a:rPr lang="en-US" altLang="ko-KR" sz="1100" b="0" i="0" u="none" strike="noStrike" noProof="0">
                          <a:solidFill>
                            <a:srgbClr val="243447"/>
                          </a:solidFill>
                          <a:effectLst/>
                        </a:rPr>
                        <a:t>in</a:t>
                      </a:r>
                      <a:r>
                        <a:rPr lang="ko-KR" altLang="en-US" sz="1100" b="0" i="0" u="none" strike="noStrike" noProof="0">
                          <a:solidFill>
                            <a:srgbClr val="243447"/>
                          </a:solidFill>
                          <a:effectLst/>
                        </a:rPr>
                        <a:t> </a:t>
                      </a:r>
                      <a:r>
                        <a:rPr lang="en-US" altLang="ko-KR" sz="1100" b="0" i="0" u="none" strike="noStrike" noProof="0">
                          <a:solidFill>
                            <a:srgbClr val="243447"/>
                          </a:solidFill>
                          <a:effectLst/>
                        </a:rPr>
                        <a:t>reviewed</a:t>
                      </a:r>
                      <a:r>
                        <a:rPr lang="ko-KR" altLang="en-US" sz="1100" b="0" i="0" u="none" strike="noStrike" noProof="0">
                          <a:solidFill>
                            <a:srgbClr val="243447"/>
                          </a:solidFill>
                          <a:effectLst/>
                        </a:rPr>
                        <a:t> </a:t>
                      </a:r>
                      <a:r>
                        <a:rPr lang="en-US" altLang="ko-KR" sz="1100" b="0" i="0" u="none" strike="noStrike" noProof="0">
                          <a:solidFill>
                            <a:srgbClr val="243447"/>
                          </a:solidFill>
                          <a:effectLst/>
                        </a:rPr>
                        <a:t>Jiran</a:t>
                      </a:r>
                      <a:r>
                        <a:rPr lang="ko-KR" altLang="en-US" sz="1100" b="0" i="0" u="none" strike="noStrike" noProof="0">
                          <a:solidFill>
                            <a:srgbClr val="243447"/>
                          </a:solidFill>
                          <a:effectLst/>
                        </a:rPr>
                        <a:t> </a:t>
                      </a:r>
                      <a:r>
                        <a:rPr lang="en-US" altLang="ko-KR" sz="1100" b="0" i="0" u="none" strike="noStrike" noProof="0">
                          <a:solidFill>
                            <a:srgbClr val="243447"/>
                          </a:solidFill>
                          <a:effectLst/>
                        </a:rPr>
                        <a:t>material</a:t>
                      </a:r>
                      <a:r>
                        <a:rPr lang="ko-KR" sz="1100" b="0" i="0" u="none" strike="noStrike" noProof="0">
                          <a:solidFill>
                            <a:srgbClr val="243447"/>
                          </a:solidFill>
                          <a:effectLst/>
                        </a:rPr>
                        <a:t>.</a:t>
                      </a:r>
                      <a:endParaRPr lang="en-US" altLang="ko-KR" sz="1100" b="0" i="0" u="none" strike="noStrike" noProof="0"/>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538971960"/>
                  </a:ext>
                </a:extLst>
              </a:tr>
              <a:tr h="314325">
                <a:tc>
                  <a:txBody>
                    <a:bodyPr/>
                    <a:lstStyle/>
                    <a:p>
                      <a:pPr algn="l">
                        <a:buNone/>
                      </a:pPr>
                      <a:r>
                        <a:rPr lang="ko-KR" sz="1100" b="1">
                          <a:solidFill>
                            <a:srgbClr val="243447"/>
                          </a:solidFill>
                          <a:effectLst/>
                          <a:latin typeface="Arial"/>
                          <a:ea typeface="Arial" panose="020B0604020202020204" pitchFamily="34" charset="0"/>
                        </a:rPr>
                        <a:t>D2-11</a:t>
                      </a:r>
                      <a:endParaRPr lang="ko-KR" sz="1100" b="1">
                        <a:solidFill>
                          <a:srgbClr val="243447"/>
                        </a:solidFill>
                        <a:effectLst/>
                        <a:latin typeface="Arial"/>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100">
                          <a:solidFill>
                            <a:srgbClr val="243447"/>
                          </a:solidFill>
                          <a:effectLst/>
                          <a:latin typeface="Arial"/>
                          <a:ea typeface="Arial" panose="020B0604020202020204" pitchFamily="34" charset="0"/>
                        </a:rPr>
                        <a:t>Custom patterns / trainable model</a:t>
                      </a:r>
                      <a:endParaRPr lang="ko-KR" sz="1100">
                        <a:solidFill>
                          <a:srgbClr val="243447"/>
                        </a:solidFill>
                        <a:effectLst/>
                        <a:latin typeface="Arial"/>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lvl="0" algn="l">
                        <a:lnSpc>
                          <a:spcPct val="100000"/>
                        </a:lnSpc>
                        <a:spcBef>
                          <a:spcPts val="0"/>
                        </a:spcBef>
                        <a:spcAft>
                          <a:spcPts val="0"/>
                        </a:spcAft>
                        <a:buNone/>
                      </a:pPr>
                      <a:r>
                        <a:rPr lang="ko-KR" altLang="en-US" sz="1100" b="1" i="0" u="none" strike="noStrike" noProof="0">
                          <a:solidFill>
                            <a:srgbClr val="136F73"/>
                          </a:solidFill>
                          <a:effectLst/>
                          <a:latin typeface="Arial"/>
                          <a:cs typeface="Arial"/>
                        </a:rPr>
                        <a:t>●</a:t>
                      </a:r>
                      <a:endParaRPr lang="ko-KR" altLang="en-US" sz="1100" b="0" i="0" u="none" strike="noStrike" noProof="0">
                        <a:solidFill>
                          <a:srgbClr val="000000"/>
                        </a:solidFill>
                        <a:effectLst/>
                        <a:latin typeface="Arial"/>
                        <a:cs typeface="Arial"/>
                      </a:endParaRPr>
                    </a:p>
                    <a:p>
                      <a:pPr lvl="0" algn="l">
                        <a:buNone/>
                      </a:pPr>
                      <a:endParaRPr lang="ko-KR" sz="1100" b="1">
                        <a:solidFill>
                          <a:srgbClr val="5E6C7A"/>
                        </a:solidFill>
                        <a:effectLst/>
                        <a:latin typeface="Arial"/>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lvl="0" algn="l">
                        <a:buNone/>
                      </a:pPr>
                      <a:r>
                        <a:rPr lang="en-US" altLang="ko-KR" sz="1100" b="0" i="0" u="none" strike="noStrike" noProof="0">
                          <a:solidFill>
                            <a:srgbClr val="243447"/>
                          </a:solidFill>
                          <a:effectLst/>
                        </a:rPr>
                        <a:t>AIFILTER</a:t>
                      </a:r>
                      <a:r>
                        <a:rPr lang="ko-KR" sz="1100" b="0" i="0" u="none" strike="noStrike" noProof="0">
                          <a:solidFill>
                            <a:srgbClr val="243447"/>
                          </a:solidFill>
                          <a:effectLst/>
                        </a:rPr>
                        <a:t> </a:t>
                      </a:r>
                      <a:r>
                        <a:rPr lang="en-US" altLang="ko-KR" sz="1100" b="0" i="0" u="none" strike="noStrike" noProof="0">
                          <a:solidFill>
                            <a:srgbClr val="243447"/>
                          </a:solidFill>
                          <a:effectLst/>
                        </a:rPr>
                        <a:t>supports</a:t>
                      </a:r>
                      <a:r>
                        <a:rPr lang="ko-KR" sz="1100" b="0" i="0" u="none" strike="noStrike" noProof="0">
                          <a:solidFill>
                            <a:srgbClr val="243447"/>
                          </a:solidFill>
                          <a:effectLst/>
                        </a:rPr>
                        <a:t> </a:t>
                      </a:r>
                      <a:r>
                        <a:rPr lang="en-US" altLang="ko-KR" sz="1100" b="0" i="0" u="none" strike="noStrike" noProof="0">
                          <a:solidFill>
                            <a:srgbClr val="243447"/>
                          </a:solidFill>
                          <a:effectLst/>
                        </a:rPr>
                        <a:t>custom</a:t>
                      </a:r>
                      <a:r>
                        <a:rPr lang="ko-KR" sz="1100" b="0" i="0" u="none" strike="noStrike" noProof="0">
                          <a:solidFill>
                            <a:srgbClr val="243447"/>
                          </a:solidFill>
                          <a:effectLst/>
                        </a:rPr>
                        <a:t> </a:t>
                      </a:r>
                      <a:r>
                        <a:rPr lang="en-US" altLang="ko-KR" sz="1100" b="0" i="0" u="none" strike="noStrike" noProof="0">
                          <a:solidFill>
                            <a:srgbClr val="243447"/>
                          </a:solidFill>
                          <a:effectLst/>
                        </a:rPr>
                        <a:t>regex/keyword</a:t>
                      </a:r>
                      <a:r>
                        <a:rPr lang="ko-KR" sz="1100" b="0" i="0" u="none" strike="noStrike" noProof="0">
                          <a:solidFill>
                            <a:srgbClr val="243447"/>
                          </a:solidFill>
                          <a:effectLst/>
                        </a:rPr>
                        <a:t> </a:t>
                      </a:r>
                      <a:r>
                        <a:rPr lang="en-US" altLang="ko-KR" sz="1100" b="0" i="0" u="none" strike="noStrike" noProof="0">
                          <a:solidFill>
                            <a:srgbClr val="243447"/>
                          </a:solidFill>
                          <a:effectLst/>
                        </a:rPr>
                        <a:t>policies</a:t>
                      </a:r>
                      <a:r>
                        <a:rPr lang="ko-KR" sz="1100" b="0" i="0" u="none" strike="noStrike" noProof="0">
                          <a:solidFill>
                            <a:srgbClr val="243447"/>
                          </a:solidFill>
                          <a:effectLst/>
                        </a:rPr>
                        <a:t> </a:t>
                      </a:r>
                      <a:r>
                        <a:rPr lang="en-US" altLang="ko-KR" sz="1100" b="0" i="0" u="none" strike="noStrike" noProof="0">
                          <a:solidFill>
                            <a:srgbClr val="243447"/>
                          </a:solidFill>
                          <a:effectLst/>
                        </a:rPr>
                        <a:t>and</a:t>
                      </a:r>
                      <a:r>
                        <a:rPr lang="ko-KR" sz="1100" b="0" i="0" u="none" strike="noStrike" noProof="0">
                          <a:solidFill>
                            <a:srgbClr val="243447"/>
                          </a:solidFill>
                          <a:effectLst/>
                        </a:rPr>
                        <a:t> </a:t>
                      </a:r>
                      <a:r>
                        <a:rPr lang="en-US" altLang="ko-KR" sz="1100" b="0" i="0" u="none" strike="noStrike" noProof="0">
                          <a:solidFill>
                            <a:srgbClr val="243447"/>
                          </a:solidFill>
                          <a:effectLst/>
                        </a:rPr>
                        <a:t>explicitly</a:t>
                      </a:r>
                      <a:r>
                        <a:rPr lang="ko-KR" sz="1100" b="0" i="0" u="none" strike="noStrike" noProof="0">
                          <a:solidFill>
                            <a:srgbClr val="243447"/>
                          </a:solidFill>
                          <a:effectLst/>
                        </a:rPr>
                        <a:t> </a:t>
                      </a:r>
                      <a:r>
                        <a:rPr lang="en-US" altLang="ko-KR" sz="1100" b="0" i="0" u="none" strike="noStrike" noProof="0">
                          <a:solidFill>
                            <a:srgbClr val="243447"/>
                          </a:solidFill>
                          <a:effectLst/>
                        </a:rPr>
                        <a:t>provides</a:t>
                      </a:r>
                      <a:r>
                        <a:rPr lang="ko-KR" sz="1100" b="0" i="0" u="none" strike="noStrike" noProof="0">
                          <a:solidFill>
                            <a:srgbClr val="243447"/>
                          </a:solidFill>
                          <a:effectLst/>
                        </a:rPr>
                        <a:t> </a:t>
                      </a:r>
                      <a:r>
                        <a:rPr lang="en-US" altLang="ko-KR" sz="1100" b="1" i="0" u="none" strike="noStrike" noProof="0">
                          <a:solidFill>
                            <a:srgbClr val="243447"/>
                          </a:solidFill>
                          <a:effectLst/>
                        </a:rPr>
                        <a:t>organization-document-based</a:t>
                      </a:r>
                      <a:r>
                        <a:rPr lang="ko-KR" sz="1100" b="1" i="0" u="none" strike="noStrike" noProof="0">
                          <a:solidFill>
                            <a:srgbClr val="243447"/>
                          </a:solidFill>
                          <a:effectLst/>
                        </a:rPr>
                        <a:t> </a:t>
                      </a:r>
                      <a:r>
                        <a:rPr lang="en-US" altLang="ko-KR" sz="1100" b="1" i="0" u="none" strike="noStrike" noProof="0">
                          <a:solidFill>
                            <a:srgbClr val="243447"/>
                          </a:solidFill>
                          <a:effectLst/>
                        </a:rPr>
                        <a:t>AI</a:t>
                      </a:r>
                      <a:r>
                        <a:rPr lang="ko-KR" sz="1100" b="1" i="0" u="none" strike="noStrike" noProof="0">
                          <a:solidFill>
                            <a:srgbClr val="243447"/>
                          </a:solidFill>
                          <a:effectLst/>
                        </a:rPr>
                        <a:t> </a:t>
                      </a:r>
                      <a:r>
                        <a:rPr lang="en-US" altLang="ko-KR" sz="1100" b="1" i="0" u="none" strike="noStrike" noProof="0">
                          <a:solidFill>
                            <a:srgbClr val="243447"/>
                          </a:solidFill>
                          <a:effectLst/>
                        </a:rPr>
                        <a:t>model</a:t>
                      </a:r>
                      <a:r>
                        <a:rPr lang="ko-KR" sz="1100" b="1" i="0" u="none" strike="noStrike" noProof="0">
                          <a:solidFill>
                            <a:srgbClr val="243447"/>
                          </a:solidFill>
                          <a:effectLst/>
                        </a:rPr>
                        <a:t> </a:t>
                      </a:r>
                      <a:r>
                        <a:rPr lang="en-US" altLang="ko-KR" sz="1100" b="1" i="0" u="none" strike="noStrike" noProof="0">
                          <a:solidFill>
                            <a:srgbClr val="243447"/>
                          </a:solidFill>
                          <a:effectLst/>
                        </a:rPr>
                        <a:t>creation</a:t>
                      </a:r>
                      <a:r>
                        <a:rPr lang="ko-KR" sz="1100" b="1" i="0" u="none" strike="noStrike" noProof="0">
                          <a:solidFill>
                            <a:srgbClr val="243447"/>
                          </a:solidFill>
                          <a:effectLst/>
                        </a:rPr>
                        <a:t> </a:t>
                      </a:r>
                      <a:r>
                        <a:rPr lang="en-US" altLang="ko-KR" sz="1100" b="1" i="0" u="none" strike="noStrike" noProof="0">
                          <a:solidFill>
                            <a:srgbClr val="243447"/>
                          </a:solidFill>
                          <a:effectLst/>
                        </a:rPr>
                        <a:t>plus</a:t>
                      </a:r>
                      <a:r>
                        <a:rPr lang="ko-KR" sz="1100" b="1" i="0" u="none" strike="noStrike" noProof="0">
                          <a:solidFill>
                            <a:srgbClr val="243447"/>
                          </a:solidFill>
                          <a:effectLst/>
                        </a:rPr>
                        <a:t> </a:t>
                      </a:r>
                      <a:r>
                        <a:rPr lang="en-US" altLang="ko-KR" sz="1100" b="1" i="0" u="none" strike="noStrike" noProof="0">
                          <a:solidFill>
                            <a:srgbClr val="243447"/>
                          </a:solidFill>
                          <a:effectLst/>
                        </a:rPr>
                        <a:t>model-update</a:t>
                      </a:r>
                      <a:r>
                        <a:rPr lang="ko-KR" sz="1100" b="1" i="0" u="none" strike="noStrike" noProof="0">
                          <a:solidFill>
                            <a:srgbClr val="243447"/>
                          </a:solidFill>
                          <a:effectLst/>
                        </a:rPr>
                        <a:t>/</a:t>
                      </a:r>
                      <a:r>
                        <a:rPr lang="en-US" altLang="ko-KR" sz="1100" b="1" i="0" u="none" strike="noStrike" noProof="0">
                          <a:solidFill>
                            <a:srgbClr val="243447"/>
                          </a:solidFill>
                          <a:effectLst/>
                        </a:rPr>
                        <a:t>training</a:t>
                      </a:r>
                      <a:r>
                        <a:rPr lang="ko-KR" sz="1100" b="1" i="0" u="none" strike="noStrike" noProof="0">
                          <a:solidFill>
                            <a:srgbClr val="243447"/>
                          </a:solidFill>
                          <a:effectLst/>
                        </a:rPr>
                        <a:t> </a:t>
                      </a:r>
                      <a:r>
                        <a:rPr lang="en-US" altLang="ko-KR" sz="1100" b="1" i="0" u="none" strike="noStrike" noProof="0">
                          <a:solidFill>
                            <a:srgbClr val="243447"/>
                          </a:solidFill>
                          <a:effectLst/>
                        </a:rPr>
                        <a:t>tools</a:t>
                      </a:r>
                      <a:r>
                        <a:rPr lang="en-US" altLang="ko-KR" sz="1100" b="0" i="0" u="none" strike="noStrike" noProof="0">
                          <a:solidFill>
                            <a:srgbClr val="243447"/>
                          </a:solidFill>
                          <a:effectLst/>
                        </a:rPr>
                        <a:t>.</a:t>
                      </a:r>
                      <a:r>
                        <a:rPr lang="ko-KR" sz="1100" b="0" i="0" u="none" strike="noStrike" noProof="0">
                          <a:solidFill>
                            <a:srgbClr val="243447"/>
                          </a:solidFill>
                          <a:effectLst/>
                        </a:rPr>
                        <a:t> </a:t>
                      </a:r>
                      <a:r>
                        <a:rPr lang="en-US" altLang="ko-KR" sz="1100" b="0" i="0" u="none" strike="noStrike" noProof="0">
                          <a:solidFill>
                            <a:srgbClr val="243447"/>
                          </a:solidFill>
                          <a:effectLst/>
                        </a:rPr>
                        <a:t>[J1]</a:t>
                      </a:r>
                      <a:endParaRPr lang="en-US" altLang="ko-KR" sz="1100"/>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507676895"/>
                  </a:ext>
                </a:extLst>
              </a:tr>
              <a:tr h="314325">
                <a:tc>
                  <a:txBody>
                    <a:bodyPr/>
                    <a:lstStyle/>
                    <a:p>
                      <a:pPr algn="l">
                        <a:buNone/>
                      </a:pPr>
                      <a:r>
                        <a:rPr lang="ko-KR" sz="1100" b="1">
                          <a:solidFill>
                            <a:srgbClr val="243447"/>
                          </a:solidFill>
                          <a:effectLst/>
                          <a:latin typeface="Arial"/>
                          <a:ea typeface="Arial" panose="020B0604020202020204" pitchFamily="34" charset="0"/>
                        </a:rPr>
                        <a:t>D2-12</a:t>
                      </a:r>
                      <a:endParaRPr lang="ko-KR" sz="1100" b="1">
                        <a:solidFill>
                          <a:srgbClr val="243447"/>
                        </a:solidFill>
                        <a:effectLst/>
                        <a:latin typeface="Arial"/>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100">
                          <a:solidFill>
                            <a:srgbClr val="243447"/>
                          </a:solidFill>
                          <a:effectLst/>
                          <a:latin typeface="Arial"/>
                          <a:ea typeface="Arial" panose="020B0604020202020204" pitchFamily="34" charset="0"/>
                        </a:rPr>
                        <a:t>False-positive tuning</a:t>
                      </a:r>
                      <a:endParaRPr lang="ko-KR" sz="1100">
                        <a:solidFill>
                          <a:srgbClr val="243447"/>
                        </a:solidFill>
                        <a:effectLst/>
                        <a:latin typeface="Arial"/>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lvl="0" algn="l">
                        <a:lnSpc>
                          <a:spcPct val="100000"/>
                        </a:lnSpc>
                        <a:spcBef>
                          <a:spcPts val="0"/>
                        </a:spcBef>
                        <a:spcAft>
                          <a:spcPts val="0"/>
                        </a:spcAft>
                        <a:buNone/>
                      </a:pPr>
                      <a:r>
                        <a:rPr lang="ko-KR" altLang="en-US" sz="1100" b="1" i="0" u="none" strike="noStrike" noProof="0">
                          <a:solidFill>
                            <a:srgbClr val="956319"/>
                          </a:solidFill>
                          <a:effectLst/>
                          <a:latin typeface="Arial"/>
                          <a:cs typeface="Arial"/>
                        </a:rPr>
                        <a:t>◐</a:t>
                      </a:r>
                      <a:endParaRPr lang="ko-KR" altLang="en-US" sz="1100" b="0" i="0" u="none" strike="noStrike" noProof="0">
                        <a:solidFill>
                          <a:srgbClr val="000000"/>
                        </a:solidFill>
                        <a:effectLst/>
                        <a:latin typeface="Arial"/>
                        <a:cs typeface="Arial"/>
                      </a:endParaRPr>
                    </a:p>
                    <a:p>
                      <a:pPr lvl="0" algn="l">
                        <a:buNone/>
                      </a:pPr>
                      <a:endParaRPr lang="ko-KR" sz="1100" b="1">
                        <a:solidFill>
                          <a:srgbClr val="136F73"/>
                        </a:solidFill>
                        <a:effectLst/>
                        <a:latin typeface="Arial"/>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lvl="0" algn="l">
                        <a:buNone/>
                      </a:pPr>
                      <a:r>
                        <a:rPr lang="en-US" altLang="ko-KR" sz="1100" b="0" i="0" u="none" strike="noStrike" noProof="0">
                          <a:solidFill>
                            <a:srgbClr val="243447"/>
                          </a:solidFill>
                          <a:effectLst/>
                        </a:rPr>
                        <a:t>Template</a:t>
                      </a:r>
                      <a:r>
                        <a:rPr lang="ko-KR" altLang="en-US" sz="1100" b="0" i="0" u="none" strike="noStrike" noProof="0">
                          <a:solidFill>
                            <a:srgbClr val="243447"/>
                          </a:solidFill>
                          <a:effectLst/>
                        </a:rPr>
                        <a:t> </a:t>
                      </a:r>
                      <a:r>
                        <a:rPr lang="en-US" altLang="ko-KR" sz="1100" b="0" i="0" u="none" strike="noStrike" noProof="0">
                          <a:solidFill>
                            <a:srgbClr val="243447"/>
                          </a:solidFill>
                          <a:effectLst/>
                        </a:rPr>
                        <a:t>policies,</a:t>
                      </a:r>
                      <a:r>
                        <a:rPr lang="ko-KR" altLang="en-US" sz="1100" b="0" i="0" u="none" strike="noStrike" noProof="0">
                          <a:solidFill>
                            <a:srgbClr val="243447"/>
                          </a:solidFill>
                          <a:effectLst/>
                        </a:rPr>
                        <a:t> </a:t>
                      </a:r>
                      <a:r>
                        <a:rPr lang="en-US" altLang="ko-KR" sz="1100" b="0" i="0" u="none" strike="noStrike" noProof="0">
                          <a:solidFill>
                            <a:srgbClr val="243447"/>
                          </a:solidFill>
                          <a:effectLst/>
                        </a:rPr>
                        <a:t>custom</a:t>
                      </a:r>
                      <a:r>
                        <a:rPr lang="ko-KR" altLang="en-US" sz="1100" b="0" i="0" u="none" strike="noStrike" noProof="0">
                          <a:solidFill>
                            <a:srgbClr val="243447"/>
                          </a:solidFill>
                          <a:effectLst/>
                        </a:rPr>
                        <a:t> </a:t>
                      </a:r>
                      <a:r>
                        <a:rPr lang="en-US" altLang="ko-KR" sz="1100" b="0" i="0" u="none" strike="noStrike" noProof="0">
                          <a:solidFill>
                            <a:srgbClr val="243447"/>
                          </a:solidFill>
                          <a:effectLst/>
                        </a:rPr>
                        <a:t>keywords/regex</a:t>
                      </a:r>
                      <a:r>
                        <a:rPr lang="ko-KR" altLang="en-US" sz="1100" b="0" i="0" u="none" strike="noStrike" noProof="0">
                          <a:solidFill>
                            <a:srgbClr val="243447"/>
                          </a:solidFill>
                          <a:effectLst/>
                        </a:rPr>
                        <a:t> </a:t>
                      </a:r>
                      <a:r>
                        <a:rPr lang="ko-KR" sz="1100" b="0" i="0" u="none" strike="noStrike" noProof="0">
                          <a:solidFill>
                            <a:srgbClr val="243447"/>
                          </a:solidFill>
                          <a:effectLst/>
                        </a:rPr>
                        <a:t>and </a:t>
                      </a:r>
                      <a:r>
                        <a:rPr lang="en-US" altLang="ko-KR" sz="1100" b="0" i="0" u="none" strike="noStrike" noProof="0">
                          <a:solidFill>
                            <a:srgbClr val="243447"/>
                          </a:solidFill>
                          <a:effectLst/>
                        </a:rPr>
                        <a:t>configurable</a:t>
                      </a:r>
                      <a:r>
                        <a:rPr lang="ko-KR" altLang="en-US" sz="1100" b="0" i="0" u="none" strike="noStrike" noProof="0">
                          <a:solidFill>
                            <a:srgbClr val="243447"/>
                          </a:solidFill>
                          <a:effectLst/>
                        </a:rPr>
                        <a:t> </a:t>
                      </a:r>
                      <a:r>
                        <a:rPr lang="en-US" altLang="ko-KR" sz="1100" b="0" i="0" u="none" strike="noStrike" noProof="0">
                          <a:solidFill>
                            <a:srgbClr val="243447"/>
                          </a:solidFill>
                          <a:effectLst/>
                        </a:rPr>
                        <a:t>detection</a:t>
                      </a:r>
                      <a:r>
                        <a:rPr lang="ko-KR" altLang="en-US" sz="1100" b="0" i="0" u="none" strike="noStrike" noProof="0">
                          <a:solidFill>
                            <a:srgbClr val="243447"/>
                          </a:solidFill>
                          <a:effectLst/>
                        </a:rPr>
                        <a:t> </a:t>
                      </a:r>
                      <a:r>
                        <a:rPr lang="en-US" altLang="ko-KR" sz="1100" b="0" i="0" u="none" strike="noStrike" noProof="0">
                          <a:solidFill>
                            <a:srgbClr val="243447"/>
                          </a:solidFill>
                          <a:effectLst/>
                        </a:rPr>
                        <a:t>patterns</a:t>
                      </a:r>
                      <a:r>
                        <a:rPr lang="ko-KR" altLang="en-US" sz="1100" b="0" i="0" u="none" strike="noStrike" noProof="0">
                          <a:solidFill>
                            <a:srgbClr val="243447"/>
                          </a:solidFill>
                          <a:effectLst/>
                        </a:rPr>
                        <a:t> </a:t>
                      </a:r>
                      <a:r>
                        <a:rPr lang="en-US" altLang="ko-KR" sz="1100" b="0" i="0" u="none" strike="noStrike" noProof="0">
                          <a:solidFill>
                            <a:srgbClr val="243447"/>
                          </a:solidFill>
                          <a:effectLst/>
                        </a:rPr>
                        <a:t>provide</a:t>
                      </a:r>
                      <a:r>
                        <a:rPr lang="ko-KR" altLang="en-US" sz="1100" b="0" i="0" u="none" strike="noStrike" noProof="0">
                          <a:solidFill>
                            <a:srgbClr val="243447"/>
                          </a:solidFill>
                          <a:effectLst/>
                        </a:rPr>
                        <a:t> </a:t>
                      </a:r>
                      <a:r>
                        <a:rPr lang="en-US" altLang="ko-KR" sz="1100" b="0" i="0" u="none" strike="noStrike" noProof="0">
                          <a:solidFill>
                            <a:srgbClr val="243447"/>
                          </a:solidFill>
                          <a:effectLst/>
                        </a:rPr>
                        <a:t>tuning</a:t>
                      </a:r>
                      <a:r>
                        <a:rPr lang="ko-KR" altLang="en-US" sz="1100" b="0" i="0" u="none" strike="noStrike" noProof="0">
                          <a:solidFill>
                            <a:srgbClr val="243447"/>
                          </a:solidFill>
                          <a:effectLst/>
                        </a:rPr>
                        <a:t> </a:t>
                      </a:r>
                      <a:r>
                        <a:rPr lang="en-US" altLang="ko-KR" sz="1100" b="0" i="0" u="none" strike="noStrike" noProof="0">
                          <a:solidFill>
                            <a:srgbClr val="243447"/>
                          </a:solidFill>
                          <a:effectLst/>
                        </a:rPr>
                        <a:t>controls,</a:t>
                      </a:r>
                      <a:r>
                        <a:rPr lang="ko-KR" altLang="en-US" sz="1100" b="0" i="0" u="none" strike="noStrike" noProof="0">
                          <a:solidFill>
                            <a:srgbClr val="243447"/>
                          </a:solidFill>
                          <a:effectLst/>
                        </a:rPr>
                        <a:t> </a:t>
                      </a:r>
                      <a:r>
                        <a:rPr lang="en-US" altLang="ko-KR" sz="1100" b="0" i="0" u="none" strike="noStrike" noProof="0">
                          <a:solidFill>
                            <a:srgbClr val="243447"/>
                          </a:solidFill>
                          <a:effectLst/>
                        </a:rPr>
                        <a:t>but</a:t>
                      </a:r>
                      <a:r>
                        <a:rPr lang="ko-KR" altLang="en-US" sz="1100" b="0" i="0" u="none" strike="noStrike" noProof="0">
                          <a:solidFill>
                            <a:srgbClr val="243447"/>
                          </a:solidFill>
                          <a:effectLst/>
                        </a:rPr>
                        <a:t> </a:t>
                      </a:r>
                      <a:r>
                        <a:rPr lang="en-US" altLang="ko-KR" sz="1100" b="0" i="0" u="none" strike="noStrike" noProof="0">
                          <a:solidFill>
                            <a:srgbClr val="243447"/>
                          </a:solidFill>
                          <a:effectLst/>
                        </a:rPr>
                        <a:t>a</a:t>
                      </a:r>
                      <a:r>
                        <a:rPr lang="ko-KR" altLang="en-US" sz="1100" b="0" i="0" u="none" strike="noStrike" noProof="0">
                          <a:solidFill>
                            <a:srgbClr val="243447"/>
                          </a:solidFill>
                          <a:effectLst/>
                        </a:rPr>
                        <a:t> </a:t>
                      </a:r>
                      <a:r>
                        <a:rPr lang="en-US" altLang="ko-KR" sz="1100" b="0" i="0" u="none" strike="noStrike" noProof="0">
                          <a:solidFill>
                            <a:srgbClr val="243447"/>
                          </a:solidFill>
                          <a:effectLst/>
                        </a:rPr>
                        <a:t>dedicated</a:t>
                      </a:r>
                      <a:r>
                        <a:rPr lang="ko-KR" altLang="en-US" sz="1100" b="0" i="0" u="none" strike="noStrike" noProof="0">
                          <a:solidFill>
                            <a:srgbClr val="243447"/>
                          </a:solidFill>
                          <a:effectLst/>
                        </a:rPr>
                        <a:t> </a:t>
                      </a:r>
                      <a:r>
                        <a:rPr lang="en-US" altLang="ko-KR" sz="1100" b="0" i="0" u="none" strike="noStrike" noProof="0">
                          <a:solidFill>
                            <a:srgbClr val="243447"/>
                          </a:solidFill>
                          <a:effectLst/>
                        </a:rPr>
                        <a:t>false-positive</a:t>
                      </a:r>
                      <a:r>
                        <a:rPr lang="ko-KR" altLang="en-US" sz="1100" b="0" i="0" u="none" strike="noStrike" noProof="0">
                          <a:solidFill>
                            <a:srgbClr val="243447"/>
                          </a:solidFill>
                          <a:effectLst/>
                        </a:rPr>
                        <a:t> </a:t>
                      </a:r>
                      <a:r>
                        <a:rPr lang="en-US" altLang="ko-KR" sz="1100" b="0" i="0" u="none" strike="noStrike" noProof="0">
                          <a:solidFill>
                            <a:srgbClr val="243447"/>
                          </a:solidFill>
                          <a:effectLst/>
                        </a:rPr>
                        <a:t>tuning</a:t>
                      </a:r>
                      <a:r>
                        <a:rPr lang="ko-KR" altLang="en-US" sz="1100" b="0" i="0" u="none" strike="noStrike" noProof="0">
                          <a:solidFill>
                            <a:srgbClr val="243447"/>
                          </a:solidFill>
                          <a:effectLst/>
                        </a:rPr>
                        <a:t> </a:t>
                      </a:r>
                      <a:r>
                        <a:rPr lang="en-US" altLang="ko-KR" sz="1100" b="0" i="0" u="none" strike="noStrike" noProof="0">
                          <a:solidFill>
                            <a:srgbClr val="243447"/>
                          </a:solidFill>
                          <a:effectLst/>
                        </a:rPr>
                        <a:t>workflow</a:t>
                      </a:r>
                      <a:r>
                        <a:rPr lang="ko-KR" altLang="en-US" sz="1100" b="0" i="0" u="none" strike="noStrike" noProof="0">
                          <a:solidFill>
                            <a:srgbClr val="243447"/>
                          </a:solidFill>
                          <a:effectLst/>
                        </a:rPr>
                        <a:t> </a:t>
                      </a:r>
                      <a:r>
                        <a:rPr lang="en-US" altLang="ko-KR" sz="1100" b="0" i="0" u="none" strike="noStrike" noProof="0">
                          <a:solidFill>
                            <a:srgbClr val="243447"/>
                          </a:solidFill>
                          <a:effectLst/>
                        </a:rPr>
                        <a:t>or</a:t>
                      </a:r>
                      <a:r>
                        <a:rPr lang="ko-KR" altLang="en-US" sz="1100" b="0" i="0" u="none" strike="noStrike" noProof="0">
                          <a:solidFill>
                            <a:srgbClr val="243447"/>
                          </a:solidFill>
                          <a:effectLst/>
                        </a:rPr>
                        <a:t> </a:t>
                      </a:r>
                      <a:r>
                        <a:rPr lang="en-US" altLang="ko-KR" sz="1100" b="0" i="0" u="none" strike="noStrike" noProof="0">
                          <a:solidFill>
                            <a:srgbClr val="243447"/>
                          </a:solidFill>
                          <a:effectLst/>
                        </a:rPr>
                        <a:t>measured</a:t>
                      </a:r>
                      <a:r>
                        <a:rPr lang="ko-KR" altLang="en-US" sz="1100" b="0" i="0" u="none" strike="noStrike" noProof="0">
                          <a:solidFill>
                            <a:srgbClr val="243447"/>
                          </a:solidFill>
                          <a:effectLst/>
                        </a:rPr>
                        <a:t> </a:t>
                      </a:r>
                      <a:r>
                        <a:rPr lang="en-US" altLang="ko-KR" sz="1100" b="0" i="0" u="none" strike="noStrike" noProof="0">
                          <a:solidFill>
                            <a:srgbClr val="243447"/>
                          </a:solidFill>
                          <a:effectLst/>
                        </a:rPr>
                        <a:t>FP-reduction</a:t>
                      </a:r>
                      <a:r>
                        <a:rPr lang="ko-KR" altLang="en-US" sz="1100" b="0" i="0" u="none" strike="noStrike" noProof="0">
                          <a:solidFill>
                            <a:srgbClr val="243447"/>
                          </a:solidFill>
                          <a:effectLst/>
                        </a:rPr>
                        <a:t> </a:t>
                      </a:r>
                      <a:r>
                        <a:rPr lang="en-US" altLang="ko-KR" sz="1100" b="0" i="0" u="none" strike="noStrike" noProof="0">
                          <a:solidFill>
                            <a:srgbClr val="243447"/>
                          </a:solidFill>
                          <a:effectLst/>
                        </a:rPr>
                        <a:t>mechanism</a:t>
                      </a:r>
                      <a:r>
                        <a:rPr lang="ko-KR" altLang="en-US" sz="1100" b="0" i="0" u="none" strike="noStrike" noProof="0">
                          <a:solidFill>
                            <a:srgbClr val="243447"/>
                          </a:solidFill>
                          <a:effectLst/>
                        </a:rPr>
                        <a:t> </a:t>
                      </a:r>
                      <a:r>
                        <a:rPr lang="en-US" altLang="ko-KR" sz="1100" b="0" i="0" u="none" strike="noStrike" noProof="0">
                          <a:solidFill>
                            <a:srgbClr val="243447"/>
                          </a:solidFill>
                          <a:effectLst/>
                        </a:rPr>
                        <a:t>was</a:t>
                      </a:r>
                      <a:r>
                        <a:rPr lang="ko-KR" altLang="en-US" sz="1100" b="0" i="0" u="none" strike="noStrike" noProof="0">
                          <a:solidFill>
                            <a:srgbClr val="243447"/>
                          </a:solidFill>
                          <a:effectLst/>
                        </a:rPr>
                        <a:t> </a:t>
                      </a:r>
                      <a:r>
                        <a:rPr lang="en-US" altLang="ko-KR" sz="1100" b="0" i="0" u="none" strike="noStrike" noProof="0">
                          <a:solidFill>
                            <a:srgbClr val="243447"/>
                          </a:solidFill>
                          <a:effectLst/>
                        </a:rPr>
                        <a:t>not</a:t>
                      </a:r>
                      <a:r>
                        <a:rPr lang="ko-KR" altLang="en-US" sz="1100" b="0" i="0" u="none" strike="noStrike" noProof="0">
                          <a:solidFill>
                            <a:srgbClr val="243447"/>
                          </a:solidFill>
                          <a:effectLst/>
                        </a:rPr>
                        <a:t> </a:t>
                      </a:r>
                      <a:r>
                        <a:rPr lang="en-US" altLang="ko-KR" sz="1100" b="0" i="0" u="none" strike="noStrike" noProof="0">
                          <a:solidFill>
                            <a:srgbClr val="243447"/>
                          </a:solidFill>
                          <a:effectLst/>
                        </a:rPr>
                        <a:t>documented</a:t>
                      </a:r>
                      <a:r>
                        <a:rPr lang="ko-KR" sz="1100" b="0" i="0" u="none" strike="noStrike" noProof="0">
                          <a:solidFill>
                            <a:srgbClr val="243447"/>
                          </a:solidFill>
                          <a:effectLst/>
                        </a:rPr>
                        <a:t>. [</a:t>
                      </a:r>
                      <a:r>
                        <a:rPr lang="en-US" altLang="ko-KR" sz="1100" b="0" i="0" u="none" strike="noStrike" noProof="0">
                          <a:solidFill>
                            <a:srgbClr val="243447"/>
                          </a:solidFill>
                          <a:effectLst/>
                        </a:rPr>
                        <a:t>J1</a:t>
                      </a:r>
                      <a:r>
                        <a:rPr lang="ko-KR" sz="1100" b="0" i="0" u="none" strike="noStrike" noProof="0">
                          <a:solidFill>
                            <a:srgbClr val="243447"/>
                          </a:solidFill>
                          <a:effectLst/>
                        </a:rPr>
                        <a:t>]</a:t>
                      </a:r>
                      <a:endParaRPr lang="en-US" altLang="ko-KR" sz="1100" b="0" i="0" u="none" strike="noStrike" noProof="0"/>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372052216"/>
                  </a:ext>
                </a:extLst>
              </a:tr>
            </a:tbl>
          </a:graphicData>
        </a:graphic>
      </p:graphicFrame>
    </p:spTree>
    <p:extLst>
      <p:ext uri="{BB962C8B-B14F-4D97-AF65-F5344CB8AC3E}">
        <p14:creationId xmlns:p14="http://schemas.microsoft.com/office/powerpoint/2010/main" val="106040246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707FC0-ADE7-F2C3-0426-974500EBCFD0}"/>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5E1E632-D1CB-BF7D-9544-24C948C0AF25}"/>
              </a:ext>
            </a:extLst>
          </p:cNvPr>
          <p:cNvSpPr>
            <a:spLocks noGrp="1"/>
          </p:cNvSpPr>
          <p:nvPr>
            <p:ph type="sldNum" sz="quarter" idx="4"/>
          </p:nvPr>
        </p:nvSpPr>
        <p:spPr/>
        <p:txBody>
          <a:bodyPr/>
          <a:lstStyle/>
          <a:p>
            <a:fld id="{4EA1E582-E1CC-4474-812F-1657BC5920B7}" type="slidenum">
              <a:rPr lang="ko-KR" altLang="en-US" smtClean="0"/>
              <a:t>34</a:t>
            </a:fld>
            <a:endParaRPr lang="ko-KR" altLang="en-US"/>
          </a:p>
        </p:txBody>
      </p:sp>
      <p:sp>
        <p:nvSpPr>
          <p:cNvPr id="4" name="Title 3">
            <a:extLst>
              <a:ext uri="{FF2B5EF4-FFF2-40B4-BE49-F238E27FC236}">
                <a16:creationId xmlns:a16="http://schemas.microsoft.com/office/drawing/2014/main" id="{70F335B9-6C4D-9DA7-387F-15A241A58C4D}"/>
              </a:ext>
            </a:extLst>
          </p:cNvPr>
          <p:cNvSpPr>
            <a:spLocks noGrp="1"/>
          </p:cNvSpPr>
          <p:nvPr>
            <p:ph type="title"/>
          </p:nvPr>
        </p:nvSpPr>
        <p:spPr/>
        <p:txBody>
          <a:bodyPr/>
          <a:lstStyle/>
          <a:p>
            <a:endParaRPr lang="en-US"/>
          </a:p>
        </p:txBody>
      </p:sp>
      <p:sp>
        <p:nvSpPr>
          <p:cNvPr id="5" name="Text Placeholder 4">
            <a:extLst>
              <a:ext uri="{FF2B5EF4-FFF2-40B4-BE49-F238E27FC236}">
                <a16:creationId xmlns:a16="http://schemas.microsoft.com/office/drawing/2014/main" id="{8B60D100-659D-8F1B-B0CD-A0440CCADE46}"/>
              </a:ext>
            </a:extLst>
          </p:cNvPr>
          <p:cNvSpPr>
            <a:spLocks noGrp="1"/>
          </p:cNvSpPr>
          <p:nvPr>
            <p:ph type="body" sz="quarter" idx="11"/>
          </p:nvPr>
        </p:nvSpPr>
        <p:spPr/>
        <p:txBody>
          <a:bodyPr/>
          <a:lstStyle/>
          <a:p>
            <a:endParaRPr lang="en-US"/>
          </a:p>
        </p:txBody>
      </p:sp>
      <p:sp>
        <p:nvSpPr>
          <p:cNvPr id="7" name="제목 3">
            <a:extLst>
              <a:ext uri="{FF2B5EF4-FFF2-40B4-BE49-F238E27FC236}">
                <a16:creationId xmlns:a16="http://schemas.microsoft.com/office/drawing/2014/main" id="{3D075B30-9AAB-632E-711C-F612FED5911F}"/>
              </a:ext>
            </a:extLst>
          </p:cNvPr>
          <p:cNvSpPr txBox="1">
            <a:spLocks/>
          </p:cNvSpPr>
          <p:nvPr/>
        </p:nvSpPr>
        <p:spPr>
          <a:xfrm>
            <a:off x="286194" y="265704"/>
            <a:ext cx="10666268" cy="464670"/>
          </a:xfrm>
          <a:prstGeom prst="rect">
            <a:avLst/>
          </a:prstGeom>
        </p:spPr>
        <p:txBody>
          <a:bodyPr lIns="91440" tIns="45720" rIns="91440" bIns="45720" anchor="ctr" anchorCtr="0"/>
          <a:lstStyle>
            <a:lvl1pPr algn="l" rtl="0" eaLnBrk="1" fontAlgn="base" latinLnBrk="1" hangingPunct="1">
              <a:spcBef>
                <a:spcPct val="0"/>
              </a:spcBef>
              <a:spcAft>
                <a:spcPct val="0"/>
              </a:spcAft>
              <a:defRPr lang="ko-KR" altLang="en-US" sz="2400" b="1" kern="1200" baseline="0" dirty="0">
                <a:ln>
                  <a:solidFill>
                    <a:schemeClr val="accent1">
                      <a:alpha val="0"/>
                    </a:schemeClr>
                  </a:solidFill>
                </a:ln>
                <a:solidFill>
                  <a:srgbClr val="144772"/>
                </a:solidFill>
                <a:effectLst>
                  <a:glow rad="127000">
                    <a:schemeClr val="bg1"/>
                  </a:glow>
                  <a:outerShdw blurRad="38100" dist="38100" dir="2700000" algn="tl" rotWithShape="0">
                    <a:prstClr val="black">
                      <a:alpha val="40000"/>
                    </a:prstClr>
                  </a:outerShdw>
                </a:effectLst>
                <a:latin typeface="Pretendard Black" panose="02000A03000000020004" pitchFamily="50" charset="-127"/>
                <a:ea typeface="Pretendard Black" panose="02000A03000000020004" pitchFamily="50" charset="-127"/>
                <a:cs typeface="Pretendard Black" panose="02000A03000000020004" pitchFamily="50" charset="-127"/>
              </a:defRPr>
            </a:lvl1pPr>
            <a:lvl2pPr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2pPr>
            <a:lvl3pPr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3pPr>
            <a:lvl4pPr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4pPr>
            <a:lvl5pPr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5pPr>
            <a:lvl6pPr marL="457200"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6pPr>
            <a:lvl7pPr marL="914400"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7pPr>
            <a:lvl8pPr marL="1371600"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8pPr>
            <a:lvl9pPr marL="1828800"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9pPr>
          </a:lstStyle>
          <a:p>
            <a:r>
              <a:rPr lang="ko-KR">
                <a:ln>
                  <a:solidFill>
                    <a:srgbClr val="4F81BD">
                      <a:alpha val="0"/>
                    </a:srgbClr>
                  </a:solidFill>
                </a:ln>
                <a:effectLst>
                  <a:glow rad="127000">
                    <a:prstClr val="white"/>
                  </a:glow>
                  <a:outerShdw blurRad="38100" dist="38100" dir="2700000" algn="tl" rotWithShape="0">
                    <a:prstClr val="black">
                      <a:alpha val="40000"/>
                    </a:prstClr>
                  </a:outerShdw>
                </a:effectLst>
                <a:latin typeface="Arial"/>
                <a:ea typeface="Pretendard Black"/>
                <a:cs typeface="Arial"/>
              </a:rPr>
              <a:t>지란지교데이터 </a:t>
            </a:r>
            <a:r>
              <a:rPr lang="ko-KR" altLang="en-US">
                <a:ln>
                  <a:solidFill>
                    <a:srgbClr val="4F81BD">
                      <a:alpha val="0"/>
                    </a:srgbClr>
                  </a:solidFill>
                </a:ln>
                <a:effectLst>
                  <a:glow rad="127000">
                    <a:prstClr val="white"/>
                  </a:glow>
                  <a:outerShdw blurRad="38100" dist="38100" dir="2700000" algn="tl" rotWithShape="0">
                    <a:prstClr val="black">
                      <a:alpha val="40000"/>
                    </a:prstClr>
                  </a:outerShdw>
                </a:effectLst>
                <a:latin typeface="Arial"/>
                <a:ea typeface="Pretendard Black"/>
                <a:cs typeface="Arial"/>
              </a:rPr>
              <a:t>(</a:t>
            </a:r>
            <a:r>
              <a:rPr lang="ko-KR" altLang="en-US">
                <a:ln>
                  <a:solidFill>
                    <a:srgbClr val="4F81BD">
                      <a:alpha val="0"/>
                    </a:srgbClr>
                  </a:solidFill>
                </a:ln>
                <a:effectLst>
                  <a:glow rad="127000">
                    <a:prstClr val="white"/>
                  </a:glow>
                  <a:outerShdw blurRad="38100" dist="38100" dir="2700000" algn="tl" rotWithShape="0">
                    <a:prstClr val="black">
                      <a:alpha val="40000"/>
                    </a:prstClr>
                  </a:outerShdw>
                </a:effectLst>
                <a:latin typeface="Arial"/>
                <a:ea typeface="Pretendard Black"/>
              </a:rPr>
              <a:t>Sercan): </a:t>
            </a:r>
            <a:r>
              <a:rPr lang="ko-KR" b="0">
                <a:ln>
                  <a:solidFill>
                    <a:srgbClr val="4F81BD">
                      <a:alpha val="0"/>
                    </a:srgbClr>
                  </a:solidFill>
                </a:ln>
                <a:effectLst>
                  <a:glow rad="127000">
                    <a:prstClr val="white"/>
                  </a:glow>
                  <a:outerShdw blurRad="38100" dist="38100" dir="2700000" algn="tl" rotWithShape="0">
                    <a:prstClr val="black">
                      <a:alpha val="40000"/>
                    </a:prstClr>
                  </a:outerShdw>
                </a:effectLst>
                <a:latin typeface="Arial"/>
                <a:ea typeface="Pretendard Black"/>
              </a:rPr>
              <a:t>D3 Enforcement</a:t>
            </a:r>
            <a:endParaRPr lang="en-US" altLang="ko-KR">
              <a:ln>
                <a:solidFill>
                  <a:srgbClr val="4F81BD">
                    <a:alpha val="0"/>
                  </a:srgbClr>
                </a:solidFill>
              </a:ln>
              <a:effectLst>
                <a:glow rad="127000">
                  <a:prstClr val="white"/>
                </a:glow>
                <a:outerShdw blurRad="38100" dist="38100" dir="2700000" algn="tl" rotWithShape="0">
                  <a:prstClr val="black">
                    <a:alpha val="40000"/>
                  </a:prstClr>
                </a:outerShdw>
              </a:effectLst>
              <a:latin typeface="Pretendard Black"/>
            </a:endParaRPr>
          </a:p>
        </p:txBody>
      </p:sp>
      <p:graphicFrame>
        <p:nvGraphicFramePr>
          <p:cNvPr id="10" name="표 3">
            <a:extLst>
              <a:ext uri="{FF2B5EF4-FFF2-40B4-BE49-F238E27FC236}">
                <a16:creationId xmlns:a16="http://schemas.microsoft.com/office/drawing/2014/main" id="{0E62CDB3-335C-C949-F06A-1A44B178DD41}"/>
              </a:ext>
            </a:extLst>
          </p:cNvPr>
          <p:cNvGraphicFramePr>
            <a:graphicFrameLocks noGrp="1"/>
          </p:cNvGraphicFramePr>
          <p:nvPr/>
        </p:nvGraphicFramePr>
        <p:xfrm>
          <a:off x="571500" y="1710372"/>
          <a:ext cx="11049000" cy="4911090"/>
        </p:xfrm>
        <a:graphic>
          <a:graphicData uri="http://schemas.openxmlformats.org/drawingml/2006/table">
            <a:tbl>
              <a:tblPr bandRow="1">
                <a:tableStyleId>{5C22544A-7EE6-4342-B048-85BDC9FD1C3A}</a:tableStyleId>
              </a:tblPr>
              <a:tblGrid>
                <a:gridCol w="762000">
                  <a:extLst>
                    <a:ext uri="{9D8B030D-6E8A-4147-A177-3AD203B41FA5}">
                      <a16:colId xmlns:a16="http://schemas.microsoft.com/office/drawing/2014/main" val="841214909"/>
                    </a:ext>
                  </a:extLst>
                </a:gridCol>
                <a:gridCol w="3143250">
                  <a:extLst>
                    <a:ext uri="{9D8B030D-6E8A-4147-A177-3AD203B41FA5}">
                      <a16:colId xmlns:a16="http://schemas.microsoft.com/office/drawing/2014/main" val="1333271640"/>
                    </a:ext>
                  </a:extLst>
                </a:gridCol>
                <a:gridCol w="571500">
                  <a:extLst>
                    <a:ext uri="{9D8B030D-6E8A-4147-A177-3AD203B41FA5}">
                      <a16:colId xmlns:a16="http://schemas.microsoft.com/office/drawing/2014/main" val="3010604903"/>
                    </a:ext>
                  </a:extLst>
                </a:gridCol>
                <a:gridCol w="6572250">
                  <a:extLst>
                    <a:ext uri="{9D8B030D-6E8A-4147-A177-3AD203B41FA5}">
                      <a16:colId xmlns:a16="http://schemas.microsoft.com/office/drawing/2014/main" val="1851404859"/>
                    </a:ext>
                  </a:extLst>
                </a:gridCol>
              </a:tblGrid>
              <a:tr h="323850">
                <a:tc>
                  <a:txBody>
                    <a:bodyPr/>
                    <a:lstStyle/>
                    <a:p>
                      <a:pPr algn="l">
                        <a:buNone/>
                      </a:pPr>
                      <a:r>
                        <a:rPr lang="ko-KR" sz="1200" b="1">
                          <a:solidFill>
                            <a:srgbClr val="144772"/>
                          </a:solidFill>
                          <a:effectLst/>
                          <a:latin typeface="Arial" panose="020B0604020202020204" pitchFamily="34" charset="0"/>
                          <a:ea typeface="Arial" panose="020B0604020202020204" pitchFamily="34" charset="0"/>
                        </a:rPr>
                        <a:t>ID</a:t>
                      </a:r>
                      <a:endParaRPr lang="ko-KR" sz="1200" b="1">
                        <a:solidFill>
                          <a:srgbClr val="144772"/>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DDECF2"/>
                    </a:solidFill>
                  </a:tcPr>
                </a:tc>
                <a:tc>
                  <a:txBody>
                    <a:bodyPr/>
                    <a:lstStyle/>
                    <a:p>
                      <a:pPr algn="l">
                        <a:buNone/>
                      </a:pPr>
                      <a:r>
                        <a:rPr lang="ko-KR" sz="1200" b="1">
                          <a:solidFill>
                            <a:srgbClr val="144772"/>
                          </a:solidFill>
                          <a:effectLst/>
                          <a:latin typeface="Arial" panose="020B0604020202020204" pitchFamily="34" charset="0"/>
                          <a:ea typeface="Arial" panose="020B0604020202020204" pitchFamily="34" charset="0"/>
                        </a:rPr>
                        <a:t>Capability</a:t>
                      </a:r>
                      <a:endParaRPr lang="ko-KR" sz="1200" b="1">
                        <a:solidFill>
                          <a:srgbClr val="144772"/>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DDECF2"/>
                    </a:solidFill>
                  </a:tcPr>
                </a:tc>
                <a:tc>
                  <a:txBody>
                    <a:bodyPr/>
                    <a:lstStyle/>
                    <a:p>
                      <a:pPr algn="l">
                        <a:buNone/>
                      </a:pPr>
                      <a:r>
                        <a:rPr lang="ko-KR" sz="1200" b="1">
                          <a:solidFill>
                            <a:srgbClr val="144772"/>
                          </a:solidFill>
                          <a:effectLst/>
                          <a:latin typeface="Arial" panose="020B0604020202020204" pitchFamily="34" charset="0"/>
                          <a:ea typeface="Arial" panose="020B0604020202020204" pitchFamily="34" charset="0"/>
                        </a:rPr>
                        <a:t>Flag</a:t>
                      </a:r>
                      <a:endParaRPr lang="ko-KR" sz="1200" b="1">
                        <a:solidFill>
                          <a:srgbClr val="144772"/>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DDECF2"/>
                    </a:solidFill>
                  </a:tcPr>
                </a:tc>
                <a:tc>
                  <a:txBody>
                    <a:bodyPr/>
                    <a:lstStyle/>
                    <a:p>
                      <a:pPr algn="l">
                        <a:buNone/>
                      </a:pPr>
                      <a:r>
                        <a:rPr lang="ko-KR" sz="1200" b="1">
                          <a:solidFill>
                            <a:srgbClr val="144772"/>
                          </a:solidFill>
                          <a:effectLst/>
                          <a:latin typeface="Arial" panose="020B0604020202020204" pitchFamily="34" charset="0"/>
                          <a:ea typeface="Arial" panose="020B0604020202020204" pitchFamily="34" charset="0"/>
                        </a:rPr>
                        <a:t>Documented scope and evidence</a:t>
                      </a:r>
                      <a:endParaRPr lang="ko-KR" sz="1200" b="1">
                        <a:solidFill>
                          <a:srgbClr val="144772"/>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DDECF2"/>
                    </a:solidFill>
                  </a:tcPr>
                </a:tc>
                <a:extLst>
                  <a:ext uri="{0D108BD9-81ED-4DB2-BD59-A6C34878D82A}">
                    <a16:rowId xmlns:a16="http://schemas.microsoft.com/office/drawing/2014/main" val="2941565487"/>
                  </a:ext>
                </a:extLst>
              </a:tr>
              <a:tr h="314325">
                <a:tc>
                  <a:txBody>
                    <a:bodyPr/>
                    <a:lstStyle/>
                    <a:p>
                      <a:pPr algn="l">
                        <a:buNone/>
                      </a:pPr>
                      <a:r>
                        <a:rPr lang="ko-KR" sz="1300" b="1">
                          <a:solidFill>
                            <a:srgbClr val="243447"/>
                          </a:solidFill>
                          <a:effectLst/>
                          <a:latin typeface="Arial" panose="020B0604020202020204" pitchFamily="34" charset="0"/>
                          <a:ea typeface="Arial" panose="020B0604020202020204" pitchFamily="34" charset="0"/>
                        </a:rPr>
                        <a:t>D3-01</a:t>
                      </a:r>
                      <a:endParaRPr lang="ko-KR" sz="1300" b="1">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a:solidFill>
                            <a:srgbClr val="243447"/>
                          </a:solidFill>
                          <a:effectLst/>
                          <a:latin typeface="Arial" panose="020B0604020202020204" pitchFamily="34" charset="0"/>
                          <a:ea typeface="Arial" panose="020B0604020202020204" pitchFamily="34" charset="0"/>
                        </a:rPr>
                        <a:t>Monitor and log only</a:t>
                      </a:r>
                      <a:endParaRPr lang="ko-KR" sz="1300">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lvl="0" algn="l">
                        <a:lnSpc>
                          <a:spcPct val="100000"/>
                        </a:lnSpc>
                        <a:spcBef>
                          <a:spcPts val="0"/>
                        </a:spcBef>
                        <a:spcAft>
                          <a:spcPts val="0"/>
                        </a:spcAft>
                        <a:buNone/>
                      </a:pPr>
                      <a:r>
                        <a:rPr lang="ko-KR" altLang="en-US" sz="1300" b="1" i="0" u="none" strike="noStrike" noProof="0">
                          <a:solidFill>
                            <a:srgbClr val="956319"/>
                          </a:solidFill>
                          <a:effectLst/>
                          <a:latin typeface="Arial"/>
                          <a:cs typeface="Arial"/>
                        </a:rPr>
                        <a:t>◐</a:t>
                      </a:r>
                      <a:endParaRPr lang="ko-KR" altLang="en-US" sz="1300" b="0" i="0" u="none" strike="noStrike" noProof="0">
                        <a:solidFill>
                          <a:srgbClr val="000000"/>
                        </a:solidFill>
                        <a:effectLst/>
                        <a:latin typeface="Arial"/>
                        <a:cs typeface="Arial"/>
                      </a:endParaRPr>
                    </a:p>
                    <a:p>
                      <a:pPr lvl="0" algn="l">
                        <a:buNone/>
                      </a:pPr>
                      <a:endParaRPr lang="ko-KR" sz="1300" b="1">
                        <a:solidFill>
                          <a:srgbClr val="136F73"/>
                        </a:solidFill>
                        <a:effectLst/>
                        <a:latin typeface="Arial"/>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lvl="0" algn="l">
                        <a:buNone/>
                      </a:pPr>
                      <a:r>
                        <a:rPr lang="en-US" altLang="ko-KR" sz="1300" b="0" i="0" u="none" strike="noStrike" noProof="0">
                          <a:solidFill>
                            <a:srgbClr val="243447"/>
                          </a:solidFill>
                          <a:effectLst/>
                          <a:latin typeface="맑은 고딕"/>
                          <a:ea typeface="맑은 고딕"/>
                        </a:rPr>
                        <a:t>PCFILTER</a:t>
                      </a:r>
                      <a:r>
                        <a:rPr lang="ko-KR" sz="1300" b="0" i="0" u="none" strike="noStrike" noProof="0">
                          <a:solidFill>
                            <a:srgbClr val="243447"/>
                          </a:solidFill>
                          <a:effectLst/>
                          <a:latin typeface="맑은 고딕"/>
                          <a:ea typeface="맑은 고딕"/>
                        </a:rPr>
                        <a:t> </a:t>
                      </a:r>
                      <a:r>
                        <a:rPr lang="en-US" altLang="ko-KR" sz="1300" b="0" i="0" u="none" strike="noStrike" noProof="0">
                          <a:solidFill>
                            <a:srgbClr val="243447"/>
                          </a:solidFill>
                          <a:effectLst/>
                          <a:latin typeface="맑은 고딕"/>
                          <a:ea typeface="맑은 고딕"/>
                        </a:rPr>
                        <a:t>records</a:t>
                      </a:r>
                      <a:r>
                        <a:rPr lang="ko-KR" sz="1300" b="0" i="0" u="none" strike="noStrike" noProof="0">
                          <a:solidFill>
                            <a:srgbClr val="243447"/>
                          </a:solidFill>
                          <a:effectLst/>
                          <a:latin typeface="맑은 고딕"/>
                          <a:ea typeface="맑은 고딕"/>
                        </a:rPr>
                        <a:t> </a:t>
                      </a:r>
                      <a:r>
                        <a:rPr lang="en-US" altLang="ko-KR" sz="1300" b="0" i="0" u="none" strike="noStrike" noProof="0">
                          <a:solidFill>
                            <a:srgbClr val="243447"/>
                          </a:solidFill>
                          <a:effectLst/>
                          <a:latin typeface="맑은 고딕"/>
                          <a:ea typeface="맑은 고딕"/>
                        </a:rPr>
                        <a:t>print,</a:t>
                      </a:r>
                      <a:r>
                        <a:rPr lang="ko-KR" sz="1300" b="0" i="0" u="none" strike="noStrike" noProof="0">
                          <a:solidFill>
                            <a:srgbClr val="243447"/>
                          </a:solidFill>
                          <a:effectLst/>
                          <a:latin typeface="맑은 고딕"/>
                          <a:ea typeface="맑은 고딕"/>
                        </a:rPr>
                        <a:t> </a:t>
                      </a:r>
                      <a:r>
                        <a:rPr lang="en-US" altLang="ko-KR" sz="1300" b="0" i="0" u="none" strike="noStrike" noProof="0">
                          <a:solidFill>
                            <a:srgbClr val="243447"/>
                          </a:solidFill>
                          <a:effectLst/>
                          <a:latin typeface="맑은 고딕"/>
                          <a:ea typeface="맑은 고딕"/>
                        </a:rPr>
                        <a:t>copy,</a:t>
                      </a:r>
                      <a:r>
                        <a:rPr lang="ko-KR" sz="1300" b="0" i="0" u="none" strike="noStrike" noProof="0">
                          <a:solidFill>
                            <a:srgbClr val="243447"/>
                          </a:solidFill>
                          <a:effectLst/>
                          <a:latin typeface="맑은 고딕"/>
                          <a:ea typeface="맑은 고딕"/>
                        </a:rPr>
                        <a:t> </a:t>
                      </a:r>
                      <a:r>
                        <a:rPr lang="en-US" altLang="ko-KR" sz="1300" b="0" i="0" u="none" strike="noStrike" noProof="0">
                          <a:solidFill>
                            <a:srgbClr val="243447"/>
                          </a:solidFill>
                          <a:effectLst/>
                          <a:latin typeface="맑은 고딕"/>
                          <a:ea typeface="맑은 고딕"/>
                        </a:rPr>
                        <a:t>attachment,</a:t>
                      </a:r>
                      <a:r>
                        <a:rPr lang="ko-KR" sz="1300" b="0" i="0" u="none" strike="noStrike" noProof="0">
                          <a:solidFill>
                            <a:srgbClr val="243447"/>
                          </a:solidFill>
                          <a:effectLst/>
                          <a:latin typeface="맑은 고딕"/>
                          <a:ea typeface="맑은 고딕"/>
                        </a:rPr>
                        <a:t> </a:t>
                      </a:r>
                      <a:r>
                        <a:rPr lang="en-US" altLang="ko-KR" sz="1300" b="0" i="0" u="none" strike="noStrike" noProof="0">
                          <a:solidFill>
                            <a:srgbClr val="243447"/>
                          </a:solidFill>
                          <a:effectLst/>
                          <a:latin typeface="맑은 고딕"/>
                          <a:ea typeface="맑은 고딕"/>
                        </a:rPr>
                        <a:t>protection-action</a:t>
                      </a:r>
                      <a:r>
                        <a:rPr lang="ko-KR" sz="1300" b="0" i="0" u="none" strike="noStrike" noProof="0">
                          <a:solidFill>
                            <a:srgbClr val="243447"/>
                          </a:solidFill>
                          <a:effectLst/>
                          <a:latin typeface="맑은 고딕"/>
                          <a:ea typeface="맑은 고딕"/>
                        </a:rPr>
                        <a:t> </a:t>
                      </a:r>
                      <a:r>
                        <a:rPr lang="en-US" altLang="ko-KR" sz="1300" b="0" i="0" u="none" strike="noStrike" noProof="0">
                          <a:solidFill>
                            <a:srgbClr val="243447"/>
                          </a:solidFill>
                          <a:effectLst/>
                          <a:latin typeface="맑은 고딕"/>
                          <a:ea typeface="맑은 고딕"/>
                        </a:rPr>
                        <a:t>and</a:t>
                      </a:r>
                      <a:r>
                        <a:rPr lang="ko-KR" sz="1300" b="0" i="0" u="none" strike="noStrike" noProof="0">
                          <a:solidFill>
                            <a:srgbClr val="243447"/>
                          </a:solidFill>
                          <a:effectLst/>
                          <a:latin typeface="맑은 고딕"/>
                          <a:ea typeface="맑은 고딕"/>
                        </a:rPr>
                        <a:t> </a:t>
                      </a:r>
                      <a:r>
                        <a:rPr lang="en-US" altLang="ko-KR" sz="1300" b="0" i="0" u="none" strike="noStrike" noProof="0">
                          <a:solidFill>
                            <a:srgbClr val="243447"/>
                          </a:solidFill>
                          <a:effectLst/>
                          <a:latin typeface="맑은 고딕"/>
                          <a:ea typeface="맑은 고딕"/>
                        </a:rPr>
                        <a:t>endpoint</a:t>
                      </a:r>
                      <a:r>
                        <a:rPr lang="ko-KR" sz="1300" b="0" i="0" u="none" strike="noStrike" noProof="0">
                          <a:solidFill>
                            <a:srgbClr val="243447"/>
                          </a:solidFill>
                          <a:effectLst/>
                          <a:latin typeface="맑은 고딕"/>
                          <a:ea typeface="맑은 고딕"/>
                        </a:rPr>
                        <a:t> </a:t>
                      </a:r>
                      <a:r>
                        <a:rPr lang="en-US" altLang="ko-KR" sz="1300" b="0" i="0" u="none" strike="noStrike" noProof="0">
                          <a:solidFill>
                            <a:srgbClr val="243447"/>
                          </a:solidFill>
                          <a:effectLst/>
                          <a:latin typeface="맑은 고딕"/>
                          <a:ea typeface="맑은 고딕"/>
                        </a:rPr>
                        <a:t>activity</a:t>
                      </a:r>
                      <a:r>
                        <a:rPr lang="ko-KR" sz="1300" b="0" i="0" u="none" strike="noStrike" noProof="0">
                          <a:solidFill>
                            <a:srgbClr val="243447"/>
                          </a:solidFill>
                          <a:effectLst/>
                          <a:latin typeface="맑은 고딕"/>
                          <a:ea typeface="맑은 고딕"/>
                        </a:rPr>
                        <a:t> </a:t>
                      </a:r>
                      <a:r>
                        <a:rPr lang="en-US" altLang="ko-KR" sz="1300" b="0" i="0" u="none" strike="noStrike" noProof="0">
                          <a:solidFill>
                            <a:srgbClr val="243447"/>
                          </a:solidFill>
                          <a:effectLst/>
                          <a:latin typeface="맑은 고딕"/>
                          <a:ea typeface="맑은 고딕"/>
                        </a:rPr>
                        <a:t>logs.</a:t>
                      </a:r>
                      <a:r>
                        <a:rPr lang="ko-KR" sz="1300" b="0" i="0" u="none" strike="noStrike" noProof="0">
                          <a:solidFill>
                            <a:srgbClr val="243447"/>
                          </a:solidFill>
                          <a:effectLst/>
                          <a:latin typeface="맑은 고딕"/>
                          <a:ea typeface="맑은 고딕"/>
                        </a:rPr>
                        <a:t> </a:t>
                      </a:r>
                      <a:r>
                        <a:rPr lang="en-US" altLang="ko-KR" sz="1300" b="0" i="0" u="none" strike="noStrike" noProof="0">
                          <a:solidFill>
                            <a:srgbClr val="243447"/>
                          </a:solidFill>
                          <a:effectLst/>
                          <a:latin typeface="맑은 고딕"/>
                          <a:ea typeface="맑은 고딕"/>
                        </a:rPr>
                        <a:t>A</a:t>
                      </a:r>
                      <a:r>
                        <a:rPr lang="ko-KR" sz="1300" b="0" i="0" u="none" strike="noStrike" noProof="0">
                          <a:solidFill>
                            <a:srgbClr val="243447"/>
                          </a:solidFill>
                          <a:effectLst/>
                          <a:latin typeface="맑은 고딕"/>
                          <a:ea typeface="맑은 고딕"/>
                        </a:rPr>
                        <a:t> </a:t>
                      </a:r>
                      <a:r>
                        <a:rPr lang="en-US" altLang="ko-KR" sz="1300" b="0" i="0" u="none" strike="noStrike" noProof="0">
                          <a:solidFill>
                            <a:srgbClr val="243447"/>
                          </a:solidFill>
                          <a:effectLst/>
                          <a:latin typeface="맑은 고딕"/>
                          <a:ea typeface="맑은 고딕"/>
                        </a:rPr>
                        <a:t>dedicated</a:t>
                      </a:r>
                      <a:r>
                        <a:rPr lang="ko-KR" sz="1300" b="0" i="0" u="none" strike="noStrike" noProof="0">
                          <a:solidFill>
                            <a:srgbClr val="243447"/>
                          </a:solidFill>
                          <a:effectLst/>
                          <a:latin typeface="맑은 고딕"/>
                          <a:ea typeface="맑은 고딕"/>
                        </a:rPr>
                        <a:t> </a:t>
                      </a:r>
                      <a:r>
                        <a:rPr lang="en-US" altLang="ko-KR" sz="1300" b="1" i="0" u="none" strike="noStrike" noProof="0">
                          <a:solidFill>
                            <a:srgbClr val="243447"/>
                          </a:solidFill>
                          <a:effectLst/>
                          <a:latin typeface="맑은 고딕"/>
                          <a:ea typeface="맑은 고딕"/>
                        </a:rPr>
                        <a:t>monitor-only</a:t>
                      </a:r>
                      <a:r>
                        <a:rPr lang="ko-KR" sz="1300" b="1" i="0" u="none" strike="noStrike" noProof="0">
                          <a:solidFill>
                            <a:srgbClr val="243447"/>
                          </a:solidFill>
                          <a:effectLst/>
                          <a:latin typeface="맑은 고딕"/>
                          <a:ea typeface="맑은 고딕"/>
                        </a:rPr>
                        <a:t> </a:t>
                      </a:r>
                      <a:r>
                        <a:rPr lang="en-US" altLang="ko-KR" sz="1300" b="1" i="0" u="none" strike="noStrike" noProof="0">
                          <a:solidFill>
                            <a:srgbClr val="243447"/>
                          </a:solidFill>
                          <a:effectLst/>
                          <a:latin typeface="맑은 고딕"/>
                          <a:ea typeface="맑은 고딕"/>
                        </a:rPr>
                        <a:t>policy</a:t>
                      </a:r>
                      <a:r>
                        <a:rPr lang="ko-KR" sz="1300" b="1" i="0" u="none" strike="noStrike" noProof="0">
                          <a:solidFill>
                            <a:srgbClr val="243447"/>
                          </a:solidFill>
                          <a:effectLst/>
                          <a:latin typeface="맑은 고딕"/>
                          <a:ea typeface="맑은 고딕"/>
                        </a:rPr>
                        <a:t> </a:t>
                      </a:r>
                      <a:r>
                        <a:rPr lang="en-US" altLang="ko-KR" sz="1300" b="1" i="0" u="none" strike="noStrike" noProof="0">
                          <a:solidFill>
                            <a:srgbClr val="243447"/>
                          </a:solidFill>
                          <a:effectLst/>
                          <a:latin typeface="맑은 고딕"/>
                          <a:ea typeface="맑은 고딕"/>
                        </a:rPr>
                        <a:t>mode</a:t>
                      </a:r>
                      <a:r>
                        <a:rPr lang="ko-KR" sz="1300" b="0" i="0" u="none" strike="noStrike" noProof="0">
                          <a:solidFill>
                            <a:srgbClr val="243447"/>
                          </a:solidFill>
                          <a:effectLst/>
                          <a:latin typeface="맑은 고딕"/>
                          <a:ea typeface="맑은 고딕"/>
                        </a:rPr>
                        <a:t> </a:t>
                      </a:r>
                      <a:r>
                        <a:rPr lang="en-US" altLang="ko-KR" sz="1300" b="0" i="0" u="none" strike="noStrike" noProof="0">
                          <a:solidFill>
                            <a:srgbClr val="243447"/>
                          </a:solidFill>
                          <a:effectLst/>
                          <a:latin typeface="맑은 고딕"/>
                          <a:ea typeface="맑은 고딕"/>
                        </a:rPr>
                        <a:t>was</a:t>
                      </a:r>
                      <a:r>
                        <a:rPr lang="ko-KR" sz="1300" b="0" i="0" u="none" strike="noStrike" noProof="0">
                          <a:solidFill>
                            <a:srgbClr val="243447"/>
                          </a:solidFill>
                          <a:effectLst/>
                          <a:latin typeface="맑은 고딕"/>
                          <a:ea typeface="맑은 고딕"/>
                        </a:rPr>
                        <a:t> </a:t>
                      </a:r>
                      <a:r>
                        <a:rPr lang="en-US" altLang="ko-KR" sz="1300" b="0" i="0" u="none" strike="noStrike" noProof="0">
                          <a:solidFill>
                            <a:srgbClr val="243447"/>
                          </a:solidFill>
                          <a:effectLst/>
                          <a:latin typeface="맑은 고딕"/>
                          <a:ea typeface="맑은 고딕"/>
                        </a:rPr>
                        <a:t>not</a:t>
                      </a:r>
                      <a:r>
                        <a:rPr lang="ko-KR" sz="1300" b="0" i="0" u="none" strike="noStrike" noProof="0">
                          <a:solidFill>
                            <a:srgbClr val="243447"/>
                          </a:solidFill>
                          <a:effectLst/>
                          <a:latin typeface="맑은 고딕"/>
                          <a:ea typeface="맑은 고딕"/>
                        </a:rPr>
                        <a:t> </a:t>
                      </a:r>
                      <a:r>
                        <a:rPr lang="en-US" altLang="ko-KR" sz="1300" b="0" i="0" u="none" strike="noStrike" noProof="0">
                          <a:solidFill>
                            <a:srgbClr val="243447"/>
                          </a:solidFill>
                          <a:effectLst/>
                          <a:latin typeface="맑은 고딕"/>
                          <a:ea typeface="맑은 고딕"/>
                        </a:rPr>
                        <a:t>explicitly</a:t>
                      </a:r>
                      <a:r>
                        <a:rPr lang="ko-KR" sz="1300" b="0" i="0" u="none" strike="noStrike" noProof="0">
                          <a:solidFill>
                            <a:srgbClr val="243447"/>
                          </a:solidFill>
                          <a:effectLst/>
                          <a:latin typeface="맑은 고딕"/>
                          <a:ea typeface="맑은 고딕"/>
                        </a:rPr>
                        <a:t> </a:t>
                      </a:r>
                      <a:r>
                        <a:rPr lang="en-US" altLang="ko-KR" sz="1300" b="0" i="0" u="none" strike="noStrike" noProof="0">
                          <a:solidFill>
                            <a:srgbClr val="243447"/>
                          </a:solidFill>
                          <a:effectLst/>
                          <a:latin typeface="맑은 고딕"/>
                          <a:ea typeface="맑은 고딕"/>
                        </a:rPr>
                        <a:t>confirmed</a:t>
                      </a:r>
                      <a:r>
                        <a:rPr lang="ko-KR" sz="1300" b="0" i="0" u="none" strike="noStrike" noProof="0">
                          <a:solidFill>
                            <a:srgbClr val="243447"/>
                          </a:solidFill>
                          <a:effectLst/>
                          <a:latin typeface="맑은 고딕"/>
                          <a:ea typeface="맑은 고딕"/>
                        </a:rPr>
                        <a:t>. [</a:t>
                      </a:r>
                      <a:r>
                        <a:rPr lang="en-US" altLang="ko-KR" sz="1300" b="0" i="0" u="none" strike="noStrike" noProof="0">
                          <a:solidFill>
                            <a:srgbClr val="243447"/>
                          </a:solidFill>
                          <a:effectLst/>
                          <a:latin typeface="맑은 고딕"/>
                          <a:ea typeface="맑은 고딕"/>
                        </a:rPr>
                        <a:t>J1,J2</a:t>
                      </a:r>
                      <a:r>
                        <a:rPr lang="ko-KR" sz="1300" b="0" i="0" u="none" strike="noStrike" noProof="0">
                          <a:solidFill>
                            <a:srgbClr val="243447"/>
                          </a:solidFill>
                          <a:effectLst/>
                          <a:latin typeface="맑은 고딕"/>
                          <a:ea typeface="맑은 고딕"/>
                        </a:rPr>
                        <a:t>]</a:t>
                      </a:r>
                      <a:endParaRPr lang="en-US">
                        <a:latin typeface="맑은 고딕"/>
                        <a:ea typeface="맑은 고딕"/>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322559367"/>
                  </a:ext>
                </a:extLst>
              </a:tr>
              <a:tr h="314325">
                <a:tc>
                  <a:txBody>
                    <a:bodyPr/>
                    <a:lstStyle/>
                    <a:p>
                      <a:pPr algn="l">
                        <a:buNone/>
                      </a:pPr>
                      <a:r>
                        <a:rPr lang="ko-KR" sz="1300" b="1">
                          <a:solidFill>
                            <a:srgbClr val="243447"/>
                          </a:solidFill>
                          <a:effectLst/>
                          <a:latin typeface="Arial" panose="020B0604020202020204" pitchFamily="34" charset="0"/>
                          <a:ea typeface="Arial" panose="020B0604020202020204" pitchFamily="34" charset="0"/>
                        </a:rPr>
                        <a:t>D3-02</a:t>
                      </a:r>
                      <a:endParaRPr lang="ko-KR" sz="1300" b="1">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a:solidFill>
                            <a:srgbClr val="243447"/>
                          </a:solidFill>
                          <a:effectLst/>
                          <a:latin typeface="Arial" panose="020B0604020202020204" pitchFamily="34" charset="0"/>
                          <a:ea typeface="Arial" panose="020B0604020202020204" pitchFamily="34" charset="0"/>
                        </a:rPr>
                        <a:t>Warn / user justification</a:t>
                      </a:r>
                      <a:endParaRPr lang="ko-KR" sz="1300">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b="1">
                          <a:solidFill>
                            <a:srgbClr val="956319"/>
                          </a:solidFill>
                          <a:effectLst/>
                          <a:latin typeface="Arial" panose="020B0604020202020204" pitchFamily="34" charset="0"/>
                          <a:ea typeface="Arial" panose="020B0604020202020204" pitchFamily="34" charset="0"/>
                        </a:rPr>
                        <a:t>◐</a:t>
                      </a:r>
                      <a:endParaRPr lang="ko-KR" sz="1300" b="1">
                        <a:solidFill>
                          <a:srgbClr val="956319"/>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lvl="0" algn="l">
                        <a:buNone/>
                      </a:pPr>
                      <a:r>
                        <a:rPr lang="en-US" altLang="ko-KR" sz="1300" b="0" i="0" u="none" strike="noStrike" noProof="0">
                          <a:solidFill>
                            <a:srgbClr val="243447"/>
                          </a:solidFill>
                          <a:effectLst/>
                        </a:rPr>
                        <a:t>Users</a:t>
                      </a:r>
                      <a:r>
                        <a:rPr lang="ko-KR" altLang="en-US" sz="1300" b="0" i="0" u="none" strike="noStrike" noProof="0">
                          <a:solidFill>
                            <a:srgbClr val="243447"/>
                          </a:solidFill>
                          <a:effectLst/>
                        </a:rPr>
                        <a:t> </a:t>
                      </a:r>
                      <a:r>
                        <a:rPr lang="en-US" altLang="ko-KR" sz="1300" b="0" i="0" u="none" strike="noStrike" noProof="0">
                          <a:solidFill>
                            <a:srgbClr val="243447"/>
                          </a:solidFill>
                          <a:effectLst/>
                        </a:rPr>
                        <a:t>can</a:t>
                      </a:r>
                      <a:r>
                        <a:rPr lang="ko-KR" altLang="en-US" sz="1300" b="0" i="0" u="none" strike="noStrike" noProof="0">
                          <a:solidFill>
                            <a:srgbClr val="243447"/>
                          </a:solidFill>
                          <a:effectLst/>
                        </a:rPr>
                        <a:t> </a:t>
                      </a:r>
                      <a:r>
                        <a:rPr lang="en-US" altLang="ko-KR" sz="1300" b="0" i="0" u="none" strike="noStrike" noProof="0">
                          <a:solidFill>
                            <a:srgbClr val="243447"/>
                          </a:solidFill>
                          <a:effectLst/>
                        </a:rPr>
                        <a:t>request</a:t>
                      </a:r>
                      <a:r>
                        <a:rPr lang="ko-KR" altLang="en-US" sz="1300" b="0" i="0" u="none" strike="noStrike" noProof="0">
                          <a:solidFill>
                            <a:srgbClr val="243447"/>
                          </a:solidFill>
                          <a:effectLst/>
                        </a:rPr>
                        <a:t> </a:t>
                      </a:r>
                      <a:r>
                        <a:rPr lang="en-US" altLang="ko-KR" sz="1300" b="0" i="0" u="none" strike="noStrike" noProof="0">
                          <a:solidFill>
                            <a:srgbClr val="243447"/>
                          </a:solidFill>
                          <a:effectLst/>
                        </a:rPr>
                        <a:t>administrator/approver</a:t>
                      </a:r>
                      <a:r>
                        <a:rPr lang="ko-KR" altLang="en-US" sz="1300" b="0" i="0" u="none" strike="noStrike" noProof="0">
                          <a:solidFill>
                            <a:srgbClr val="243447"/>
                          </a:solidFill>
                          <a:effectLst/>
                        </a:rPr>
                        <a:t> </a:t>
                      </a:r>
                      <a:r>
                        <a:rPr lang="en-US" altLang="ko-KR" sz="1300" b="0" i="0" u="none" strike="noStrike" noProof="0">
                          <a:solidFill>
                            <a:srgbClr val="243447"/>
                          </a:solidFill>
                          <a:effectLst/>
                        </a:rPr>
                        <a:t>authorization</a:t>
                      </a:r>
                      <a:r>
                        <a:rPr lang="ko-KR" altLang="en-US" sz="1300" b="0" i="0" u="none" strike="noStrike" noProof="0">
                          <a:solidFill>
                            <a:srgbClr val="243447"/>
                          </a:solidFill>
                          <a:effectLst/>
                        </a:rPr>
                        <a:t> </a:t>
                      </a:r>
                      <a:r>
                        <a:rPr lang="en-US" altLang="ko-KR" sz="1300" b="0" i="0" u="none" strike="noStrike" noProof="0">
                          <a:solidFill>
                            <a:srgbClr val="243447"/>
                          </a:solidFill>
                          <a:effectLst/>
                        </a:rPr>
                        <a:t>when</a:t>
                      </a:r>
                      <a:r>
                        <a:rPr lang="ko-KR" altLang="en-US" sz="1300" b="0" i="0" u="none" strike="noStrike" noProof="0">
                          <a:solidFill>
                            <a:srgbClr val="243447"/>
                          </a:solidFill>
                          <a:effectLst/>
                        </a:rPr>
                        <a:t> </a:t>
                      </a:r>
                      <a:r>
                        <a:rPr lang="en-US" altLang="ko-KR" sz="1300" b="0" i="0" u="none" strike="noStrike" noProof="0">
                          <a:solidFill>
                            <a:srgbClr val="243447"/>
                          </a:solidFill>
                          <a:effectLst/>
                        </a:rPr>
                        <a:t>print,</a:t>
                      </a:r>
                      <a:r>
                        <a:rPr lang="ko-KR" altLang="en-US" sz="1300" b="0" i="0" u="none" strike="noStrike" noProof="0">
                          <a:solidFill>
                            <a:srgbClr val="243447"/>
                          </a:solidFill>
                          <a:effectLst/>
                        </a:rPr>
                        <a:t> </a:t>
                      </a:r>
                      <a:r>
                        <a:rPr lang="en-US" altLang="ko-KR" sz="1300" b="0" i="0" u="none" strike="noStrike" noProof="0">
                          <a:solidFill>
                            <a:srgbClr val="243447"/>
                          </a:solidFill>
                          <a:effectLst/>
                        </a:rPr>
                        <a:t>media</a:t>
                      </a:r>
                      <a:r>
                        <a:rPr lang="ko-KR" altLang="en-US" sz="1300" b="0" i="0" u="none" strike="noStrike" noProof="0">
                          <a:solidFill>
                            <a:srgbClr val="243447"/>
                          </a:solidFill>
                          <a:effectLst/>
                        </a:rPr>
                        <a:t> </a:t>
                      </a:r>
                      <a:r>
                        <a:rPr lang="en-US" altLang="ko-KR" sz="1300" b="0" i="0" u="none" strike="noStrike" noProof="0">
                          <a:solidFill>
                            <a:srgbClr val="243447"/>
                          </a:solidFill>
                          <a:effectLst/>
                        </a:rPr>
                        <a:t>or</a:t>
                      </a:r>
                      <a:r>
                        <a:rPr lang="ko-KR" altLang="en-US" sz="1300" b="0" i="0" u="none" strike="noStrike" noProof="0">
                          <a:solidFill>
                            <a:srgbClr val="243447"/>
                          </a:solidFill>
                          <a:effectLst/>
                        </a:rPr>
                        <a:t> </a:t>
                      </a:r>
                      <a:r>
                        <a:rPr lang="en-US" altLang="ko-KR" sz="1300" b="0" i="0" u="none" strike="noStrike" noProof="0">
                          <a:solidFill>
                            <a:srgbClr val="243447"/>
                          </a:solidFill>
                          <a:effectLst/>
                        </a:rPr>
                        <a:t>file-transfer</a:t>
                      </a:r>
                      <a:r>
                        <a:rPr lang="ko-KR" altLang="en-US" sz="1300" b="0" i="0" u="none" strike="noStrike" noProof="0">
                          <a:solidFill>
                            <a:srgbClr val="243447"/>
                          </a:solidFill>
                          <a:effectLst/>
                        </a:rPr>
                        <a:t> </a:t>
                      </a:r>
                      <a:r>
                        <a:rPr lang="en-US" altLang="ko-KR" sz="1300" b="0" i="0" u="none" strike="noStrike" noProof="0">
                          <a:solidFill>
                            <a:srgbClr val="243447"/>
                          </a:solidFill>
                          <a:effectLst/>
                        </a:rPr>
                        <a:t>actions</a:t>
                      </a:r>
                      <a:r>
                        <a:rPr lang="ko-KR" altLang="en-US" sz="1300" b="0" i="0" u="none" strike="noStrike" noProof="0">
                          <a:solidFill>
                            <a:srgbClr val="243447"/>
                          </a:solidFill>
                          <a:effectLst/>
                        </a:rPr>
                        <a:t> </a:t>
                      </a:r>
                      <a:r>
                        <a:rPr lang="en-US" altLang="ko-KR" sz="1300" b="0" i="0" u="none" strike="noStrike" noProof="0">
                          <a:solidFill>
                            <a:srgbClr val="243447"/>
                          </a:solidFill>
                          <a:effectLst/>
                        </a:rPr>
                        <a:t>are</a:t>
                      </a:r>
                      <a:r>
                        <a:rPr lang="ko-KR" altLang="en-US" sz="1300" b="0" i="0" u="none" strike="noStrike" noProof="0">
                          <a:solidFill>
                            <a:srgbClr val="243447"/>
                          </a:solidFill>
                          <a:effectLst/>
                        </a:rPr>
                        <a:t> </a:t>
                      </a:r>
                      <a:r>
                        <a:rPr lang="en-US" altLang="ko-KR" sz="1300" b="0" i="0" u="none" strike="noStrike" noProof="0">
                          <a:solidFill>
                            <a:srgbClr val="243447"/>
                          </a:solidFill>
                          <a:effectLst/>
                        </a:rPr>
                        <a:t>blocked</a:t>
                      </a:r>
                      <a:r>
                        <a:rPr lang="ko-KR" sz="1300" b="0" i="0" u="none" strike="noStrike" noProof="0">
                          <a:solidFill>
                            <a:srgbClr val="243447"/>
                          </a:solidFill>
                          <a:effectLst/>
                        </a:rPr>
                        <a:t>. </a:t>
                      </a:r>
                      <a:r>
                        <a:rPr lang="en-US" altLang="ko-KR" sz="1300" b="1" i="0" u="none" strike="noStrike" noProof="0">
                          <a:solidFill>
                            <a:srgbClr val="243447"/>
                          </a:solidFill>
                          <a:effectLst/>
                        </a:rPr>
                        <a:t>Free-text</a:t>
                      </a:r>
                      <a:r>
                        <a:rPr lang="ko-KR" altLang="en-US" sz="1300" b="1" i="0" u="none" strike="noStrike" noProof="0">
                          <a:solidFill>
                            <a:srgbClr val="243447"/>
                          </a:solidFill>
                          <a:effectLst/>
                        </a:rPr>
                        <a:t> </a:t>
                      </a:r>
                      <a:r>
                        <a:rPr lang="en-US" altLang="ko-KR" sz="1300" b="1" i="0" u="none" strike="noStrike" noProof="0">
                          <a:solidFill>
                            <a:srgbClr val="243447"/>
                          </a:solidFill>
                          <a:effectLst/>
                        </a:rPr>
                        <a:t>justify-and-proceed</a:t>
                      </a:r>
                      <a:r>
                        <a:rPr lang="ko-KR" altLang="en-US" sz="1300" b="0" i="0" u="none" strike="noStrike" noProof="0">
                          <a:solidFill>
                            <a:srgbClr val="243447"/>
                          </a:solidFill>
                          <a:effectLst/>
                        </a:rPr>
                        <a:t> </a:t>
                      </a:r>
                      <a:r>
                        <a:rPr lang="en-US" altLang="ko-KR" sz="1300" b="0" i="0" u="none" strike="noStrike" noProof="0">
                          <a:solidFill>
                            <a:srgbClr val="243447"/>
                          </a:solidFill>
                          <a:effectLst/>
                        </a:rPr>
                        <a:t>was</a:t>
                      </a:r>
                      <a:r>
                        <a:rPr lang="ko-KR" altLang="en-US" sz="1300" b="0" i="0" u="none" strike="noStrike" noProof="0">
                          <a:solidFill>
                            <a:srgbClr val="243447"/>
                          </a:solidFill>
                          <a:effectLst/>
                        </a:rPr>
                        <a:t> </a:t>
                      </a:r>
                      <a:r>
                        <a:rPr lang="ko-KR" sz="1300" b="0" i="0" u="none" strike="noStrike" noProof="0">
                          <a:solidFill>
                            <a:srgbClr val="243447"/>
                          </a:solidFill>
                          <a:effectLst/>
                        </a:rPr>
                        <a:t>not </a:t>
                      </a:r>
                      <a:r>
                        <a:rPr lang="en-US" altLang="ko-KR" sz="1300" b="0" i="0" u="none" strike="noStrike" noProof="0">
                          <a:solidFill>
                            <a:srgbClr val="243447"/>
                          </a:solidFill>
                          <a:effectLst/>
                        </a:rPr>
                        <a:t>documented</a:t>
                      </a:r>
                      <a:r>
                        <a:rPr lang="ko-KR" sz="1300" b="0" i="0" u="none" strike="noStrike" noProof="0">
                          <a:solidFill>
                            <a:srgbClr val="243447"/>
                          </a:solidFill>
                          <a:effectLst/>
                        </a:rPr>
                        <a:t>. [</a:t>
                      </a:r>
                      <a:r>
                        <a:rPr lang="en-US" altLang="ko-KR" sz="1300" b="0" i="0" u="none" strike="noStrike" noProof="0">
                          <a:solidFill>
                            <a:srgbClr val="243447"/>
                          </a:solidFill>
                          <a:effectLst/>
                        </a:rPr>
                        <a:t>J1</a:t>
                      </a:r>
                      <a:r>
                        <a:rPr lang="ko-KR" sz="1300" b="0" i="0" u="none" strike="noStrike" noProof="0">
                          <a:solidFill>
                            <a:srgbClr val="243447"/>
                          </a:solidFill>
                          <a:effectLst/>
                        </a:rPr>
                        <a:t>]</a:t>
                      </a:r>
                      <a:endParaRPr lang="en-US" altLang="ko-KR" b="0" i="0" u="none" strike="noStrike" noProof="0"/>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061139115"/>
                  </a:ext>
                </a:extLst>
              </a:tr>
              <a:tr h="314325">
                <a:tc>
                  <a:txBody>
                    <a:bodyPr/>
                    <a:lstStyle/>
                    <a:p>
                      <a:pPr algn="l">
                        <a:buNone/>
                      </a:pPr>
                      <a:r>
                        <a:rPr lang="ko-KR" sz="1300" b="1">
                          <a:solidFill>
                            <a:srgbClr val="243447"/>
                          </a:solidFill>
                          <a:effectLst/>
                          <a:latin typeface="Arial" panose="020B0604020202020204" pitchFamily="34" charset="0"/>
                          <a:ea typeface="Arial" panose="020B0604020202020204" pitchFamily="34" charset="0"/>
                        </a:rPr>
                        <a:t>D3-03</a:t>
                      </a:r>
                      <a:endParaRPr lang="ko-KR" sz="1300" b="1">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a:solidFill>
                            <a:srgbClr val="243447"/>
                          </a:solidFill>
                          <a:effectLst/>
                          <a:latin typeface="Arial" panose="020B0604020202020204" pitchFamily="34" charset="0"/>
                          <a:ea typeface="Arial" panose="020B0604020202020204" pitchFamily="34" charset="0"/>
                        </a:rPr>
                        <a:t>Hard block</a:t>
                      </a:r>
                      <a:endParaRPr lang="ko-KR" sz="1300">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b="1">
                          <a:solidFill>
                            <a:srgbClr val="136F73"/>
                          </a:solidFill>
                          <a:effectLst/>
                          <a:latin typeface="Arial" panose="020B0604020202020204" pitchFamily="34" charset="0"/>
                          <a:ea typeface="Arial" panose="020B0604020202020204" pitchFamily="34" charset="0"/>
                        </a:rPr>
                        <a:t>●</a:t>
                      </a:r>
                      <a:endParaRPr lang="ko-KR" sz="1300" b="1">
                        <a:solidFill>
                          <a:srgbClr val="136F73"/>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lvl="0" algn="l">
                        <a:buNone/>
                      </a:pPr>
                      <a:r>
                        <a:rPr lang="en-US" altLang="ko-KR" sz="1300" b="0" i="0" u="none" strike="noStrike" noProof="0">
                          <a:solidFill>
                            <a:srgbClr val="243447"/>
                          </a:solidFill>
                          <a:effectLst/>
                        </a:rPr>
                        <a:t>PCFILTER</a:t>
                      </a:r>
                      <a:r>
                        <a:rPr lang="ko-KR" altLang="en-US" sz="1300" b="0" i="0" u="none" strike="noStrike" noProof="0">
                          <a:solidFill>
                            <a:srgbClr val="243447"/>
                          </a:solidFill>
                          <a:effectLst/>
                        </a:rPr>
                        <a:t> </a:t>
                      </a:r>
                      <a:r>
                        <a:rPr lang="en-US" altLang="ko-KR" sz="1300" b="0" i="0" u="none" strike="noStrike" noProof="0">
                          <a:solidFill>
                            <a:srgbClr val="243447"/>
                          </a:solidFill>
                          <a:effectLst/>
                        </a:rPr>
                        <a:t>blocks</a:t>
                      </a:r>
                      <a:r>
                        <a:rPr lang="ko-KR" altLang="en-US" sz="1300" b="0" i="0" u="none" strike="noStrike" noProof="0">
                          <a:solidFill>
                            <a:srgbClr val="243447"/>
                          </a:solidFill>
                          <a:effectLst/>
                        </a:rPr>
                        <a:t> </a:t>
                      </a:r>
                      <a:r>
                        <a:rPr lang="en-US" altLang="ko-KR" sz="1300" b="0" i="0" u="none" strike="noStrike" noProof="0">
                          <a:solidFill>
                            <a:srgbClr val="243447"/>
                          </a:solidFill>
                          <a:effectLst/>
                        </a:rPr>
                        <a:t>print,</a:t>
                      </a:r>
                      <a:r>
                        <a:rPr lang="ko-KR" altLang="en-US" sz="1300" b="0" i="0" u="none" strike="noStrike" noProof="0">
                          <a:solidFill>
                            <a:srgbClr val="243447"/>
                          </a:solidFill>
                          <a:effectLst/>
                        </a:rPr>
                        <a:t> </a:t>
                      </a:r>
                      <a:r>
                        <a:rPr lang="en-US" altLang="ko-KR" sz="1300" b="0" i="0" u="none" strike="noStrike" noProof="0">
                          <a:solidFill>
                            <a:srgbClr val="243447"/>
                          </a:solidFill>
                          <a:effectLst/>
                        </a:rPr>
                        <a:t>USB</a:t>
                      </a:r>
                      <a:r>
                        <a:rPr lang="ko-KR" sz="1300" b="0" i="0" u="none" strike="noStrike" noProof="0">
                          <a:solidFill>
                            <a:srgbClr val="243447"/>
                          </a:solidFill>
                          <a:effectLst/>
                        </a:rPr>
                        <a:t>/</a:t>
                      </a:r>
                      <a:r>
                        <a:rPr lang="en-US" altLang="ko-KR" sz="1300" b="0" i="0" u="none" strike="noStrike" noProof="0">
                          <a:solidFill>
                            <a:srgbClr val="243447"/>
                          </a:solidFill>
                          <a:effectLst/>
                        </a:rPr>
                        <a:t>media</a:t>
                      </a:r>
                      <a:r>
                        <a:rPr lang="ko-KR" altLang="en-US" sz="1300" b="0" i="0" u="none" strike="noStrike" noProof="0">
                          <a:solidFill>
                            <a:srgbClr val="243447"/>
                          </a:solidFill>
                          <a:effectLst/>
                        </a:rPr>
                        <a:t> </a:t>
                      </a:r>
                      <a:r>
                        <a:rPr lang="en-US" altLang="ko-KR" sz="1300" b="0" i="0" u="none" strike="noStrike" noProof="0">
                          <a:solidFill>
                            <a:srgbClr val="243447"/>
                          </a:solidFill>
                          <a:effectLst/>
                        </a:rPr>
                        <a:t>export,</a:t>
                      </a:r>
                      <a:r>
                        <a:rPr lang="ko-KR" altLang="en-US" sz="1300" b="0" i="0" u="none" strike="noStrike" noProof="0">
                          <a:solidFill>
                            <a:srgbClr val="243447"/>
                          </a:solidFill>
                          <a:effectLst/>
                        </a:rPr>
                        <a:t> </a:t>
                      </a:r>
                      <a:r>
                        <a:rPr lang="en-US" altLang="ko-KR" sz="1300" b="0" i="0" u="none" strike="noStrike" noProof="0">
                          <a:solidFill>
                            <a:srgbClr val="243447"/>
                          </a:solidFill>
                          <a:effectLst/>
                        </a:rPr>
                        <a:t>file</a:t>
                      </a:r>
                      <a:r>
                        <a:rPr lang="ko-KR" altLang="en-US" sz="1300" b="0" i="0" u="none" strike="noStrike" noProof="0">
                          <a:solidFill>
                            <a:srgbClr val="243447"/>
                          </a:solidFill>
                          <a:effectLst/>
                        </a:rPr>
                        <a:t> </a:t>
                      </a:r>
                      <a:r>
                        <a:rPr lang="en-US" altLang="ko-KR" sz="1300" b="0" i="0" u="none" strike="noStrike" noProof="0">
                          <a:solidFill>
                            <a:srgbClr val="243447"/>
                          </a:solidFill>
                          <a:effectLst/>
                        </a:rPr>
                        <a:t>attachments</a:t>
                      </a:r>
                      <a:r>
                        <a:rPr lang="ko-KR" sz="1300" b="0" i="0" u="none" strike="noStrike" noProof="0">
                          <a:solidFill>
                            <a:srgbClr val="243447"/>
                          </a:solidFill>
                          <a:effectLst/>
                        </a:rPr>
                        <a:t>/</a:t>
                      </a:r>
                      <a:r>
                        <a:rPr lang="en-US" altLang="ko-KR" sz="1300" b="0" i="0" u="none" strike="noStrike" noProof="0">
                          <a:solidFill>
                            <a:srgbClr val="243447"/>
                          </a:solidFill>
                          <a:effectLst/>
                        </a:rPr>
                        <a:t>transfers,</a:t>
                      </a:r>
                      <a:r>
                        <a:rPr lang="ko-KR" altLang="en-US" sz="1300" b="0" i="0" u="none" strike="noStrike" noProof="0">
                          <a:solidFill>
                            <a:srgbClr val="243447"/>
                          </a:solidFill>
                          <a:effectLst/>
                        </a:rPr>
                        <a:t> </a:t>
                      </a:r>
                      <a:r>
                        <a:rPr lang="en-US" altLang="ko-KR" sz="1300" b="0" i="0" u="none" strike="noStrike" noProof="0">
                          <a:solidFill>
                            <a:srgbClr val="243447"/>
                          </a:solidFill>
                          <a:effectLst/>
                        </a:rPr>
                        <a:t>shared</a:t>
                      </a:r>
                      <a:r>
                        <a:rPr lang="ko-KR" altLang="en-US" sz="1300" b="0" i="0" u="none" strike="noStrike" noProof="0">
                          <a:solidFill>
                            <a:srgbClr val="243447"/>
                          </a:solidFill>
                          <a:effectLst/>
                        </a:rPr>
                        <a:t> </a:t>
                      </a:r>
                      <a:r>
                        <a:rPr lang="en-US" altLang="ko-KR" sz="1300" b="0" i="0" u="none" strike="noStrike" noProof="0">
                          <a:solidFill>
                            <a:srgbClr val="243447"/>
                          </a:solidFill>
                          <a:effectLst/>
                        </a:rPr>
                        <a:t>folders</a:t>
                      </a:r>
                      <a:r>
                        <a:rPr lang="ko-KR" altLang="en-US" sz="1300" b="0" i="0" u="none" strike="noStrike" noProof="0">
                          <a:solidFill>
                            <a:srgbClr val="243447"/>
                          </a:solidFill>
                          <a:effectLst/>
                        </a:rPr>
                        <a:t> </a:t>
                      </a:r>
                      <a:r>
                        <a:rPr lang="en-US" altLang="ko-KR" sz="1300" b="0" i="0" u="none" strike="noStrike" noProof="0">
                          <a:solidFill>
                            <a:srgbClr val="243447"/>
                          </a:solidFill>
                          <a:effectLst/>
                        </a:rPr>
                        <a:t>and</a:t>
                      </a:r>
                      <a:r>
                        <a:rPr lang="ko-KR" altLang="en-US" sz="1300" b="0" i="0" u="none" strike="noStrike" noProof="0">
                          <a:solidFill>
                            <a:srgbClr val="243447"/>
                          </a:solidFill>
                          <a:effectLst/>
                        </a:rPr>
                        <a:t> </a:t>
                      </a:r>
                      <a:r>
                        <a:rPr lang="en-US" altLang="ko-KR" sz="1300" b="0" i="0" u="none" strike="noStrike" noProof="0">
                          <a:solidFill>
                            <a:srgbClr val="243447"/>
                          </a:solidFill>
                          <a:effectLst/>
                        </a:rPr>
                        <a:t>other</a:t>
                      </a:r>
                      <a:r>
                        <a:rPr lang="ko-KR" altLang="en-US" sz="1300" b="0" i="0" u="none" strike="noStrike" noProof="0">
                          <a:solidFill>
                            <a:srgbClr val="243447"/>
                          </a:solidFill>
                          <a:effectLst/>
                        </a:rPr>
                        <a:t> </a:t>
                      </a:r>
                      <a:r>
                        <a:rPr lang="en-US" altLang="ko-KR" sz="1300" b="0" i="0" u="none" strike="noStrike" noProof="0">
                          <a:solidFill>
                            <a:srgbClr val="243447"/>
                          </a:solidFill>
                          <a:effectLst/>
                        </a:rPr>
                        <a:t>policy-controlled</a:t>
                      </a:r>
                      <a:r>
                        <a:rPr lang="ko-KR" altLang="en-US" sz="1300" b="0" i="0" u="none" strike="noStrike" noProof="0">
                          <a:solidFill>
                            <a:srgbClr val="243447"/>
                          </a:solidFill>
                          <a:effectLst/>
                        </a:rPr>
                        <a:t> </a:t>
                      </a:r>
                      <a:r>
                        <a:rPr lang="en-US" altLang="ko-KR" sz="1300" b="0" i="0" u="none" strike="noStrike" noProof="0">
                          <a:solidFill>
                            <a:srgbClr val="243447"/>
                          </a:solidFill>
                          <a:effectLst/>
                        </a:rPr>
                        <a:t>leakage</a:t>
                      </a:r>
                      <a:r>
                        <a:rPr lang="ko-KR" altLang="en-US" sz="1300" b="0" i="0" u="none" strike="noStrike" noProof="0">
                          <a:solidFill>
                            <a:srgbClr val="243447"/>
                          </a:solidFill>
                          <a:effectLst/>
                        </a:rPr>
                        <a:t> </a:t>
                      </a:r>
                      <a:r>
                        <a:rPr lang="en-US" altLang="ko-KR" sz="1300" b="0" i="0" u="none" strike="noStrike" noProof="0">
                          <a:solidFill>
                            <a:srgbClr val="243447"/>
                          </a:solidFill>
                          <a:effectLst/>
                        </a:rPr>
                        <a:t>paths</a:t>
                      </a:r>
                      <a:r>
                        <a:rPr lang="ko-KR" sz="1300" b="0" i="0" u="none" strike="noStrike" noProof="0">
                          <a:solidFill>
                            <a:srgbClr val="243447"/>
                          </a:solidFill>
                          <a:effectLst/>
                        </a:rPr>
                        <a:t>. [</a:t>
                      </a:r>
                      <a:r>
                        <a:rPr lang="en-US" altLang="ko-KR" sz="1300" b="0" i="0" u="none" strike="noStrike" noProof="0">
                          <a:solidFill>
                            <a:srgbClr val="243447"/>
                          </a:solidFill>
                          <a:effectLst/>
                        </a:rPr>
                        <a:t>J1,J2</a:t>
                      </a:r>
                      <a:r>
                        <a:rPr lang="ko-KR" sz="1300" b="0" i="0" u="none" strike="noStrike" noProof="0">
                          <a:solidFill>
                            <a:srgbClr val="243447"/>
                          </a:solidFill>
                          <a:effectLst/>
                        </a:rPr>
                        <a:t>]</a:t>
                      </a:r>
                      <a:endParaRPr lang="en-US" altLang="ko-KR" b="0" i="0" u="none" strike="noStrike" noProof="0"/>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4074017466"/>
                  </a:ext>
                </a:extLst>
              </a:tr>
              <a:tr h="314325">
                <a:tc>
                  <a:txBody>
                    <a:bodyPr/>
                    <a:lstStyle/>
                    <a:p>
                      <a:pPr algn="l">
                        <a:buNone/>
                      </a:pPr>
                      <a:r>
                        <a:rPr lang="ko-KR" sz="1300" b="1">
                          <a:solidFill>
                            <a:srgbClr val="243447"/>
                          </a:solidFill>
                          <a:effectLst/>
                          <a:latin typeface="Arial" panose="020B0604020202020204" pitchFamily="34" charset="0"/>
                          <a:ea typeface="Arial" panose="020B0604020202020204" pitchFamily="34" charset="0"/>
                        </a:rPr>
                        <a:t>D3-04</a:t>
                      </a:r>
                      <a:endParaRPr lang="ko-KR" sz="1300" b="1">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a:solidFill>
                            <a:srgbClr val="243447"/>
                          </a:solidFill>
                          <a:effectLst/>
                          <a:latin typeface="Arial" panose="020B0604020202020204" pitchFamily="34" charset="0"/>
                          <a:ea typeface="Arial" panose="020B0604020202020204" pitchFamily="34" charset="0"/>
                        </a:rPr>
                        <a:t>Redact / mask, then allow</a:t>
                      </a:r>
                      <a:endParaRPr lang="ko-KR" sz="1300">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b="1">
                          <a:solidFill>
                            <a:srgbClr val="956319"/>
                          </a:solidFill>
                          <a:effectLst/>
                          <a:latin typeface="Arial" panose="020B0604020202020204" pitchFamily="34" charset="0"/>
                          <a:ea typeface="Arial" panose="020B0604020202020204" pitchFamily="34" charset="0"/>
                        </a:rPr>
                        <a:t>◐</a:t>
                      </a:r>
                      <a:endParaRPr lang="ko-KR" sz="1300" b="1">
                        <a:solidFill>
                          <a:srgbClr val="956319"/>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lvl="0" algn="l">
                        <a:buNone/>
                      </a:pPr>
                      <a:r>
                        <a:rPr lang="en-US" altLang="ko-KR" sz="1300" b="0" i="0" u="none" strike="noStrike" noProof="0">
                          <a:solidFill>
                            <a:srgbClr val="243447"/>
                          </a:solidFill>
                          <a:effectLst/>
                          <a:latin typeface="맑은 고딕"/>
                          <a:ea typeface="맑은 고딕"/>
                        </a:rPr>
                        <a:t>PCFILTER</a:t>
                      </a:r>
                      <a:r>
                        <a:rPr lang="ko-KR" sz="1300" b="0" i="0" u="none" strike="noStrike" noProof="0">
                          <a:solidFill>
                            <a:srgbClr val="243447"/>
                          </a:solidFill>
                          <a:effectLst/>
                          <a:latin typeface="맑은 고딕"/>
                          <a:ea typeface="맑은 고딕"/>
                        </a:rPr>
                        <a:t> </a:t>
                      </a:r>
                      <a:r>
                        <a:rPr lang="en-US" altLang="ko-KR" sz="1300" b="0" i="0" u="none" strike="noStrike" noProof="0">
                          <a:solidFill>
                            <a:srgbClr val="243447"/>
                          </a:solidFill>
                          <a:effectLst/>
                          <a:latin typeface="맑은 고딕"/>
                          <a:ea typeface="맑은 고딕"/>
                        </a:rPr>
                        <a:t>supports</a:t>
                      </a:r>
                      <a:r>
                        <a:rPr lang="ko-KR" altLang="en-US" sz="1300" b="0" i="0" u="none" strike="noStrike" noProof="0">
                          <a:solidFill>
                            <a:srgbClr val="243447"/>
                          </a:solidFill>
                          <a:effectLst/>
                          <a:latin typeface="맑은 고딕"/>
                          <a:ea typeface="맑은 고딕"/>
                        </a:rPr>
                        <a:t> </a:t>
                      </a:r>
                      <a:r>
                        <a:rPr lang="en-US" altLang="ko-KR" sz="1300" b="1" i="0" u="none" strike="noStrike" noProof="0">
                          <a:solidFill>
                            <a:srgbClr val="243447"/>
                          </a:solidFill>
                          <a:effectLst/>
                          <a:latin typeface="맑은 고딕"/>
                          <a:ea typeface="맑은 고딕"/>
                        </a:rPr>
                        <a:t>masking</a:t>
                      </a:r>
                      <a:r>
                        <a:rPr lang="ko-KR" altLang="en-US" sz="1300" b="1" i="0" u="none" strike="noStrike" noProof="0">
                          <a:solidFill>
                            <a:srgbClr val="243447"/>
                          </a:solidFill>
                          <a:effectLst/>
                          <a:latin typeface="맑은 고딕"/>
                          <a:ea typeface="맑은 고딕"/>
                        </a:rPr>
                        <a:t> </a:t>
                      </a:r>
                      <a:r>
                        <a:rPr lang="en-US" altLang="ko-KR" sz="1300" b="1" i="0" u="none" strike="noStrike" noProof="0">
                          <a:solidFill>
                            <a:srgbClr val="243447"/>
                          </a:solidFill>
                          <a:effectLst/>
                          <a:latin typeface="맑은 고딕"/>
                          <a:ea typeface="맑은 고딕"/>
                        </a:rPr>
                        <a:t>sensitive</a:t>
                      </a:r>
                      <a:r>
                        <a:rPr lang="ko-KR" altLang="en-US" sz="1300" b="1" i="0" u="none" strike="noStrike" noProof="0">
                          <a:solidFill>
                            <a:srgbClr val="243447"/>
                          </a:solidFill>
                          <a:effectLst/>
                          <a:latin typeface="맑은 고딕"/>
                          <a:ea typeface="맑은 고딕"/>
                        </a:rPr>
                        <a:t> </a:t>
                      </a:r>
                      <a:r>
                        <a:rPr lang="en-US" altLang="ko-KR" sz="1300" b="1" i="0" u="none" strike="noStrike" noProof="0">
                          <a:solidFill>
                            <a:srgbClr val="243447"/>
                          </a:solidFill>
                          <a:effectLst/>
                          <a:latin typeface="맑은 고딕"/>
                          <a:ea typeface="맑은 고딕"/>
                        </a:rPr>
                        <a:t>information</a:t>
                      </a:r>
                      <a:r>
                        <a:rPr lang="ko-KR" altLang="en-US" sz="1300" b="1" i="0" u="none" strike="noStrike" noProof="0">
                          <a:solidFill>
                            <a:srgbClr val="243447"/>
                          </a:solidFill>
                          <a:effectLst/>
                          <a:latin typeface="맑은 고딕"/>
                          <a:ea typeface="맑은 고딕"/>
                        </a:rPr>
                        <a:t> </a:t>
                      </a:r>
                      <a:r>
                        <a:rPr lang="en-US" altLang="ko-KR" sz="1300" b="1" i="0" u="none" strike="noStrike" noProof="0">
                          <a:solidFill>
                            <a:srgbClr val="243447"/>
                          </a:solidFill>
                          <a:effectLst/>
                          <a:latin typeface="맑은 고딕"/>
                          <a:ea typeface="맑은 고딕"/>
                        </a:rPr>
                        <a:t>on</a:t>
                      </a:r>
                      <a:r>
                        <a:rPr lang="ko-KR" altLang="en-US" sz="1300" b="1" i="0" u="none" strike="noStrike" noProof="0">
                          <a:solidFill>
                            <a:srgbClr val="243447"/>
                          </a:solidFill>
                          <a:effectLst/>
                          <a:latin typeface="맑은 고딕"/>
                          <a:ea typeface="맑은 고딕"/>
                        </a:rPr>
                        <a:t> </a:t>
                      </a:r>
                      <a:r>
                        <a:rPr lang="en-US" altLang="ko-KR" sz="1300" b="1" i="0" u="none" strike="noStrike" noProof="0">
                          <a:solidFill>
                            <a:srgbClr val="243447"/>
                          </a:solidFill>
                          <a:effectLst/>
                          <a:latin typeface="맑은 고딕"/>
                          <a:ea typeface="맑은 고딕"/>
                        </a:rPr>
                        <a:t>printed</a:t>
                      </a:r>
                      <a:r>
                        <a:rPr lang="ko-KR" altLang="en-US" sz="1300" b="1" i="0" u="none" strike="noStrike" noProof="0">
                          <a:solidFill>
                            <a:srgbClr val="243447"/>
                          </a:solidFill>
                          <a:effectLst/>
                          <a:latin typeface="맑은 고딕"/>
                          <a:ea typeface="맑은 고딕"/>
                        </a:rPr>
                        <a:t> </a:t>
                      </a:r>
                      <a:r>
                        <a:rPr lang="en-US" altLang="ko-KR" sz="1300" b="1" i="0" u="none" strike="noStrike" noProof="0">
                          <a:solidFill>
                            <a:srgbClr val="243447"/>
                          </a:solidFill>
                          <a:effectLst/>
                          <a:latin typeface="맑은 고딕"/>
                          <a:ea typeface="맑은 고딕"/>
                        </a:rPr>
                        <a:t>output</a:t>
                      </a:r>
                      <a:r>
                        <a:rPr lang="en-US" altLang="ko-KR" sz="1300" b="0" i="0" u="none" strike="noStrike" noProof="0">
                          <a:solidFill>
                            <a:srgbClr val="243447"/>
                          </a:solidFill>
                          <a:effectLst/>
                          <a:latin typeface="맑은 고딕"/>
                          <a:ea typeface="맑은 고딕"/>
                        </a:rPr>
                        <a:t>.</a:t>
                      </a:r>
                      <a:r>
                        <a:rPr lang="ko-KR" altLang="en-US" sz="1300" b="0" i="0" u="none" strike="noStrike" noProof="0">
                          <a:solidFill>
                            <a:srgbClr val="243447"/>
                          </a:solidFill>
                          <a:effectLst/>
                          <a:latin typeface="맑은 고딕"/>
                          <a:ea typeface="맑은 고딕"/>
                        </a:rPr>
                        <a:t> </a:t>
                      </a:r>
                      <a:r>
                        <a:rPr lang="en-US" altLang="ko-KR" sz="1300" b="0" i="0" u="none" strike="noStrike" noProof="0">
                          <a:solidFill>
                            <a:srgbClr val="243447"/>
                          </a:solidFill>
                          <a:effectLst/>
                          <a:latin typeface="맑은 고딕"/>
                          <a:ea typeface="맑은 고딕"/>
                        </a:rPr>
                        <a:t>General</a:t>
                      </a:r>
                      <a:r>
                        <a:rPr lang="ko-KR" altLang="en-US" sz="1300" b="0" i="0" u="none" strike="noStrike" noProof="0">
                          <a:solidFill>
                            <a:srgbClr val="243447"/>
                          </a:solidFill>
                          <a:effectLst/>
                          <a:latin typeface="맑은 고딕"/>
                          <a:ea typeface="맑은 고딕"/>
                        </a:rPr>
                        <a:t> </a:t>
                      </a:r>
                      <a:r>
                        <a:rPr lang="ko-KR" sz="1300" b="0" i="0" u="none" strike="noStrike" noProof="0">
                          <a:solidFill>
                            <a:srgbClr val="243447"/>
                          </a:solidFill>
                          <a:effectLst/>
                          <a:latin typeface="맑은 고딕"/>
                          <a:ea typeface="맑은 고딕"/>
                        </a:rPr>
                        <a:t>in-flight</a:t>
                      </a:r>
                      <a:r>
                        <a:rPr lang="ko-KR" altLang="en-US" sz="1300" b="0" i="0" u="none" strike="noStrike" noProof="0">
                          <a:solidFill>
                            <a:srgbClr val="243447"/>
                          </a:solidFill>
                          <a:effectLst/>
                          <a:latin typeface="맑은 고딕"/>
                          <a:ea typeface="맑은 고딕"/>
                        </a:rPr>
                        <a:t> </a:t>
                      </a:r>
                      <a:r>
                        <a:rPr lang="ko-KR" sz="1300" b="0" i="0" u="none" strike="noStrike" noProof="0">
                          <a:solidFill>
                            <a:srgbClr val="243447"/>
                          </a:solidFill>
                          <a:effectLst/>
                          <a:latin typeface="맑은 고딕"/>
                          <a:ea typeface="맑은 고딕"/>
                        </a:rPr>
                        <a:t>masking</a:t>
                      </a:r>
                      <a:r>
                        <a:rPr lang="ko-KR" altLang="en-US" sz="1300" b="0" i="0" u="none" strike="noStrike" noProof="0">
                          <a:solidFill>
                            <a:srgbClr val="243447"/>
                          </a:solidFill>
                          <a:effectLst/>
                          <a:latin typeface="맑은 고딕"/>
                          <a:ea typeface="맑은 고딕"/>
                        </a:rPr>
                        <a:t> </a:t>
                      </a:r>
                      <a:r>
                        <a:rPr lang="en-US" altLang="ko-KR" sz="1300" b="0" i="0" u="none" strike="noStrike" noProof="0">
                          <a:solidFill>
                            <a:srgbClr val="243447"/>
                          </a:solidFill>
                          <a:effectLst/>
                          <a:latin typeface="맑은 고딕"/>
                          <a:ea typeface="맑은 고딕"/>
                        </a:rPr>
                        <a:t>of</a:t>
                      </a:r>
                      <a:r>
                        <a:rPr lang="ko-KR" sz="1300" b="0" i="0" u="none" strike="noStrike" noProof="0">
                          <a:solidFill>
                            <a:srgbClr val="243447"/>
                          </a:solidFill>
                          <a:effectLst/>
                          <a:latin typeface="맑은 고딕"/>
                          <a:ea typeface="맑은 고딕"/>
                        </a:rPr>
                        <a:t> </a:t>
                      </a:r>
                      <a:r>
                        <a:rPr lang="en-US" altLang="ko-KR" sz="1300" b="0" i="0" u="none" strike="noStrike" noProof="0">
                          <a:solidFill>
                            <a:srgbClr val="243447"/>
                          </a:solidFill>
                          <a:effectLst/>
                          <a:latin typeface="맑은 고딕"/>
                          <a:ea typeface="맑은 고딕"/>
                        </a:rPr>
                        <a:t>web/</a:t>
                      </a:r>
                      <a:r>
                        <a:rPr lang="ko-KR" sz="1300" b="0" i="0" u="none" strike="noStrike" noProof="0">
                          <a:solidFill>
                            <a:srgbClr val="243447"/>
                          </a:solidFill>
                          <a:effectLst/>
                          <a:latin typeface="맑은 고딕"/>
                          <a:ea typeface="맑은 고딕"/>
                        </a:rPr>
                        <a:t>AI</a:t>
                      </a:r>
                      <a:r>
                        <a:rPr lang="en-US" altLang="ko-KR" sz="1300" b="0" i="0" u="none" strike="noStrike" noProof="0">
                          <a:solidFill>
                            <a:srgbClr val="243447"/>
                          </a:solidFill>
                          <a:effectLst/>
                          <a:latin typeface="맑은 고딕"/>
                          <a:ea typeface="맑은 고딕"/>
                        </a:rPr>
                        <a:t>/email</a:t>
                      </a:r>
                      <a:r>
                        <a:rPr lang="ko-KR" altLang="en-US" sz="1300" b="0" i="0" u="none" strike="noStrike" noProof="0">
                          <a:solidFill>
                            <a:srgbClr val="243447"/>
                          </a:solidFill>
                          <a:effectLst/>
                          <a:latin typeface="맑은 고딕"/>
                          <a:ea typeface="맑은 고딕"/>
                        </a:rPr>
                        <a:t> </a:t>
                      </a:r>
                      <a:r>
                        <a:rPr lang="en-US" altLang="ko-KR" sz="1300" b="0" i="0" u="none" strike="noStrike" noProof="0">
                          <a:solidFill>
                            <a:srgbClr val="243447"/>
                          </a:solidFill>
                          <a:effectLst/>
                          <a:latin typeface="맑은 고딕"/>
                          <a:ea typeface="맑은 고딕"/>
                        </a:rPr>
                        <a:t>content</a:t>
                      </a:r>
                      <a:r>
                        <a:rPr lang="ko-KR" altLang="en-US" sz="1300" b="0" i="0" u="none" strike="noStrike" noProof="0">
                          <a:solidFill>
                            <a:srgbClr val="243447"/>
                          </a:solidFill>
                          <a:effectLst/>
                          <a:latin typeface="맑은 고딕"/>
                          <a:ea typeface="맑은 고딕"/>
                        </a:rPr>
                        <a:t> </a:t>
                      </a:r>
                      <a:r>
                        <a:rPr lang="ko-KR" sz="1300" b="0" i="0" u="none" strike="noStrike" noProof="0">
                          <a:solidFill>
                            <a:srgbClr val="243447"/>
                          </a:solidFill>
                          <a:effectLst/>
                          <a:latin typeface="맑은 고딕"/>
                          <a:ea typeface="맑은 고딕"/>
                        </a:rPr>
                        <a:t>was</a:t>
                      </a:r>
                      <a:r>
                        <a:rPr lang="ko-KR" altLang="en-US" sz="1300" b="0" i="0" u="none" strike="noStrike" noProof="0">
                          <a:solidFill>
                            <a:srgbClr val="243447"/>
                          </a:solidFill>
                          <a:effectLst/>
                          <a:latin typeface="맑은 고딕"/>
                          <a:ea typeface="맑은 고딕"/>
                        </a:rPr>
                        <a:t> </a:t>
                      </a:r>
                      <a:r>
                        <a:rPr lang="en-US" altLang="ko-KR" sz="1300" b="0" i="0" u="none" strike="noStrike" noProof="0">
                          <a:solidFill>
                            <a:srgbClr val="243447"/>
                          </a:solidFill>
                          <a:effectLst/>
                          <a:latin typeface="맑은 고딕"/>
                          <a:ea typeface="맑은 고딕"/>
                        </a:rPr>
                        <a:t>not</a:t>
                      </a:r>
                      <a:r>
                        <a:rPr lang="ko-KR" altLang="en-US" sz="1300" b="0" i="0" u="none" strike="noStrike" noProof="0">
                          <a:solidFill>
                            <a:srgbClr val="243447"/>
                          </a:solidFill>
                          <a:effectLst/>
                          <a:latin typeface="맑은 고딕"/>
                          <a:ea typeface="맑은 고딕"/>
                        </a:rPr>
                        <a:t> </a:t>
                      </a:r>
                      <a:r>
                        <a:rPr lang="en-US" altLang="ko-KR" sz="1300" b="0" i="0" u="none" strike="noStrike" noProof="0">
                          <a:solidFill>
                            <a:srgbClr val="243447"/>
                          </a:solidFill>
                          <a:effectLst/>
                          <a:latin typeface="맑은 고딕"/>
                          <a:ea typeface="맑은 고딕"/>
                        </a:rPr>
                        <a:t>established</a:t>
                      </a:r>
                      <a:r>
                        <a:rPr lang="ko-KR" sz="1300" b="0" i="0" u="none" strike="noStrike" noProof="0">
                          <a:solidFill>
                            <a:srgbClr val="243447"/>
                          </a:solidFill>
                          <a:effectLst/>
                          <a:latin typeface="맑은 고딕"/>
                          <a:ea typeface="맑은 고딕"/>
                        </a:rPr>
                        <a:t>. [</a:t>
                      </a:r>
                      <a:r>
                        <a:rPr lang="en-US" altLang="ko-KR" sz="1300" b="0" i="0" u="none" strike="noStrike" noProof="0">
                          <a:solidFill>
                            <a:srgbClr val="243447"/>
                          </a:solidFill>
                          <a:effectLst/>
                          <a:latin typeface="맑은 고딕"/>
                          <a:ea typeface="맑은 고딕"/>
                        </a:rPr>
                        <a:t>J1</a:t>
                      </a:r>
                      <a:r>
                        <a:rPr lang="ko-KR" sz="1300" b="0" i="0" u="none" strike="noStrike" noProof="0">
                          <a:solidFill>
                            <a:srgbClr val="243447"/>
                          </a:solidFill>
                          <a:effectLst/>
                          <a:latin typeface="맑은 고딕"/>
                          <a:ea typeface="맑은 고딕"/>
                        </a:rPr>
                        <a:t>]</a:t>
                      </a:r>
                      <a:endParaRPr lang="en-US">
                        <a:latin typeface="맑은 고딕"/>
                        <a:ea typeface="맑은 고딕"/>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484487892"/>
                  </a:ext>
                </a:extLst>
              </a:tr>
              <a:tr h="314325">
                <a:tc>
                  <a:txBody>
                    <a:bodyPr/>
                    <a:lstStyle/>
                    <a:p>
                      <a:pPr algn="l">
                        <a:buNone/>
                      </a:pPr>
                      <a:r>
                        <a:rPr lang="ko-KR" sz="1300" b="1">
                          <a:solidFill>
                            <a:srgbClr val="243447"/>
                          </a:solidFill>
                          <a:effectLst/>
                          <a:latin typeface="Arial" panose="020B0604020202020204" pitchFamily="34" charset="0"/>
                          <a:ea typeface="Arial" panose="020B0604020202020204" pitchFamily="34" charset="0"/>
                        </a:rPr>
                        <a:t>D3-05</a:t>
                      </a:r>
                      <a:endParaRPr lang="ko-KR" sz="1300" b="1">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a:solidFill>
                            <a:srgbClr val="243447"/>
                          </a:solidFill>
                          <a:effectLst/>
                          <a:latin typeface="Arial" panose="020B0604020202020204" pitchFamily="34" charset="0"/>
                          <a:ea typeface="Arial" panose="020B0604020202020204" pitchFamily="34" charset="0"/>
                        </a:rPr>
                        <a:t>Encrypt / DRM handoff</a:t>
                      </a:r>
                      <a:endParaRPr lang="ko-KR" sz="1300">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b="1">
                          <a:solidFill>
                            <a:srgbClr val="136F73"/>
                          </a:solidFill>
                          <a:effectLst/>
                          <a:latin typeface="Arial" panose="020B0604020202020204" pitchFamily="34" charset="0"/>
                          <a:ea typeface="Arial" panose="020B0604020202020204" pitchFamily="34" charset="0"/>
                        </a:rPr>
                        <a:t>●</a:t>
                      </a:r>
                      <a:endParaRPr lang="ko-KR" sz="1300" b="1">
                        <a:solidFill>
                          <a:srgbClr val="136F73"/>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lvl="0" algn="l">
                        <a:buNone/>
                      </a:pPr>
                      <a:r>
                        <a:rPr lang="en-US" altLang="ko-KR" sz="1300" b="0" i="0" u="none" strike="noStrike" noProof="0">
                          <a:solidFill>
                            <a:srgbClr val="243447"/>
                          </a:solidFill>
                          <a:effectLst/>
                        </a:rPr>
                        <a:t>Detected</a:t>
                      </a:r>
                      <a:r>
                        <a:rPr lang="ko-KR" altLang="en-US" sz="1300" b="0" i="0" u="none" strike="noStrike" noProof="0">
                          <a:solidFill>
                            <a:srgbClr val="243447"/>
                          </a:solidFill>
                          <a:effectLst/>
                        </a:rPr>
                        <a:t> </a:t>
                      </a:r>
                      <a:r>
                        <a:rPr lang="en-US" altLang="ko-KR" sz="1300" b="0" i="0" u="none" strike="noStrike" noProof="0">
                          <a:solidFill>
                            <a:srgbClr val="243447"/>
                          </a:solidFill>
                          <a:effectLst/>
                        </a:rPr>
                        <a:t>personal-information</a:t>
                      </a:r>
                      <a:r>
                        <a:rPr lang="ko-KR" altLang="en-US" sz="1300" b="0" i="0" u="none" strike="noStrike" noProof="0">
                          <a:solidFill>
                            <a:srgbClr val="243447"/>
                          </a:solidFill>
                          <a:effectLst/>
                        </a:rPr>
                        <a:t> </a:t>
                      </a:r>
                      <a:r>
                        <a:rPr lang="en-US" altLang="ko-KR" sz="1300" b="0" i="0" u="none" strike="noStrike" noProof="0">
                          <a:solidFill>
                            <a:srgbClr val="243447"/>
                          </a:solidFill>
                          <a:effectLst/>
                        </a:rPr>
                        <a:t>files</a:t>
                      </a:r>
                      <a:r>
                        <a:rPr lang="ko-KR" altLang="en-US" sz="1300" b="0" i="0" u="none" strike="noStrike" noProof="0">
                          <a:solidFill>
                            <a:srgbClr val="243447"/>
                          </a:solidFill>
                          <a:effectLst/>
                        </a:rPr>
                        <a:t> </a:t>
                      </a:r>
                      <a:r>
                        <a:rPr lang="en-US" altLang="ko-KR" sz="1300" b="0" i="0" u="none" strike="noStrike" noProof="0">
                          <a:solidFill>
                            <a:srgbClr val="243447"/>
                          </a:solidFill>
                          <a:effectLst/>
                        </a:rPr>
                        <a:t>can</a:t>
                      </a:r>
                      <a:r>
                        <a:rPr lang="ko-KR" altLang="en-US" sz="1300" b="0" i="0" u="none" strike="noStrike" noProof="0">
                          <a:solidFill>
                            <a:srgbClr val="243447"/>
                          </a:solidFill>
                          <a:effectLst/>
                        </a:rPr>
                        <a:t> </a:t>
                      </a:r>
                      <a:r>
                        <a:rPr lang="en-US" altLang="ko-KR" sz="1300" b="0" i="0" u="none" strike="noStrike" noProof="0">
                          <a:solidFill>
                            <a:srgbClr val="243447"/>
                          </a:solidFill>
                          <a:effectLst/>
                        </a:rPr>
                        <a:t>be</a:t>
                      </a:r>
                      <a:r>
                        <a:rPr lang="ko-KR" altLang="en-US" sz="1300" b="0" i="0" u="none" strike="noStrike" noProof="0">
                          <a:solidFill>
                            <a:srgbClr val="243447"/>
                          </a:solidFill>
                          <a:effectLst/>
                        </a:rPr>
                        <a:t> </a:t>
                      </a:r>
                      <a:r>
                        <a:rPr lang="en-US" altLang="ko-KR" sz="1300" b="0" i="0" u="none" strike="noStrike" noProof="0">
                          <a:solidFill>
                            <a:srgbClr val="243447"/>
                          </a:solidFill>
                          <a:effectLst/>
                        </a:rPr>
                        <a:t>automatically</a:t>
                      </a:r>
                      <a:r>
                        <a:rPr lang="ko-KR" altLang="en-US" sz="1300" b="0" i="0" u="none" strike="noStrike" noProof="0">
                          <a:solidFill>
                            <a:srgbClr val="243447"/>
                          </a:solidFill>
                          <a:effectLst/>
                        </a:rPr>
                        <a:t> </a:t>
                      </a:r>
                      <a:r>
                        <a:rPr lang="en-US" altLang="ko-KR" sz="1300" b="0" i="0" u="none" strike="noStrike" noProof="0">
                          <a:solidFill>
                            <a:srgbClr val="243447"/>
                          </a:solidFill>
                          <a:effectLst/>
                        </a:rPr>
                        <a:t>encrypted</a:t>
                      </a:r>
                      <a:r>
                        <a:rPr lang="ko-KR" altLang="en-US" sz="1300" b="0" i="0" u="none" strike="noStrike" noProof="0">
                          <a:solidFill>
                            <a:srgbClr val="243447"/>
                          </a:solidFill>
                          <a:effectLst/>
                        </a:rPr>
                        <a:t> </a:t>
                      </a:r>
                      <a:r>
                        <a:rPr lang="en-US" altLang="ko-KR" sz="1300" b="0" i="0" u="none" strike="noStrike" noProof="0">
                          <a:solidFill>
                            <a:srgbClr val="243447"/>
                          </a:solidFill>
                          <a:effectLst/>
                        </a:rPr>
                        <a:t>according</a:t>
                      </a:r>
                      <a:r>
                        <a:rPr lang="ko-KR" altLang="en-US" sz="1300" b="0" i="0" u="none" strike="noStrike" noProof="0">
                          <a:solidFill>
                            <a:srgbClr val="243447"/>
                          </a:solidFill>
                          <a:effectLst/>
                        </a:rPr>
                        <a:t> </a:t>
                      </a:r>
                      <a:r>
                        <a:rPr lang="en-US" altLang="ko-KR" sz="1300" b="0" i="0" u="none" strike="noStrike" noProof="0">
                          <a:solidFill>
                            <a:srgbClr val="243447"/>
                          </a:solidFill>
                          <a:effectLst/>
                        </a:rPr>
                        <a:t>to</a:t>
                      </a:r>
                      <a:r>
                        <a:rPr lang="ko-KR" altLang="en-US" sz="1300" b="0" i="0" u="none" strike="noStrike" noProof="0">
                          <a:solidFill>
                            <a:srgbClr val="243447"/>
                          </a:solidFill>
                          <a:effectLst/>
                        </a:rPr>
                        <a:t> </a:t>
                      </a:r>
                      <a:r>
                        <a:rPr lang="ko-KR" sz="1300" b="0" i="0" u="none" strike="noStrike" noProof="0">
                          <a:solidFill>
                            <a:srgbClr val="243447"/>
                          </a:solidFill>
                          <a:effectLst/>
                        </a:rPr>
                        <a:t>policy</a:t>
                      </a:r>
                      <a:r>
                        <a:rPr lang="en-US" altLang="ko-KR" sz="1300" b="0" i="0" u="none" strike="noStrike" noProof="0">
                          <a:solidFill>
                            <a:srgbClr val="243447"/>
                          </a:solidFill>
                          <a:effectLst/>
                        </a:rPr>
                        <a:t>;</a:t>
                      </a:r>
                      <a:r>
                        <a:rPr lang="ko-KR" altLang="en-US" sz="1300" b="0" i="0" u="none" strike="noStrike" noProof="0">
                          <a:solidFill>
                            <a:srgbClr val="243447"/>
                          </a:solidFill>
                          <a:effectLst/>
                        </a:rPr>
                        <a:t> </a:t>
                      </a:r>
                      <a:r>
                        <a:rPr lang="en-US" altLang="ko-KR" sz="1300" b="0" i="0" u="none" strike="noStrike" noProof="0">
                          <a:solidFill>
                            <a:srgbClr val="243447"/>
                          </a:solidFill>
                          <a:effectLst/>
                        </a:rPr>
                        <a:t>AES-256</a:t>
                      </a:r>
                      <a:r>
                        <a:rPr lang="ko-KR" altLang="en-US" sz="1300" b="0" i="0" u="none" strike="noStrike" noProof="0">
                          <a:solidFill>
                            <a:srgbClr val="243447"/>
                          </a:solidFill>
                          <a:effectLst/>
                        </a:rPr>
                        <a:t> </a:t>
                      </a:r>
                      <a:r>
                        <a:rPr lang="en-US" altLang="ko-KR" sz="1300" b="0" i="0" u="none" strike="noStrike" noProof="0">
                          <a:solidFill>
                            <a:srgbClr val="243447"/>
                          </a:solidFill>
                          <a:effectLst/>
                        </a:rPr>
                        <a:t>encryption</a:t>
                      </a:r>
                      <a:r>
                        <a:rPr lang="ko-KR" altLang="en-US" sz="1300" b="0" i="0" u="none" strike="noStrike" noProof="0">
                          <a:solidFill>
                            <a:srgbClr val="243447"/>
                          </a:solidFill>
                          <a:effectLst/>
                        </a:rPr>
                        <a:t> </a:t>
                      </a:r>
                      <a:r>
                        <a:rPr lang="en-US" altLang="ko-KR" sz="1300" b="0" i="0" u="none" strike="noStrike" noProof="0">
                          <a:solidFill>
                            <a:srgbClr val="243447"/>
                          </a:solidFill>
                          <a:effectLst/>
                        </a:rPr>
                        <a:t>is</a:t>
                      </a:r>
                      <a:r>
                        <a:rPr lang="ko-KR" altLang="en-US" sz="1300" b="0" i="0" u="none" strike="noStrike" noProof="0">
                          <a:solidFill>
                            <a:srgbClr val="243447"/>
                          </a:solidFill>
                          <a:effectLst/>
                        </a:rPr>
                        <a:t> </a:t>
                      </a:r>
                      <a:r>
                        <a:rPr lang="en-US" altLang="ko-KR" sz="1300" b="0" i="0" u="none" strike="noStrike" noProof="0">
                          <a:solidFill>
                            <a:srgbClr val="243447"/>
                          </a:solidFill>
                          <a:effectLst/>
                        </a:rPr>
                        <a:t>documented</a:t>
                      </a:r>
                      <a:r>
                        <a:rPr lang="ko-KR" sz="1300" b="0" i="0" u="none" strike="noStrike" noProof="0">
                          <a:solidFill>
                            <a:srgbClr val="243447"/>
                          </a:solidFill>
                          <a:effectLst/>
                        </a:rPr>
                        <a:t>. [</a:t>
                      </a:r>
                      <a:r>
                        <a:rPr lang="en-US" altLang="ko-KR" sz="1300" b="0" i="0" u="none" strike="noStrike" noProof="0">
                          <a:solidFill>
                            <a:srgbClr val="243447"/>
                          </a:solidFill>
                          <a:effectLst/>
                        </a:rPr>
                        <a:t>J2</a:t>
                      </a:r>
                      <a:r>
                        <a:rPr lang="ko-KR" sz="1300" b="0" i="0" u="none" strike="noStrike" noProof="0">
                          <a:solidFill>
                            <a:srgbClr val="243447"/>
                          </a:solidFill>
                          <a:effectLst/>
                        </a:rPr>
                        <a:t>]</a:t>
                      </a:r>
                      <a:endParaRPr lang="en-US" altLang="ko-KR" b="0" i="0" u="none" strike="noStrike" noProof="0"/>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72412462"/>
                  </a:ext>
                </a:extLst>
              </a:tr>
              <a:tr h="314325">
                <a:tc>
                  <a:txBody>
                    <a:bodyPr/>
                    <a:lstStyle/>
                    <a:p>
                      <a:pPr algn="l">
                        <a:buNone/>
                      </a:pPr>
                      <a:r>
                        <a:rPr lang="ko-KR" sz="1300" b="1">
                          <a:solidFill>
                            <a:srgbClr val="243447"/>
                          </a:solidFill>
                          <a:effectLst/>
                          <a:latin typeface="Arial" panose="020B0604020202020204" pitchFamily="34" charset="0"/>
                          <a:ea typeface="Arial" panose="020B0604020202020204" pitchFamily="34" charset="0"/>
                        </a:rPr>
                        <a:t>D3-06</a:t>
                      </a:r>
                      <a:endParaRPr lang="ko-KR" sz="1300" b="1">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a:solidFill>
                            <a:srgbClr val="243447"/>
                          </a:solidFill>
                          <a:effectLst/>
                          <a:latin typeface="Arial" panose="020B0604020202020204" pitchFamily="34" charset="0"/>
                          <a:ea typeface="Arial" panose="020B0604020202020204" pitchFamily="34" charset="0"/>
                        </a:rPr>
                        <a:t>Approval workflow</a:t>
                      </a:r>
                      <a:endParaRPr lang="ko-KR" sz="1300">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b="1">
                          <a:solidFill>
                            <a:srgbClr val="136F73"/>
                          </a:solidFill>
                          <a:effectLst/>
                          <a:latin typeface="Arial" panose="020B0604020202020204" pitchFamily="34" charset="0"/>
                          <a:ea typeface="Arial" panose="020B0604020202020204" pitchFamily="34" charset="0"/>
                        </a:rPr>
                        <a:t>●</a:t>
                      </a:r>
                      <a:endParaRPr lang="ko-KR" sz="1300" b="1">
                        <a:solidFill>
                          <a:srgbClr val="136F73"/>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lvl="0" algn="l">
                        <a:buNone/>
                      </a:pPr>
                      <a:r>
                        <a:rPr lang="en-US" altLang="ko-KR" sz="1300" b="0" i="0" u="none" strike="noStrike" noProof="0">
                          <a:solidFill>
                            <a:srgbClr val="243447"/>
                          </a:solidFill>
                          <a:effectLst/>
                        </a:rPr>
                        <a:t>PCFILTER</a:t>
                      </a:r>
                      <a:r>
                        <a:rPr lang="ko-KR" altLang="en-US" sz="1300" b="0" i="0" u="none" strike="noStrike" noProof="0">
                          <a:solidFill>
                            <a:srgbClr val="243447"/>
                          </a:solidFill>
                          <a:effectLst/>
                        </a:rPr>
                        <a:t> </a:t>
                      </a:r>
                      <a:r>
                        <a:rPr lang="en-US" altLang="ko-KR" sz="1300" b="0" i="0" u="none" strike="noStrike" noProof="0">
                          <a:solidFill>
                            <a:srgbClr val="243447"/>
                          </a:solidFill>
                          <a:effectLst/>
                        </a:rPr>
                        <a:t>supports</a:t>
                      </a:r>
                      <a:r>
                        <a:rPr lang="ko-KR" altLang="en-US" sz="1300" b="0" i="0" u="none" strike="noStrike" noProof="0">
                          <a:solidFill>
                            <a:srgbClr val="243447"/>
                          </a:solidFill>
                          <a:effectLst/>
                        </a:rPr>
                        <a:t> </a:t>
                      </a:r>
                      <a:r>
                        <a:rPr lang="en-US" altLang="ko-KR" sz="1300" b="0" i="0" u="none" strike="noStrike" noProof="0">
                          <a:solidFill>
                            <a:srgbClr val="243447"/>
                          </a:solidFill>
                          <a:effectLst/>
                        </a:rPr>
                        <a:t>administrator</a:t>
                      </a:r>
                      <a:r>
                        <a:rPr lang="ko-KR" sz="1300" b="0" i="0" u="none" strike="noStrike" noProof="0">
                          <a:solidFill>
                            <a:srgbClr val="243447"/>
                          </a:solidFill>
                          <a:effectLst/>
                        </a:rPr>
                        <a:t>/</a:t>
                      </a:r>
                      <a:r>
                        <a:rPr lang="en-US" altLang="ko-KR" sz="1300" b="0" i="0" u="none" strike="noStrike" noProof="0">
                          <a:solidFill>
                            <a:srgbClr val="243447"/>
                          </a:solidFill>
                          <a:effectLst/>
                        </a:rPr>
                        <a:t>approver</a:t>
                      </a:r>
                      <a:r>
                        <a:rPr lang="ko-KR" altLang="en-US" sz="1300" b="0" i="0" u="none" strike="noStrike" noProof="0">
                          <a:solidFill>
                            <a:srgbClr val="243447"/>
                          </a:solidFill>
                          <a:effectLst/>
                        </a:rPr>
                        <a:t> </a:t>
                      </a:r>
                      <a:r>
                        <a:rPr lang="en-US" altLang="ko-KR" sz="1300" b="0" i="0" u="none" strike="noStrike" noProof="0">
                          <a:solidFill>
                            <a:srgbClr val="243447"/>
                          </a:solidFill>
                          <a:effectLst/>
                        </a:rPr>
                        <a:t>workflows</a:t>
                      </a:r>
                      <a:r>
                        <a:rPr lang="ko-KR" altLang="en-US" sz="1300" b="0" i="0" u="none" strike="noStrike" noProof="0">
                          <a:solidFill>
                            <a:srgbClr val="243447"/>
                          </a:solidFill>
                          <a:effectLst/>
                        </a:rPr>
                        <a:t> </a:t>
                      </a:r>
                      <a:r>
                        <a:rPr lang="en-US" altLang="ko-KR" sz="1300" b="0" i="0" u="none" strike="noStrike" noProof="0">
                          <a:solidFill>
                            <a:srgbClr val="243447"/>
                          </a:solidFill>
                          <a:effectLst/>
                        </a:rPr>
                        <a:t>for</a:t>
                      </a:r>
                      <a:r>
                        <a:rPr lang="ko-KR" altLang="en-US" sz="1300" b="0" i="0" u="none" strike="noStrike" noProof="0">
                          <a:solidFill>
                            <a:srgbClr val="243447"/>
                          </a:solidFill>
                          <a:effectLst/>
                        </a:rPr>
                        <a:t> </a:t>
                      </a:r>
                      <a:r>
                        <a:rPr lang="en-US" altLang="ko-KR" sz="1300" b="0" i="0" u="none" strike="noStrike" noProof="0">
                          <a:solidFill>
                            <a:srgbClr val="243447"/>
                          </a:solidFill>
                          <a:effectLst/>
                        </a:rPr>
                        <a:t>printing,</a:t>
                      </a:r>
                      <a:r>
                        <a:rPr lang="ko-KR" altLang="en-US" sz="1300" b="0" i="0" u="none" strike="noStrike" noProof="0">
                          <a:solidFill>
                            <a:srgbClr val="243447"/>
                          </a:solidFill>
                          <a:effectLst/>
                        </a:rPr>
                        <a:t> </a:t>
                      </a:r>
                      <a:r>
                        <a:rPr lang="en-US" altLang="ko-KR" sz="1300" b="0" i="0" u="none" strike="noStrike" noProof="0">
                          <a:solidFill>
                            <a:srgbClr val="243447"/>
                          </a:solidFill>
                          <a:effectLst/>
                        </a:rPr>
                        <a:t>removable</a:t>
                      </a:r>
                      <a:r>
                        <a:rPr lang="ko-KR" altLang="en-US" sz="1300" b="0" i="0" u="none" strike="noStrike" noProof="0">
                          <a:solidFill>
                            <a:srgbClr val="243447"/>
                          </a:solidFill>
                          <a:effectLst/>
                        </a:rPr>
                        <a:t> </a:t>
                      </a:r>
                      <a:r>
                        <a:rPr lang="en-US" altLang="ko-KR" sz="1300" b="0" i="0" u="none" strike="noStrike" noProof="0">
                          <a:solidFill>
                            <a:srgbClr val="243447"/>
                          </a:solidFill>
                          <a:effectLst/>
                        </a:rPr>
                        <a:t>media,</a:t>
                      </a:r>
                      <a:r>
                        <a:rPr lang="ko-KR" altLang="en-US" sz="1300" b="0" i="0" u="none" strike="noStrike" noProof="0">
                          <a:solidFill>
                            <a:srgbClr val="243447"/>
                          </a:solidFill>
                          <a:effectLst/>
                        </a:rPr>
                        <a:t> </a:t>
                      </a:r>
                      <a:r>
                        <a:rPr lang="en-US" altLang="ko-KR" sz="1300" b="0" i="0" u="none" strike="noStrike" noProof="0">
                          <a:solidFill>
                            <a:srgbClr val="243447"/>
                          </a:solidFill>
                          <a:effectLst/>
                        </a:rPr>
                        <a:t>file</a:t>
                      </a:r>
                      <a:r>
                        <a:rPr lang="ko-KR" altLang="en-US" sz="1300" b="0" i="0" u="none" strike="noStrike" noProof="0">
                          <a:solidFill>
                            <a:srgbClr val="243447"/>
                          </a:solidFill>
                          <a:effectLst/>
                        </a:rPr>
                        <a:t> </a:t>
                      </a:r>
                      <a:r>
                        <a:rPr lang="en-US" altLang="ko-KR" sz="1300" b="0" i="0" u="none" strike="noStrike" noProof="0">
                          <a:solidFill>
                            <a:srgbClr val="243447"/>
                          </a:solidFill>
                          <a:effectLst/>
                        </a:rPr>
                        <a:t>transfers</a:t>
                      </a:r>
                      <a:r>
                        <a:rPr lang="ko-KR" altLang="en-US" sz="1300" b="0" i="0" u="none" strike="noStrike" noProof="0">
                          <a:solidFill>
                            <a:srgbClr val="243447"/>
                          </a:solidFill>
                          <a:effectLst/>
                        </a:rPr>
                        <a:t> </a:t>
                      </a:r>
                      <a:r>
                        <a:rPr lang="en-US" altLang="ko-KR" sz="1300" b="0" i="0" u="none" strike="noStrike" noProof="0">
                          <a:solidFill>
                            <a:srgbClr val="243447"/>
                          </a:solidFill>
                          <a:effectLst/>
                        </a:rPr>
                        <a:t>and</a:t>
                      </a:r>
                      <a:r>
                        <a:rPr lang="ko-KR" altLang="en-US" sz="1300" b="0" i="0" u="none" strike="noStrike" noProof="0">
                          <a:solidFill>
                            <a:srgbClr val="243447"/>
                          </a:solidFill>
                          <a:effectLst/>
                        </a:rPr>
                        <a:t> </a:t>
                      </a:r>
                      <a:r>
                        <a:rPr lang="en-US" altLang="ko-KR" sz="1300" b="0" i="0" u="none" strike="noStrike" noProof="0">
                          <a:solidFill>
                            <a:srgbClr val="243447"/>
                          </a:solidFill>
                          <a:effectLst/>
                        </a:rPr>
                        <a:t>retention</a:t>
                      </a:r>
                      <a:r>
                        <a:rPr lang="ko-KR" sz="1300" b="0" i="0" u="none" strike="noStrike" noProof="0">
                          <a:solidFill>
                            <a:srgbClr val="243447"/>
                          </a:solidFill>
                          <a:effectLst/>
                        </a:rPr>
                        <a:t>/</a:t>
                      </a:r>
                      <a:r>
                        <a:rPr lang="en-US" altLang="ko-KR" sz="1300" b="0" i="0" u="none" strike="noStrike" noProof="0">
                          <a:solidFill>
                            <a:srgbClr val="243447"/>
                          </a:solidFill>
                          <a:effectLst/>
                        </a:rPr>
                        <a:t>use</a:t>
                      </a:r>
                      <a:r>
                        <a:rPr lang="ko-KR" altLang="en-US" sz="1300" b="0" i="0" u="none" strike="noStrike" noProof="0">
                          <a:solidFill>
                            <a:srgbClr val="243447"/>
                          </a:solidFill>
                          <a:effectLst/>
                        </a:rPr>
                        <a:t> </a:t>
                      </a:r>
                      <a:r>
                        <a:rPr lang="en-US" altLang="ko-KR" sz="1300" b="0" i="0" u="none" strike="noStrike" noProof="0">
                          <a:solidFill>
                            <a:srgbClr val="243447"/>
                          </a:solidFill>
                          <a:effectLst/>
                        </a:rPr>
                        <a:t>of</a:t>
                      </a:r>
                      <a:r>
                        <a:rPr lang="ko-KR" altLang="en-US" sz="1300" b="0" i="0" u="none" strike="noStrike" noProof="0">
                          <a:solidFill>
                            <a:srgbClr val="243447"/>
                          </a:solidFill>
                          <a:effectLst/>
                        </a:rPr>
                        <a:t> </a:t>
                      </a:r>
                      <a:r>
                        <a:rPr lang="en-US" altLang="ko-KR" sz="1300" b="0" i="0" u="none" strike="noStrike" noProof="0">
                          <a:solidFill>
                            <a:srgbClr val="243447"/>
                          </a:solidFill>
                          <a:effectLst/>
                        </a:rPr>
                        <a:t>detected</a:t>
                      </a:r>
                      <a:r>
                        <a:rPr lang="ko-KR" altLang="en-US" sz="1300" b="0" i="0" u="none" strike="noStrike" noProof="0">
                          <a:solidFill>
                            <a:srgbClr val="243447"/>
                          </a:solidFill>
                          <a:effectLst/>
                        </a:rPr>
                        <a:t> </a:t>
                      </a:r>
                      <a:r>
                        <a:rPr lang="en-US" altLang="ko-KR" sz="1300" b="0" i="0" u="none" strike="noStrike" noProof="0">
                          <a:solidFill>
                            <a:srgbClr val="243447"/>
                          </a:solidFill>
                          <a:effectLst/>
                        </a:rPr>
                        <a:t>sensitive</a:t>
                      </a:r>
                      <a:r>
                        <a:rPr lang="ko-KR" altLang="en-US" sz="1300" b="0" i="0" u="none" strike="noStrike" noProof="0">
                          <a:solidFill>
                            <a:srgbClr val="243447"/>
                          </a:solidFill>
                          <a:effectLst/>
                        </a:rPr>
                        <a:t> </a:t>
                      </a:r>
                      <a:r>
                        <a:rPr lang="en-US" altLang="ko-KR" sz="1300" b="0" i="0" u="none" strike="noStrike" noProof="0">
                          <a:solidFill>
                            <a:srgbClr val="243447"/>
                          </a:solidFill>
                          <a:effectLst/>
                        </a:rPr>
                        <a:t>files</a:t>
                      </a:r>
                      <a:r>
                        <a:rPr lang="ko-KR" sz="1300" b="0" i="0" u="none" strike="noStrike" noProof="0">
                          <a:solidFill>
                            <a:srgbClr val="243447"/>
                          </a:solidFill>
                          <a:effectLst/>
                        </a:rPr>
                        <a:t>. [</a:t>
                      </a:r>
                      <a:r>
                        <a:rPr lang="en-US" altLang="ko-KR" sz="1300" b="0" i="0" u="none" strike="noStrike" noProof="0">
                          <a:solidFill>
                            <a:srgbClr val="243447"/>
                          </a:solidFill>
                          <a:effectLst/>
                        </a:rPr>
                        <a:t>J1,J2</a:t>
                      </a:r>
                      <a:r>
                        <a:rPr lang="ko-KR" sz="1300" b="0" i="0" u="none" strike="noStrike" noProof="0">
                          <a:solidFill>
                            <a:srgbClr val="243447"/>
                          </a:solidFill>
                          <a:effectLst/>
                        </a:rPr>
                        <a:t>]</a:t>
                      </a:r>
                      <a:endParaRPr lang="en-US" altLang="ko-KR" b="0" i="0" u="none" strike="noStrike" noProof="0"/>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855206828"/>
                  </a:ext>
                </a:extLst>
              </a:tr>
              <a:tr h="314325">
                <a:tc>
                  <a:txBody>
                    <a:bodyPr/>
                    <a:lstStyle/>
                    <a:p>
                      <a:pPr algn="l">
                        <a:buNone/>
                      </a:pPr>
                      <a:r>
                        <a:rPr lang="ko-KR" sz="1300" b="1">
                          <a:solidFill>
                            <a:srgbClr val="243447"/>
                          </a:solidFill>
                          <a:effectLst/>
                          <a:latin typeface="Arial" panose="020B0604020202020204" pitchFamily="34" charset="0"/>
                          <a:ea typeface="Arial" panose="020B0604020202020204" pitchFamily="34" charset="0"/>
                        </a:rPr>
                        <a:t>D3-07</a:t>
                      </a:r>
                      <a:endParaRPr lang="ko-KR" sz="1300" b="1">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a:solidFill>
                            <a:srgbClr val="243447"/>
                          </a:solidFill>
                          <a:effectLst/>
                          <a:latin typeface="Arial" panose="020B0604020202020204" pitchFamily="34" charset="0"/>
                          <a:ea typeface="Arial" panose="020B0604020202020204" pitchFamily="34" charset="0"/>
                        </a:rPr>
                        <a:t>Original / shadow copy retained</a:t>
                      </a:r>
                      <a:endParaRPr lang="ko-KR" sz="1300">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lvl="0" algn="l">
                        <a:lnSpc>
                          <a:spcPct val="100000"/>
                        </a:lnSpc>
                        <a:spcBef>
                          <a:spcPts val="0"/>
                        </a:spcBef>
                        <a:spcAft>
                          <a:spcPts val="0"/>
                        </a:spcAft>
                        <a:buNone/>
                      </a:pPr>
                      <a:r>
                        <a:rPr lang="ko-KR" altLang="en-US" sz="1300" b="1" i="0" u="none" strike="noStrike" noProof="0">
                          <a:solidFill>
                            <a:srgbClr val="136F73"/>
                          </a:solidFill>
                          <a:effectLst/>
                          <a:latin typeface="Arial"/>
                          <a:cs typeface="Arial"/>
                        </a:rPr>
                        <a:t>●</a:t>
                      </a:r>
                      <a:endParaRPr lang="ko-KR" altLang="en-US" sz="1300" b="0" i="0" u="none" strike="noStrike" noProof="0">
                        <a:solidFill>
                          <a:srgbClr val="000000"/>
                        </a:solidFill>
                        <a:effectLst/>
                        <a:latin typeface="Arial"/>
                        <a:cs typeface="Arial"/>
                      </a:endParaRPr>
                    </a:p>
                    <a:p>
                      <a:pPr lvl="0" algn="l">
                        <a:buNone/>
                      </a:pPr>
                      <a:endParaRPr lang="ko-KR" sz="1300" b="1">
                        <a:solidFill>
                          <a:srgbClr val="956319"/>
                        </a:solidFill>
                        <a:effectLst/>
                        <a:latin typeface="Arial"/>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lvl="0" algn="l">
                        <a:buNone/>
                      </a:pPr>
                      <a:r>
                        <a:rPr lang="en-US" altLang="ko-KR" sz="1300" b="0" i="0" u="none" strike="noStrike" noProof="0">
                          <a:solidFill>
                            <a:srgbClr val="243447"/>
                          </a:solidFill>
                          <a:effectLst/>
                        </a:rPr>
                        <a:t>For</a:t>
                      </a:r>
                      <a:r>
                        <a:rPr lang="ko-KR" altLang="en-US" sz="1300" b="0" i="0" u="none" strike="noStrike" noProof="0">
                          <a:solidFill>
                            <a:srgbClr val="243447"/>
                          </a:solidFill>
                          <a:effectLst/>
                        </a:rPr>
                        <a:t> </a:t>
                      </a:r>
                      <a:r>
                        <a:rPr lang="en-US" altLang="ko-KR" sz="1300" b="0" i="0" u="none" strike="noStrike" noProof="0">
                          <a:solidFill>
                            <a:srgbClr val="243447"/>
                          </a:solidFill>
                          <a:effectLst/>
                        </a:rPr>
                        <a:t>controlled</a:t>
                      </a:r>
                      <a:r>
                        <a:rPr lang="ko-KR" altLang="en-US" sz="1300" b="0" i="0" u="none" strike="noStrike" noProof="0">
                          <a:solidFill>
                            <a:srgbClr val="243447"/>
                          </a:solidFill>
                          <a:effectLst/>
                        </a:rPr>
                        <a:t> </a:t>
                      </a:r>
                      <a:r>
                        <a:rPr lang="en-US" altLang="ko-KR" sz="1300" b="0" i="0" u="none" strike="noStrike" noProof="0">
                          <a:solidFill>
                            <a:srgbClr val="243447"/>
                          </a:solidFill>
                          <a:effectLst/>
                        </a:rPr>
                        <a:t>outbound</a:t>
                      </a:r>
                      <a:r>
                        <a:rPr lang="ko-KR" altLang="en-US" sz="1300" b="0" i="0" u="none" strike="noStrike" noProof="0">
                          <a:solidFill>
                            <a:srgbClr val="243447"/>
                          </a:solidFill>
                          <a:effectLst/>
                        </a:rPr>
                        <a:t> </a:t>
                      </a:r>
                      <a:r>
                        <a:rPr lang="en-US" altLang="ko-KR" sz="1300" b="0" i="0" u="none" strike="noStrike" noProof="0">
                          <a:solidFill>
                            <a:srgbClr val="243447"/>
                          </a:solidFill>
                          <a:effectLst/>
                        </a:rPr>
                        <a:t>file</a:t>
                      </a:r>
                      <a:r>
                        <a:rPr lang="ko-KR" altLang="en-US" sz="1300" b="0" i="0" u="none" strike="noStrike" noProof="0">
                          <a:solidFill>
                            <a:srgbClr val="243447"/>
                          </a:solidFill>
                          <a:effectLst/>
                        </a:rPr>
                        <a:t> </a:t>
                      </a:r>
                      <a:r>
                        <a:rPr lang="en-US" altLang="ko-KR" sz="1300" b="0" i="0" u="none" strike="noStrike" noProof="0">
                          <a:solidFill>
                            <a:srgbClr val="243447"/>
                          </a:solidFill>
                          <a:effectLst/>
                        </a:rPr>
                        <a:t>transfers,</a:t>
                      </a:r>
                      <a:r>
                        <a:rPr lang="ko-KR" altLang="en-US" sz="1300" b="0" i="0" u="none" strike="noStrike" noProof="0">
                          <a:solidFill>
                            <a:srgbClr val="243447"/>
                          </a:solidFill>
                          <a:effectLst/>
                        </a:rPr>
                        <a:t> </a:t>
                      </a:r>
                      <a:r>
                        <a:rPr lang="en-US" altLang="ko-KR" sz="1300" b="0" i="0" u="none" strike="noStrike" noProof="0">
                          <a:solidFill>
                            <a:srgbClr val="243447"/>
                          </a:solidFill>
                          <a:effectLst/>
                        </a:rPr>
                        <a:t>PCFILTER</a:t>
                      </a:r>
                      <a:r>
                        <a:rPr lang="ko-KR" altLang="en-US" sz="1300" b="0" i="0" u="none" strike="noStrike" noProof="0">
                          <a:solidFill>
                            <a:srgbClr val="243447"/>
                          </a:solidFill>
                          <a:effectLst/>
                        </a:rPr>
                        <a:t> </a:t>
                      </a:r>
                      <a:r>
                        <a:rPr lang="en-US" altLang="ko-KR" sz="1300" b="0" i="0" u="none" strike="noStrike" noProof="0">
                          <a:solidFill>
                            <a:srgbClr val="243447"/>
                          </a:solidFill>
                          <a:effectLst/>
                        </a:rPr>
                        <a:t>documentation</a:t>
                      </a:r>
                      <a:r>
                        <a:rPr lang="ko-KR" altLang="en-US" sz="1300" b="0" i="0" u="none" strike="noStrike" noProof="0">
                          <a:solidFill>
                            <a:srgbClr val="243447"/>
                          </a:solidFill>
                          <a:effectLst/>
                        </a:rPr>
                        <a:t> </a:t>
                      </a:r>
                      <a:r>
                        <a:rPr lang="en-US" altLang="ko-KR" sz="1300" b="0" i="0" u="none" strike="noStrike" noProof="0">
                          <a:solidFill>
                            <a:srgbClr val="243447"/>
                          </a:solidFill>
                          <a:effectLst/>
                        </a:rPr>
                        <a:t>states</a:t>
                      </a:r>
                      <a:r>
                        <a:rPr lang="ko-KR" altLang="en-US" sz="1300" b="0" i="0" u="none" strike="noStrike" noProof="0">
                          <a:solidFill>
                            <a:srgbClr val="243447"/>
                          </a:solidFill>
                          <a:effectLst/>
                        </a:rPr>
                        <a:t> </a:t>
                      </a:r>
                      <a:r>
                        <a:rPr lang="en-US" altLang="ko-KR" sz="1300" b="0" i="0" u="none" strike="noStrike" noProof="0">
                          <a:solidFill>
                            <a:srgbClr val="243447"/>
                          </a:solidFill>
                          <a:effectLst/>
                        </a:rPr>
                        <a:t>that</a:t>
                      </a:r>
                      <a:r>
                        <a:rPr lang="ko-KR" altLang="en-US" sz="1300" b="0" i="0" u="none" strike="noStrike" noProof="0">
                          <a:solidFill>
                            <a:srgbClr val="243447"/>
                          </a:solidFill>
                          <a:effectLst/>
                        </a:rPr>
                        <a:t> </a:t>
                      </a:r>
                      <a:r>
                        <a:rPr lang="en-US" altLang="ko-KR" sz="1300" b="0" i="0" u="none" strike="noStrike" noProof="0">
                          <a:solidFill>
                            <a:srgbClr val="243447"/>
                          </a:solidFill>
                          <a:effectLst/>
                        </a:rPr>
                        <a:t>the</a:t>
                      </a:r>
                      <a:r>
                        <a:rPr lang="ko-KR" altLang="en-US" sz="1300" b="0" i="0" u="none" strike="noStrike" noProof="0">
                          <a:solidFill>
                            <a:srgbClr val="243447"/>
                          </a:solidFill>
                          <a:effectLst/>
                        </a:rPr>
                        <a:t> </a:t>
                      </a:r>
                      <a:r>
                        <a:rPr lang="en-US" altLang="ko-KR" sz="1300" b="1" i="0" u="none" strike="noStrike" noProof="0">
                          <a:solidFill>
                            <a:srgbClr val="243447"/>
                          </a:solidFill>
                          <a:effectLst/>
                        </a:rPr>
                        <a:t>original</a:t>
                      </a:r>
                      <a:r>
                        <a:rPr lang="ko-KR" altLang="en-US" sz="1300" b="1" i="0" u="none" strike="noStrike" noProof="0">
                          <a:solidFill>
                            <a:srgbClr val="243447"/>
                          </a:solidFill>
                          <a:effectLst/>
                        </a:rPr>
                        <a:t> </a:t>
                      </a:r>
                      <a:r>
                        <a:rPr lang="en-US" altLang="ko-KR" sz="1300" b="1" i="0" u="none" strike="noStrike" noProof="0">
                          <a:solidFill>
                            <a:srgbClr val="243447"/>
                          </a:solidFill>
                          <a:effectLst/>
                        </a:rPr>
                        <a:t>exported</a:t>
                      </a:r>
                      <a:r>
                        <a:rPr lang="ko-KR" altLang="en-US" sz="1300" b="1" i="0" u="none" strike="noStrike" noProof="0">
                          <a:solidFill>
                            <a:srgbClr val="243447"/>
                          </a:solidFill>
                          <a:effectLst/>
                        </a:rPr>
                        <a:t> </a:t>
                      </a:r>
                      <a:r>
                        <a:rPr lang="en-US" altLang="ko-KR" sz="1300" b="1" i="0" u="none" strike="noStrike" noProof="0">
                          <a:solidFill>
                            <a:srgbClr val="243447"/>
                          </a:solidFill>
                          <a:effectLst/>
                        </a:rPr>
                        <a:t>file</a:t>
                      </a:r>
                      <a:r>
                        <a:rPr lang="ko-KR" altLang="en-US" sz="1300" b="1" i="0" u="none" strike="noStrike" noProof="0">
                          <a:solidFill>
                            <a:srgbClr val="243447"/>
                          </a:solidFill>
                          <a:effectLst/>
                        </a:rPr>
                        <a:t> </a:t>
                      </a:r>
                      <a:r>
                        <a:rPr lang="en-US" altLang="ko-KR" sz="1300" b="1" i="0" u="none" strike="noStrike" noProof="0">
                          <a:solidFill>
                            <a:srgbClr val="243447"/>
                          </a:solidFill>
                          <a:effectLst/>
                        </a:rPr>
                        <a:t>can</a:t>
                      </a:r>
                      <a:r>
                        <a:rPr lang="ko-KR" altLang="en-US" sz="1300" b="1" i="0" u="none" strike="noStrike" noProof="0">
                          <a:solidFill>
                            <a:srgbClr val="243447"/>
                          </a:solidFill>
                          <a:effectLst/>
                        </a:rPr>
                        <a:t> </a:t>
                      </a:r>
                      <a:r>
                        <a:rPr lang="en-US" altLang="ko-KR" sz="1300" b="1" i="0" u="none" strike="noStrike" noProof="0">
                          <a:solidFill>
                            <a:srgbClr val="243447"/>
                          </a:solidFill>
                          <a:effectLst/>
                        </a:rPr>
                        <a:t>be</a:t>
                      </a:r>
                      <a:r>
                        <a:rPr lang="ko-KR" altLang="en-US" sz="1300" b="1" i="0" u="none" strike="noStrike" noProof="0">
                          <a:solidFill>
                            <a:srgbClr val="243447"/>
                          </a:solidFill>
                          <a:effectLst/>
                        </a:rPr>
                        <a:t> </a:t>
                      </a:r>
                      <a:r>
                        <a:rPr lang="en-US" altLang="ko-KR" sz="1300" b="1" i="0" u="none" strike="noStrike" noProof="0">
                          <a:solidFill>
                            <a:srgbClr val="243447"/>
                          </a:solidFill>
                          <a:effectLst/>
                        </a:rPr>
                        <a:t>automatically</a:t>
                      </a:r>
                      <a:r>
                        <a:rPr lang="ko-KR" altLang="en-US" sz="1300" b="1" i="0" u="none" strike="noStrike" noProof="0">
                          <a:solidFill>
                            <a:srgbClr val="243447"/>
                          </a:solidFill>
                          <a:effectLst/>
                        </a:rPr>
                        <a:t> </a:t>
                      </a:r>
                      <a:r>
                        <a:rPr lang="ko-KR" sz="1300" b="1" i="0" u="none" strike="noStrike" noProof="0">
                          <a:solidFill>
                            <a:srgbClr val="243447"/>
                          </a:solidFill>
                          <a:effectLst/>
                        </a:rPr>
                        <a:t>retained</a:t>
                      </a:r>
                      <a:r>
                        <a:rPr lang="ko-KR" altLang="en-US" sz="1300" b="0" i="0" u="none" strike="noStrike" noProof="0">
                          <a:solidFill>
                            <a:srgbClr val="243447"/>
                          </a:solidFill>
                          <a:effectLst/>
                        </a:rPr>
                        <a:t> </a:t>
                      </a:r>
                      <a:r>
                        <a:rPr lang="en-US" altLang="ko-KR" sz="1300" b="0" i="0" u="none" strike="noStrike" noProof="0">
                          <a:solidFill>
                            <a:srgbClr val="243447"/>
                          </a:solidFill>
                          <a:effectLst/>
                        </a:rPr>
                        <a:t>for</a:t>
                      </a:r>
                      <a:r>
                        <a:rPr lang="ko-KR" altLang="en-US" sz="1300" b="0" i="0" u="none" strike="noStrike" noProof="0">
                          <a:solidFill>
                            <a:srgbClr val="243447"/>
                          </a:solidFill>
                          <a:effectLst/>
                        </a:rPr>
                        <a:t> </a:t>
                      </a:r>
                      <a:r>
                        <a:rPr lang="en-US" altLang="ko-KR" sz="1300" b="0" i="0" u="none" strike="noStrike" noProof="0">
                          <a:solidFill>
                            <a:srgbClr val="243447"/>
                          </a:solidFill>
                          <a:effectLst/>
                        </a:rPr>
                        <a:t>audit/evidence</a:t>
                      </a:r>
                      <a:r>
                        <a:rPr lang="ko-KR" sz="1300" b="0" i="0" u="none" strike="noStrike" noProof="0">
                          <a:solidFill>
                            <a:srgbClr val="243447"/>
                          </a:solidFill>
                          <a:effectLst/>
                        </a:rPr>
                        <a:t>. [</a:t>
                      </a:r>
                      <a:r>
                        <a:rPr lang="en-US" altLang="ko-KR" sz="1300" b="0" i="0" u="none" strike="noStrike" noProof="0">
                          <a:solidFill>
                            <a:srgbClr val="243447"/>
                          </a:solidFill>
                          <a:effectLst/>
                        </a:rPr>
                        <a:t>J1</a:t>
                      </a:r>
                      <a:r>
                        <a:rPr lang="ko-KR" sz="1300" b="0" i="0" u="none" strike="noStrike" noProof="0">
                          <a:solidFill>
                            <a:srgbClr val="243447"/>
                          </a:solidFill>
                          <a:effectLst/>
                        </a:rPr>
                        <a:t>]</a:t>
                      </a:r>
                      <a:endParaRPr lang="en-US" altLang="ko-KR" b="0" i="0" u="none" strike="noStrike" noProof="0"/>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3958082715"/>
                  </a:ext>
                </a:extLst>
              </a:tr>
              <a:tr h="314325">
                <a:tc>
                  <a:txBody>
                    <a:bodyPr/>
                    <a:lstStyle/>
                    <a:p>
                      <a:pPr algn="l">
                        <a:buNone/>
                      </a:pPr>
                      <a:r>
                        <a:rPr lang="ko-KR" sz="1300" b="1">
                          <a:solidFill>
                            <a:srgbClr val="243447"/>
                          </a:solidFill>
                          <a:effectLst/>
                          <a:latin typeface="Arial" panose="020B0604020202020204" pitchFamily="34" charset="0"/>
                          <a:ea typeface="Arial" panose="020B0604020202020204" pitchFamily="34" charset="0"/>
                        </a:rPr>
                        <a:t>D3-08</a:t>
                      </a:r>
                      <a:endParaRPr lang="ko-KR" sz="1300" b="1">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a:solidFill>
                            <a:srgbClr val="243447"/>
                          </a:solidFill>
                          <a:effectLst/>
                          <a:latin typeface="Arial" panose="020B0604020202020204" pitchFamily="34" charset="0"/>
                          <a:ea typeface="Arial" panose="020B0604020202020204" pitchFamily="34" charset="0"/>
                        </a:rPr>
                        <a:t>Print / screen watermark</a:t>
                      </a:r>
                      <a:endParaRPr lang="ko-KR" sz="1300">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b="1">
                          <a:solidFill>
                            <a:srgbClr val="136F73"/>
                          </a:solidFill>
                          <a:effectLst/>
                          <a:latin typeface="Arial" panose="020B0604020202020204" pitchFamily="34" charset="0"/>
                          <a:ea typeface="Arial" panose="020B0604020202020204" pitchFamily="34" charset="0"/>
                        </a:rPr>
                        <a:t>●</a:t>
                      </a:r>
                      <a:endParaRPr lang="ko-KR" sz="1300" b="1">
                        <a:solidFill>
                          <a:srgbClr val="136F73"/>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lvl="0" algn="l">
                        <a:buNone/>
                      </a:pPr>
                      <a:r>
                        <a:rPr lang="en-US" altLang="ko-KR" sz="1300" b="0" i="0" u="none" strike="noStrike" noProof="0">
                          <a:solidFill>
                            <a:srgbClr val="243447"/>
                          </a:solidFill>
                          <a:effectLst/>
                        </a:rPr>
                        <a:t>PCFILTER</a:t>
                      </a:r>
                      <a:r>
                        <a:rPr lang="ko-KR" altLang="en-US" sz="1300" b="0" i="0" u="none" strike="noStrike" noProof="0">
                          <a:solidFill>
                            <a:srgbClr val="243447"/>
                          </a:solidFill>
                          <a:effectLst/>
                        </a:rPr>
                        <a:t> </a:t>
                      </a:r>
                      <a:r>
                        <a:rPr lang="en-US" altLang="ko-KR" sz="1300" b="0" i="0" u="none" strike="noStrike" noProof="0">
                          <a:solidFill>
                            <a:srgbClr val="243447"/>
                          </a:solidFill>
                          <a:effectLst/>
                        </a:rPr>
                        <a:t>documents</a:t>
                      </a:r>
                      <a:r>
                        <a:rPr lang="ko-KR" altLang="en-US" sz="1300" b="0" i="0" u="none" strike="noStrike" noProof="0">
                          <a:solidFill>
                            <a:srgbClr val="243447"/>
                          </a:solidFill>
                          <a:effectLst/>
                        </a:rPr>
                        <a:t> </a:t>
                      </a:r>
                      <a:r>
                        <a:rPr lang="ko-KR" sz="1300" b="0" i="0" u="none" strike="noStrike" noProof="0">
                          <a:solidFill>
                            <a:srgbClr val="243447"/>
                          </a:solidFill>
                          <a:effectLst/>
                        </a:rPr>
                        <a:t>print </a:t>
                      </a:r>
                      <a:r>
                        <a:rPr lang="en-US" altLang="ko-KR" sz="1300" b="0" i="0" u="none" strike="noStrike" noProof="0">
                          <a:solidFill>
                            <a:srgbClr val="243447"/>
                          </a:solidFill>
                          <a:effectLst/>
                        </a:rPr>
                        <a:t>watermarking</a:t>
                      </a:r>
                      <a:r>
                        <a:rPr lang="ko-KR" altLang="en-US" sz="1300" b="0" i="0" u="none" strike="noStrike" noProof="0">
                          <a:solidFill>
                            <a:srgbClr val="243447"/>
                          </a:solidFill>
                          <a:effectLst/>
                        </a:rPr>
                        <a:t> </a:t>
                      </a:r>
                      <a:r>
                        <a:rPr lang="ko-KR" sz="1300" b="0" i="0" u="none" strike="noStrike" noProof="0">
                          <a:solidFill>
                            <a:srgbClr val="243447"/>
                          </a:solidFill>
                          <a:effectLst/>
                        </a:rPr>
                        <a:t>and screen</a:t>
                      </a:r>
                      <a:r>
                        <a:rPr lang="en-US" altLang="ko-KR" sz="1300" b="0" i="0" u="none" strike="noStrike" noProof="0">
                          <a:solidFill>
                            <a:srgbClr val="243447"/>
                          </a:solidFill>
                          <a:effectLst/>
                        </a:rPr>
                        <a:t>/work-environment</a:t>
                      </a:r>
                      <a:r>
                        <a:rPr lang="ko-KR" altLang="en-US" sz="1300" b="0" i="0" u="none" strike="noStrike" noProof="0">
                          <a:solidFill>
                            <a:srgbClr val="243447"/>
                          </a:solidFill>
                          <a:effectLst/>
                        </a:rPr>
                        <a:t> </a:t>
                      </a:r>
                      <a:r>
                        <a:rPr lang="en-US" altLang="ko-KR" sz="1300" b="0" i="0" u="none" strike="noStrike" noProof="0">
                          <a:solidFill>
                            <a:srgbClr val="243447"/>
                          </a:solidFill>
                          <a:effectLst/>
                        </a:rPr>
                        <a:t>protection</a:t>
                      </a:r>
                      <a:r>
                        <a:rPr lang="ko-KR" altLang="en-US" sz="1300" b="0" i="0" u="none" strike="noStrike" noProof="0">
                          <a:solidFill>
                            <a:srgbClr val="243447"/>
                          </a:solidFill>
                          <a:effectLst/>
                        </a:rPr>
                        <a:t> </a:t>
                      </a:r>
                      <a:r>
                        <a:rPr lang="en-US" altLang="ko-KR" sz="1300" b="0" i="0" u="none" strike="noStrike" noProof="0">
                          <a:solidFill>
                            <a:srgbClr val="243447"/>
                          </a:solidFill>
                          <a:effectLst/>
                        </a:rPr>
                        <a:t>including</a:t>
                      </a:r>
                      <a:r>
                        <a:rPr lang="ko-KR" altLang="en-US" sz="1300" b="0" i="0" u="none" strike="noStrike" noProof="0">
                          <a:solidFill>
                            <a:srgbClr val="243447"/>
                          </a:solidFill>
                          <a:effectLst/>
                        </a:rPr>
                        <a:t> </a:t>
                      </a:r>
                      <a:r>
                        <a:rPr lang="en-US" altLang="ko-KR" sz="1300" b="0" i="0" u="none" strike="noStrike" noProof="0">
                          <a:solidFill>
                            <a:srgbClr val="243447"/>
                          </a:solidFill>
                          <a:effectLst/>
                        </a:rPr>
                        <a:t>watermark</a:t>
                      </a:r>
                      <a:r>
                        <a:rPr lang="ko-KR" altLang="en-US" sz="1300" b="0" i="0" u="none" strike="noStrike" noProof="0">
                          <a:solidFill>
                            <a:srgbClr val="243447"/>
                          </a:solidFill>
                          <a:effectLst/>
                        </a:rPr>
                        <a:t> </a:t>
                      </a:r>
                      <a:r>
                        <a:rPr lang="en-US" altLang="ko-KR" sz="1300" b="0" i="0" u="none" strike="noStrike" noProof="0">
                          <a:solidFill>
                            <a:srgbClr val="243447"/>
                          </a:solidFill>
                          <a:effectLst/>
                        </a:rPr>
                        <a:t>application</a:t>
                      </a:r>
                      <a:r>
                        <a:rPr lang="ko-KR" sz="1300" b="0" i="0" u="none" strike="noStrike" noProof="0">
                          <a:solidFill>
                            <a:srgbClr val="243447"/>
                          </a:solidFill>
                          <a:effectLst/>
                        </a:rPr>
                        <a:t>. [</a:t>
                      </a:r>
                      <a:r>
                        <a:rPr lang="en-US" altLang="ko-KR" sz="1300" b="0" i="0" u="none" strike="noStrike" noProof="0">
                          <a:solidFill>
                            <a:srgbClr val="243447"/>
                          </a:solidFill>
                          <a:effectLst/>
                        </a:rPr>
                        <a:t>J1</a:t>
                      </a:r>
                      <a:r>
                        <a:rPr lang="ko-KR" sz="1300" b="0" i="0" u="none" strike="noStrike" noProof="0">
                          <a:solidFill>
                            <a:srgbClr val="243447"/>
                          </a:solidFill>
                          <a:effectLst/>
                        </a:rPr>
                        <a:t>]</a:t>
                      </a:r>
                      <a:endParaRPr lang="en-US" altLang="ko-KR" b="0" i="0" u="none" strike="noStrike" noProof="0"/>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14833498"/>
                  </a:ext>
                </a:extLst>
              </a:tr>
              <a:tr h="314325">
                <a:tc>
                  <a:txBody>
                    <a:bodyPr/>
                    <a:lstStyle/>
                    <a:p>
                      <a:pPr algn="l">
                        <a:buNone/>
                      </a:pPr>
                      <a:r>
                        <a:rPr lang="ko-KR" sz="1300" b="1">
                          <a:solidFill>
                            <a:srgbClr val="243447"/>
                          </a:solidFill>
                          <a:effectLst/>
                          <a:latin typeface="Arial" panose="020B0604020202020204" pitchFamily="34" charset="0"/>
                          <a:ea typeface="Arial" panose="020B0604020202020204" pitchFamily="34" charset="0"/>
                        </a:rPr>
                        <a:t>D3-09</a:t>
                      </a:r>
                      <a:endParaRPr lang="ko-KR" sz="1300" b="1">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a:solidFill>
                            <a:srgbClr val="243447"/>
                          </a:solidFill>
                          <a:effectLst/>
                          <a:latin typeface="Arial" panose="020B0604020202020204" pitchFamily="34" charset="0"/>
                          <a:ea typeface="Arial" panose="020B0604020202020204" pitchFamily="34" charset="0"/>
                        </a:rPr>
                        <a:t>At-rest remediation</a:t>
                      </a:r>
                      <a:endParaRPr lang="ko-KR" sz="1300">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b="1">
                          <a:solidFill>
                            <a:srgbClr val="136F73"/>
                          </a:solidFill>
                          <a:effectLst/>
                          <a:latin typeface="Arial" panose="020B0604020202020204" pitchFamily="34" charset="0"/>
                          <a:ea typeface="Arial" panose="020B0604020202020204" pitchFamily="34" charset="0"/>
                        </a:rPr>
                        <a:t>●</a:t>
                      </a:r>
                      <a:endParaRPr lang="ko-KR" sz="1300" b="1">
                        <a:solidFill>
                          <a:srgbClr val="136F73"/>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lvl="0" algn="l">
                        <a:buNone/>
                      </a:pPr>
                      <a:r>
                        <a:rPr lang="en-US" altLang="ko-KR" sz="1300" b="0" i="0" u="none" strike="noStrike" noProof="0">
                          <a:solidFill>
                            <a:srgbClr val="243447"/>
                          </a:solidFill>
                          <a:effectLst/>
                        </a:rPr>
                        <a:t>Detected</a:t>
                      </a:r>
                      <a:r>
                        <a:rPr lang="ko-KR" altLang="en-US" sz="1300" b="0" i="0" u="none" strike="noStrike" noProof="0">
                          <a:solidFill>
                            <a:srgbClr val="243447"/>
                          </a:solidFill>
                          <a:effectLst/>
                        </a:rPr>
                        <a:t> </a:t>
                      </a:r>
                      <a:r>
                        <a:rPr lang="en-US" altLang="ko-KR" sz="1300" b="0" i="0" u="none" strike="noStrike" noProof="0">
                          <a:solidFill>
                            <a:srgbClr val="243447"/>
                          </a:solidFill>
                          <a:effectLst/>
                        </a:rPr>
                        <a:t>sensitive</a:t>
                      </a:r>
                      <a:r>
                        <a:rPr lang="ko-KR" altLang="en-US" sz="1300" b="0" i="0" u="none" strike="noStrike" noProof="0">
                          <a:solidFill>
                            <a:srgbClr val="243447"/>
                          </a:solidFill>
                          <a:effectLst/>
                        </a:rPr>
                        <a:t> </a:t>
                      </a:r>
                      <a:r>
                        <a:rPr lang="en-US" altLang="ko-KR" sz="1300" b="0" i="0" u="none" strike="noStrike" noProof="0">
                          <a:solidFill>
                            <a:srgbClr val="243447"/>
                          </a:solidFill>
                          <a:effectLst/>
                        </a:rPr>
                        <a:t>files</a:t>
                      </a:r>
                      <a:r>
                        <a:rPr lang="ko-KR" altLang="en-US" sz="1300" b="0" i="0" u="none" strike="noStrike" noProof="0">
                          <a:solidFill>
                            <a:srgbClr val="243447"/>
                          </a:solidFill>
                          <a:effectLst/>
                        </a:rPr>
                        <a:t> </a:t>
                      </a:r>
                      <a:r>
                        <a:rPr lang="en-US" altLang="ko-KR" sz="1300" b="0" i="0" u="none" strike="noStrike" noProof="0">
                          <a:solidFill>
                            <a:srgbClr val="243447"/>
                          </a:solidFill>
                          <a:effectLst/>
                        </a:rPr>
                        <a:t>can</a:t>
                      </a:r>
                      <a:r>
                        <a:rPr lang="ko-KR" altLang="en-US" sz="1300" b="0" i="0" u="none" strike="noStrike" noProof="0">
                          <a:solidFill>
                            <a:srgbClr val="243447"/>
                          </a:solidFill>
                          <a:effectLst/>
                        </a:rPr>
                        <a:t> </a:t>
                      </a:r>
                      <a:r>
                        <a:rPr lang="en-US" altLang="ko-KR" sz="1300" b="0" i="0" u="none" strike="noStrike" noProof="0">
                          <a:solidFill>
                            <a:srgbClr val="243447"/>
                          </a:solidFill>
                          <a:effectLst/>
                        </a:rPr>
                        <a:t>be</a:t>
                      </a:r>
                      <a:r>
                        <a:rPr lang="ko-KR" altLang="en-US" sz="1300" b="0" i="0" u="none" strike="noStrike" noProof="0">
                          <a:solidFill>
                            <a:srgbClr val="243447"/>
                          </a:solidFill>
                          <a:effectLst/>
                        </a:rPr>
                        <a:t> </a:t>
                      </a:r>
                      <a:r>
                        <a:rPr lang="en-US" altLang="ko-KR" sz="1300" b="1" i="0" u="none" strike="noStrike" noProof="0">
                          <a:solidFill>
                            <a:srgbClr val="243447"/>
                          </a:solidFill>
                          <a:effectLst/>
                        </a:rPr>
                        <a:t>encrypted,</a:t>
                      </a:r>
                      <a:r>
                        <a:rPr lang="ko-KR" altLang="en-US" sz="1300" b="1" i="0" u="none" strike="noStrike" noProof="0">
                          <a:solidFill>
                            <a:srgbClr val="243447"/>
                          </a:solidFill>
                          <a:effectLst/>
                        </a:rPr>
                        <a:t> </a:t>
                      </a:r>
                      <a:r>
                        <a:rPr lang="en-US" altLang="ko-KR" sz="1300" b="1" i="0" u="none" strike="noStrike" noProof="0">
                          <a:solidFill>
                            <a:srgbClr val="243447"/>
                          </a:solidFill>
                          <a:effectLst/>
                        </a:rPr>
                        <a:t>securely</a:t>
                      </a:r>
                      <a:r>
                        <a:rPr lang="ko-KR" altLang="en-US" sz="1300" b="1" i="0" u="none" strike="noStrike" noProof="0">
                          <a:solidFill>
                            <a:srgbClr val="243447"/>
                          </a:solidFill>
                          <a:effectLst/>
                        </a:rPr>
                        <a:t> </a:t>
                      </a:r>
                      <a:r>
                        <a:rPr lang="en-US" altLang="ko-KR" sz="1300" b="1" i="0" u="none" strike="noStrike" noProof="0">
                          <a:solidFill>
                            <a:srgbClr val="243447"/>
                          </a:solidFill>
                          <a:effectLst/>
                        </a:rPr>
                        <a:t>deleted,</a:t>
                      </a:r>
                      <a:r>
                        <a:rPr lang="ko-KR" altLang="en-US" sz="1300" b="1" i="0" u="none" strike="noStrike" noProof="0">
                          <a:solidFill>
                            <a:srgbClr val="243447"/>
                          </a:solidFill>
                          <a:effectLst/>
                        </a:rPr>
                        <a:t> </a:t>
                      </a:r>
                      <a:r>
                        <a:rPr lang="en-US" altLang="ko-KR" sz="1300" b="1" i="0" u="none" strike="noStrike" noProof="0">
                          <a:solidFill>
                            <a:srgbClr val="243447"/>
                          </a:solidFill>
                          <a:effectLst/>
                        </a:rPr>
                        <a:t>quarantined</a:t>
                      </a:r>
                      <a:r>
                        <a:rPr lang="ko-KR" sz="1300" b="1" i="0" u="none" strike="noStrike" noProof="0">
                          <a:solidFill>
                            <a:srgbClr val="243447"/>
                          </a:solidFill>
                          <a:effectLst/>
                        </a:rPr>
                        <a:t>/</a:t>
                      </a:r>
                      <a:r>
                        <a:rPr lang="en-US" altLang="ko-KR" sz="1300" b="1" i="0" u="none" strike="noStrike" noProof="0">
                          <a:solidFill>
                            <a:srgbClr val="243447"/>
                          </a:solidFill>
                          <a:effectLst/>
                        </a:rPr>
                        <a:t>moved</a:t>
                      </a:r>
                      <a:r>
                        <a:rPr lang="ko-KR" altLang="en-US" sz="1300" b="1" i="0" u="none" strike="noStrike" noProof="0">
                          <a:solidFill>
                            <a:srgbClr val="243447"/>
                          </a:solidFill>
                          <a:effectLst/>
                        </a:rPr>
                        <a:t> </a:t>
                      </a:r>
                      <a:r>
                        <a:rPr lang="en-US" altLang="ko-KR" sz="1300" b="1" i="0" u="none" strike="noStrike" noProof="0">
                          <a:solidFill>
                            <a:srgbClr val="243447"/>
                          </a:solidFill>
                          <a:effectLst/>
                        </a:rPr>
                        <a:t>to</a:t>
                      </a:r>
                      <a:r>
                        <a:rPr lang="ko-KR" altLang="en-US" sz="1300" b="1" i="0" u="none" strike="noStrike" noProof="0">
                          <a:solidFill>
                            <a:srgbClr val="243447"/>
                          </a:solidFill>
                          <a:effectLst/>
                        </a:rPr>
                        <a:t> </a:t>
                      </a:r>
                      <a:r>
                        <a:rPr lang="en-US" altLang="ko-KR" sz="1300" b="1" i="0" u="none" strike="noStrike" noProof="0">
                          <a:solidFill>
                            <a:srgbClr val="243447"/>
                          </a:solidFill>
                          <a:effectLst/>
                        </a:rPr>
                        <a:t>a</a:t>
                      </a:r>
                      <a:r>
                        <a:rPr lang="ko-KR" altLang="en-US" sz="1300" b="1" i="0" u="none" strike="noStrike" noProof="0">
                          <a:solidFill>
                            <a:srgbClr val="243447"/>
                          </a:solidFill>
                          <a:effectLst/>
                        </a:rPr>
                        <a:t> </a:t>
                      </a:r>
                      <a:r>
                        <a:rPr lang="en-US" altLang="ko-KR" sz="1300" b="1" i="0" u="none" strike="noStrike" noProof="0">
                          <a:solidFill>
                            <a:srgbClr val="243447"/>
                          </a:solidFill>
                          <a:effectLst/>
                        </a:rPr>
                        <a:t>protected</a:t>
                      </a:r>
                      <a:r>
                        <a:rPr lang="ko-KR" altLang="en-US" sz="1300" b="1" i="0" u="none" strike="noStrike" noProof="0">
                          <a:solidFill>
                            <a:srgbClr val="243447"/>
                          </a:solidFill>
                          <a:effectLst/>
                        </a:rPr>
                        <a:t> </a:t>
                      </a:r>
                      <a:r>
                        <a:rPr lang="en-US" altLang="ko-KR" sz="1300" b="1" i="0" u="none" strike="noStrike" noProof="0">
                          <a:solidFill>
                            <a:srgbClr val="243447"/>
                          </a:solidFill>
                          <a:effectLst/>
                        </a:rPr>
                        <a:t>folder</a:t>
                      </a:r>
                      <a:r>
                        <a:rPr lang="en-US" altLang="ko-KR" sz="1300" b="0" i="0" u="none" strike="noStrike" noProof="0">
                          <a:solidFill>
                            <a:srgbClr val="243447"/>
                          </a:solidFill>
                          <a:effectLst/>
                        </a:rPr>
                        <a:t>,</a:t>
                      </a:r>
                      <a:r>
                        <a:rPr lang="ko-KR" altLang="en-US" sz="1300" b="0" i="0" u="none" strike="noStrike" noProof="0">
                          <a:solidFill>
                            <a:srgbClr val="243447"/>
                          </a:solidFill>
                          <a:effectLst/>
                        </a:rPr>
                        <a:t> </a:t>
                      </a:r>
                      <a:r>
                        <a:rPr lang="en-US" altLang="ko-KR" sz="1300" b="0" i="0" u="none" strike="noStrike" noProof="0">
                          <a:solidFill>
                            <a:srgbClr val="243447"/>
                          </a:solidFill>
                          <a:effectLst/>
                        </a:rPr>
                        <a:t>with</a:t>
                      </a:r>
                      <a:r>
                        <a:rPr lang="ko-KR" altLang="en-US" sz="1300" b="0" i="0" u="none" strike="noStrike" noProof="0">
                          <a:solidFill>
                            <a:srgbClr val="243447"/>
                          </a:solidFill>
                          <a:effectLst/>
                        </a:rPr>
                        <a:t> </a:t>
                      </a:r>
                      <a:r>
                        <a:rPr lang="en-US" altLang="ko-KR" sz="1300" b="0" i="0" u="none" strike="noStrike" noProof="0">
                          <a:solidFill>
                            <a:srgbClr val="243447"/>
                          </a:solidFill>
                          <a:effectLst/>
                        </a:rPr>
                        <a:t>retention-expiry</a:t>
                      </a:r>
                      <a:r>
                        <a:rPr lang="ko-KR" altLang="en-US" sz="1300" b="0" i="0" u="none" strike="noStrike" noProof="0">
                          <a:solidFill>
                            <a:srgbClr val="243447"/>
                          </a:solidFill>
                          <a:effectLst/>
                        </a:rPr>
                        <a:t> </a:t>
                      </a:r>
                      <a:r>
                        <a:rPr lang="en-US" altLang="ko-KR" sz="1300" b="0" i="0" u="none" strike="noStrike" noProof="0">
                          <a:solidFill>
                            <a:srgbClr val="243447"/>
                          </a:solidFill>
                          <a:effectLst/>
                        </a:rPr>
                        <a:t>protection</a:t>
                      </a:r>
                      <a:r>
                        <a:rPr lang="ko-KR" altLang="en-US" sz="1300" b="0" i="0" u="none" strike="noStrike" noProof="0">
                          <a:solidFill>
                            <a:srgbClr val="243447"/>
                          </a:solidFill>
                          <a:effectLst/>
                        </a:rPr>
                        <a:t> </a:t>
                      </a:r>
                      <a:r>
                        <a:rPr lang="en-US" altLang="ko-KR" sz="1300" b="0" i="0" u="none" strike="noStrike" noProof="0">
                          <a:solidFill>
                            <a:srgbClr val="243447"/>
                          </a:solidFill>
                          <a:effectLst/>
                        </a:rPr>
                        <a:t>actions</a:t>
                      </a:r>
                      <a:r>
                        <a:rPr lang="ko-KR" sz="1300" b="0" i="0" u="none" strike="noStrike" noProof="0">
                          <a:solidFill>
                            <a:srgbClr val="243447"/>
                          </a:solidFill>
                          <a:effectLst/>
                        </a:rPr>
                        <a:t>. [</a:t>
                      </a:r>
                      <a:r>
                        <a:rPr lang="en-US" altLang="ko-KR" sz="1300" b="0" i="0" u="none" strike="noStrike" noProof="0">
                          <a:solidFill>
                            <a:srgbClr val="243447"/>
                          </a:solidFill>
                          <a:effectLst/>
                        </a:rPr>
                        <a:t>J1,J2</a:t>
                      </a:r>
                      <a:r>
                        <a:rPr lang="ko-KR" sz="1300" b="0" i="0" u="none" strike="noStrike" noProof="0">
                          <a:solidFill>
                            <a:srgbClr val="243447"/>
                          </a:solidFill>
                          <a:effectLst/>
                        </a:rPr>
                        <a:t>]</a:t>
                      </a:r>
                      <a:endParaRPr lang="en-US" altLang="ko-KR" b="0" i="0" u="none" strike="noStrike" noProof="0"/>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3673667494"/>
                  </a:ext>
                </a:extLst>
              </a:tr>
            </a:tbl>
          </a:graphicData>
        </a:graphic>
      </p:graphicFrame>
    </p:spTree>
    <p:extLst>
      <p:ext uri="{BB962C8B-B14F-4D97-AF65-F5344CB8AC3E}">
        <p14:creationId xmlns:p14="http://schemas.microsoft.com/office/powerpoint/2010/main" val="251426761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5D4740-8EE5-C8AA-F04A-40E1739B25FD}"/>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88C6479-32BC-9593-9C1F-3C289115253A}"/>
              </a:ext>
            </a:extLst>
          </p:cNvPr>
          <p:cNvSpPr>
            <a:spLocks noGrp="1"/>
          </p:cNvSpPr>
          <p:nvPr>
            <p:ph type="sldNum" sz="quarter" idx="4"/>
          </p:nvPr>
        </p:nvSpPr>
        <p:spPr/>
        <p:txBody>
          <a:bodyPr/>
          <a:lstStyle/>
          <a:p>
            <a:fld id="{4EA1E582-E1CC-4474-812F-1657BC5920B7}" type="slidenum">
              <a:rPr lang="ko-KR" altLang="en-US" smtClean="0"/>
              <a:t>35</a:t>
            </a:fld>
            <a:endParaRPr lang="ko-KR" altLang="en-US"/>
          </a:p>
        </p:txBody>
      </p:sp>
      <p:sp>
        <p:nvSpPr>
          <p:cNvPr id="4" name="Title 3">
            <a:extLst>
              <a:ext uri="{FF2B5EF4-FFF2-40B4-BE49-F238E27FC236}">
                <a16:creationId xmlns:a16="http://schemas.microsoft.com/office/drawing/2014/main" id="{167B8553-F910-D5D6-4B4E-311D4FCABE71}"/>
              </a:ext>
            </a:extLst>
          </p:cNvPr>
          <p:cNvSpPr>
            <a:spLocks noGrp="1"/>
          </p:cNvSpPr>
          <p:nvPr>
            <p:ph type="title"/>
          </p:nvPr>
        </p:nvSpPr>
        <p:spPr/>
        <p:txBody>
          <a:bodyPr/>
          <a:lstStyle/>
          <a:p>
            <a:endParaRPr lang="en-US"/>
          </a:p>
        </p:txBody>
      </p:sp>
      <p:sp>
        <p:nvSpPr>
          <p:cNvPr id="5" name="Text Placeholder 4">
            <a:extLst>
              <a:ext uri="{FF2B5EF4-FFF2-40B4-BE49-F238E27FC236}">
                <a16:creationId xmlns:a16="http://schemas.microsoft.com/office/drawing/2014/main" id="{BEA7798C-7442-A0C8-E032-FB576BE536A9}"/>
              </a:ext>
            </a:extLst>
          </p:cNvPr>
          <p:cNvSpPr>
            <a:spLocks noGrp="1"/>
          </p:cNvSpPr>
          <p:nvPr>
            <p:ph type="body" sz="quarter" idx="11"/>
          </p:nvPr>
        </p:nvSpPr>
        <p:spPr/>
        <p:txBody>
          <a:bodyPr/>
          <a:lstStyle/>
          <a:p>
            <a:endParaRPr lang="en-US"/>
          </a:p>
        </p:txBody>
      </p:sp>
      <p:sp>
        <p:nvSpPr>
          <p:cNvPr id="7" name="제목 3">
            <a:extLst>
              <a:ext uri="{FF2B5EF4-FFF2-40B4-BE49-F238E27FC236}">
                <a16:creationId xmlns:a16="http://schemas.microsoft.com/office/drawing/2014/main" id="{831C149E-5962-6C1E-48ED-C54E5304AA9F}"/>
              </a:ext>
            </a:extLst>
          </p:cNvPr>
          <p:cNvSpPr txBox="1">
            <a:spLocks/>
          </p:cNvSpPr>
          <p:nvPr/>
        </p:nvSpPr>
        <p:spPr>
          <a:xfrm>
            <a:off x="286194" y="265704"/>
            <a:ext cx="10666268" cy="464670"/>
          </a:xfrm>
          <a:prstGeom prst="rect">
            <a:avLst/>
          </a:prstGeom>
        </p:spPr>
        <p:txBody>
          <a:bodyPr lIns="91440" tIns="45720" rIns="91440" bIns="45720" anchor="ctr" anchorCtr="0"/>
          <a:lstStyle>
            <a:lvl1pPr algn="l" rtl="0" eaLnBrk="1" fontAlgn="base" latinLnBrk="1" hangingPunct="1">
              <a:spcBef>
                <a:spcPct val="0"/>
              </a:spcBef>
              <a:spcAft>
                <a:spcPct val="0"/>
              </a:spcAft>
              <a:defRPr lang="ko-KR" altLang="en-US" sz="2400" b="1" kern="1200" baseline="0" dirty="0">
                <a:ln>
                  <a:solidFill>
                    <a:schemeClr val="accent1">
                      <a:alpha val="0"/>
                    </a:schemeClr>
                  </a:solidFill>
                </a:ln>
                <a:solidFill>
                  <a:srgbClr val="144772"/>
                </a:solidFill>
                <a:effectLst>
                  <a:glow rad="127000">
                    <a:schemeClr val="bg1"/>
                  </a:glow>
                  <a:outerShdw blurRad="38100" dist="38100" dir="2700000" algn="tl" rotWithShape="0">
                    <a:prstClr val="black">
                      <a:alpha val="40000"/>
                    </a:prstClr>
                  </a:outerShdw>
                </a:effectLst>
                <a:latin typeface="Pretendard Black" panose="02000A03000000020004" pitchFamily="50" charset="-127"/>
                <a:ea typeface="Pretendard Black" panose="02000A03000000020004" pitchFamily="50" charset="-127"/>
                <a:cs typeface="Pretendard Black" panose="02000A03000000020004" pitchFamily="50" charset="-127"/>
              </a:defRPr>
            </a:lvl1pPr>
            <a:lvl2pPr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2pPr>
            <a:lvl3pPr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3pPr>
            <a:lvl4pPr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4pPr>
            <a:lvl5pPr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5pPr>
            <a:lvl6pPr marL="457200"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6pPr>
            <a:lvl7pPr marL="914400"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7pPr>
            <a:lvl8pPr marL="1371600"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8pPr>
            <a:lvl9pPr marL="1828800"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9pPr>
          </a:lstStyle>
          <a:p>
            <a:r>
              <a:rPr lang="ko-KR">
                <a:ln>
                  <a:solidFill>
                    <a:srgbClr val="4F81BD">
                      <a:alpha val="0"/>
                    </a:srgbClr>
                  </a:solidFill>
                </a:ln>
                <a:effectLst>
                  <a:glow rad="127000">
                    <a:prstClr val="white"/>
                  </a:glow>
                  <a:outerShdw blurRad="38100" dist="38100" dir="2700000" algn="tl" rotWithShape="0">
                    <a:prstClr val="black">
                      <a:alpha val="40000"/>
                    </a:prstClr>
                  </a:outerShdw>
                </a:effectLst>
                <a:latin typeface="Arial"/>
                <a:ea typeface="Pretendard Black"/>
                <a:cs typeface="Arial"/>
              </a:rPr>
              <a:t>지란지교데이터 </a:t>
            </a:r>
            <a:r>
              <a:rPr lang="ko-KR" altLang="en-US">
                <a:ln>
                  <a:solidFill>
                    <a:srgbClr val="4F81BD">
                      <a:alpha val="0"/>
                    </a:srgbClr>
                  </a:solidFill>
                </a:ln>
                <a:effectLst>
                  <a:glow rad="127000">
                    <a:prstClr val="white"/>
                  </a:glow>
                  <a:outerShdw blurRad="38100" dist="38100" dir="2700000" algn="tl" rotWithShape="0">
                    <a:prstClr val="black">
                      <a:alpha val="40000"/>
                    </a:prstClr>
                  </a:outerShdw>
                </a:effectLst>
                <a:latin typeface="Arial"/>
                <a:ea typeface="Pretendard Black"/>
                <a:cs typeface="Arial"/>
              </a:rPr>
              <a:t>(</a:t>
            </a:r>
            <a:r>
              <a:rPr lang="ko-KR" altLang="en-US">
                <a:ln>
                  <a:solidFill>
                    <a:srgbClr val="4F81BD">
                      <a:alpha val="0"/>
                    </a:srgbClr>
                  </a:solidFill>
                </a:ln>
                <a:effectLst>
                  <a:glow rad="127000">
                    <a:prstClr val="white"/>
                  </a:glow>
                  <a:outerShdw blurRad="38100" dist="38100" dir="2700000" algn="tl" rotWithShape="0">
                    <a:prstClr val="black">
                      <a:alpha val="40000"/>
                    </a:prstClr>
                  </a:outerShdw>
                </a:effectLst>
                <a:latin typeface="Arial"/>
                <a:ea typeface="Pretendard Black"/>
              </a:rPr>
              <a:t>Sercan): </a:t>
            </a:r>
            <a:r>
              <a:rPr lang="ko-KR" b="0">
                <a:ln>
                  <a:solidFill>
                    <a:srgbClr val="4F81BD">
                      <a:alpha val="0"/>
                    </a:srgbClr>
                  </a:solidFill>
                </a:ln>
                <a:effectLst>
                  <a:glow rad="127000">
                    <a:prstClr val="white"/>
                  </a:glow>
                  <a:outerShdw blurRad="38100" dist="38100" dir="2700000" algn="tl" rotWithShape="0">
                    <a:prstClr val="black">
                      <a:alpha val="40000"/>
                    </a:prstClr>
                  </a:outerShdw>
                </a:effectLst>
                <a:latin typeface="Arial"/>
                <a:ea typeface="Pretendard Black"/>
              </a:rPr>
              <a:t>D4 AI-specific</a:t>
            </a:r>
            <a:endParaRPr lang="ko-KR" altLang="en-US">
              <a:ln>
                <a:solidFill>
                  <a:srgbClr val="4F81BD">
                    <a:alpha val="0"/>
                  </a:srgbClr>
                </a:solidFill>
              </a:ln>
              <a:effectLst>
                <a:glow rad="127000">
                  <a:prstClr val="white"/>
                </a:glow>
                <a:outerShdw blurRad="38100" dist="38100" dir="2700000" algn="tl" rotWithShape="0">
                  <a:prstClr val="black">
                    <a:alpha val="40000"/>
                  </a:prstClr>
                </a:outerShdw>
              </a:effectLst>
              <a:latin typeface="Arial"/>
            </a:endParaRPr>
          </a:p>
        </p:txBody>
      </p:sp>
      <p:graphicFrame>
        <p:nvGraphicFramePr>
          <p:cNvPr id="9" name="표 5">
            <a:extLst>
              <a:ext uri="{FF2B5EF4-FFF2-40B4-BE49-F238E27FC236}">
                <a16:creationId xmlns:a16="http://schemas.microsoft.com/office/drawing/2014/main" id="{6C2BA0AA-59EF-61E9-3E6E-3E0D4219C157}"/>
              </a:ext>
            </a:extLst>
          </p:cNvPr>
          <p:cNvGraphicFramePr>
            <a:graphicFrameLocks noGrp="1"/>
          </p:cNvGraphicFramePr>
          <p:nvPr/>
        </p:nvGraphicFramePr>
        <p:xfrm>
          <a:off x="510540" y="1068070"/>
          <a:ext cx="11049000" cy="5433060"/>
        </p:xfrm>
        <a:graphic>
          <a:graphicData uri="http://schemas.openxmlformats.org/drawingml/2006/table">
            <a:tbl>
              <a:tblPr bandRow="1">
                <a:tableStyleId>{5C22544A-7EE6-4342-B048-85BDC9FD1C3A}</a:tableStyleId>
              </a:tblPr>
              <a:tblGrid>
                <a:gridCol w="762000">
                  <a:extLst>
                    <a:ext uri="{9D8B030D-6E8A-4147-A177-3AD203B41FA5}">
                      <a16:colId xmlns:a16="http://schemas.microsoft.com/office/drawing/2014/main" val="3038921211"/>
                    </a:ext>
                  </a:extLst>
                </a:gridCol>
                <a:gridCol w="3143250">
                  <a:extLst>
                    <a:ext uri="{9D8B030D-6E8A-4147-A177-3AD203B41FA5}">
                      <a16:colId xmlns:a16="http://schemas.microsoft.com/office/drawing/2014/main" val="3481138479"/>
                    </a:ext>
                  </a:extLst>
                </a:gridCol>
                <a:gridCol w="571500">
                  <a:extLst>
                    <a:ext uri="{9D8B030D-6E8A-4147-A177-3AD203B41FA5}">
                      <a16:colId xmlns:a16="http://schemas.microsoft.com/office/drawing/2014/main" val="708176379"/>
                    </a:ext>
                  </a:extLst>
                </a:gridCol>
                <a:gridCol w="6572250">
                  <a:extLst>
                    <a:ext uri="{9D8B030D-6E8A-4147-A177-3AD203B41FA5}">
                      <a16:colId xmlns:a16="http://schemas.microsoft.com/office/drawing/2014/main" val="38139275"/>
                    </a:ext>
                  </a:extLst>
                </a:gridCol>
              </a:tblGrid>
              <a:tr h="323850">
                <a:tc>
                  <a:txBody>
                    <a:bodyPr/>
                    <a:lstStyle/>
                    <a:p>
                      <a:pPr algn="l">
                        <a:buNone/>
                      </a:pPr>
                      <a:r>
                        <a:rPr lang="ko-KR" sz="1200" b="1">
                          <a:solidFill>
                            <a:srgbClr val="144772"/>
                          </a:solidFill>
                          <a:effectLst/>
                          <a:latin typeface="Arial" panose="020B0604020202020204" pitchFamily="34" charset="0"/>
                          <a:ea typeface="Arial" panose="020B0604020202020204" pitchFamily="34" charset="0"/>
                        </a:rPr>
                        <a:t>ID</a:t>
                      </a:r>
                      <a:endParaRPr lang="ko-KR" sz="1200" b="1">
                        <a:solidFill>
                          <a:srgbClr val="144772"/>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DDECF2"/>
                    </a:solidFill>
                  </a:tcPr>
                </a:tc>
                <a:tc>
                  <a:txBody>
                    <a:bodyPr/>
                    <a:lstStyle/>
                    <a:p>
                      <a:pPr algn="l">
                        <a:buNone/>
                      </a:pPr>
                      <a:r>
                        <a:rPr lang="ko-KR" sz="1200" b="1">
                          <a:solidFill>
                            <a:srgbClr val="144772"/>
                          </a:solidFill>
                          <a:effectLst/>
                          <a:latin typeface="Arial" panose="020B0604020202020204" pitchFamily="34" charset="0"/>
                          <a:ea typeface="Arial" panose="020B0604020202020204" pitchFamily="34" charset="0"/>
                        </a:rPr>
                        <a:t>Capability</a:t>
                      </a:r>
                      <a:endParaRPr lang="ko-KR" sz="1200" b="1">
                        <a:solidFill>
                          <a:srgbClr val="144772"/>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DDECF2"/>
                    </a:solidFill>
                  </a:tcPr>
                </a:tc>
                <a:tc>
                  <a:txBody>
                    <a:bodyPr/>
                    <a:lstStyle/>
                    <a:p>
                      <a:pPr algn="l">
                        <a:buNone/>
                      </a:pPr>
                      <a:r>
                        <a:rPr lang="ko-KR" sz="1200" b="1">
                          <a:solidFill>
                            <a:srgbClr val="144772"/>
                          </a:solidFill>
                          <a:effectLst/>
                          <a:latin typeface="Arial" panose="020B0604020202020204" pitchFamily="34" charset="0"/>
                          <a:ea typeface="Arial" panose="020B0604020202020204" pitchFamily="34" charset="0"/>
                        </a:rPr>
                        <a:t>Flag</a:t>
                      </a:r>
                      <a:endParaRPr lang="ko-KR" sz="1200" b="1">
                        <a:solidFill>
                          <a:srgbClr val="144772"/>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DDECF2"/>
                    </a:solidFill>
                  </a:tcPr>
                </a:tc>
                <a:tc>
                  <a:txBody>
                    <a:bodyPr/>
                    <a:lstStyle/>
                    <a:p>
                      <a:pPr algn="l">
                        <a:buNone/>
                      </a:pPr>
                      <a:r>
                        <a:rPr lang="ko-KR" sz="1200" b="1">
                          <a:solidFill>
                            <a:srgbClr val="144772"/>
                          </a:solidFill>
                          <a:effectLst/>
                          <a:latin typeface="Arial" panose="020B0604020202020204" pitchFamily="34" charset="0"/>
                          <a:ea typeface="Arial" panose="020B0604020202020204" pitchFamily="34" charset="0"/>
                        </a:rPr>
                        <a:t>Documented scope and evidence</a:t>
                      </a:r>
                      <a:endParaRPr lang="ko-KR" sz="1200" b="1">
                        <a:solidFill>
                          <a:srgbClr val="144772"/>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DDECF2"/>
                    </a:solidFill>
                  </a:tcPr>
                </a:tc>
                <a:extLst>
                  <a:ext uri="{0D108BD9-81ED-4DB2-BD59-A6C34878D82A}">
                    <a16:rowId xmlns:a16="http://schemas.microsoft.com/office/drawing/2014/main" val="3424166622"/>
                  </a:ext>
                </a:extLst>
              </a:tr>
              <a:tr h="314325">
                <a:tc>
                  <a:txBody>
                    <a:bodyPr/>
                    <a:lstStyle/>
                    <a:p>
                      <a:pPr algn="l">
                        <a:buNone/>
                      </a:pPr>
                      <a:r>
                        <a:rPr lang="ko-KR" sz="1300" b="1">
                          <a:solidFill>
                            <a:srgbClr val="243447"/>
                          </a:solidFill>
                          <a:effectLst/>
                          <a:latin typeface="Arial" panose="020B0604020202020204" pitchFamily="34" charset="0"/>
                          <a:ea typeface="Arial" panose="020B0604020202020204" pitchFamily="34" charset="0"/>
                        </a:rPr>
                        <a:t>D4-01</a:t>
                      </a:r>
                      <a:endParaRPr lang="ko-KR" sz="1300" b="1">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a:solidFill>
                            <a:srgbClr val="243447"/>
                          </a:solidFill>
                          <a:effectLst/>
                          <a:latin typeface="Arial" panose="020B0604020202020204" pitchFamily="34" charset="0"/>
                          <a:ea typeface="Arial" panose="020B0604020202020204" pitchFamily="34" charset="0"/>
                        </a:rPr>
                        <a:t>Typed-prompt inspection</a:t>
                      </a:r>
                      <a:endParaRPr lang="ko-KR" sz="1300">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b="1">
                          <a:solidFill>
                            <a:srgbClr val="136F73"/>
                          </a:solidFill>
                          <a:effectLst/>
                          <a:latin typeface="Arial" panose="020B0604020202020204" pitchFamily="34" charset="0"/>
                          <a:ea typeface="Arial" panose="020B0604020202020204" pitchFamily="34" charset="0"/>
                        </a:rPr>
                        <a:t>●</a:t>
                      </a:r>
                      <a:endParaRPr lang="ko-KR" sz="1300" b="1">
                        <a:solidFill>
                          <a:srgbClr val="136F73"/>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lvl="0" algn="l">
                        <a:buNone/>
                      </a:pPr>
                      <a:r>
                        <a:rPr lang="en-US" altLang="ko-KR" sz="1300" b="0" i="0" u="none" strike="noStrike" noProof="0">
                          <a:solidFill>
                            <a:srgbClr val="243447"/>
                          </a:solidFill>
                          <a:effectLst/>
                        </a:rPr>
                        <a:t>PCFILTER</a:t>
                      </a:r>
                      <a:r>
                        <a:rPr lang="ko-KR" altLang="en-US" sz="1300" b="0" i="0" u="none" strike="noStrike" noProof="0">
                          <a:solidFill>
                            <a:srgbClr val="243447"/>
                          </a:solidFill>
                          <a:effectLst/>
                        </a:rPr>
                        <a:t> </a:t>
                      </a:r>
                      <a:r>
                        <a:rPr lang="en-US" altLang="ko-KR" sz="1300" b="0" i="0" u="none" strike="noStrike" noProof="0">
                          <a:solidFill>
                            <a:srgbClr val="243447"/>
                          </a:solidFill>
                          <a:effectLst/>
                        </a:rPr>
                        <a:t>inspects</a:t>
                      </a:r>
                      <a:r>
                        <a:rPr lang="ko-KR" altLang="en-US" sz="1300" b="0" i="0" u="none" strike="noStrike" noProof="0">
                          <a:solidFill>
                            <a:srgbClr val="243447"/>
                          </a:solidFill>
                          <a:effectLst/>
                        </a:rPr>
                        <a:t> </a:t>
                      </a:r>
                      <a:r>
                        <a:rPr lang="en-US" altLang="ko-KR" sz="1300" b="0" i="0" u="none" strike="noStrike" noProof="0">
                          <a:solidFill>
                            <a:srgbClr val="243447"/>
                          </a:solidFill>
                          <a:effectLst/>
                        </a:rPr>
                        <a:t>GenAI</a:t>
                      </a:r>
                      <a:r>
                        <a:rPr lang="ko-KR" altLang="en-US" sz="1300" b="0" i="0" u="none" strike="noStrike" noProof="0">
                          <a:solidFill>
                            <a:srgbClr val="243447"/>
                          </a:solidFill>
                          <a:effectLst/>
                        </a:rPr>
                        <a:t> </a:t>
                      </a:r>
                      <a:r>
                        <a:rPr lang="en-US" altLang="ko-KR" sz="1300" b="0" i="0" u="none" strike="noStrike" noProof="0">
                          <a:solidFill>
                            <a:srgbClr val="243447"/>
                          </a:solidFill>
                          <a:effectLst/>
                        </a:rPr>
                        <a:t>prompts</a:t>
                      </a:r>
                      <a:r>
                        <a:rPr lang="ko-KR" altLang="en-US" sz="1300" b="0" i="0" u="none" strike="noStrike" noProof="0">
                          <a:solidFill>
                            <a:srgbClr val="243447"/>
                          </a:solidFill>
                          <a:effectLst/>
                        </a:rPr>
                        <a:t> </a:t>
                      </a:r>
                      <a:r>
                        <a:rPr lang="en-US" altLang="ko-KR" sz="1300" b="0" i="0" u="none" strike="noStrike" noProof="0">
                          <a:solidFill>
                            <a:srgbClr val="243447"/>
                          </a:solidFill>
                          <a:effectLst/>
                        </a:rPr>
                        <a:t>in</a:t>
                      </a:r>
                      <a:r>
                        <a:rPr lang="ko-KR" altLang="en-US" sz="1300" b="0" i="0" u="none" strike="noStrike" noProof="0">
                          <a:solidFill>
                            <a:srgbClr val="243447"/>
                          </a:solidFill>
                          <a:effectLst/>
                        </a:rPr>
                        <a:t> </a:t>
                      </a:r>
                      <a:r>
                        <a:rPr lang="en-US" altLang="ko-KR" sz="1300" b="0" i="0" u="none" strike="noStrike" noProof="0">
                          <a:solidFill>
                            <a:srgbClr val="243447"/>
                          </a:solidFill>
                          <a:effectLst/>
                        </a:rPr>
                        <a:t>real</a:t>
                      </a:r>
                      <a:r>
                        <a:rPr lang="ko-KR" altLang="en-US" sz="1300" b="0" i="0" u="none" strike="noStrike" noProof="0">
                          <a:solidFill>
                            <a:srgbClr val="243447"/>
                          </a:solidFill>
                          <a:effectLst/>
                        </a:rPr>
                        <a:t> </a:t>
                      </a:r>
                      <a:r>
                        <a:rPr lang="en-US" altLang="ko-KR" sz="1300" b="0" i="0" u="none" strike="noStrike" noProof="0">
                          <a:solidFill>
                            <a:srgbClr val="243447"/>
                          </a:solidFill>
                          <a:effectLst/>
                        </a:rPr>
                        <a:t>time</a:t>
                      </a:r>
                      <a:r>
                        <a:rPr lang="ko-KR" altLang="en-US" sz="1300" b="0" i="0" u="none" strike="noStrike" noProof="0">
                          <a:solidFill>
                            <a:srgbClr val="243447"/>
                          </a:solidFill>
                          <a:effectLst/>
                        </a:rPr>
                        <a:t> </a:t>
                      </a:r>
                      <a:r>
                        <a:rPr lang="en-US" altLang="ko-KR" sz="1300" b="0" i="0" u="none" strike="noStrike" noProof="0">
                          <a:solidFill>
                            <a:srgbClr val="243447"/>
                          </a:solidFill>
                          <a:effectLst/>
                        </a:rPr>
                        <a:t>and</a:t>
                      </a:r>
                      <a:r>
                        <a:rPr lang="ko-KR" altLang="en-US" sz="1300" b="0" i="0" u="none" strike="noStrike" noProof="0">
                          <a:solidFill>
                            <a:srgbClr val="243447"/>
                          </a:solidFill>
                          <a:effectLst/>
                        </a:rPr>
                        <a:t> </a:t>
                      </a:r>
                      <a:r>
                        <a:rPr lang="en-US" altLang="ko-KR" sz="1300" b="0" i="0" u="none" strike="noStrike" noProof="0">
                          <a:solidFill>
                            <a:srgbClr val="243447"/>
                          </a:solidFill>
                          <a:effectLst/>
                        </a:rPr>
                        <a:t>blocks</a:t>
                      </a:r>
                      <a:r>
                        <a:rPr lang="ko-KR" altLang="en-US" sz="1300" b="0" i="0" u="none" strike="noStrike" noProof="0">
                          <a:solidFill>
                            <a:srgbClr val="243447"/>
                          </a:solidFill>
                          <a:effectLst/>
                        </a:rPr>
                        <a:t> </a:t>
                      </a:r>
                      <a:r>
                        <a:rPr lang="en-US" altLang="ko-KR" sz="1300" b="0" i="0" u="none" strike="noStrike" noProof="0">
                          <a:solidFill>
                            <a:srgbClr val="243447"/>
                          </a:solidFill>
                          <a:effectLst/>
                        </a:rPr>
                        <a:t>requests</a:t>
                      </a:r>
                      <a:r>
                        <a:rPr lang="ko-KR" altLang="en-US" sz="1300" b="0" i="0" u="none" strike="noStrike" noProof="0">
                          <a:solidFill>
                            <a:srgbClr val="243447"/>
                          </a:solidFill>
                          <a:effectLst/>
                        </a:rPr>
                        <a:t> </a:t>
                      </a:r>
                      <a:r>
                        <a:rPr lang="en-US" altLang="ko-KR" sz="1300" b="0" i="0" u="none" strike="noStrike" noProof="0">
                          <a:solidFill>
                            <a:srgbClr val="243447"/>
                          </a:solidFill>
                          <a:effectLst/>
                        </a:rPr>
                        <a:t>containing</a:t>
                      </a:r>
                      <a:r>
                        <a:rPr lang="ko-KR" altLang="en-US" sz="1300" b="0" i="0" u="none" strike="noStrike" noProof="0">
                          <a:solidFill>
                            <a:srgbClr val="243447"/>
                          </a:solidFill>
                          <a:effectLst/>
                        </a:rPr>
                        <a:t> </a:t>
                      </a:r>
                      <a:r>
                        <a:rPr lang="en-US" altLang="ko-KR" sz="1300" b="0" i="0" u="none" strike="noStrike" noProof="0">
                          <a:solidFill>
                            <a:srgbClr val="243447"/>
                          </a:solidFill>
                          <a:effectLst/>
                        </a:rPr>
                        <a:t>personal</a:t>
                      </a:r>
                      <a:r>
                        <a:rPr lang="ko-KR" altLang="en-US" sz="1300" b="0" i="0" u="none" strike="noStrike" noProof="0">
                          <a:solidFill>
                            <a:srgbClr val="243447"/>
                          </a:solidFill>
                          <a:effectLst/>
                        </a:rPr>
                        <a:t> </a:t>
                      </a:r>
                      <a:r>
                        <a:rPr lang="en-US" altLang="ko-KR" sz="1300" b="0" i="0" u="none" strike="noStrike" noProof="0">
                          <a:solidFill>
                            <a:srgbClr val="243447"/>
                          </a:solidFill>
                          <a:effectLst/>
                        </a:rPr>
                        <a:t>or</a:t>
                      </a:r>
                      <a:r>
                        <a:rPr lang="ko-KR" altLang="en-US" sz="1300" b="0" i="0" u="none" strike="noStrike" noProof="0">
                          <a:solidFill>
                            <a:srgbClr val="243447"/>
                          </a:solidFill>
                          <a:effectLst/>
                        </a:rPr>
                        <a:t> </a:t>
                      </a:r>
                      <a:r>
                        <a:rPr lang="en-US" altLang="ko-KR" sz="1300" b="0" i="0" u="none" strike="noStrike" noProof="0">
                          <a:solidFill>
                            <a:srgbClr val="243447"/>
                          </a:solidFill>
                          <a:effectLst/>
                        </a:rPr>
                        <a:t>confidential</a:t>
                      </a:r>
                      <a:r>
                        <a:rPr lang="ko-KR" altLang="en-US" sz="1300" b="0" i="0" u="none" strike="noStrike" noProof="0">
                          <a:solidFill>
                            <a:srgbClr val="243447"/>
                          </a:solidFill>
                          <a:effectLst/>
                        </a:rPr>
                        <a:t> </a:t>
                      </a:r>
                      <a:r>
                        <a:rPr lang="en-US" altLang="ko-KR" sz="1300" b="0" i="0" u="none" strike="noStrike" noProof="0">
                          <a:solidFill>
                            <a:srgbClr val="243447"/>
                          </a:solidFill>
                          <a:effectLst/>
                        </a:rPr>
                        <a:t>information</a:t>
                      </a:r>
                      <a:r>
                        <a:rPr lang="ko-KR" sz="1300" b="0" i="0" u="none" strike="noStrike" noProof="0">
                          <a:solidFill>
                            <a:srgbClr val="243447"/>
                          </a:solidFill>
                          <a:effectLst/>
                        </a:rPr>
                        <a:t>. [</a:t>
                      </a:r>
                      <a:r>
                        <a:rPr lang="en-US" altLang="ko-KR" sz="1300" b="0" i="0" u="none" strike="noStrike" noProof="0">
                          <a:solidFill>
                            <a:srgbClr val="243447"/>
                          </a:solidFill>
                          <a:effectLst/>
                        </a:rPr>
                        <a:t>J1</a:t>
                      </a:r>
                      <a:r>
                        <a:rPr lang="ko-KR" sz="1300" b="0" i="0" u="none" strike="noStrike" noProof="0">
                          <a:solidFill>
                            <a:srgbClr val="243447"/>
                          </a:solidFill>
                          <a:effectLst/>
                        </a:rPr>
                        <a:t>]</a:t>
                      </a:r>
                      <a:endParaRPr lang="en-US" altLang="ko-KR" b="0" i="0" u="none" strike="noStrike" noProof="0"/>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562721843"/>
                  </a:ext>
                </a:extLst>
              </a:tr>
              <a:tr h="314325">
                <a:tc>
                  <a:txBody>
                    <a:bodyPr/>
                    <a:lstStyle/>
                    <a:p>
                      <a:pPr algn="l">
                        <a:buNone/>
                      </a:pPr>
                      <a:r>
                        <a:rPr lang="ko-KR" sz="1300" b="1">
                          <a:solidFill>
                            <a:srgbClr val="243447"/>
                          </a:solidFill>
                          <a:effectLst/>
                          <a:latin typeface="Arial" panose="020B0604020202020204" pitchFamily="34" charset="0"/>
                          <a:ea typeface="Arial" panose="020B0604020202020204" pitchFamily="34" charset="0"/>
                        </a:rPr>
                        <a:t>D4-02</a:t>
                      </a:r>
                      <a:endParaRPr lang="ko-KR" sz="1300" b="1">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a:solidFill>
                            <a:srgbClr val="243447"/>
                          </a:solidFill>
                          <a:effectLst/>
                          <a:latin typeface="Arial" panose="020B0604020202020204" pitchFamily="34" charset="0"/>
                          <a:ea typeface="Arial" panose="020B0604020202020204" pitchFamily="34" charset="0"/>
                        </a:rPr>
                        <a:t>AI attachment / image inspection</a:t>
                      </a:r>
                      <a:endParaRPr lang="ko-KR" sz="1300">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b="1">
                          <a:solidFill>
                            <a:srgbClr val="956319"/>
                          </a:solidFill>
                          <a:effectLst/>
                          <a:latin typeface="Arial" panose="020B0604020202020204" pitchFamily="34" charset="0"/>
                          <a:ea typeface="Arial" panose="020B0604020202020204" pitchFamily="34" charset="0"/>
                        </a:rPr>
                        <a:t>◐</a:t>
                      </a:r>
                      <a:endParaRPr lang="ko-KR" sz="1300" b="1">
                        <a:solidFill>
                          <a:srgbClr val="956319"/>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lvl="0" algn="l">
                        <a:buNone/>
                      </a:pPr>
                      <a:r>
                        <a:rPr lang="en-US" altLang="ko-KR" sz="1300" b="0" i="0" u="none" strike="noStrike" noProof="0">
                          <a:solidFill>
                            <a:srgbClr val="243447"/>
                          </a:solidFill>
                          <a:effectLst/>
                        </a:rPr>
                        <a:t>GenAI</a:t>
                      </a:r>
                      <a:r>
                        <a:rPr lang="ko-KR" sz="1300" b="0" i="0" u="none" strike="noStrike" noProof="0">
                          <a:solidFill>
                            <a:srgbClr val="243447"/>
                          </a:solidFill>
                          <a:effectLst/>
                        </a:rPr>
                        <a:t> </a:t>
                      </a:r>
                      <a:r>
                        <a:rPr lang="en-US" altLang="ko-KR" sz="1300" b="0" i="0" u="none" strike="noStrike" noProof="0">
                          <a:solidFill>
                            <a:srgbClr val="243447"/>
                          </a:solidFill>
                          <a:effectLst/>
                        </a:rPr>
                        <a:t>file</a:t>
                      </a:r>
                      <a:r>
                        <a:rPr lang="ko-KR" sz="1300" b="0" i="0" u="none" strike="noStrike" noProof="0">
                          <a:solidFill>
                            <a:srgbClr val="243447"/>
                          </a:solidFill>
                          <a:effectLst/>
                        </a:rPr>
                        <a:t> </a:t>
                      </a:r>
                      <a:r>
                        <a:rPr lang="en-US" altLang="ko-KR" sz="1300" b="0" i="0" u="none" strike="noStrike" noProof="0">
                          <a:solidFill>
                            <a:srgbClr val="243447"/>
                          </a:solidFill>
                          <a:effectLst/>
                        </a:rPr>
                        <a:t>attachments</a:t>
                      </a:r>
                      <a:r>
                        <a:rPr lang="ko-KR" sz="1300" b="0" i="0" u="none" strike="noStrike" noProof="0">
                          <a:solidFill>
                            <a:srgbClr val="243447"/>
                          </a:solidFill>
                          <a:effectLst/>
                        </a:rPr>
                        <a:t> </a:t>
                      </a:r>
                      <a:r>
                        <a:rPr lang="en-US" altLang="ko-KR" sz="1300" b="0" i="0" u="none" strike="noStrike" noProof="0">
                          <a:solidFill>
                            <a:srgbClr val="243447"/>
                          </a:solidFill>
                          <a:effectLst/>
                        </a:rPr>
                        <a:t>can</a:t>
                      </a:r>
                      <a:r>
                        <a:rPr lang="ko-KR" sz="1300" b="0" i="0" u="none" strike="noStrike" noProof="0">
                          <a:solidFill>
                            <a:srgbClr val="243447"/>
                          </a:solidFill>
                          <a:effectLst/>
                        </a:rPr>
                        <a:t> </a:t>
                      </a:r>
                      <a:r>
                        <a:rPr lang="en-US" altLang="ko-KR" sz="1300" b="0" i="0" u="none" strike="noStrike" noProof="0">
                          <a:solidFill>
                            <a:srgbClr val="243447"/>
                          </a:solidFill>
                          <a:effectLst/>
                        </a:rPr>
                        <a:t>be</a:t>
                      </a:r>
                      <a:r>
                        <a:rPr lang="ko-KR" sz="1300" b="0" i="0" u="none" strike="noStrike" noProof="0">
                          <a:solidFill>
                            <a:srgbClr val="243447"/>
                          </a:solidFill>
                          <a:effectLst/>
                        </a:rPr>
                        <a:t> </a:t>
                      </a:r>
                      <a:r>
                        <a:rPr lang="en-US" altLang="ko-KR" sz="1300" b="0" i="0" u="none" strike="noStrike" noProof="0">
                          <a:solidFill>
                            <a:srgbClr val="243447"/>
                          </a:solidFill>
                          <a:effectLst/>
                        </a:rPr>
                        <a:t>allowed/blocked;</a:t>
                      </a:r>
                      <a:r>
                        <a:rPr lang="ko-KR" sz="1300" b="0" i="0" u="none" strike="noStrike" noProof="0">
                          <a:solidFill>
                            <a:srgbClr val="243447"/>
                          </a:solidFill>
                          <a:effectLst/>
                        </a:rPr>
                        <a:t> </a:t>
                      </a:r>
                      <a:r>
                        <a:rPr lang="en-US" altLang="ko-KR" sz="1300" b="0" i="0" u="none" strike="noStrike" noProof="0">
                          <a:solidFill>
                            <a:srgbClr val="243447"/>
                          </a:solidFill>
                          <a:effectLst/>
                        </a:rPr>
                        <a:t>AI-OCR</a:t>
                      </a:r>
                      <a:r>
                        <a:rPr lang="ko-KR" sz="1300" b="0" i="0" u="none" strike="noStrike" noProof="0">
                          <a:solidFill>
                            <a:srgbClr val="243447"/>
                          </a:solidFill>
                          <a:effectLst/>
                        </a:rPr>
                        <a:t> </a:t>
                      </a:r>
                      <a:r>
                        <a:rPr lang="en-US" altLang="ko-KR" sz="1300" b="0" i="0" u="none" strike="noStrike" noProof="0">
                          <a:solidFill>
                            <a:srgbClr val="243447"/>
                          </a:solidFill>
                          <a:effectLst/>
                        </a:rPr>
                        <a:t>detects</a:t>
                      </a:r>
                      <a:r>
                        <a:rPr lang="ko-KR" sz="1300" b="0" i="0" u="none" strike="noStrike" noProof="0">
                          <a:solidFill>
                            <a:srgbClr val="243447"/>
                          </a:solidFill>
                          <a:effectLst/>
                        </a:rPr>
                        <a:t> </a:t>
                      </a:r>
                      <a:r>
                        <a:rPr lang="en-US" altLang="ko-KR" sz="1300" b="0" i="0" u="none" strike="noStrike" noProof="0">
                          <a:solidFill>
                            <a:srgbClr val="243447"/>
                          </a:solidFill>
                          <a:effectLst/>
                        </a:rPr>
                        <a:t>personal</a:t>
                      </a:r>
                      <a:r>
                        <a:rPr lang="ko-KR" sz="1300" b="0" i="0" u="none" strike="noStrike" noProof="0">
                          <a:solidFill>
                            <a:srgbClr val="243447"/>
                          </a:solidFill>
                          <a:effectLst/>
                        </a:rPr>
                        <a:t> </a:t>
                      </a:r>
                      <a:r>
                        <a:rPr lang="en-US" altLang="ko-KR" sz="1300" b="0" i="0" u="none" strike="noStrike" noProof="0">
                          <a:solidFill>
                            <a:srgbClr val="243447"/>
                          </a:solidFill>
                          <a:effectLst/>
                        </a:rPr>
                        <a:t>information</a:t>
                      </a:r>
                      <a:r>
                        <a:rPr lang="ko-KR" sz="1300" b="0" i="0" u="none" strike="noStrike" noProof="0">
                          <a:solidFill>
                            <a:srgbClr val="243447"/>
                          </a:solidFill>
                          <a:effectLst/>
                        </a:rPr>
                        <a:t> </a:t>
                      </a:r>
                      <a:r>
                        <a:rPr lang="en-US" altLang="ko-KR" sz="1300" b="0" i="0" u="none" strike="noStrike" noProof="0">
                          <a:solidFill>
                            <a:srgbClr val="243447"/>
                          </a:solidFill>
                          <a:effectLst/>
                        </a:rPr>
                        <a:t>in</a:t>
                      </a:r>
                      <a:r>
                        <a:rPr lang="ko-KR" sz="1300" b="0" i="0" u="none" strike="noStrike" noProof="0">
                          <a:solidFill>
                            <a:srgbClr val="243447"/>
                          </a:solidFill>
                          <a:effectLst/>
                        </a:rPr>
                        <a:t> </a:t>
                      </a:r>
                      <a:r>
                        <a:rPr lang="en-US" altLang="ko-KR" sz="1300" b="0" i="0" u="none" strike="noStrike" noProof="0">
                          <a:solidFill>
                            <a:srgbClr val="243447"/>
                          </a:solidFill>
                          <a:effectLst/>
                        </a:rPr>
                        <a:t>images.</a:t>
                      </a:r>
                      <a:r>
                        <a:rPr lang="ko-KR" sz="1300" b="0" i="0" u="none" strike="noStrike" noProof="0">
                          <a:solidFill>
                            <a:srgbClr val="243447"/>
                          </a:solidFill>
                          <a:effectLst/>
                        </a:rPr>
                        <a:t> </a:t>
                      </a:r>
                      <a:r>
                        <a:rPr lang="en-US" altLang="ko-KR" sz="1300" b="0" i="0" u="none" strike="noStrike" noProof="0">
                          <a:solidFill>
                            <a:srgbClr val="243447"/>
                          </a:solidFill>
                          <a:effectLst/>
                        </a:rPr>
                        <a:t>[J1</a:t>
                      </a:r>
                      <a:r>
                        <a:rPr lang="ko-KR" sz="1300" b="0" i="0" u="none" strike="noStrike" noProof="0">
                          <a:solidFill>
                            <a:srgbClr val="243447"/>
                          </a:solidFill>
                          <a:effectLst/>
                        </a:rPr>
                        <a:t>]</a:t>
                      </a:r>
                      <a:endParaRPr lang="en-US" altLang="ko-KR" b="0" i="0" u="none" strike="noStrike" noProof="0"/>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3293814824"/>
                  </a:ext>
                </a:extLst>
              </a:tr>
              <a:tr h="314325">
                <a:tc>
                  <a:txBody>
                    <a:bodyPr/>
                    <a:lstStyle/>
                    <a:p>
                      <a:pPr algn="l">
                        <a:buNone/>
                      </a:pPr>
                      <a:r>
                        <a:rPr lang="ko-KR" sz="1300" b="1">
                          <a:solidFill>
                            <a:srgbClr val="243447"/>
                          </a:solidFill>
                          <a:effectLst/>
                          <a:latin typeface="Arial" panose="020B0604020202020204" pitchFamily="34" charset="0"/>
                          <a:ea typeface="Arial" panose="020B0604020202020204" pitchFamily="34" charset="0"/>
                        </a:rPr>
                        <a:t>D4-03</a:t>
                      </a:r>
                      <a:endParaRPr lang="ko-KR" sz="1300" b="1">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a:solidFill>
                            <a:srgbClr val="243447"/>
                          </a:solidFill>
                          <a:effectLst/>
                          <a:latin typeface="Arial" panose="020B0604020202020204" pitchFamily="34" charset="0"/>
                          <a:ea typeface="Arial" panose="020B0604020202020204" pitchFamily="34" charset="0"/>
                        </a:rPr>
                        <a:t>AI response inspection / filtering</a:t>
                      </a:r>
                      <a:endParaRPr lang="ko-KR" sz="1300">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b="1">
                          <a:solidFill>
                            <a:srgbClr val="136F73"/>
                          </a:solidFill>
                          <a:effectLst/>
                          <a:latin typeface="Arial" panose="020B0604020202020204" pitchFamily="34" charset="0"/>
                          <a:ea typeface="Arial" panose="020B0604020202020204" pitchFamily="34" charset="0"/>
                        </a:rPr>
                        <a:t>●</a:t>
                      </a:r>
                      <a:endParaRPr lang="ko-KR" sz="1300" b="1">
                        <a:solidFill>
                          <a:srgbClr val="136F73"/>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lvl="0" algn="l">
                        <a:buNone/>
                      </a:pPr>
                      <a:r>
                        <a:rPr lang="en-US" altLang="ko-KR" sz="1300" b="0" i="0" u="none" strike="noStrike" noProof="0">
                          <a:solidFill>
                            <a:srgbClr val="243447"/>
                          </a:solidFill>
                          <a:effectLst/>
                        </a:rPr>
                        <a:t>PCFILTER</a:t>
                      </a:r>
                      <a:r>
                        <a:rPr lang="ko-KR" altLang="en-US" sz="1300" b="0" i="0" u="none" strike="noStrike" noProof="0">
                          <a:solidFill>
                            <a:srgbClr val="243447"/>
                          </a:solidFill>
                          <a:effectLst/>
                        </a:rPr>
                        <a:t> </a:t>
                      </a:r>
                      <a:r>
                        <a:rPr lang="en-US" altLang="ko-KR" sz="1300" b="0" i="0" u="none" strike="noStrike" noProof="0">
                          <a:solidFill>
                            <a:srgbClr val="243447"/>
                          </a:solidFill>
                          <a:effectLst/>
                        </a:rPr>
                        <a:t>stores</a:t>
                      </a:r>
                      <a:r>
                        <a:rPr lang="ko-KR" altLang="en-US" sz="1300" b="0" i="0" u="none" strike="noStrike" noProof="0">
                          <a:solidFill>
                            <a:srgbClr val="243447"/>
                          </a:solidFill>
                          <a:effectLst/>
                        </a:rPr>
                        <a:t> </a:t>
                      </a:r>
                      <a:r>
                        <a:rPr lang="en-US" altLang="ko-KR" sz="1300" b="0" i="0" u="none" strike="noStrike" noProof="0">
                          <a:solidFill>
                            <a:srgbClr val="243447"/>
                          </a:solidFill>
                          <a:effectLst/>
                        </a:rPr>
                        <a:t>the</a:t>
                      </a:r>
                      <a:r>
                        <a:rPr lang="ko-KR" altLang="en-US" sz="1300" b="0" i="0" u="none" strike="noStrike" noProof="0">
                          <a:solidFill>
                            <a:srgbClr val="243447"/>
                          </a:solidFill>
                          <a:effectLst/>
                        </a:rPr>
                        <a:t> </a:t>
                      </a:r>
                      <a:r>
                        <a:rPr lang="en-US" altLang="ko-KR" sz="1300" b="0" i="0" u="none" strike="noStrike" noProof="0">
                          <a:solidFill>
                            <a:srgbClr val="243447"/>
                          </a:solidFill>
                          <a:effectLst/>
                        </a:rPr>
                        <a:t>user</a:t>
                      </a:r>
                      <a:r>
                        <a:rPr lang="ko-KR" altLang="en-US" sz="1300" b="0" i="0" u="none" strike="noStrike" noProof="0">
                          <a:solidFill>
                            <a:srgbClr val="243447"/>
                          </a:solidFill>
                          <a:effectLst/>
                        </a:rPr>
                        <a:t> </a:t>
                      </a:r>
                      <a:r>
                        <a:rPr lang="en-US" altLang="ko-KR" sz="1300" b="0" i="0" u="none" strike="noStrike" noProof="0">
                          <a:solidFill>
                            <a:srgbClr val="243447"/>
                          </a:solidFill>
                          <a:effectLst/>
                        </a:rPr>
                        <a:t>prompt</a:t>
                      </a:r>
                      <a:r>
                        <a:rPr lang="ko-KR" altLang="en-US" sz="1300" b="0" i="0" u="none" strike="noStrike" noProof="0">
                          <a:solidFill>
                            <a:srgbClr val="243447"/>
                          </a:solidFill>
                          <a:effectLst/>
                        </a:rPr>
                        <a:t> </a:t>
                      </a:r>
                      <a:r>
                        <a:rPr lang="en-US" altLang="ko-KR" sz="1300" b="1" i="0" u="none" strike="noStrike" noProof="0">
                          <a:solidFill>
                            <a:srgbClr val="243447"/>
                          </a:solidFill>
                          <a:effectLst/>
                        </a:rPr>
                        <a:t>and</a:t>
                      </a:r>
                      <a:r>
                        <a:rPr lang="ko-KR" altLang="en-US" sz="1300" b="1" i="0" u="none" strike="noStrike" noProof="0">
                          <a:solidFill>
                            <a:srgbClr val="243447"/>
                          </a:solidFill>
                          <a:effectLst/>
                        </a:rPr>
                        <a:t> </a:t>
                      </a:r>
                      <a:r>
                        <a:rPr lang="en-US" altLang="ko-KR" sz="1300" b="1" i="0" u="none" strike="noStrike" noProof="0">
                          <a:solidFill>
                            <a:srgbClr val="243447"/>
                          </a:solidFill>
                          <a:effectLst/>
                        </a:rPr>
                        <a:t>AI</a:t>
                      </a:r>
                      <a:r>
                        <a:rPr lang="ko-KR" altLang="en-US" sz="1300" b="1" i="0" u="none" strike="noStrike" noProof="0">
                          <a:solidFill>
                            <a:srgbClr val="243447"/>
                          </a:solidFill>
                          <a:effectLst/>
                        </a:rPr>
                        <a:t> </a:t>
                      </a:r>
                      <a:r>
                        <a:rPr lang="en-US" altLang="ko-KR" sz="1300" b="1" i="0" u="none" strike="noStrike" noProof="0">
                          <a:solidFill>
                            <a:srgbClr val="243447"/>
                          </a:solidFill>
                          <a:effectLst/>
                        </a:rPr>
                        <a:t>response</a:t>
                      </a:r>
                      <a:r>
                        <a:rPr lang="ko-KR" altLang="en-US" sz="1300" b="0" i="0" u="none" strike="noStrike" noProof="0">
                          <a:solidFill>
                            <a:srgbClr val="243447"/>
                          </a:solidFill>
                          <a:effectLst/>
                        </a:rPr>
                        <a:t> </a:t>
                      </a:r>
                      <a:r>
                        <a:rPr lang="en-US" altLang="ko-KR" sz="1300" b="0" i="0" u="none" strike="noStrike" noProof="0">
                          <a:solidFill>
                            <a:srgbClr val="243447"/>
                          </a:solidFill>
                          <a:effectLst/>
                        </a:rPr>
                        <a:t>in</a:t>
                      </a:r>
                      <a:r>
                        <a:rPr lang="ko-KR" altLang="en-US" sz="1300" b="0" i="0" u="none" strike="noStrike" noProof="0">
                          <a:solidFill>
                            <a:srgbClr val="243447"/>
                          </a:solidFill>
                          <a:effectLst/>
                        </a:rPr>
                        <a:t> </a:t>
                      </a:r>
                      <a:r>
                        <a:rPr lang="en-US" altLang="ko-KR" sz="1300" b="0" i="0" u="none" strike="noStrike" noProof="0">
                          <a:solidFill>
                            <a:srgbClr val="243447"/>
                          </a:solidFill>
                          <a:effectLst/>
                        </a:rPr>
                        <a:t>logs,</a:t>
                      </a:r>
                      <a:r>
                        <a:rPr lang="ko-KR" altLang="en-US" sz="1300" b="0" i="0" u="none" strike="noStrike" noProof="0">
                          <a:solidFill>
                            <a:srgbClr val="243447"/>
                          </a:solidFill>
                          <a:effectLst/>
                        </a:rPr>
                        <a:t> </a:t>
                      </a:r>
                      <a:r>
                        <a:rPr lang="en-US" altLang="ko-KR" sz="1300" b="0" i="0" u="none" strike="noStrike" noProof="0">
                          <a:solidFill>
                            <a:srgbClr val="243447"/>
                          </a:solidFill>
                          <a:effectLst/>
                        </a:rPr>
                        <a:t>but</a:t>
                      </a:r>
                      <a:r>
                        <a:rPr lang="ko-KR" altLang="en-US" sz="1300" b="0" i="0" u="none" strike="noStrike" noProof="0">
                          <a:solidFill>
                            <a:srgbClr val="243447"/>
                          </a:solidFill>
                          <a:effectLst/>
                        </a:rPr>
                        <a:t> </a:t>
                      </a:r>
                      <a:r>
                        <a:rPr lang="en-US" altLang="ko-KR" sz="1300" b="0" i="0" u="none" strike="noStrike" noProof="0">
                          <a:solidFill>
                            <a:srgbClr val="243447"/>
                          </a:solidFill>
                          <a:effectLst/>
                        </a:rPr>
                        <a:t>response-side</a:t>
                      </a:r>
                      <a:r>
                        <a:rPr lang="ko-KR" altLang="en-US" sz="1300" b="0" i="0" u="none" strike="noStrike" noProof="0">
                          <a:solidFill>
                            <a:srgbClr val="243447"/>
                          </a:solidFill>
                          <a:effectLst/>
                        </a:rPr>
                        <a:t> </a:t>
                      </a:r>
                      <a:r>
                        <a:rPr lang="en-US" altLang="ko-KR" sz="1300" b="0" i="0" u="none" strike="noStrike" noProof="0">
                          <a:solidFill>
                            <a:srgbClr val="243447"/>
                          </a:solidFill>
                          <a:effectLst/>
                        </a:rPr>
                        <a:t>blocking/filtering</a:t>
                      </a:r>
                      <a:r>
                        <a:rPr lang="ko-KR" altLang="en-US" sz="1300" b="0" i="0" u="none" strike="noStrike" noProof="0">
                          <a:solidFill>
                            <a:srgbClr val="243447"/>
                          </a:solidFill>
                          <a:effectLst/>
                        </a:rPr>
                        <a:t> </a:t>
                      </a:r>
                      <a:r>
                        <a:rPr lang="en-US" altLang="ko-KR" sz="1300" b="0" i="0" u="none" strike="noStrike" noProof="0">
                          <a:solidFill>
                            <a:srgbClr val="243447"/>
                          </a:solidFill>
                          <a:effectLst/>
                        </a:rPr>
                        <a:t>is</a:t>
                      </a:r>
                      <a:r>
                        <a:rPr lang="ko-KR" altLang="en-US" sz="1300" b="0" i="0" u="none" strike="noStrike" noProof="0">
                          <a:solidFill>
                            <a:srgbClr val="243447"/>
                          </a:solidFill>
                          <a:effectLst/>
                        </a:rPr>
                        <a:t> </a:t>
                      </a:r>
                      <a:r>
                        <a:rPr lang="en-US" altLang="ko-KR" sz="1300" b="0" i="0" u="none" strike="noStrike" noProof="0">
                          <a:solidFill>
                            <a:srgbClr val="243447"/>
                          </a:solidFill>
                          <a:effectLst/>
                        </a:rPr>
                        <a:t>not</a:t>
                      </a:r>
                      <a:r>
                        <a:rPr lang="ko-KR" altLang="en-US" sz="1300" b="0" i="0" u="none" strike="noStrike" noProof="0">
                          <a:solidFill>
                            <a:srgbClr val="243447"/>
                          </a:solidFill>
                          <a:effectLst/>
                        </a:rPr>
                        <a:t> </a:t>
                      </a:r>
                      <a:r>
                        <a:rPr lang="en-US" altLang="ko-KR" sz="1300" b="0" i="0" u="none" strike="noStrike" noProof="0">
                          <a:solidFill>
                            <a:srgbClr val="243447"/>
                          </a:solidFill>
                          <a:effectLst/>
                        </a:rPr>
                        <a:t>explicitly</a:t>
                      </a:r>
                      <a:r>
                        <a:rPr lang="ko-KR" altLang="en-US" sz="1300" b="0" i="0" u="none" strike="noStrike" noProof="0">
                          <a:solidFill>
                            <a:srgbClr val="243447"/>
                          </a:solidFill>
                          <a:effectLst/>
                        </a:rPr>
                        <a:t> </a:t>
                      </a:r>
                      <a:r>
                        <a:rPr lang="en-US" altLang="ko-KR" sz="1300" b="0" i="0" u="none" strike="noStrike" noProof="0">
                          <a:solidFill>
                            <a:srgbClr val="243447"/>
                          </a:solidFill>
                          <a:effectLst/>
                        </a:rPr>
                        <a:t>documented</a:t>
                      </a:r>
                      <a:r>
                        <a:rPr lang="ko-KR" sz="1300" b="0" i="0" u="none" strike="noStrike" noProof="0">
                          <a:solidFill>
                            <a:srgbClr val="243447"/>
                          </a:solidFill>
                          <a:effectLst/>
                        </a:rPr>
                        <a:t>. [</a:t>
                      </a:r>
                      <a:r>
                        <a:rPr lang="en-US" altLang="ko-KR" sz="1300" b="0" i="0" u="none" strike="noStrike" noProof="0">
                          <a:solidFill>
                            <a:srgbClr val="243447"/>
                          </a:solidFill>
                          <a:effectLst/>
                        </a:rPr>
                        <a:t>J1</a:t>
                      </a:r>
                      <a:r>
                        <a:rPr lang="ko-KR" sz="1300" b="0" i="0" u="none" strike="noStrike" noProof="0">
                          <a:solidFill>
                            <a:srgbClr val="243447"/>
                          </a:solidFill>
                          <a:effectLst/>
                        </a:rPr>
                        <a:t>]</a:t>
                      </a:r>
                      <a:endParaRPr lang="en-US" altLang="ko-KR" b="0" i="0" u="none" strike="noStrike" noProof="0"/>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152097931"/>
                  </a:ext>
                </a:extLst>
              </a:tr>
              <a:tr h="504825">
                <a:tc>
                  <a:txBody>
                    <a:bodyPr/>
                    <a:lstStyle/>
                    <a:p>
                      <a:pPr algn="l">
                        <a:buNone/>
                      </a:pPr>
                      <a:r>
                        <a:rPr lang="ko-KR" sz="1300" b="1">
                          <a:solidFill>
                            <a:srgbClr val="243447"/>
                          </a:solidFill>
                          <a:effectLst/>
                          <a:latin typeface="Arial" panose="020B0604020202020204" pitchFamily="34" charset="0"/>
                          <a:ea typeface="Arial" panose="020B0604020202020204" pitchFamily="34" charset="0"/>
                        </a:rPr>
                        <a:t>D4-04</a:t>
                      </a:r>
                      <a:endParaRPr lang="ko-KR" sz="1300" b="1">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a:solidFill>
                            <a:srgbClr val="243447"/>
                          </a:solidFill>
                          <a:effectLst/>
                          <a:latin typeface="Arial" panose="020B0604020202020204" pitchFamily="34" charset="0"/>
                          <a:ea typeface="Arial" panose="020B0604020202020204" pitchFamily="34" charset="0"/>
                        </a:rPr>
                        <a:t>Prompt injection / jailbreak detection</a:t>
                      </a:r>
                      <a:endParaRPr lang="ko-KR" sz="1300">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b="1">
                          <a:solidFill>
                            <a:srgbClr val="5E6C7A"/>
                          </a:solidFill>
                          <a:effectLst/>
                          <a:latin typeface="Arial" panose="020B0604020202020204" pitchFamily="34" charset="0"/>
                          <a:ea typeface="Arial" panose="020B0604020202020204" pitchFamily="34" charset="0"/>
                        </a:rPr>
                        <a:t>?</a:t>
                      </a:r>
                      <a:endParaRPr lang="ko-KR" sz="1300" b="1">
                        <a:solidFill>
                          <a:srgbClr val="5E6C7A"/>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lvl="0" algn="l">
                        <a:buNone/>
                      </a:pPr>
                      <a:r>
                        <a:rPr lang="ko-KR" sz="1300" b="0" i="0" u="none" strike="noStrike" noProof="0">
                          <a:solidFill>
                            <a:srgbClr val="243447"/>
                          </a:solidFill>
                          <a:effectLst/>
                        </a:rPr>
                        <a:t>No explicit </a:t>
                      </a:r>
                      <a:r>
                        <a:rPr lang="en-US" altLang="ko-KR" sz="1300" b="0" i="0" u="none" strike="noStrike" noProof="0">
                          <a:solidFill>
                            <a:srgbClr val="243447"/>
                          </a:solidFill>
                          <a:effectLst/>
                        </a:rPr>
                        <a:t>prompt-injection</a:t>
                      </a:r>
                      <a:r>
                        <a:rPr lang="ko-KR" altLang="en-US" sz="1300" b="0" i="0" u="none" strike="noStrike" noProof="0">
                          <a:solidFill>
                            <a:srgbClr val="243447"/>
                          </a:solidFill>
                          <a:effectLst/>
                        </a:rPr>
                        <a:t> </a:t>
                      </a:r>
                      <a:r>
                        <a:rPr lang="en-US" altLang="ko-KR" sz="1300" b="0" i="0" u="none" strike="noStrike" noProof="0">
                          <a:solidFill>
                            <a:srgbClr val="243447"/>
                          </a:solidFill>
                          <a:effectLst/>
                        </a:rPr>
                        <a:t>or</a:t>
                      </a:r>
                      <a:r>
                        <a:rPr lang="ko-KR" altLang="en-US" sz="1300" b="0" i="0" u="none" strike="noStrike" noProof="0">
                          <a:solidFill>
                            <a:srgbClr val="243447"/>
                          </a:solidFill>
                          <a:effectLst/>
                        </a:rPr>
                        <a:t> </a:t>
                      </a:r>
                      <a:r>
                        <a:rPr lang="en-US" altLang="ko-KR" sz="1300" b="0" i="0" u="none" strike="noStrike" noProof="0">
                          <a:solidFill>
                            <a:srgbClr val="243447"/>
                          </a:solidFill>
                          <a:effectLst/>
                        </a:rPr>
                        <a:t>jailbreak</a:t>
                      </a:r>
                      <a:r>
                        <a:rPr lang="ko-KR" altLang="en-US" sz="1300" b="0" i="0" u="none" strike="noStrike" noProof="0">
                          <a:solidFill>
                            <a:srgbClr val="243447"/>
                          </a:solidFill>
                          <a:effectLst/>
                        </a:rPr>
                        <a:t> </a:t>
                      </a:r>
                      <a:r>
                        <a:rPr lang="ko-KR" sz="1300" b="0" i="0" u="none" strike="noStrike" noProof="0">
                          <a:solidFill>
                            <a:srgbClr val="243447"/>
                          </a:solidFill>
                          <a:effectLst/>
                        </a:rPr>
                        <a:t>detector </a:t>
                      </a:r>
                      <a:r>
                        <a:rPr lang="en-US" altLang="ko-KR" sz="1300" b="0" i="0" u="none" strike="noStrike" noProof="0">
                          <a:solidFill>
                            <a:srgbClr val="243447"/>
                          </a:solidFill>
                          <a:effectLst/>
                        </a:rPr>
                        <a:t>was</a:t>
                      </a:r>
                      <a:r>
                        <a:rPr lang="ko-KR" altLang="en-US" sz="1300" b="0" i="0" u="none" strike="noStrike" noProof="0">
                          <a:solidFill>
                            <a:srgbClr val="243447"/>
                          </a:solidFill>
                          <a:effectLst/>
                        </a:rPr>
                        <a:t> </a:t>
                      </a:r>
                      <a:r>
                        <a:rPr lang="en-US" altLang="ko-KR" sz="1300" b="0" i="0" u="none" strike="noStrike" noProof="0">
                          <a:solidFill>
                            <a:srgbClr val="243447"/>
                          </a:solidFill>
                          <a:effectLst/>
                        </a:rPr>
                        <a:t>identified</a:t>
                      </a:r>
                      <a:r>
                        <a:rPr lang="ko-KR" altLang="en-US" sz="1300" b="0" i="0" u="none" strike="noStrike" noProof="0">
                          <a:solidFill>
                            <a:srgbClr val="243447"/>
                          </a:solidFill>
                          <a:effectLst/>
                        </a:rPr>
                        <a:t> </a:t>
                      </a:r>
                      <a:r>
                        <a:rPr lang="ko-KR" sz="1300" b="0" i="0" u="none" strike="noStrike" noProof="0">
                          <a:solidFill>
                            <a:srgbClr val="243447"/>
                          </a:solidFill>
                          <a:effectLst/>
                        </a:rPr>
                        <a:t>in reviewed </a:t>
                      </a:r>
                      <a:r>
                        <a:rPr lang="en-US" altLang="ko-KR" sz="1300" b="0" i="0" u="none" strike="noStrike" noProof="0">
                          <a:solidFill>
                            <a:srgbClr val="243447"/>
                          </a:solidFill>
                          <a:effectLst/>
                        </a:rPr>
                        <a:t>Jiran</a:t>
                      </a:r>
                      <a:r>
                        <a:rPr lang="ko-KR" altLang="en-US" sz="1300" b="0" i="0" u="none" strike="noStrike" noProof="0">
                          <a:solidFill>
                            <a:srgbClr val="243447"/>
                          </a:solidFill>
                          <a:effectLst/>
                        </a:rPr>
                        <a:t> </a:t>
                      </a:r>
                      <a:r>
                        <a:rPr lang="en-US" altLang="ko-KR" sz="1300" b="0" i="0" u="none" strike="noStrike" noProof="0">
                          <a:solidFill>
                            <a:srgbClr val="243447"/>
                          </a:solidFill>
                          <a:effectLst/>
                        </a:rPr>
                        <a:t>material</a:t>
                      </a:r>
                      <a:r>
                        <a:rPr lang="ko-KR" sz="1300" b="0" i="0" u="none" strike="noStrike" noProof="0">
                          <a:solidFill>
                            <a:srgbClr val="243447"/>
                          </a:solidFill>
                          <a:effectLst/>
                        </a:rPr>
                        <a:t>.</a:t>
                      </a:r>
                      <a:endParaRPr lang="en-US" altLang="ko-KR" b="0" i="0" u="none" strike="noStrike" noProof="0"/>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4204105377"/>
                  </a:ext>
                </a:extLst>
              </a:tr>
              <a:tr h="314325">
                <a:tc>
                  <a:txBody>
                    <a:bodyPr/>
                    <a:lstStyle/>
                    <a:p>
                      <a:pPr algn="l">
                        <a:buNone/>
                      </a:pPr>
                      <a:r>
                        <a:rPr lang="ko-KR" sz="1300" b="1">
                          <a:solidFill>
                            <a:srgbClr val="243447"/>
                          </a:solidFill>
                          <a:effectLst/>
                          <a:latin typeface="Arial" panose="020B0604020202020204" pitchFamily="34" charset="0"/>
                          <a:ea typeface="Arial" panose="020B0604020202020204" pitchFamily="34" charset="0"/>
                        </a:rPr>
                        <a:t>D4-05</a:t>
                      </a:r>
                      <a:endParaRPr lang="ko-KR" sz="1300" b="1">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a:solidFill>
                            <a:srgbClr val="243447"/>
                          </a:solidFill>
                          <a:effectLst/>
                          <a:latin typeface="Arial" panose="020B0604020202020204" pitchFamily="34" charset="0"/>
                          <a:ea typeface="Arial" panose="020B0604020202020204" pitchFamily="34" charset="0"/>
                        </a:rPr>
                        <a:t>AI agent action control</a:t>
                      </a:r>
                      <a:endParaRPr lang="ko-KR" sz="1300">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b="1">
                          <a:solidFill>
                            <a:srgbClr val="956319"/>
                          </a:solidFill>
                          <a:effectLst/>
                          <a:latin typeface="Arial" panose="020B0604020202020204" pitchFamily="34" charset="0"/>
                          <a:ea typeface="Arial" panose="020B0604020202020204" pitchFamily="34" charset="0"/>
                        </a:rPr>
                        <a:t>◐</a:t>
                      </a:r>
                      <a:endParaRPr lang="ko-KR" sz="1300" b="1">
                        <a:solidFill>
                          <a:srgbClr val="956319"/>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lvl="0" algn="l">
                        <a:buNone/>
                      </a:pPr>
                      <a:r>
                        <a:rPr lang="en-US" altLang="ko-KR" sz="1300" b="0" i="0" u="none" strike="noStrike" noProof="0">
                          <a:solidFill>
                            <a:srgbClr val="243447"/>
                          </a:solidFill>
                          <a:effectLst/>
                        </a:rPr>
                        <a:t>GenAI</a:t>
                      </a:r>
                      <a:r>
                        <a:rPr lang="ko-KR" altLang="en-US" sz="1300" b="0" i="0" u="none" strike="noStrike" noProof="0">
                          <a:solidFill>
                            <a:srgbClr val="243447"/>
                          </a:solidFill>
                          <a:effectLst/>
                        </a:rPr>
                        <a:t> </a:t>
                      </a:r>
                      <a:r>
                        <a:rPr lang="en-US" altLang="ko-KR" sz="1300" b="0" i="0" u="none" strike="noStrike" noProof="0">
                          <a:solidFill>
                            <a:srgbClr val="243447"/>
                          </a:solidFill>
                          <a:effectLst/>
                        </a:rPr>
                        <a:t>application</a:t>
                      </a:r>
                      <a:r>
                        <a:rPr lang="ko-KR" altLang="en-US" sz="1300" b="0" i="0" u="none" strike="noStrike" noProof="0">
                          <a:solidFill>
                            <a:srgbClr val="243447"/>
                          </a:solidFill>
                          <a:effectLst/>
                        </a:rPr>
                        <a:t> </a:t>
                      </a:r>
                      <a:r>
                        <a:rPr lang="en-US" altLang="ko-KR" sz="1300" b="0" i="0" u="none" strike="noStrike" noProof="0">
                          <a:solidFill>
                            <a:srgbClr val="243447"/>
                          </a:solidFill>
                          <a:effectLst/>
                        </a:rPr>
                        <a:t>execution</a:t>
                      </a:r>
                      <a:r>
                        <a:rPr lang="ko-KR" altLang="en-US" sz="1300" b="0" i="0" u="none" strike="noStrike" noProof="0">
                          <a:solidFill>
                            <a:srgbClr val="243447"/>
                          </a:solidFill>
                          <a:effectLst/>
                        </a:rPr>
                        <a:t> </a:t>
                      </a:r>
                      <a:r>
                        <a:rPr lang="en-US" altLang="ko-KR" sz="1300" b="0" i="0" u="none" strike="noStrike" noProof="0">
                          <a:solidFill>
                            <a:srgbClr val="243447"/>
                          </a:solidFill>
                          <a:effectLst/>
                        </a:rPr>
                        <a:t>and</a:t>
                      </a:r>
                      <a:r>
                        <a:rPr lang="ko-KR" altLang="en-US" sz="1300" b="0" i="0" u="none" strike="noStrike" noProof="0">
                          <a:solidFill>
                            <a:srgbClr val="243447"/>
                          </a:solidFill>
                          <a:effectLst/>
                        </a:rPr>
                        <a:t> </a:t>
                      </a:r>
                      <a:r>
                        <a:rPr lang="en-US" altLang="ko-KR" sz="1300" b="0" i="0" u="none" strike="noStrike" noProof="0">
                          <a:solidFill>
                            <a:srgbClr val="243447"/>
                          </a:solidFill>
                          <a:effectLst/>
                        </a:rPr>
                        <a:t>file-attachment</a:t>
                      </a:r>
                      <a:r>
                        <a:rPr lang="ko-KR" altLang="en-US" sz="1300" b="0" i="0" u="none" strike="noStrike" noProof="0">
                          <a:solidFill>
                            <a:srgbClr val="243447"/>
                          </a:solidFill>
                          <a:effectLst/>
                        </a:rPr>
                        <a:t> </a:t>
                      </a:r>
                      <a:r>
                        <a:rPr lang="en-US" altLang="ko-KR" sz="1300" b="0" i="0" u="none" strike="noStrike" noProof="0">
                          <a:solidFill>
                            <a:srgbClr val="243447"/>
                          </a:solidFill>
                          <a:effectLst/>
                        </a:rPr>
                        <a:t>controls</a:t>
                      </a:r>
                      <a:r>
                        <a:rPr lang="ko-KR" altLang="en-US" sz="1300" b="0" i="0" u="none" strike="noStrike" noProof="0">
                          <a:solidFill>
                            <a:srgbClr val="243447"/>
                          </a:solidFill>
                          <a:effectLst/>
                        </a:rPr>
                        <a:t> </a:t>
                      </a:r>
                      <a:r>
                        <a:rPr lang="en-US" altLang="ko-KR" sz="1300" b="0" i="0" u="none" strike="noStrike" noProof="0">
                          <a:solidFill>
                            <a:srgbClr val="243447"/>
                          </a:solidFill>
                          <a:effectLst/>
                        </a:rPr>
                        <a:t>are</a:t>
                      </a:r>
                      <a:r>
                        <a:rPr lang="ko-KR" altLang="en-US" sz="1300" b="0" i="0" u="none" strike="noStrike" noProof="0">
                          <a:solidFill>
                            <a:srgbClr val="243447"/>
                          </a:solidFill>
                          <a:effectLst/>
                        </a:rPr>
                        <a:t> </a:t>
                      </a:r>
                      <a:r>
                        <a:rPr lang="en-US" altLang="ko-KR" sz="1300" b="0" i="0" u="none" strike="noStrike" noProof="0">
                          <a:solidFill>
                            <a:srgbClr val="243447"/>
                          </a:solidFill>
                          <a:effectLst/>
                        </a:rPr>
                        <a:t>documented,</a:t>
                      </a:r>
                      <a:r>
                        <a:rPr lang="ko-KR" altLang="en-US" sz="1300" b="0" i="0" u="none" strike="noStrike" noProof="0">
                          <a:solidFill>
                            <a:srgbClr val="243447"/>
                          </a:solidFill>
                          <a:effectLst/>
                        </a:rPr>
                        <a:t> </a:t>
                      </a:r>
                      <a:r>
                        <a:rPr lang="en-US" altLang="ko-KR" sz="1300" b="0" i="0" u="none" strike="noStrike" noProof="0">
                          <a:solidFill>
                            <a:srgbClr val="243447"/>
                          </a:solidFill>
                          <a:effectLst/>
                        </a:rPr>
                        <a:t>but</a:t>
                      </a:r>
                      <a:r>
                        <a:rPr lang="ko-KR" altLang="en-US" sz="1300" b="0" i="0" u="none" strike="noStrike" noProof="0">
                          <a:solidFill>
                            <a:srgbClr val="243447"/>
                          </a:solidFill>
                          <a:effectLst/>
                        </a:rPr>
                        <a:t> </a:t>
                      </a:r>
                      <a:r>
                        <a:rPr lang="en-US" altLang="ko-KR" sz="1300" b="0" i="0" u="none" strike="noStrike" noProof="0">
                          <a:solidFill>
                            <a:srgbClr val="243447"/>
                          </a:solidFill>
                          <a:effectLst/>
                        </a:rPr>
                        <a:t>action-level</a:t>
                      </a:r>
                      <a:r>
                        <a:rPr lang="ko-KR" altLang="en-US" sz="1300" b="0" i="0" u="none" strike="noStrike" noProof="0">
                          <a:solidFill>
                            <a:srgbClr val="243447"/>
                          </a:solidFill>
                          <a:effectLst/>
                        </a:rPr>
                        <a:t> </a:t>
                      </a:r>
                      <a:r>
                        <a:rPr lang="ko-KR" sz="1300" b="0" i="0" u="none" strike="noStrike" noProof="0">
                          <a:solidFill>
                            <a:srgbClr val="243447"/>
                          </a:solidFill>
                          <a:effectLst/>
                        </a:rPr>
                        <a:t>agent/</a:t>
                      </a:r>
                      <a:r>
                        <a:rPr lang="en-US" altLang="ko-KR" sz="1300" b="0" i="0" u="none" strike="noStrike" noProof="0">
                          <a:solidFill>
                            <a:srgbClr val="243447"/>
                          </a:solidFill>
                          <a:effectLst/>
                        </a:rPr>
                        <a:t>tool</a:t>
                      </a:r>
                      <a:r>
                        <a:rPr lang="ko-KR" sz="1300" b="0" i="0" u="none" strike="noStrike" noProof="0">
                          <a:solidFill>
                            <a:srgbClr val="243447"/>
                          </a:solidFill>
                          <a:effectLst/>
                        </a:rPr>
                        <a:t>/MCP </a:t>
                      </a:r>
                      <a:r>
                        <a:rPr lang="en-US" altLang="ko-KR" sz="1300" b="0" i="0" u="none" strike="noStrike" noProof="0">
                          <a:solidFill>
                            <a:srgbClr val="243447"/>
                          </a:solidFill>
                          <a:effectLst/>
                        </a:rPr>
                        <a:t>control</a:t>
                      </a:r>
                      <a:r>
                        <a:rPr lang="ko-KR" altLang="en-US" sz="1300" b="0" i="0" u="none" strike="noStrike" noProof="0">
                          <a:solidFill>
                            <a:srgbClr val="243447"/>
                          </a:solidFill>
                          <a:effectLst/>
                        </a:rPr>
                        <a:t> </a:t>
                      </a:r>
                      <a:r>
                        <a:rPr lang="en-US" altLang="ko-KR" sz="1300" b="0" i="0" u="none" strike="noStrike" noProof="0">
                          <a:solidFill>
                            <a:srgbClr val="243447"/>
                          </a:solidFill>
                          <a:effectLst/>
                        </a:rPr>
                        <a:t>is</a:t>
                      </a:r>
                      <a:r>
                        <a:rPr lang="ko-KR" altLang="en-US" sz="1300" b="0" i="0" u="none" strike="noStrike" noProof="0">
                          <a:solidFill>
                            <a:srgbClr val="243447"/>
                          </a:solidFill>
                          <a:effectLst/>
                        </a:rPr>
                        <a:t> </a:t>
                      </a:r>
                      <a:r>
                        <a:rPr lang="en-US" altLang="ko-KR" sz="1300" b="0" i="0" u="none" strike="noStrike" noProof="0">
                          <a:solidFill>
                            <a:srgbClr val="243447"/>
                          </a:solidFill>
                          <a:effectLst/>
                        </a:rPr>
                        <a:t>not</a:t>
                      </a:r>
                      <a:r>
                        <a:rPr lang="ko-KR" altLang="en-US" sz="1300" b="0" i="0" u="none" strike="noStrike" noProof="0">
                          <a:solidFill>
                            <a:srgbClr val="243447"/>
                          </a:solidFill>
                          <a:effectLst/>
                        </a:rPr>
                        <a:t> </a:t>
                      </a:r>
                      <a:r>
                        <a:rPr lang="en-US" altLang="ko-KR" sz="1300" b="0" i="0" u="none" strike="noStrike" noProof="0">
                          <a:solidFill>
                            <a:srgbClr val="243447"/>
                          </a:solidFill>
                          <a:effectLst/>
                        </a:rPr>
                        <a:t>established</a:t>
                      </a:r>
                      <a:r>
                        <a:rPr lang="ko-KR" sz="1300" b="0" i="0" u="none" strike="noStrike" noProof="0">
                          <a:solidFill>
                            <a:srgbClr val="243447"/>
                          </a:solidFill>
                          <a:effectLst/>
                        </a:rPr>
                        <a:t>. [</a:t>
                      </a:r>
                      <a:r>
                        <a:rPr lang="en-US" altLang="ko-KR" sz="1300" b="0" i="0" u="none" strike="noStrike" noProof="0">
                          <a:solidFill>
                            <a:srgbClr val="243447"/>
                          </a:solidFill>
                          <a:effectLst/>
                        </a:rPr>
                        <a:t>J1</a:t>
                      </a:r>
                      <a:r>
                        <a:rPr lang="ko-KR" sz="1300" b="0" i="0" u="none" strike="noStrike" noProof="0">
                          <a:solidFill>
                            <a:srgbClr val="243447"/>
                          </a:solidFill>
                          <a:effectLst/>
                        </a:rPr>
                        <a:t>]</a:t>
                      </a:r>
                      <a:endParaRPr lang="en-US" altLang="ko-KR" b="0" i="0" u="none" strike="noStrike" noProof="0"/>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32996835"/>
                  </a:ext>
                </a:extLst>
              </a:tr>
              <a:tr h="314325">
                <a:tc>
                  <a:txBody>
                    <a:bodyPr/>
                    <a:lstStyle/>
                    <a:p>
                      <a:pPr algn="l">
                        <a:buNone/>
                      </a:pPr>
                      <a:r>
                        <a:rPr lang="ko-KR" sz="1300" b="1">
                          <a:solidFill>
                            <a:srgbClr val="243447"/>
                          </a:solidFill>
                          <a:effectLst/>
                          <a:latin typeface="Arial" panose="020B0604020202020204" pitchFamily="34" charset="0"/>
                          <a:ea typeface="Arial" panose="020B0604020202020204" pitchFamily="34" charset="0"/>
                        </a:rPr>
                        <a:t>D4-06</a:t>
                      </a:r>
                      <a:endParaRPr lang="ko-KR" sz="1300" b="1">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a:solidFill>
                            <a:srgbClr val="243447"/>
                          </a:solidFill>
                          <a:effectLst/>
                          <a:latin typeface="Arial" panose="020B0604020202020204" pitchFamily="34" charset="0"/>
                          <a:ea typeface="Arial" panose="020B0604020202020204" pitchFamily="34" charset="0"/>
                        </a:rPr>
                        <a:t>Enforcement off corporate network</a:t>
                      </a:r>
                      <a:endParaRPr lang="ko-KR" sz="1300">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b="1">
                          <a:solidFill>
                            <a:srgbClr val="5E6C7A"/>
                          </a:solidFill>
                          <a:effectLst/>
                          <a:latin typeface="Arial" panose="020B0604020202020204" pitchFamily="34" charset="0"/>
                          <a:ea typeface="Arial" panose="020B0604020202020204" pitchFamily="34" charset="0"/>
                        </a:rPr>
                        <a:t>?</a:t>
                      </a:r>
                      <a:endParaRPr lang="ko-KR" sz="1300" b="1">
                        <a:solidFill>
                          <a:srgbClr val="5E6C7A"/>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lvl="0" algn="l">
                        <a:buNone/>
                      </a:pPr>
                      <a:r>
                        <a:rPr lang="en-US" altLang="ko-KR" sz="1300" b="0" i="0" u="none" strike="noStrike" noProof="0">
                          <a:solidFill>
                            <a:srgbClr val="243447"/>
                          </a:solidFill>
                          <a:effectLst/>
                        </a:rPr>
                        <a:t>PCFILTER</a:t>
                      </a:r>
                      <a:r>
                        <a:rPr lang="ko-KR" altLang="en-US" sz="1300" b="0" i="0" u="none" strike="noStrike" noProof="0">
                          <a:solidFill>
                            <a:srgbClr val="243447"/>
                          </a:solidFill>
                          <a:effectLst/>
                        </a:rPr>
                        <a:t> </a:t>
                      </a:r>
                      <a:r>
                        <a:rPr lang="en-US" altLang="ko-KR" sz="1300" b="0" i="0" u="none" strike="noStrike" noProof="0">
                          <a:solidFill>
                            <a:srgbClr val="243447"/>
                          </a:solidFill>
                          <a:effectLst/>
                        </a:rPr>
                        <a:t>uses</a:t>
                      </a:r>
                      <a:r>
                        <a:rPr lang="ko-KR" altLang="en-US" sz="1300" b="0" i="0" u="none" strike="noStrike" noProof="0">
                          <a:solidFill>
                            <a:srgbClr val="243447"/>
                          </a:solidFill>
                          <a:effectLst/>
                        </a:rPr>
                        <a:t> </a:t>
                      </a:r>
                      <a:r>
                        <a:rPr lang="en-US" altLang="ko-KR" sz="1300" b="0" i="0" u="none" strike="noStrike" noProof="0">
                          <a:solidFill>
                            <a:srgbClr val="243447"/>
                          </a:solidFill>
                          <a:effectLst/>
                        </a:rPr>
                        <a:t>an</a:t>
                      </a:r>
                      <a:r>
                        <a:rPr lang="ko-KR" altLang="en-US" sz="1300" b="0" i="0" u="none" strike="noStrike" noProof="0">
                          <a:solidFill>
                            <a:srgbClr val="243447"/>
                          </a:solidFill>
                          <a:effectLst/>
                        </a:rPr>
                        <a:t> </a:t>
                      </a:r>
                      <a:r>
                        <a:rPr lang="en-US" altLang="ko-KR" sz="1300" b="0" i="0" u="none" strike="noStrike" noProof="0">
                          <a:solidFill>
                            <a:srgbClr val="243447"/>
                          </a:solidFill>
                          <a:effectLst/>
                        </a:rPr>
                        <a:t>endpoint</a:t>
                      </a:r>
                      <a:r>
                        <a:rPr lang="ko-KR" altLang="en-US" sz="1300" b="0" i="0" u="none" strike="noStrike" noProof="0">
                          <a:solidFill>
                            <a:srgbClr val="243447"/>
                          </a:solidFill>
                          <a:effectLst/>
                        </a:rPr>
                        <a:t> </a:t>
                      </a:r>
                      <a:r>
                        <a:rPr lang="en-US" altLang="ko-KR" sz="1300" b="0" i="0" u="none" strike="noStrike" noProof="0">
                          <a:solidFill>
                            <a:srgbClr val="243447"/>
                          </a:solidFill>
                          <a:effectLst/>
                        </a:rPr>
                        <a:t>agent</a:t>
                      </a:r>
                      <a:r>
                        <a:rPr lang="ko-KR" altLang="en-US" sz="1300" b="0" i="0" u="none" strike="noStrike" noProof="0">
                          <a:solidFill>
                            <a:srgbClr val="243447"/>
                          </a:solidFill>
                          <a:effectLst/>
                        </a:rPr>
                        <a:t> </a:t>
                      </a:r>
                      <a:r>
                        <a:rPr lang="en-US" altLang="ko-KR" sz="1300" b="0" i="0" u="none" strike="noStrike" noProof="0">
                          <a:solidFill>
                            <a:srgbClr val="243447"/>
                          </a:solidFill>
                          <a:effectLst/>
                        </a:rPr>
                        <a:t>and</a:t>
                      </a:r>
                      <a:r>
                        <a:rPr lang="ko-KR" altLang="en-US" sz="1300" b="0" i="0" u="none" strike="noStrike" noProof="0">
                          <a:solidFill>
                            <a:srgbClr val="243447"/>
                          </a:solidFill>
                          <a:effectLst/>
                        </a:rPr>
                        <a:t> </a:t>
                      </a:r>
                      <a:r>
                        <a:rPr lang="en-US" altLang="ko-KR" sz="1300" b="0" i="0" u="none" strike="noStrike" noProof="0">
                          <a:solidFill>
                            <a:srgbClr val="243447"/>
                          </a:solidFill>
                          <a:effectLst/>
                        </a:rPr>
                        <a:t>supports</a:t>
                      </a:r>
                      <a:r>
                        <a:rPr lang="ko-KR" altLang="en-US" sz="1300" b="0" i="0" u="none" strike="noStrike" noProof="0">
                          <a:solidFill>
                            <a:srgbClr val="243447"/>
                          </a:solidFill>
                          <a:effectLst/>
                        </a:rPr>
                        <a:t> </a:t>
                      </a:r>
                      <a:r>
                        <a:rPr lang="en-US" altLang="ko-KR" sz="1300" b="0" i="0" u="none" strike="noStrike" noProof="0">
                          <a:solidFill>
                            <a:srgbClr val="243447"/>
                          </a:solidFill>
                          <a:effectLst/>
                        </a:rPr>
                        <a:t>both</a:t>
                      </a:r>
                      <a:r>
                        <a:rPr lang="ko-KR" altLang="en-US" sz="1300" b="0" i="0" u="none" strike="noStrike" noProof="0">
                          <a:solidFill>
                            <a:srgbClr val="243447"/>
                          </a:solidFill>
                          <a:effectLst/>
                        </a:rPr>
                        <a:t> </a:t>
                      </a:r>
                      <a:r>
                        <a:rPr lang="en-US" altLang="ko-KR" sz="1300" b="0" i="0" u="none" strike="noStrike" noProof="0">
                          <a:solidFill>
                            <a:srgbClr val="243447"/>
                          </a:solidFill>
                          <a:effectLst/>
                        </a:rPr>
                        <a:t>cloud</a:t>
                      </a:r>
                      <a:r>
                        <a:rPr lang="ko-KR" altLang="en-US" sz="1300" b="0" i="0" u="none" strike="noStrike" noProof="0">
                          <a:solidFill>
                            <a:srgbClr val="243447"/>
                          </a:solidFill>
                          <a:effectLst/>
                        </a:rPr>
                        <a:t> </a:t>
                      </a:r>
                      <a:r>
                        <a:rPr lang="en-US" altLang="ko-KR" sz="1300" b="0" i="0" u="none" strike="noStrike" noProof="0">
                          <a:solidFill>
                            <a:srgbClr val="243447"/>
                          </a:solidFill>
                          <a:effectLst/>
                        </a:rPr>
                        <a:t>and</a:t>
                      </a:r>
                      <a:r>
                        <a:rPr lang="ko-KR" altLang="en-US" sz="1300" b="0" i="0" u="none" strike="noStrike" noProof="0">
                          <a:solidFill>
                            <a:srgbClr val="243447"/>
                          </a:solidFill>
                          <a:effectLst/>
                        </a:rPr>
                        <a:t> </a:t>
                      </a:r>
                      <a:r>
                        <a:rPr lang="en-US" altLang="ko-KR" sz="1300" b="0" i="0" u="none" strike="noStrike" noProof="0">
                          <a:solidFill>
                            <a:srgbClr val="243447"/>
                          </a:solidFill>
                          <a:effectLst/>
                        </a:rPr>
                        <a:t>on-prem</a:t>
                      </a:r>
                      <a:r>
                        <a:rPr lang="ko-KR" altLang="en-US" sz="1300" b="0" i="0" u="none" strike="noStrike" noProof="0">
                          <a:solidFill>
                            <a:srgbClr val="243447"/>
                          </a:solidFill>
                          <a:effectLst/>
                        </a:rPr>
                        <a:t> </a:t>
                      </a:r>
                      <a:r>
                        <a:rPr lang="en-US" altLang="ko-KR" sz="1300" b="0" i="0" u="none" strike="noStrike" noProof="0">
                          <a:solidFill>
                            <a:srgbClr val="243447"/>
                          </a:solidFill>
                          <a:effectLst/>
                        </a:rPr>
                        <a:t>deployment,</a:t>
                      </a:r>
                      <a:r>
                        <a:rPr lang="ko-KR" altLang="en-US" sz="1300" b="0" i="0" u="none" strike="noStrike" noProof="0">
                          <a:solidFill>
                            <a:srgbClr val="243447"/>
                          </a:solidFill>
                          <a:effectLst/>
                        </a:rPr>
                        <a:t> </a:t>
                      </a:r>
                      <a:r>
                        <a:rPr lang="en-US" altLang="ko-KR" sz="1300" b="0" i="0" u="none" strike="noStrike" noProof="0">
                          <a:solidFill>
                            <a:srgbClr val="243447"/>
                          </a:solidFill>
                          <a:effectLst/>
                        </a:rPr>
                        <a:t>suggesting</a:t>
                      </a:r>
                      <a:r>
                        <a:rPr lang="ko-KR" altLang="en-US" sz="1300" b="0" i="0" u="none" strike="noStrike" noProof="0">
                          <a:solidFill>
                            <a:srgbClr val="243447"/>
                          </a:solidFill>
                          <a:effectLst/>
                        </a:rPr>
                        <a:t> </a:t>
                      </a:r>
                      <a:r>
                        <a:rPr lang="en-US" altLang="ko-KR" sz="1300" b="0" i="0" u="none" strike="noStrike" noProof="0">
                          <a:solidFill>
                            <a:srgbClr val="243447"/>
                          </a:solidFill>
                          <a:effectLst/>
                        </a:rPr>
                        <a:t>endpoint-based</a:t>
                      </a:r>
                      <a:r>
                        <a:rPr lang="ko-KR" altLang="en-US" sz="1300" b="0" i="0" u="none" strike="noStrike" noProof="0">
                          <a:solidFill>
                            <a:srgbClr val="243447"/>
                          </a:solidFill>
                          <a:effectLst/>
                        </a:rPr>
                        <a:t> </a:t>
                      </a:r>
                      <a:r>
                        <a:rPr lang="ko-KR" sz="1300" b="0" i="0" u="none" strike="noStrike" noProof="0">
                          <a:solidFill>
                            <a:srgbClr val="243447"/>
                          </a:solidFill>
                          <a:effectLst/>
                        </a:rPr>
                        <a:t>control; </a:t>
                      </a:r>
                      <a:r>
                        <a:rPr lang="en-US" altLang="ko-KR" sz="1300" b="0" i="0" u="none" strike="noStrike" noProof="0">
                          <a:solidFill>
                            <a:srgbClr val="243447"/>
                          </a:solidFill>
                          <a:effectLst/>
                        </a:rPr>
                        <a:t>explicit</a:t>
                      </a:r>
                      <a:r>
                        <a:rPr lang="ko-KR" altLang="en-US" sz="1300" b="0" i="0" u="none" strike="noStrike" noProof="0">
                          <a:solidFill>
                            <a:srgbClr val="243447"/>
                          </a:solidFill>
                          <a:effectLst/>
                        </a:rPr>
                        <a:t> </a:t>
                      </a:r>
                      <a:r>
                        <a:rPr lang="en-US" altLang="ko-KR" sz="1300" b="0" i="0" u="none" strike="noStrike" noProof="0">
                          <a:solidFill>
                            <a:srgbClr val="243447"/>
                          </a:solidFill>
                          <a:effectLst/>
                        </a:rPr>
                        <a:t>off-network</a:t>
                      </a:r>
                      <a:r>
                        <a:rPr lang="ko-KR" altLang="en-US" sz="1300" b="0" i="0" u="none" strike="noStrike" noProof="0">
                          <a:solidFill>
                            <a:srgbClr val="243447"/>
                          </a:solidFill>
                          <a:effectLst/>
                        </a:rPr>
                        <a:t> </a:t>
                      </a:r>
                      <a:r>
                        <a:rPr lang="en-US" altLang="ko-KR" sz="1300" b="0" i="0" u="none" strike="noStrike" noProof="0">
                          <a:solidFill>
                            <a:srgbClr val="243447"/>
                          </a:solidFill>
                          <a:effectLst/>
                        </a:rPr>
                        <a:t>AI</a:t>
                      </a:r>
                      <a:r>
                        <a:rPr lang="ko-KR" altLang="en-US" sz="1300" b="0" i="0" u="none" strike="noStrike" noProof="0">
                          <a:solidFill>
                            <a:srgbClr val="243447"/>
                          </a:solidFill>
                          <a:effectLst/>
                        </a:rPr>
                        <a:t> </a:t>
                      </a:r>
                      <a:r>
                        <a:rPr lang="en-US" altLang="ko-KR" sz="1300" b="0" i="0" u="none" strike="noStrike" noProof="0">
                          <a:solidFill>
                            <a:srgbClr val="243447"/>
                          </a:solidFill>
                          <a:effectLst/>
                        </a:rPr>
                        <a:t>enforcement</a:t>
                      </a:r>
                      <a:r>
                        <a:rPr lang="ko-KR" altLang="en-US" sz="1300" b="0" i="0" u="none" strike="noStrike" noProof="0">
                          <a:solidFill>
                            <a:srgbClr val="243447"/>
                          </a:solidFill>
                          <a:effectLst/>
                        </a:rPr>
                        <a:t> </a:t>
                      </a:r>
                      <a:r>
                        <a:rPr lang="en-US" altLang="ko-KR" sz="1300" b="0" i="0" u="none" strike="noStrike" noProof="0">
                          <a:solidFill>
                            <a:srgbClr val="243447"/>
                          </a:solidFill>
                          <a:effectLst/>
                        </a:rPr>
                        <a:t>behavior</a:t>
                      </a:r>
                      <a:r>
                        <a:rPr lang="ko-KR" altLang="en-US" sz="1300" b="0" i="0" u="none" strike="noStrike" noProof="0">
                          <a:solidFill>
                            <a:srgbClr val="243447"/>
                          </a:solidFill>
                          <a:effectLst/>
                        </a:rPr>
                        <a:t> </a:t>
                      </a:r>
                      <a:r>
                        <a:rPr lang="ko-KR" sz="1300" b="0" i="0" u="none" strike="noStrike" noProof="0">
                          <a:solidFill>
                            <a:srgbClr val="243447"/>
                          </a:solidFill>
                          <a:effectLst/>
                        </a:rPr>
                        <a:t>is </a:t>
                      </a:r>
                      <a:r>
                        <a:rPr lang="en-US" altLang="ko-KR" sz="1300" b="0" i="0" u="none" strike="noStrike" noProof="0">
                          <a:solidFill>
                            <a:srgbClr val="243447"/>
                          </a:solidFill>
                          <a:effectLst/>
                        </a:rPr>
                        <a:t>not</a:t>
                      </a:r>
                      <a:r>
                        <a:rPr lang="ko-KR" altLang="en-US" sz="1300" b="0" i="0" u="none" strike="noStrike" noProof="0">
                          <a:solidFill>
                            <a:srgbClr val="243447"/>
                          </a:solidFill>
                          <a:effectLst/>
                        </a:rPr>
                        <a:t> </a:t>
                      </a:r>
                      <a:r>
                        <a:rPr lang="en-US" altLang="ko-KR" sz="1300" b="0" i="0" u="none" strike="noStrike" noProof="0">
                          <a:solidFill>
                            <a:srgbClr val="243447"/>
                          </a:solidFill>
                          <a:effectLst/>
                        </a:rPr>
                        <a:t>separately</a:t>
                      </a:r>
                      <a:r>
                        <a:rPr lang="ko-KR" altLang="en-US" sz="1300" b="0" i="0" u="none" strike="noStrike" noProof="0">
                          <a:solidFill>
                            <a:srgbClr val="243447"/>
                          </a:solidFill>
                          <a:effectLst/>
                        </a:rPr>
                        <a:t> </a:t>
                      </a:r>
                      <a:r>
                        <a:rPr lang="en-US" altLang="ko-KR" sz="1300" b="0" i="0" u="none" strike="noStrike" noProof="0">
                          <a:solidFill>
                            <a:srgbClr val="243447"/>
                          </a:solidFill>
                          <a:effectLst/>
                        </a:rPr>
                        <a:t>documented</a:t>
                      </a:r>
                      <a:r>
                        <a:rPr lang="ko-KR" sz="1300" b="0" i="0" u="none" strike="noStrike" noProof="0">
                          <a:solidFill>
                            <a:srgbClr val="243447"/>
                          </a:solidFill>
                          <a:effectLst/>
                        </a:rPr>
                        <a:t>. [</a:t>
                      </a:r>
                      <a:r>
                        <a:rPr lang="en-US" altLang="ko-KR" sz="1300" b="0" i="0" u="none" strike="noStrike" noProof="0">
                          <a:solidFill>
                            <a:srgbClr val="243447"/>
                          </a:solidFill>
                          <a:effectLst/>
                        </a:rPr>
                        <a:t>J1</a:t>
                      </a:r>
                      <a:r>
                        <a:rPr lang="ko-KR" sz="1300" b="0" i="0" u="none" strike="noStrike" noProof="0">
                          <a:solidFill>
                            <a:srgbClr val="243447"/>
                          </a:solidFill>
                          <a:effectLst/>
                        </a:rPr>
                        <a:t>]</a:t>
                      </a:r>
                      <a:endParaRPr lang="en-US" altLang="ko-KR" b="0" i="0" u="none" strike="noStrike" noProof="0"/>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327833627"/>
                  </a:ext>
                </a:extLst>
              </a:tr>
              <a:tr h="314325">
                <a:tc>
                  <a:txBody>
                    <a:bodyPr/>
                    <a:lstStyle/>
                    <a:p>
                      <a:pPr algn="l">
                        <a:buNone/>
                      </a:pPr>
                      <a:r>
                        <a:rPr lang="ko-KR" sz="1300" b="1">
                          <a:solidFill>
                            <a:srgbClr val="243447"/>
                          </a:solidFill>
                          <a:effectLst/>
                          <a:latin typeface="Arial" panose="020B0604020202020204" pitchFamily="34" charset="0"/>
                          <a:ea typeface="Arial" panose="020B0604020202020204" pitchFamily="34" charset="0"/>
                        </a:rPr>
                        <a:t>D4-07</a:t>
                      </a:r>
                      <a:endParaRPr lang="ko-KR" sz="1300" b="1">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a:solidFill>
                            <a:srgbClr val="243447"/>
                          </a:solidFill>
                          <a:effectLst/>
                          <a:latin typeface="Arial" panose="020B0604020202020204" pitchFamily="34" charset="0"/>
                          <a:ea typeface="Arial" panose="020B0604020202020204" pitchFamily="34" charset="0"/>
                        </a:rPr>
                        <a:t>AI service coverage breadth</a:t>
                      </a:r>
                      <a:endParaRPr lang="ko-KR" sz="1300">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b="1">
                          <a:solidFill>
                            <a:srgbClr val="136F73"/>
                          </a:solidFill>
                          <a:effectLst/>
                          <a:latin typeface="Arial" panose="020B0604020202020204" pitchFamily="34" charset="0"/>
                          <a:ea typeface="Arial" panose="020B0604020202020204" pitchFamily="34" charset="0"/>
                        </a:rPr>
                        <a:t>●</a:t>
                      </a:r>
                      <a:endParaRPr lang="ko-KR" sz="1300" b="1">
                        <a:solidFill>
                          <a:srgbClr val="136F73"/>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lvl="0" algn="l">
                        <a:buNone/>
                      </a:pPr>
                      <a:r>
                        <a:rPr lang="en-US" altLang="ko-KR" sz="1300" b="0" i="0" u="none" strike="noStrike" noProof="0">
                          <a:solidFill>
                            <a:srgbClr val="243447"/>
                          </a:solidFill>
                          <a:effectLst/>
                        </a:rPr>
                        <a:t>Explicitly</a:t>
                      </a:r>
                      <a:r>
                        <a:rPr lang="ko-KR" altLang="en-US" sz="1300" b="0" i="0" u="none" strike="noStrike" noProof="0">
                          <a:solidFill>
                            <a:srgbClr val="243447"/>
                          </a:solidFill>
                          <a:effectLst/>
                        </a:rPr>
                        <a:t> </a:t>
                      </a:r>
                      <a:r>
                        <a:rPr lang="en-US" altLang="ko-KR" sz="1300" b="0" i="0" u="none" strike="noStrike" noProof="0">
                          <a:solidFill>
                            <a:srgbClr val="243447"/>
                          </a:solidFill>
                          <a:effectLst/>
                        </a:rPr>
                        <a:t>covers</a:t>
                      </a:r>
                      <a:r>
                        <a:rPr lang="ko-KR" altLang="en-US" sz="1300" b="0" i="0" u="none" strike="noStrike" noProof="0">
                          <a:solidFill>
                            <a:srgbClr val="243447"/>
                          </a:solidFill>
                          <a:effectLst/>
                        </a:rPr>
                        <a:t> </a:t>
                      </a:r>
                      <a:r>
                        <a:rPr lang="ko-KR" sz="1300" b="0" i="0" u="none" strike="noStrike" noProof="0">
                          <a:solidFill>
                            <a:srgbClr val="243447"/>
                          </a:solidFill>
                          <a:effectLst/>
                        </a:rPr>
                        <a:t>ChatGPT, Gemini</a:t>
                      </a:r>
                      <a:r>
                        <a:rPr lang="en-US" altLang="ko-KR" sz="1300" b="0" i="0" u="none" strike="noStrike" noProof="0">
                          <a:solidFill>
                            <a:srgbClr val="243447"/>
                          </a:solidFill>
                          <a:effectLst/>
                        </a:rPr>
                        <a:t>,</a:t>
                      </a:r>
                      <a:r>
                        <a:rPr lang="ko-KR" altLang="en-US" sz="1300" b="0" i="0" u="none" strike="noStrike" noProof="0">
                          <a:solidFill>
                            <a:srgbClr val="243447"/>
                          </a:solidFill>
                          <a:effectLst/>
                        </a:rPr>
                        <a:t> </a:t>
                      </a:r>
                      <a:r>
                        <a:rPr lang="en-US" altLang="ko-KR" sz="1300" b="0" i="0" u="none" strike="noStrike" noProof="0">
                          <a:solidFill>
                            <a:srgbClr val="243447"/>
                          </a:solidFill>
                          <a:effectLst/>
                        </a:rPr>
                        <a:t>Copilot,</a:t>
                      </a:r>
                      <a:r>
                        <a:rPr lang="ko-KR" altLang="en-US" sz="1300" b="0" i="0" u="none" strike="noStrike" noProof="0">
                          <a:solidFill>
                            <a:srgbClr val="243447"/>
                          </a:solidFill>
                          <a:effectLst/>
                        </a:rPr>
                        <a:t> </a:t>
                      </a:r>
                      <a:r>
                        <a:rPr lang="en-US" altLang="ko-KR" sz="1300" b="0" i="0" u="none" strike="noStrike" noProof="0">
                          <a:solidFill>
                            <a:srgbClr val="243447"/>
                          </a:solidFill>
                          <a:effectLst/>
                        </a:rPr>
                        <a:t>Claude</a:t>
                      </a:r>
                      <a:r>
                        <a:rPr lang="ko-KR" sz="1300" b="0" i="0" u="none" strike="noStrike" noProof="0">
                          <a:solidFill>
                            <a:srgbClr val="243447"/>
                          </a:solidFill>
                          <a:effectLst/>
                        </a:rPr>
                        <a:t> and </a:t>
                      </a:r>
                      <a:r>
                        <a:rPr lang="en-US" altLang="ko-KR" sz="1300" b="0" i="0" u="none" strike="noStrike" noProof="0">
                          <a:solidFill>
                            <a:srgbClr val="243447"/>
                          </a:solidFill>
                          <a:effectLst/>
                        </a:rPr>
                        <a:t>Naver</a:t>
                      </a:r>
                      <a:r>
                        <a:rPr lang="ko-KR" altLang="en-US" sz="1300" b="0" i="0" u="none" strike="noStrike" noProof="0">
                          <a:solidFill>
                            <a:srgbClr val="243447"/>
                          </a:solidFill>
                          <a:effectLst/>
                        </a:rPr>
                        <a:t> </a:t>
                      </a:r>
                      <a:r>
                        <a:rPr lang="en-US" altLang="ko-KR" sz="1300" b="0" i="0" u="none" strike="noStrike" noProof="0">
                          <a:solidFill>
                            <a:srgbClr val="243447"/>
                          </a:solidFill>
                          <a:effectLst/>
                        </a:rPr>
                        <a:t>Works</a:t>
                      </a:r>
                      <a:r>
                        <a:rPr lang="ko-KR" altLang="en-US" sz="1300" b="0" i="0" u="none" strike="noStrike" noProof="0">
                          <a:solidFill>
                            <a:srgbClr val="243447"/>
                          </a:solidFill>
                          <a:effectLst/>
                        </a:rPr>
                        <a:t> </a:t>
                      </a:r>
                      <a:r>
                        <a:rPr lang="en-US" altLang="ko-KR" sz="1300" b="0" i="0" u="none" strike="noStrike" noProof="0">
                          <a:solidFill>
                            <a:srgbClr val="243447"/>
                          </a:solidFill>
                          <a:effectLst/>
                        </a:rPr>
                        <a:t>AI,</a:t>
                      </a:r>
                      <a:r>
                        <a:rPr lang="ko-KR" altLang="en-US" sz="1300" b="0" i="0" u="none" strike="noStrike" noProof="0">
                          <a:solidFill>
                            <a:srgbClr val="243447"/>
                          </a:solidFill>
                          <a:effectLst/>
                        </a:rPr>
                        <a:t> </a:t>
                      </a:r>
                      <a:r>
                        <a:rPr lang="en-US" altLang="ko-KR" sz="1300" b="0" i="0" u="none" strike="noStrike" noProof="0">
                          <a:solidFill>
                            <a:srgbClr val="243447"/>
                          </a:solidFill>
                          <a:effectLst/>
                        </a:rPr>
                        <a:t>with</a:t>
                      </a:r>
                      <a:r>
                        <a:rPr lang="ko-KR" altLang="en-US" sz="1300" b="0" i="0" u="none" strike="noStrike" noProof="0">
                          <a:solidFill>
                            <a:srgbClr val="243447"/>
                          </a:solidFill>
                          <a:effectLst/>
                        </a:rPr>
                        <a:t> </a:t>
                      </a:r>
                      <a:r>
                        <a:rPr lang="en-US" altLang="ko-KR" sz="1300" b="0" i="0" u="none" strike="noStrike" noProof="0">
                          <a:solidFill>
                            <a:srgbClr val="243447"/>
                          </a:solidFill>
                          <a:effectLst/>
                        </a:rPr>
                        <a:t>additional</a:t>
                      </a:r>
                      <a:r>
                        <a:rPr lang="ko-KR" altLang="en-US" sz="1300" b="0" i="0" u="none" strike="noStrike" noProof="0">
                          <a:solidFill>
                            <a:srgbClr val="243447"/>
                          </a:solidFill>
                          <a:effectLst/>
                        </a:rPr>
                        <a:t> </a:t>
                      </a:r>
                      <a:r>
                        <a:rPr lang="en-US" altLang="ko-KR" sz="1300" b="0" i="0" u="none" strike="noStrike" noProof="0">
                          <a:solidFill>
                            <a:srgbClr val="243447"/>
                          </a:solidFill>
                          <a:effectLst/>
                        </a:rPr>
                        <a:t>services</a:t>
                      </a:r>
                      <a:r>
                        <a:rPr lang="ko-KR" altLang="en-US" sz="1300" b="0" i="0" u="none" strike="noStrike" noProof="0">
                          <a:solidFill>
                            <a:srgbClr val="243447"/>
                          </a:solidFill>
                          <a:effectLst/>
                        </a:rPr>
                        <a:t> </a:t>
                      </a:r>
                      <a:r>
                        <a:rPr lang="en-US" altLang="ko-KR" sz="1300" b="0" i="0" u="none" strike="noStrike" noProof="0">
                          <a:solidFill>
                            <a:srgbClr val="243447"/>
                          </a:solidFill>
                          <a:effectLst/>
                        </a:rPr>
                        <a:t>under</a:t>
                      </a:r>
                      <a:r>
                        <a:rPr lang="ko-KR" altLang="en-US" sz="1300" b="0" i="0" u="none" strike="noStrike" noProof="0">
                          <a:solidFill>
                            <a:srgbClr val="243447"/>
                          </a:solidFill>
                          <a:effectLst/>
                        </a:rPr>
                        <a:t> </a:t>
                      </a:r>
                      <a:r>
                        <a:rPr lang="en-US" altLang="ko-KR" sz="1300" b="0" i="0" u="none" strike="noStrike" noProof="0">
                          <a:solidFill>
                            <a:srgbClr val="243447"/>
                          </a:solidFill>
                          <a:effectLst/>
                        </a:rPr>
                        <a:t>expansion</a:t>
                      </a:r>
                      <a:r>
                        <a:rPr lang="ko-KR" sz="1300" b="0" i="0" u="none" strike="noStrike" noProof="0">
                          <a:solidFill>
                            <a:srgbClr val="243447"/>
                          </a:solidFill>
                          <a:effectLst/>
                        </a:rPr>
                        <a:t>. [</a:t>
                      </a:r>
                      <a:r>
                        <a:rPr lang="en-US" altLang="ko-KR" sz="1300" b="0" i="0" u="none" strike="noStrike" noProof="0">
                          <a:solidFill>
                            <a:srgbClr val="243447"/>
                          </a:solidFill>
                          <a:effectLst/>
                        </a:rPr>
                        <a:t>J1</a:t>
                      </a:r>
                      <a:r>
                        <a:rPr lang="ko-KR" sz="1300" b="0" i="0" u="none" strike="noStrike" noProof="0">
                          <a:solidFill>
                            <a:srgbClr val="243447"/>
                          </a:solidFill>
                          <a:effectLst/>
                        </a:rPr>
                        <a:t>]</a:t>
                      </a:r>
                      <a:endParaRPr lang="en-US" altLang="ko-KR" b="0" i="0" u="none" strike="noStrike" noProof="0"/>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3886257113"/>
                  </a:ext>
                </a:extLst>
              </a:tr>
              <a:tr h="314325">
                <a:tc>
                  <a:txBody>
                    <a:bodyPr/>
                    <a:lstStyle/>
                    <a:p>
                      <a:pPr algn="l">
                        <a:buNone/>
                      </a:pPr>
                      <a:r>
                        <a:rPr lang="ko-KR" sz="1300" b="1">
                          <a:solidFill>
                            <a:srgbClr val="243447"/>
                          </a:solidFill>
                          <a:effectLst/>
                          <a:latin typeface="Arial" panose="020B0604020202020204" pitchFamily="34" charset="0"/>
                          <a:ea typeface="Arial" panose="020B0604020202020204" pitchFamily="34" charset="0"/>
                        </a:rPr>
                        <a:t>D4-08</a:t>
                      </a:r>
                      <a:endParaRPr lang="ko-KR" sz="1300" b="1">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a:solidFill>
                            <a:srgbClr val="243447"/>
                          </a:solidFill>
                          <a:effectLst/>
                          <a:latin typeface="Arial" panose="020B0604020202020204" pitchFamily="34" charset="0"/>
                          <a:ea typeface="Arial" panose="020B0604020202020204" pitchFamily="34" charset="0"/>
                        </a:rPr>
                        <a:t>Shadow AI discovery / access control</a:t>
                      </a:r>
                      <a:endParaRPr lang="ko-KR" sz="1300">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b="1">
                          <a:solidFill>
                            <a:srgbClr val="956319"/>
                          </a:solidFill>
                          <a:effectLst/>
                          <a:latin typeface="Arial" panose="020B0604020202020204" pitchFamily="34" charset="0"/>
                          <a:ea typeface="Arial" panose="020B0604020202020204" pitchFamily="34" charset="0"/>
                        </a:rPr>
                        <a:t>◐</a:t>
                      </a:r>
                      <a:endParaRPr lang="ko-KR" sz="1300" b="1">
                        <a:solidFill>
                          <a:srgbClr val="956319"/>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lvl="0" algn="l">
                        <a:buNone/>
                      </a:pPr>
                      <a:r>
                        <a:rPr lang="en-US" altLang="ko-KR" sz="1300" b="0" i="0" u="none" strike="noStrike" noProof="0">
                          <a:solidFill>
                            <a:srgbClr val="243447"/>
                          </a:solidFill>
                          <a:effectLst/>
                        </a:rPr>
                        <a:t>AI-related</a:t>
                      </a:r>
                      <a:r>
                        <a:rPr lang="ko-KR" altLang="en-US" sz="1300" b="0" i="0" u="none" strike="noStrike" noProof="0">
                          <a:solidFill>
                            <a:srgbClr val="243447"/>
                          </a:solidFill>
                          <a:effectLst/>
                        </a:rPr>
                        <a:t> </a:t>
                      </a:r>
                      <a:r>
                        <a:rPr lang="en-US" altLang="ko-KR" sz="1300" b="0" i="0" u="none" strike="noStrike" noProof="0">
                          <a:solidFill>
                            <a:srgbClr val="243447"/>
                          </a:solidFill>
                          <a:effectLst/>
                        </a:rPr>
                        <a:t>URLs,</a:t>
                      </a:r>
                      <a:r>
                        <a:rPr lang="ko-KR" altLang="en-US" sz="1300" b="0" i="0" u="none" strike="noStrike" noProof="0">
                          <a:solidFill>
                            <a:srgbClr val="243447"/>
                          </a:solidFill>
                          <a:effectLst/>
                        </a:rPr>
                        <a:t> </a:t>
                      </a:r>
                      <a:r>
                        <a:rPr lang="en-US" altLang="ko-KR" sz="1300" b="0" i="0" u="none" strike="noStrike" noProof="0">
                          <a:solidFill>
                            <a:srgbClr val="243447"/>
                          </a:solidFill>
                          <a:effectLst/>
                        </a:rPr>
                        <a:t>GenAI</a:t>
                      </a:r>
                      <a:r>
                        <a:rPr lang="ko-KR" altLang="en-US" sz="1300" b="0" i="0" u="none" strike="noStrike" noProof="0">
                          <a:solidFill>
                            <a:srgbClr val="243447"/>
                          </a:solidFill>
                          <a:effectLst/>
                        </a:rPr>
                        <a:t> </a:t>
                      </a:r>
                      <a:r>
                        <a:rPr lang="en-US" altLang="ko-KR" sz="1300" b="0" i="0" u="none" strike="noStrike" noProof="0">
                          <a:solidFill>
                            <a:srgbClr val="243447"/>
                          </a:solidFill>
                          <a:effectLst/>
                        </a:rPr>
                        <a:t>applications</a:t>
                      </a:r>
                      <a:r>
                        <a:rPr lang="ko-KR" altLang="en-US" sz="1300" b="0" i="0" u="none" strike="noStrike" noProof="0">
                          <a:solidFill>
                            <a:srgbClr val="243447"/>
                          </a:solidFill>
                          <a:effectLst/>
                        </a:rPr>
                        <a:t> </a:t>
                      </a:r>
                      <a:r>
                        <a:rPr lang="en-US" altLang="ko-KR" sz="1300" b="0" i="0" u="none" strike="noStrike" noProof="0">
                          <a:solidFill>
                            <a:srgbClr val="243447"/>
                          </a:solidFill>
                          <a:effectLst/>
                        </a:rPr>
                        <a:t>and</a:t>
                      </a:r>
                      <a:r>
                        <a:rPr lang="ko-KR" altLang="en-US" sz="1300" b="0" i="0" u="none" strike="noStrike" noProof="0">
                          <a:solidFill>
                            <a:srgbClr val="243447"/>
                          </a:solidFill>
                          <a:effectLst/>
                        </a:rPr>
                        <a:t> </a:t>
                      </a:r>
                      <a:r>
                        <a:rPr lang="en-US" altLang="ko-KR" sz="1300" b="0" i="0" u="none" strike="noStrike" noProof="0">
                          <a:solidFill>
                            <a:srgbClr val="243447"/>
                          </a:solidFill>
                          <a:effectLst/>
                        </a:rPr>
                        <a:t>named</a:t>
                      </a:r>
                      <a:r>
                        <a:rPr lang="ko-KR" altLang="en-US" sz="1300" b="0" i="0" u="none" strike="noStrike" noProof="0">
                          <a:solidFill>
                            <a:srgbClr val="243447"/>
                          </a:solidFill>
                          <a:effectLst/>
                        </a:rPr>
                        <a:t> </a:t>
                      </a:r>
                      <a:r>
                        <a:rPr lang="ko-KR" sz="1300" b="0" i="0" u="none" strike="noStrike" noProof="0">
                          <a:solidFill>
                            <a:srgbClr val="243447"/>
                          </a:solidFill>
                          <a:effectLst/>
                        </a:rPr>
                        <a:t>AI</a:t>
                      </a:r>
                      <a:r>
                        <a:rPr lang="ko-KR" altLang="en-US" sz="1300" b="0" i="0" u="none" strike="noStrike" noProof="0">
                          <a:solidFill>
                            <a:srgbClr val="243447"/>
                          </a:solidFill>
                          <a:effectLst/>
                        </a:rPr>
                        <a:t> </a:t>
                      </a:r>
                      <a:r>
                        <a:rPr lang="en-US" altLang="ko-KR" sz="1300" b="0" i="0" u="none" strike="noStrike" noProof="0">
                          <a:solidFill>
                            <a:srgbClr val="243447"/>
                          </a:solidFill>
                          <a:effectLst/>
                        </a:rPr>
                        <a:t>services</a:t>
                      </a:r>
                      <a:r>
                        <a:rPr lang="ko-KR" altLang="en-US" sz="1300" b="0" i="0" u="none" strike="noStrike" noProof="0">
                          <a:solidFill>
                            <a:srgbClr val="243447"/>
                          </a:solidFill>
                          <a:effectLst/>
                        </a:rPr>
                        <a:t> </a:t>
                      </a:r>
                      <a:r>
                        <a:rPr lang="en-US" altLang="ko-KR" sz="1300" b="0" i="0" u="none" strike="noStrike" noProof="0">
                          <a:solidFill>
                            <a:srgbClr val="243447"/>
                          </a:solidFill>
                          <a:effectLst/>
                        </a:rPr>
                        <a:t>can</a:t>
                      </a:r>
                      <a:r>
                        <a:rPr lang="ko-KR" altLang="en-US" sz="1300" b="0" i="0" u="none" strike="noStrike" noProof="0">
                          <a:solidFill>
                            <a:srgbClr val="243447"/>
                          </a:solidFill>
                          <a:effectLst/>
                        </a:rPr>
                        <a:t> </a:t>
                      </a:r>
                      <a:r>
                        <a:rPr lang="en-US" altLang="ko-KR" sz="1300" b="0" i="0" u="none" strike="noStrike" noProof="0">
                          <a:solidFill>
                            <a:srgbClr val="243447"/>
                          </a:solidFill>
                          <a:effectLst/>
                        </a:rPr>
                        <a:t>be</a:t>
                      </a:r>
                      <a:r>
                        <a:rPr lang="ko-KR" altLang="en-US" sz="1300" b="0" i="0" u="none" strike="noStrike" noProof="0">
                          <a:solidFill>
                            <a:srgbClr val="243447"/>
                          </a:solidFill>
                          <a:effectLst/>
                        </a:rPr>
                        <a:t> </a:t>
                      </a:r>
                      <a:r>
                        <a:rPr lang="en-US" altLang="ko-KR" sz="1300" b="0" i="0" u="none" strike="noStrike" noProof="0">
                          <a:solidFill>
                            <a:srgbClr val="243447"/>
                          </a:solidFill>
                          <a:effectLst/>
                        </a:rPr>
                        <a:t>allowed/blocked,</a:t>
                      </a:r>
                      <a:r>
                        <a:rPr lang="ko-KR" altLang="en-US" sz="1300" b="0" i="0" u="none" strike="noStrike" noProof="0">
                          <a:solidFill>
                            <a:srgbClr val="243447"/>
                          </a:solidFill>
                          <a:effectLst/>
                        </a:rPr>
                        <a:t> </a:t>
                      </a:r>
                      <a:r>
                        <a:rPr lang="en-US" altLang="ko-KR" sz="1300" b="0" i="0" u="none" strike="noStrike" noProof="0">
                          <a:solidFill>
                            <a:srgbClr val="243447"/>
                          </a:solidFill>
                          <a:effectLst/>
                        </a:rPr>
                        <a:t>but</a:t>
                      </a:r>
                      <a:r>
                        <a:rPr lang="ko-KR" altLang="en-US" sz="1300" b="0" i="0" u="none" strike="noStrike" noProof="0">
                          <a:solidFill>
                            <a:srgbClr val="243447"/>
                          </a:solidFill>
                          <a:effectLst/>
                        </a:rPr>
                        <a:t> </a:t>
                      </a:r>
                      <a:r>
                        <a:rPr lang="en-US" altLang="ko-KR" sz="1300" b="0" i="0" u="none" strike="noStrike" noProof="0">
                          <a:solidFill>
                            <a:srgbClr val="243447"/>
                          </a:solidFill>
                          <a:effectLst/>
                        </a:rPr>
                        <a:t>broad</a:t>
                      </a:r>
                      <a:r>
                        <a:rPr lang="ko-KR" altLang="en-US" sz="1300" b="0" i="0" u="none" strike="noStrike" noProof="0">
                          <a:solidFill>
                            <a:srgbClr val="243447"/>
                          </a:solidFill>
                          <a:effectLst/>
                        </a:rPr>
                        <a:t> </a:t>
                      </a:r>
                      <a:r>
                        <a:rPr lang="en-US" altLang="ko-KR" sz="1300" b="0" i="0" u="none" strike="noStrike" noProof="0">
                          <a:solidFill>
                            <a:srgbClr val="243447"/>
                          </a:solidFill>
                          <a:effectLst/>
                        </a:rPr>
                        <a:t>Shadow-AI</a:t>
                      </a:r>
                      <a:r>
                        <a:rPr lang="ko-KR" altLang="en-US" sz="1300" b="0" i="0" u="none" strike="noStrike" noProof="0">
                          <a:solidFill>
                            <a:srgbClr val="243447"/>
                          </a:solidFill>
                          <a:effectLst/>
                        </a:rPr>
                        <a:t> </a:t>
                      </a:r>
                      <a:r>
                        <a:rPr lang="en-US" altLang="ko-KR" sz="1300" b="0" i="0" u="none" strike="noStrike" noProof="0">
                          <a:solidFill>
                            <a:srgbClr val="243447"/>
                          </a:solidFill>
                          <a:effectLst/>
                        </a:rPr>
                        <a:t>discovery/inventory</a:t>
                      </a:r>
                      <a:r>
                        <a:rPr lang="ko-KR" altLang="en-US" sz="1300" b="0" i="0" u="none" strike="noStrike" noProof="0">
                          <a:solidFill>
                            <a:srgbClr val="243447"/>
                          </a:solidFill>
                          <a:effectLst/>
                        </a:rPr>
                        <a:t> </a:t>
                      </a:r>
                      <a:r>
                        <a:rPr lang="en-US" altLang="ko-KR" sz="1300" b="0" i="0" u="none" strike="noStrike" noProof="0">
                          <a:solidFill>
                            <a:srgbClr val="243447"/>
                          </a:solidFill>
                          <a:effectLst/>
                        </a:rPr>
                        <a:t>is</a:t>
                      </a:r>
                      <a:r>
                        <a:rPr lang="ko-KR" altLang="en-US" sz="1300" b="0" i="0" u="none" strike="noStrike" noProof="0">
                          <a:solidFill>
                            <a:srgbClr val="243447"/>
                          </a:solidFill>
                          <a:effectLst/>
                        </a:rPr>
                        <a:t> </a:t>
                      </a:r>
                      <a:r>
                        <a:rPr lang="ko-KR" sz="1300" b="0" i="0" u="none" strike="noStrike" noProof="0">
                          <a:solidFill>
                            <a:srgbClr val="243447"/>
                          </a:solidFill>
                          <a:effectLst/>
                        </a:rPr>
                        <a:t>not </a:t>
                      </a:r>
                      <a:r>
                        <a:rPr lang="en-US" altLang="ko-KR" sz="1300" b="0" i="0" u="none" strike="noStrike" noProof="0">
                          <a:solidFill>
                            <a:srgbClr val="243447"/>
                          </a:solidFill>
                          <a:effectLst/>
                        </a:rPr>
                        <a:t>explicitly</a:t>
                      </a:r>
                      <a:r>
                        <a:rPr lang="ko-KR" altLang="en-US" sz="1300" b="0" i="0" u="none" strike="noStrike" noProof="0">
                          <a:solidFill>
                            <a:srgbClr val="243447"/>
                          </a:solidFill>
                          <a:effectLst/>
                        </a:rPr>
                        <a:t> </a:t>
                      </a:r>
                      <a:r>
                        <a:rPr lang="en-US" altLang="ko-KR" sz="1300" b="0" i="0" u="none" strike="noStrike" noProof="0">
                          <a:solidFill>
                            <a:srgbClr val="243447"/>
                          </a:solidFill>
                          <a:effectLst/>
                        </a:rPr>
                        <a:t>documented</a:t>
                      </a:r>
                      <a:r>
                        <a:rPr lang="ko-KR" sz="1300" b="0" i="0" u="none" strike="noStrike" noProof="0">
                          <a:solidFill>
                            <a:srgbClr val="243447"/>
                          </a:solidFill>
                          <a:effectLst/>
                        </a:rPr>
                        <a:t>. [</a:t>
                      </a:r>
                      <a:r>
                        <a:rPr lang="en-US" altLang="ko-KR" sz="1300" b="0" i="0" u="none" strike="noStrike" noProof="0">
                          <a:solidFill>
                            <a:srgbClr val="243447"/>
                          </a:solidFill>
                          <a:effectLst/>
                        </a:rPr>
                        <a:t>J1</a:t>
                      </a:r>
                      <a:r>
                        <a:rPr lang="ko-KR" sz="1300" b="0" i="0" u="none" strike="noStrike" noProof="0">
                          <a:solidFill>
                            <a:srgbClr val="243447"/>
                          </a:solidFill>
                          <a:effectLst/>
                        </a:rPr>
                        <a:t>]</a:t>
                      </a:r>
                      <a:endParaRPr lang="en-US" altLang="ko-KR" b="0" i="0" u="none" strike="noStrike" noProof="0"/>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496516840"/>
                  </a:ext>
                </a:extLst>
              </a:tr>
              <a:tr h="504825">
                <a:tc>
                  <a:txBody>
                    <a:bodyPr/>
                    <a:lstStyle/>
                    <a:p>
                      <a:pPr algn="l">
                        <a:buNone/>
                      </a:pPr>
                      <a:r>
                        <a:rPr lang="ko-KR" sz="1300" b="1">
                          <a:solidFill>
                            <a:srgbClr val="243447"/>
                          </a:solidFill>
                          <a:effectLst/>
                          <a:latin typeface="Arial" panose="020B0604020202020204" pitchFamily="34" charset="0"/>
                          <a:ea typeface="Arial" panose="020B0604020202020204" pitchFamily="34" charset="0"/>
                        </a:rPr>
                        <a:t>D4-09</a:t>
                      </a:r>
                      <a:endParaRPr lang="ko-KR" sz="1300" b="1">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a:solidFill>
                            <a:srgbClr val="243447"/>
                          </a:solidFill>
                          <a:effectLst/>
                          <a:latin typeface="Arial" panose="020B0604020202020204" pitchFamily="34" charset="0"/>
                          <a:ea typeface="Arial" panose="020B0604020202020204" pitchFamily="34" charset="0"/>
                        </a:rPr>
                        <a:t>Usage governance: dept / time / budget</a:t>
                      </a:r>
                      <a:endParaRPr lang="ko-KR" sz="1300">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b="1">
                          <a:solidFill>
                            <a:srgbClr val="956319"/>
                          </a:solidFill>
                          <a:effectLst/>
                          <a:latin typeface="Arial" panose="020B0604020202020204" pitchFamily="34" charset="0"/>
                          <a:ea typeface="Arial" panose="020B0604020202020204" pitchFamily="34" charset="0"/>
                        </a:rPr>
                        <a:t>◐</a:t>
                      </a:r>
                      <a:endParaRPr lang="ko-KR" sz="1300" b="1">
                        <a:solidFill>
                          <a:srgbClr val="956319"/>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lvl="0" algn="l">
                        <a:buNone/>
                      </a:pPr>
                      <a:r>
                        <a:rPr lang="en-US" altLang="ko-KR" sz="1300" b="0" i="0" u="none" strike="noStrike" noProof="0">
                          <a:solidFill>
                            <a:srgbClr val="243447"/>
                          </a:solidFill>
                          <a:effectLst/>
                        </a:rPr>
                        <a:t>PCFILTER</a:t>
                      </a:r>
                      <a:r>
                        <a:rPr lang="ko-KR" altLang="en-US" sz="1300" b="0" i="0" u="none" strike="noStrike" noProof="0">
                          <a:solidFill>
                            <a:srgbClr val="243447"/>
                          </a:solidFill>
                          <a:effectLst/>
                        </a:rPr>
                        <a:t> </a:t>
                      </a:r>
                      <a:r>
                        <a:rPr lang="en-US" altLang="ko-KR" sz="1300" b="0" i="0" u="none" strike="noStrike" noProof="0">
                          <a:solidFill>
                            <a:srgbClr val="243447"/>
                          </a:solidFill>
                          <a:effectLst/>
                        </a:rPr>
                        <a:t>supports</a:t>
                      </a:r>
                      <a:r>
                        <a:rPr lang="ko-KR" altLang="en-US" sz="1300" b="0" i="0" u="none" strike="noStrike" noProof="0">
                          <a:solidFill>
                            <a:srgbClr val="243447"/>
                          </a:solidFill>
                          <a:effectLst/>
                        </a:rPr>
                        <a:t> </a:t>
                      </a:r>
                      <a:r>
                        <a:rPr lang="en-US" altLang="ko-KR" sz="1300" b="0" i="0" u="none" strike="noStrike" noProof="0">
                          <a:solidFill>
                            <a:srgbClr val="243447"/>
                          </a:solidFill>
                          <a:effectLst/>
                        </a:rPr>
                        <a:t>user/group</a:t>
                      </a:r>
                      <a:r>
                        <a:rPr lang="ko-KR" altLang="en-US" sz="1300" b="0" i="0" u="none" strike="noStrike" noProof="0">
                          <a:solidFill>
                            <a:srgbClr val="243447"/>
                          </a:solidFill>
                          <a:effectLst/>
                        </a:rPr>
                        <a:t> </a:t>
                      </a:r>
                      <a:r>
                        <a:rPr lang="en-US" altLang="ko-KR" sz="1300" b="0" i="0" u="none" strike="noStrike" noProof="0">
                          <a:solidFill>
                            <a:srgbClr val="243447"/>
                          </a:solidFill>
                          <a:effectLst/>
                        </a:rPr>
                        <a:t>policies</a:t>
                      </a:r>
                      <a:r>
                        <a:rPr lang="ko-KR" altLang="en-US" sz="1300" b="0" i="0" u="none" strike="noStrike" noProof="0">
                          <a:solidFill>
                            <a:srgbClr val="243447"/>
                          </a:solidFill>
                          <a:effectLst/>
                        </a:rPr>
                        <a:t> </a:t>
                      </a:r>
                      <a:r>
                        <a:rPr lang="en-US" altLang="ko-KR" sz="1300" b="0" i="0" u="none" strike="noStrike" noProof="0">
                          <a:solidFill>
                            <a:srgbClr val="243447"/>
                          </a:solidFill>
                          <a:effectLst/>
                        </a:rPr>
                        <a:t>and</a:t>
                      </a:r>
                      <a:r>
                        <a:rPr lang="ko-KR" altLang="en-US" sz="1300" b="0" i="0" u="none" strike="noStrike" noProof="0">
                          <a:solidFill>
                            <a:srgbClr val="243447"/>
                          </a:solidFill>
                          <a:effectLst/>
                        </a:rPr>
                        <a:t> </a:t>
                      </a:r>
                      <a:r>
                        <a:rPr lang="en-US" altLang="ko-KR" sz="1300" b="0" i="0" u="none" strike="noStrike" noProof="0">
                          <a:solidFill>
                            <a:srgbClr val="243447"/>
                          </a:solidFill>
                          <a:effectLst/>
                        </a:rPr>
                        <a:t>exceptions</a:t>
                      </a:r>
                      <a:r>
                        <a:rPr lang="ko-KR" altLang="en-US" sz="1300" b="0" i="0" u="none" strike="noStrike" noProof="0">
                          <a:solidFill>
                            <a:srgbClr val="243447"/>
                          </a:solidFill>
                          <a:effectLst/>
                        </a:rPr>
                        <a:t> </a:t>
                      </a:r>
                      <a:r>
                        <a:rPr lang="en-US" altLang="ko-KR" sz="1300" b="0" i="0" u="none" strike="noStrike" noProof="0">
                          <a:solidFill>
                            <a:srgbClr val="243447"/>
                          </a:solidFill>
                          <a:effectLst/>
                        </a:rPr>
                        <a:t>for</a:t>
                      </a:r>
                      <a:r>
                        <a:rPr lang="ko-KR" altLang="en-US" sz="1300" b="0" i="0" u="none" strike="noStrike" noProof="0">
                          <a:solidFill>
                            <a:srgbClr val="243447"/>
                          </a:solidFill>
                          <a:effectLst/>
                        </a:rPr>
                        <a:t> </a:t>
                      </a:r>
                      <a:r>
                        <a:rPr lang="en-US" altLang="ko-KR" sz="1300" b="0" i="0" u="none" strike="noStrike" noProof="0">
                          <a:solidFill>
                            <a:srgbClr val="243447"/>
                          </a:solidFill>
                          <a:effectLst/>
                        </a:rPr>
                        <a:t>AI-related</a:t>
                      </a:r>
                      <a:r>
                        <a:rPr lang="ko-KR" altLang="en-US" sz="1300" b="0" i="0" u="none" strike="noStrike" noProof="0">
                          <a:solidFill>
                            <a:srgbClr val="243447"/>
                          </a:solidFill>
                          <a:effectLst/>
                        </a:rPr>
                        <a:t> </a:t>
                      </a:r>
                      <a:r>
                        <a:rPr lang="en-US" altLang="ko-KR" sz="1300" b="0" i="0" u="none" strike="noStrike" noProof="0">
                          <a:solidFill>
                            <a:srgbClr val="243447"/>
                          </a:solidFill>
                          <a:effectLst/>
                        </a:rPr>
                        <a:t>access;</a:t>
                      </a:r>
                      <a:r>
                        <a:rPr lang="ko-KR" altLang="en-US" sz="1300" b="0" i="0" u="none" strike="noStrike" noProof="0">
                          <a:solidFill>
                            <a:srgbClr val="243447"/>
                          </a:solidFill>
                          <a:effectLst/>
                        </a:rPr>
                        <a:t> </a:t>
                      </a:r>
                      <a:r>
                        <a:rPr lang="ko-KR" sz="1300" b="0" i="0" u="none" strike="noStrike" noProof="0">
                          <a:solidFill>
                            <a:srgbClr val="243447"/>
                          </a:solidFill>
                          <a:effectLst/>
                        </a:rPr>
                        <a:t>department</a:t>
                      </a:r>
                      <a:r>
                        <a:rPr lang="en-US" altLang="ko-KR" sz="1300" b="0" i="0" u="none" strike="noStrike" noProof="0">
                          <a:solidFill>
                            <a:srgbClr val="243447"/>
                          </a:solidFill>
                          <a:effectLst/>
                        </a:rPr>
                        <a:t>/time/budget</a:t>
                      </a:r>
                      <a:r>
                        <a:rPr lang="ko-KR" altLang="en-US" sz="1300" b="0" i="0" u="none" strike="noStrike" noProof="0">
                          <a:solidFill>
                            <a:srgbClr val="243447"/>
                          </a:solidFill>
                          <a:effectLst/>
                        </a:rPr>
                        <a:t> </a:t>
                      </a:r>
                      <a:r>
                        <a:rPr lang="en-US" altLang="ko-KR" sz="1300" b="0" i="0" u="none" strike="noStrike" noProof="0">
                          <a:solidFill>
                            <a:srgbClr val="243447"/>
                          </a:solidFill>
                          <a:effectLst/>
                        </a:rPr>
                        <a:t>governance</a:t>
                      </a:r>
                      <a:r>
                        <a:rPr lang="ko-KR" altLang="en-US" sz="1300" b="0" i="0" u="none" strike="noStrike" noProof="0">
                          <a:solidFill>
                            <a:srgbClr val="243447"/>
                          </a:solidFill>
                          <a:effectLst/>
                        </a:rPr>
                        <a:t> </a:t>
                      </a:r>
                      <a:r>
                        <a:rPr lang="en-US" altLang="ko-KR" sz="1300" b="0" i="0" u="none" strike="noStrike" noProof="0">
                          <a:solidFill>
                            <a:srgbClr val="243447"/>
                          </a:solidFill>
                          <a:effectLst/>
                        </a:rPr>
                        <a:t>is</a:t>
                      </a:r>
                      <a:r>
                        <a:rPr lang="ko-KR" sz="1300" b="0" i="0" u="none" strike="noStrike" noProof="0">
                          <a:solidFill>
                            <a:srgbClr val="243447"/>
                          </a:solidFill>
                          <a:effectLst/>
                        </a:rPr>
                        <a:t> not </a:t>
                      </a:r>
                      <a:r>
                        <a:rPr lang="en-US" altLang="ko-KR" sz="1300" b="0" i="0" u="none" strike="noStrike" noProof="0">
                          <a:solidFill>
                            <a:srgbClr val="243447"/>
                          </a:solidFill>
                          <a:effectLst/>
                        </a:rPr>
                        <a:t>explicitly</a:t>
                      </a:r>
                      <a:r>
                        <a:rPr lang="ko-KR" altLang="en-US" sz="1300" b="0" i="0" u="none" strike="noStrike" noProof="0">
                          <a:solidFill>
                            <a:srgbClr val="243447"/>
                          </a:solidFill>
                          <a:effectLst/>
                        </a:rPr>
                        <a:t> </a:t>
                      </a:r>
                      <a:r>
                        <a:rPr lang="en-US" altLang="ko-KR" sz="1300" b="0" i="0" u="none" strike="noStrike" noProof="0">
                          <a:solidFill>
                            <a:srgbClr val="243447"/>
                          </a:solidFill>
                          <a:effectLst/>
                        </a:rPr>
                        <a:t>documented</a:t>
                      </a:r>
                      <a:r>
                        <a:rPr lang="ko-KR" sz="1300" b="0" i="0" u="none" strike="noStrike" noProof="0">
                          <a:solidFill>
                            <a:srgbClr val="243447"/>
                          </a:solidFill>
                          <a:effectLst/>
                        </a:rPr>
                        <a:t>. [</a:t>
                      </a:r>
                      <a:r>
                        <a:rPr lang="en-US" altLang="ko-KR" sz="1300" b="0" i="0" u="none" strike="noStrike" noProof="0">
                          <a:solidFill>
                            <a:srgbClr val="243447"/>
                          </a:solidFill>
                          <a:effectLst/>
                        </a:rPr>
                        <a:t>J1</a:t>
                      </a:r>
                      <a:r>
                        <a:rPr lang="ko-KR" sz="1300" b="0" i="0" u="none" strike="noStrike" noProof="0">
                          <a:solidFill>
                            <a:srgbClr val="243447"/>
                          </a:solidFill>
                          <a:effectLst/>
                        </a:rPr>
                        <a:t>]</a:t>
                      </a:r>
                      <a:endParaRPr lang="en-US" altLang="ko-KR" b="0" i="0" u="none" strike="noStrike" noProof="0"/>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668771705"/>
                  </a:ext>
                </a:extLst>
              </a:tr>
              <a:tr h="314325">
                <a:tc>
                  <a:txBody>
                    <a:bodyPr/>
                    <a:lstStyle/>
                    <a:p>
                      <a:pPr algn="l">
                        <a:buNone/>
                      </a:pPr>
                      <a:r>
                        <a:rPr lang="ko-KR" sz="1300" b="1">
                          <a:solidFill>
                            <a:srgbClr val="243447"/>
                          </a:solidFill>
                          <a:effectLst/>
                          <a:latin typeface="Arial" panose="020B0604020202020204" pitchFamily="34" charset="0"/>
                          <a:ea typeface="Arial" panose="020B0604020202020204" pitchFamily="34" charset="0"/>
                        </a:rPr>
                        <a:t>D4-10</a:t>
                      </a:r>
                      <a:endParaRPr lang="ko-KR" sz="1300" b="1">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a:solidFill>
                            <a:srgbClr val="243447"/>
                          </a:solidFill>
                          <a:effectLst/>
                          <a:latin typeface="Arial" panose="020B0604020202020204" pitchFamily="34" charset="0"/>
                          <a:ea typeface="Arial" panose="020B0604020202020204" pitchFamily="34" charset="0"/>
                        </a:rPr>
                        <a:t>Full prompt + response audit log</a:t>
                      </a:r>
                      <a:endParaRPr lang="ko-KR" sz="1300">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b="1">
                          <a:solidFill>
                            <a:srgbClr val="956319"/>
                          </a:solidFill>
                          <a:effectLst/>
                          <a:latin typeface="Arial" panose="020B0604020202020204" pitchFamily="34" charset="0"/>
                          <a:ea typeface="Arial" panose="020B0604020202020204" pitchFamily="34" charset="0"/>
                        </a:rPr>
                        <a:t>◐</a:t>
                      </a:r>
                      <a:endParaRPr lang="ko-KR" sz="1300" b="1">
                        <a:solidFill>
                          <a:srgbClr val="956319"/>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lvl="0" algn="l">
                        <a:buNone/>
                      </a:pPr>
                      <a:r>
                        <a:rPr lang="en-US" altLang="ko-KR" sz="1300" b="0" i="0" u="none" strike="noStrike" noProof="0">
                          <a:solidFill>
                            <a:srgbClr val="243447"/>
                          </a:solidFill>
                          <a:effectLst/>
                        </a:rPr>
                        <a:t>PCFILTER</a:t>
                      </a:r>
                      <a:r>
                        <a:rPr lang="ko-KR" altLang="en-US" sz="1300" b="0" i="0" u="none" strike="noStrike" noProof="0">
                          <a:solidFill>
                            <a:srgbClr val="243447"/>
                          </a:solidFill>
                          <a:effectLst/>
                        </a:rPr>
                        <a:t> </a:t>
                      </a:r>
                      <a:r>
                        <a:rPr lang="en-US" altLang="ko-KR" sz="1300" b="0" i="0" u="none" strike="noStrike" noProof="0">
                          <a:solidFill>
                            <a:srgbClr val="243447"/>
                          </a:solidFill>
                          <a:effectLst/>
                        </a:rPr>
                        <a:t>stores</a:t>
                      </a:r>
                      <a:r>
                        <a:rPr lang="ko-KR" altLang="en-US" sz="1300" b="0" i="0" u="none" strike="noStrike" noProof="0">
                          <a:solidFill>
                            <a:srgbClr val="243447"/>
                          </a:solidFill>
                          <a:effectLst/>
                        </a:rPr>
                        <a:t> </a:t>
                      </a:r>
                      <a:r>
                        <a:rPr lang="en-US" altLang="ko-KR" sz="1300" b="1" i="0" u="none" strike="noStrike" noProof="0">
                          <a:solidFill>
                            <a:srgbClr val="243447"/>
                          </a:solidFill>
                          <a:effectLst/>
                        </a:rPr>
                        <a:t>user</a:t>
                      </a:r>
                      <a:r>
                        <a:rPr lang="ko-KR" altLang="en-US" sz="1300" b="1" i="0" u="none" strike="noStrike" noProof="0">
                          <a:solidFill>
                            <a:srgbClr val="243447"/>
                          </a:solidFill>
                          <a:effectLst/>
                        </a:rPr>
                        <a:t> </a:t>
                      </a:r>
                      <a:r>
                        <a:rPr lang="en-US" altLang="ko-KR" sz="1300" b="1" i="0" u="none" strike="noStrike" noProof="0">
                          <a:solidFill>
                            <a:srgbClr val="243447"/>
                          </a:solidFill>
                          <a:effectLst/>
                        </a:rPr>
                        <a:t>prompts</a:t>
                      </a:r>
                      <a:r>
                        <a:rPr lang="ko-KR" altLang="en-US" sz="1300" b="1" i="0" u="none" strike="noStrike" noProof="0">
                          <a:solidFill>
                            <a:srgbClr val="243447"/>
                          </a:solidFill>
                          <a:effectLst/>
                        </a:rPr>
                        <a:t> </a:t>
                      </a:r>
                      <a:r>
                        <a:rPr lang="en-US" altLang="ko-KR" sz="1300" b="1" i="0" u="none" strike="noStrike" noProof="0">
                          <a:solidFill>
                            <a:srgbClr val="243447"/>
                          </a:solidFill>
                          <a:effectLst/>
                        </a:rPr>
                        <a:t>+</a:t>
                      </a:r>
                      <a:r>
                        <a:rPr lang="ko-KR" altLang="en-US" sz="1300" b="1" i="0" u="none" strike="noStrike" noProof="0">
                          <a:solidFill>
                            <a:srgbClr val="243447"/>
                          </a:solidFill>
                          <a:effectLst/>
                        </a:rPr>
                        <a:t> </a:t>
                      </a:r>
                      <a:r>
                        <a:rPr lang="en-US" altLang="ko-KR" sz="1300" b="1" i="0" u="none" strike="noStrike" noProof="0">
                          <a:solidFill>
                            <a:srgbClr val="243447"/>
                          </a:solidFill>
                          <a:effectLst/>
                        </a:rPr>
                        <a:t>AI</a:t>
                      </a:r>
                      <a:r>
                        <a:rPr lang="ko-KR" altLang="en-US" sz="1300" b="1" i="0" u="none" strike="noStrike" noProof="0">
                          <a:solidFill>
                            <a:srgbClr val="243447"/>
                          </a:solidFill>
                          <a:effectLst/>
                        </a:rPr>
                        <a:t> </a:t>
                      </a:r>
                      <a:r>
                        <a:rPr lang="en-US" altLang="ko-KR" sz="1300" b="1" i="0" u="none" strike="noStrike" noProof="0">
                          <a:solidFill>
                            <a:srgbClr val="243447"/>
                          </a:solidFill>
                          <a:effectLst/>
                        </a:rPr>
                        <a:t>answers</a:t>
                      </a:r>
                      <a:r>
                        <a:rPr lang="en-US" altLang="ko-KR" sz="1300" b="0" i="0" u="none" strike="noStrike" noProof="0">
                          <a:solidFill>
                            <a:srgbClr val="243447"/>
                          </a:solidFill>
                          <a:effectLst/>
                        </a:rPr>
                        <a:t>,</a:t>
                      </a:r>
                      <a:r>
                        <a:rPr lang="ko-KR" altLang="en-US" sz="1300" b="0" i="0" u="none" strike="noStrike" noProof="0">
                          <a:solidFill>
                            <a:srgbClr val="243447"/>
                          </a:solidFill>
                          <a:effectLst/>
                        </a:rPr>
                        <a:t> </a:t>
                      </a:r>
                      <a:r>
                        <a:rPr lang="en-US" altLang="ko-KR" sz="1300" b="0" i="0" u="none" strike="noStrike" noProof="0">
                          <a:solidFill>
                            <a:srgbClr val="243447"/>
                          </a:solidFill>
                          <a:effectLst/>
                        </a:rPr>
                        <a:t>retains</a:t>
                      </a:r>
                      <a:r>
                        <a:rPr lang="ko-KR" altLang="en-US" sz="1300" b="0" i="0" u="none" strike="noStrike" noProof="0">
                          <a:solidFill>
                            <a:srgbClr val="243447"/>
                          </a:solidFill>
                          <a:effectLst/>
                        </a:rPr>
                        <a:t> </a:t>
                      </a:r>
                      <a:r>
                        <a:rPr lang="en-US" altLang="ko-KR" sz="1300" b="0" i="0" u="none" strike="noStrike" noProof="0">
                          <a:solidFill>
                            <a:srgbClr val="243447"/>
                          </a:solidFill>
                          <a:effectLst/>
                        </a:rPr>
                        <a:t>detection</a:t>
                      </a:r>
                      <a:r>
                        <a:rPr lang="ko-KR" altLang="en-US" sz="1300" b="0" i="0" u="none" strike="noStrike" noProof="0">
                          <a:solidFill>
                            <a:srgbClr val="243447"/>
                          </a:solidFill>
                          <a:effectLst/>
                        </a:rPr>
                        <a:t> </a:t>
                      </a:r>
                      <a:r>
                        <a:rPr lang="ko-KR" sz="1300" b="0" i="0" u="none" strike="noStrike" noProof="0">
                          <a:solidFill>
                            <a:srgbClr val="243447"/>
                          </a:solidFill>
                          <a:effectLst/>
                        </a:rPr>
                        <a:t>logs </a:t>
                      </a:r>
                      <a:r>
                        <a:rPr lang="en-US" altLang="ko-KR" sz="1300" b="0" i="0" u="none" strike="noStrike" noProof="0">
                          <a:solidFill>
                            <a:srgbClr val="243447"/>
                          </a:solidFill>
                          <a:effectLst/>
                        </a:rPr>
                        <a:t>long-term</a:t>
                      </a:r>
                      <a:r>
                        <a:rPr lang="ko-KR" altLang="en-US" sz="1300" b="0" i="0" u="none" strike="noStrike" noProof="0">
                          <a:solidFill>
                            <a:srgbClr val="243447"/>
                          </a:solidFill>
                          <a:effectLst/>
                        </a:rPr>
                        <a:t> </a:t>
                      </a:r>
                      <a:r>
                        <a:rPr lang="en-US" altLang="ko-KR" sz="1300" b="0" i="0" u="none" strike="noStrike" noProof="0">
                          <a:solidFill>
                            <a:srgbClr val="243447"/>
                          </a:solidFill>
                          <a:effectLst/>
                        </a:rPr>
                        <a:t>and</a:t>
                      </a:r>
                      <a:r>
                        <a:rPr lang="ko-KR" altLang="en-US" sz="1300" b="0" i="0" u="none" strike="noStrike" noProof="0">
                          <a:solidFill>
                            <a:srgbClr val="243447"/>
                          </a:solidFill>
                          <a:effectLst/>
                        </a:rPr>
                        <a:t> </a:t>
                      </a:r>
                      <a:r>
                        <a:rPr lang="en-US" altLang="ko-KR" sz="1300" b="0" i="0" u="none" strike="noStrike" noProof="0">
                          <a:solidFill>
                            <a:srgbClr val="243447"/>
                          </a:solidFill>
                          <a:effectLst/>
                        </a:rPr>
                        <a:t>provides</a:t>
                      </a:r>
                      <a:r>
                        <a:rPr lang="ko-KR" altLang="en-US" sz="1300" b="0" i="0" u="none" strike="noStrike" noProof="0">
                          <a:solidFill>
                            <a:srgbClr val="243447"/>
                          </a:solidFill>
                          <a:effectLst/>
                        </a:rPr>
                        <a:t> </a:t>
                      </a:r>
                      <a:r>
                        <a:rPr lang="en-US" altLang="ko-KR" sz="1300" b="0" i="0" u="none" strike="noStrike" noProof="0">
                          <a:solidFill>
                            <a:srgbClr val="243447"/>
                          </a:solidFill>
                          <a:effectLst/>
                        </a:rPr>
                        <a:t>security-audit</a:t>
                      </a:r>
                      <a:r>
                        <a:rPr lang="ko-KR" altLang="en-US" sz="1300" b="0" i="0" u="none" strike="noStrike" noProof="0">
                          <a:solidFill>
                            <a:srgbClr val="243447"/>
                          </a:solidFill>
                          <a:effectLst/>
                        </a:rPr>
                        <a:t> </a:t>
                      </a:r>
                      <a:r>
                        <a:rPr lang="en-US" altLang="ko-KR" sz="1300" b="0" i="0" u="none" strike="noStrike" noProof="0">
                          <a:solidFill>
                            <a:srgbClr val="243447"/>
                          </a:solidFill>
                          <a:effectLst/>
                        </a:rPr>
                        <a:t>log</a:t>
                      </a:r>
                      <a:r>
                        <a:rPr lang="ko-KR" altLang="en-US" sz="1300" b="0" i="0" u="none" strike="noStrike" noProof="0">
                          <a:solidFill>
                            <a:srgbClr val="243447"/>
                          </a:solidFill>
                          <a:effectLst/>
                        </a:rPr>
                        <a:t> </a:t>
                      </a:r>
                      <a:r>
                        <a:rPr lang="en-US" altLang="ko-KR" sz="1300" b="0" i="0" u="none" strike="noStrike" noProof="0">
                          <a:solidFill>
                            <a:srgbClr val="243447"/>
                          </a:solidFill>
                          <a:effectLst/>
                        </a:rPr>
                        <a:t>lists</a:t>
                      </a:r>
                      <a:r>
                        <a:rPr lang="ko-KR" sz="1300" b="0" i="0" u="none" strike="noStrike" noProof="0">
                          <a:solidFill>
                            <a:srgbClr val="243447"/>
                          </a:solidFill>
                          <a:effectLst/>
                        </a:rPr>
                        <a:t>. [</a:t>
                      </a:r>
                      <a:r>
                        <a:rPr lang="en-US" altLang="ko-KR" sz="1300" b="0" i="0" u="none" strike="noStrike" noProof="0">
                          <a:solidFill>
                            <a:srgbClr val="243447"/>
                          </a:solidFill>
                          <a:effectLst/>
                        </a:rPr>
                        <a:t>J1</a:t>
                      </a:r>
                      <a:r>
                        <a:rPr lang="ko-KR" sz="1300" b="0" i="0" u="none" strike="noStrike" noProof="0">
                          <a:solidFill>
                            <a:srgbClr val="243447"/>
                          </a:solidFill>
                          <a:effectLst/>
                        </a:rPr>
                        <a:t>]</a:t>
                      </a:r>
                      <a:endParaRPr lang="en-US" altLang="ko-KR" b="0" i="0" u="none" strike="noStrike" noProof="0"/>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780198413"/>
                  </a:ext>
                </a:extLst>
              </a:tr>
            </a:tbl>
          </a:graphicData>
        </a:graphic>
      </p:graphicFrame>
    </p:spTree>
    <p:extLst>
      <p:ext uri="{BB962C8B-B14F-4D97-AF65-F5344CB8AC3E}">
        <p14:creationId xmlns:p14="http://schemas.microsoft.com/office/powerpoint/2010/main" val="324860820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E8D030-4CEE-8C44-FBAC-B181BF3C0101}"/>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BD46D8C-8CF0-E080-5093-52DFAF6CCEFD}"/>
              </a:ext>
            </a:extLst>
          </p:cNvPr>
          <p:cNvSpPr>
            <a:spLocks noGrp="1"/>
          </p:cNvSpPr>
          <p:nvPr>
            <p:ph type="sldNum" sz="quarter" idx="4"/>
          </p:nvPr>
        </p:nvSpPr>
        <p:spPr/>
        <p:txBody>
          <a:bodyPr/>
          <a:lstStyle/>
          <a:p>
            <a:fld id="{4EA1E582-E1CC-4474-812F-1657BC5920B7}" type="slidenum">
              <a:rPr lang="ko-KR" altLang="en-US" smtClean="0"/>
              <a:t>36</a:t>
            </a:fld>
            <a:endParaRPr lang="ko-KR" altLang="en-US"/>
          </a:p>
        </p:txBody>
      </p:sp>
      <p:sp>
        <p:nvSpPr>
          <p:cNvPr id="4" name="Title 3">
            <a:extLst>
              <a:ext uri="{FF2B5EF4-FFF2-40B4-BE49-F238E27FC236}">
                <a16:creationId xmlns:a16="http://schemas.microsoft.com/office/drawing/2014/main" id="{CFE7167C-4DED-3B42-BBDE-3D5F7010B26E}"/>
              </a:ext>
            </a:extLst>
          </p:cNvPr>
          <p:cNvSpPr>
            <a:spLocks noGrp="1"/>
          </p:cNvSpPr>
          <p:nvPr>
            <p:ph type="title"/>
          </p:nvPr>
        </p:nvSpPr>
        <p:spPr/>
        <p:txBody>
          <a:bodyPr/>
          <a:lstStyle/>
          <a:p>
            <a:endParaRPr lang="en-US"/>
          </a:p>
        </p:txBody>
      </p:sp>
      <p:sp>
        <p:nvSpPr>
          <p:cNvPr id="5" name="Text Placeholder 4">
            <a:extLst>
              <a:ext uri="{FF2B5EF4-FFF2-40B4-BE49-F238E27FC236}">
                <a16:creationId xmlns:a16="http://schemas.microsoft.com/office/drawing/2014/main" id="{14516211-BDE5-C874-95E2-4822879CA5D4}"/>
              </a:ext>
            </a:extLst>
          </p:cNvPr>
          <p:cNvSpPr>
            <a:spLocks noGrp="1"/>
          </p:cNvSpPr>
          <p:nvPr>
            <p:ph type="body" sz="quarter" idx="11"/>
          </p:nvPr>
        </p:nvSpPr>
        <p:spPr/>
        <p:txBody>
          <a:bodyPr/>
          <a:lstStyle/>
          <a:p>
            <a:endParaRPr lang="en-US"/>
          </a:p>
        </p:txBody>
      </p:sp>
      <p:sp>
        <p:nvSpPr>
          <p:cNvPr id="7" name="제목 3">
            <a:extLst>
              <a:ext uri="{FF2B5EF4-FFF2-40B4-BE49-F238E27FC236}">
                <a16:creationId xmlns:a16="http://schemas.microsoft.com/office/drawing/2014/main" id="{83E7EDA7-C1F2-7A7F-B050-4DD134CA1495}"/>
              </a:ext>
            </a:extLst>
          </p:cNvPr>
          <p:cNvSpPr txBox="1">
            <a:spLocks/>
          </p:cNvSpPr>
          <p:nvPr/>
        </p:nvSpPr>
        <p:spPr>
          <a:xfrm>
            <a:off x="286194" y="265704"/>
            <a:ext cx="10666268" cy="464670"/>
          </a:xfrm>
          <a:prstGeom prst="rect">
            <a:avLst/>
          </a:prstGeom>
        </p:spPr>
        <p:txBody>
          <a:bodyPr lIns="91440" tIns="45720" rIns="91440" bIns="45720" anchor="ctr" anchorCtr="0"/>
          <a:lstStyle>
            <a:lvl1pPr algn="l" rtl="0" eaLnBrk="1" fontAlgn="base" latinLnBrk="1" hangingPunct="1">
              <a:spcBef>
                <a:spcPct val="0"/>
              </a:spcBef>
              <a:spcAft>
                <a:spcPct val="0"/>
              </a:spcAft>
              <a:defRPr lang="ko-KR" altLang="en-US" sz="2400" b="1" kern="1200" baseline="0" dirty="0">
                <a:ln>
                  <a:solidFill>
                    <a:schemeClr val="accent1">
                      <a:alpha val="0"/>
                    </a:schemeClr>
                  </a:solidFill>
                </a:ln>
                <a:solidFill>
                  <a:srgbClr val="144772"/>
                </a:solidFill>
                <a:effectLst>
                  <a:glow rad="127000">
                    <a:schemeClr val="bg1"/>
                  </a:glow>
                  <a:outerShdw blurRad="38100" dist="38100" dir="2700000" algn="tl" rotWithShape="0">
                    <a:prstClr val="black">
                      <a:alpha val="40000"/>
                    </a:prstClr>
                  </a:outerShdw>
                </a:effectLst>
                <a:latin typeface="Pretendard Black" panose="02000A03000000020004" pitchFamily="50" charset="-127"/>
                <a:ea typeface="Pretendard Black" panose="02000A03000000020004" pitchFamily="50" charset="-127"/>
                <a:cs typeface="Pretendard Black" panose="02000A03000000020004" pitchFamily="50" charset="-127"/>
              </a:defRPr>
            </a:lvl1pPr>
            <a:lvl2pPr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2pPr>
            <a:lvl3pPr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3pPr>
            <a:lvl4pPr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4pPr>
            <a:lvl5pPr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5pPr>
            <a:lvl6pPr marL="457200"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6pPr>
            <a:lvl7pPr marL="914400"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7pPr>
            <a:lvl8pPr marL="1371600"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8pPr>
            <a:lvl9pPr marL="1828800"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9pPr>
          </a:lstStyle>
          <a:p>
            <a:r>
              <a:rPr lang="ko-KR">
                <a:ln>
                  <a:solidFill>
                    <a:srgbClr val="4F81BD">
                      <a:alpha val="0"/>
                    </a:srgbClr>
                  </a:solidFill>
                </a:ln>
                <a:effectLst>
                  <a:glow rad="127000">
                    <a:prstClr val="white"/>
                  </a:glow>
                  <a:outerShdw blurRad="38100" dist="38100" dir="2700000" algn="tl" rotWithShape="0">
                    <a:prstClr val="black">
                      <a:alpha val="40000"/>
                    </a:prstClr>
                  </a:outerShdw>
                </a:effectLst>
                <a:latin typeface="Arial"/>
                <a:ea typeface="Pretendard Black"/>
                <a:cs typeface="Arial"/>
              </a:rPr>
              <a:t>지란지교데이터 </a:t>
            </a:r>
            <a:r>
              <a:rPr lang="ko-KR" altLang="en-US">
                <a:ln>
                  <a:solidFill>
                    <a:srgbClr val="4F81BD">
                      <a:alpha val="0"/>
                    </a:srgbClr>
                  </a:solidFill>
                </a:ln>
                <a:effectLst>
                  <a:glow rad="127000">
                    <a:prstClr val="white"/>
                  </a:glow>
                  <a:outerShdw blurRad="38100" dist="38100" dir="2700000" algn="tl" rotWithShape="0">
                    <a:prstClr val="black">
                      <a:alpha val="40000"/>
                    </a:prstClr>
                  </a:outerShdw>
                </a:effectLst>
                <a:latin typeface="Arial"/>
                <a:ea typeface="Pretendard Black"/>
                <a:cs typeface="Arial"/>
              </a:rPr>
              <a:t>(</a:t>
            </a:r>
            <a:r>
              <a:rPr lang="ko-KR" altLang="en-US">
                <a:ln>
                  <a:solidFill>
                    <a:srgbClr val="4F81BD">
                      <a:alpha val="0"/>
                    </a:srgbClr>
                  </a:solidFill>
                </a:ln>
                <a:effectLst>
                  <a:glow rad="127000">
                    <a:prstClr val="white"/>
                  </a:glow>
                  <a:outerShdw blurRad="38100" dist="38100" dir="2700000" algn="tl" rotWithShape="0">
                    <a:prstClr val="black">
                      <a:alpha val="40000"/>
                    </a:prstClr>
                  </a:outerShdw>
                </a:effectLst>
                <a:latin typeface="Arial"/>
                <a:ea typeface="Pretendard Black"/>
              </a:rPr>
              <a:t>Sercan): </a:t>
            </a:r>
            <a:r>
              <a:rPr lang="ko-KR" b="0">
                <a:ln>
                  <a:solidFill>
                    <a:srgbClr val="4F81BD">
                      <a:alpha val="0"/>
                    </a:srgbClr>
                  </a:solidFill>
                </a:ln>
                <a:effectLst>
                  <a:glow rad="127000">
                    <a:prstClr val="white"/>
                  </a:glow>
                  <a:outerShdw blurRad="38100" dist="38100" dir="2700000" algn="tl" rotWithShape="0">
                    <a:prstClr val="black">
                      <a:alpha val="40000"/>
                    </a:prstClr>
                  </a:outerShdw>
                </a:effectLst>
                <a:latin typeface="Arial"/>
                <a:ea typeface="Pretendard Black"/>
              </a:rPr>
              <a:t>D5 Ops &amp; Deployment</a:t>
            </a:r>
            <a:endParaRPr lang="en-US" altLang="ko-KR">
              <a:ln>
                <a:solidFill>
                  <a:srgbClr val="4F81BD">
                    <a:alpha val="0"/>
                  </a:srgbClr>
                </a:solidFill>
              </a:ln>
              <a:effectLst>
                <a:glow rad="127000">
                  <a:prstClr val="white"/>
                </a:glow>
                <a:outerShdw blurRad="38100" dist="38100" dir="2700000" algn="tl" rotWithShape="0">
                  <a:prstClr val="black">
                    <a:alpha val="40000"/>
                  </a:prstClr>
                </a:outerShdw>
              </a:effectLst>
              <a:latin typeface="Pretendard Black"/>
            </a:endParaRPr>
          </a:p>
        </p:txBody>
      </p:sp>
      <p:graphicFrame>
        <p:nvGraphicFramePr>
          <p:cNvPr id="6" name="표 3">
            <a:extLst>
              <a:ext uri="{FF2B5EF4-FFF2-40B4-BE49-F238E27FC236}">
                <a16:creationId xmlns:a16="http://schemas.microsoft.com/office/drawing/2014/main" id="{72B4402C-0835-4F25-61CA-7FBA27D2B3BA}"/>
              </a:ext>
            </a:extLst>
          </p:cNvPr>
          <p:cNvGraphicFramePr>
            <a:graphicFrameLocks noGrp="1"/>
          </p:cNvGraphicFramePr>
          <p:nvPr/>
        </p:nvGraphicFramePr>
        <p:xfrm>
          <a:off x="510540" y="1263332"/>
          <a:ext cx="11048996" cy="5332095"/>
        </p:xfrm>
        <a:graphic>
          <a:graphicData uri="http://schemas.openxmlformats.org/drawingml/2006/table">
            <a:tbl>
              <a:tblPr bandRow="1">
                <a:tableStyleId>{5C22544A-7EE6-4342-B048-85BDC9FD1C3A}</a:tableStyleId>
              </a:tblPr>
              <a:tblGrid>
                <a:gridCol w="761999">
                  <a:extLst>
                    <a:ext uri="{9D8B030D-6E8A-4147-A177-3AD203B41FA5}">
                      <a16:colId xmlns:a16="http://schemas.microsoft.com/office/drawing/2014/main" val="1698362347"/>
                    </a:ext>
                  </a:extLst>
                </a:gridCol>
                <a:gridCol w="3377629">
                  <a:extLst>
                    <a:ext uri="{9D8B030D-6E8A-4147-A177-3AD203B41FA5}">
                      <a16:colId xmlns:a16="http://schemas.microsoft.com/office/drawing/2014/main" val="2830635571"/>
                    </a:ext>
                  </a:extLst>
                </a:gridCol>
                <a:gridCol w="552235">
                  <a:extLst>
                    <a:ext uri="{9D8B030D-6E8A-4147-A177-3AD203B41FA5}">
                      <a16:colId xmlns:a16="http://schemas.microsoft.com/office/drawing/2014/main" val="1838736065"/>
                    </a:ext>
                  </a:extLst>
                </a:gridCol>
                <a:gridCol w="6357133">
                  <a:extLst>
                    <a:ext uri="{9D8B030D-6E8A-4147-A177-3AD203B41FA5}">
                      <a16:colId xmlns:a16="http://schemas.microsoft.com/office/drawing/2014/main" val="427609783"/>
                    </a:ext>
                  </a:extLst>
                </a:gridCol>
              </a:tblGrid>
              <a:tr h="323850">
                <a:tc>
                  <a:txBody>
                    <a:bodyPr/>
                    <a:lstStyle/>
                    <a:p>
                      <a:pPr algn="l">
                        <a:buNone/>
                      </a:pPr>
                      <a:r>
                        <a:rPr lang="ko-KR" sz="1200" b="1">
                          <a:solidFill>
                            <a:srgbClr val="144772"/>
                          </a:solidFill>
                          <a:effectLst/>
                          <a:latin typeface="Arial" panose="020B0604020202020204" pitchFamily="34" charset="0"/>
                          <a:ea typeface="Arial" panose="020B0604020202020204" pitchFamily="34" charset="0"/>
                        </a:rPr>
                        <a:t>ID</a:t>
                      </a:r>
                      <a:endParaRPr lang="ko-KR" sz="1200" b="1">
                        <a:solidFill>
                          <a:srgbClr val="144772"/>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DDECF2"/>
                    </a:solidFill>
                  </a:tcPr>
                </a:tc>
                <a:tc>
                  <a:txBody>
                    <a:bodyPr/>
                    <a:lstStyle/>
                    <a:p>
                      <a:pPr algn="l">
                        <a:buNone/>
                      </a:pPr>
                      <a:r>
                        <a:rPr lang="ko-KR" sz="1200" b="1">
                          <a:solidFill>
                            <a:srgbClr val="144772"/>
                          </a:solidFill>
                          <a:effectLst/>
                          <a:latin typeface="Arial" panose="020B0604020202020204" pitchFamily="34" charset="0"/>
                          <a:ea typeface="Arial" panose="020B0604020202020204" pitchFamily="34" charset="0"/>
                        </a:rPr>
                        <a:t>Capability</a:t>
                      </a:r>
                      <a:endParaRPr lang="ko-KR" sz="1200" b="1">
                        <a:solidFill>
                          <a:srgbClr val="144772"/>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DDECF2"/>
                    </a:solidFill>
                  </a:tcPr>
                </a:tc>
                <a:tc>
                  <a:txBody>
                    <a:bodyPr/>
                    <a:lstStyle/>
                    <a:p>
                      <a:pPr algn="l">
                        <a:buNone/>
                      </a:pPr>
                      <a:r>
                        <a:rPr lang="ko-KR" sz="1200" b="1">
                          <a:solidFill>
                            <a:srgbClr val="144772"/>
                          </a:solidFill>
                          <a:effectLst/>
                          <a:latin typeface="Arial" panose="020B0604020202020204" pitchFamily="34" charset="0"/>
                          <a:ea typeface="Arial" panose="020B0604020202020204" pitchFamily="34" charset="0"/>
                        </a:rPr>
                        <a:t>Flag</a:t>
                      </a:r>
                      <a:endParaRPr lang="ko-KR" sz="1200" b="1">
                        <a:solidFill>
                          <a:srgbClr val="144772"/>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DDECF2"/>
                    </a:solidFill>
                  </a:tcPr>
                </a:tc>
                <a:tc>
                  <a:txBody>
                    <a:bodyPr/>
                    <a:lstStyle/>
                    <a:p>
                      <a:pPr algn="l">
                        <a:buNone/>
                      </a:pPr>
                      <a:r>
                        <a:rPr lang="ko-KR" sz="1200" b="1">
                          <a:solidFill>
                            <a:srgbClr val="144772"/>
                          </a:solidFill>
                          <a:effectLst/>
                          <a:latin typeface="Arial" panose="020B0604020202020204" pitchFamily="34" charset="0"/>
                          <a:ea typeface="Arial" panose="020B0604020202020204" pitchFamily="34" charset="0"/>
                        </a:rPr>
                        <a:t>Documented scope and evidence</a:t>
                      </a:r>
                      <a:endParaRPr lang="ko-KR" sz="1200" b="1">
                        <a:solidFill>
                          <a:srgbClr val="144772"/>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DDECF2"/>
                    </a:solidFill>
                  </a:tcPr>
                </a:tc>
                <a:extLst>
                  <a:ext uri="{0D108BD9-81ED-4DB2-BD59-A6C34878D82A}">
                    <a16:rowId xmlns:a16="http://schemas.microsoft.com/office/drawing/2014/main" val="1861519047"/>
                  </a:ext>
                </a:extLst>
              </a:tr>
              <a:tr h="314325">
                <a:tc>
                  <a:txBody>
                    <a:bodyPr/>
                    <a:lstStyle/>
                    <a:p>
                      <a:pPr algn="l">
                        <a:buNone/>
                      </a:pPr>
                      <a:r>
                        <a:rPr lang="ko-KR" sz="1300" b="1">
                          <a:solidFill>
                            <a:srgbClr val="243447"/>
                          </a:solidFill>
                          <a:effectLst/>
                          <a:latin typeface="Arial" panose="020B0604020202020204" pitchFamily="34" charset="0"/>
                          <a:ea typeface="Arial" panose="020B0604020202020204" pitchFamily="34" charset="0"/>
                        </a:rPr>
                        <a:t>D5-01</a:t>
                      </a:r>
                      <a:endParaRPr lang="ko-KR" sz="1300" b="1">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a:solidFill>
                            <a:srgbClr val="243447"/>
                          </a:solidFill>
                          <a:effectLst/>
                          <a:latin typeface="Arial" panose="020B0604020202020204" pitchFamily="34" charset="0"/>
                          <a:ea typeface="Arial" panose="020B0604020202020204" pitchFamily="34" charset="0"/>
                        </a:rPr>
                        <a:t>Windows endpoint agent</a:t>
                      </a:r>
                      <a:endParaRPr lang="ko-KR" sz="1300">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b="1">
                          <a:solidFill>
                            <a:srgbClr val="136F73"/>
                          </a:solidFill>
                          <a:effectLst/>
                          <a:latin typeface="Arial" panose="020B0604020202020204" pitchFamily="34" charset="0"/>
                          <a:ea typeface="Arial" panose="020B0604020202020204" pitchFamily="34" charset="0"/>
                        </a:rPr>
                        <a:t>●</a:t>
                      </a:r>
                      <a:endParaRPr lang="ko-KR" sz="1300" b="1">
                        <a:solidFill>
                          <a:srgbClr val="136F73"/>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lvl="0" algn="l">
                        <a:buNone/>
                      </a:pPr>
                      <a:r>
                        <a:rPr lang="en-US" altLang="ko-KR" sz="1300" b="0" i="0" u="none" strike="noStrike" noProof="0">
                          <a:solidFill>
                            <a:srgbClr val="243447"/>
                          </a:solidFill>
                          <a:effectLst/>
                        </a:rPr>
                        <a:t>PCFILTER</a:t>
                      </a:r>
                      <a:r>
                        <a:rPr lang="ko-KR" altLang="en-US" sz="1300" b="0" i="0" u="none" strike="noStrike" noProof="0">
                          <a:solidFill>
                            <a:srgbClr val="243447"/>
                          </a:solidFill>
                          <a:effectLst/>
                        </a:rPr>
                        <a:t> </a:t>
                      </a:r>
                      <a:r>
                        <a:rPr lang="en-US" altLang="ko-KR" sz="1300" b="0" i="0" u="none" strike="noStrike" noProof="0">
                          <a:solidFill>
                            <a:srgbClr val="243447"/>
                          </a:solidFill>
                          <a:effectLst/>
                        </a:rPr>
                        <a:t>is</a:t>
                      </a:r>
                      <a:r>
                        <a:rPr lang="ko-KR" altLang="en-US" sz="1300" b="0" i="0" u="none" strike="noStrike" noProof="0">
                          <a:solidFill>
                            <a:srgbClr val="243447"/>
                          </a:solidFill>
                          <a:effectLst/>
                        </a:rPr>
                        <a:t> </a:t>
                      </a:r>
                      <a:r>
                        <a:rPr lang="en-US" altLang="ko-KR" sz="1300" b="0" i="0" u="none" strike="noStrike" noProof="0">
                          <a:solidFill>
                            <a:srgbClr val="243447"/>
                          </a:solidFill>
                          <a:effectLst/>
                        </a:rPr>
                        <a:t>an</a:t>
                      </a:r>
                      <a:r>
                        <a:rPr lang="ko-KR" altLang="en-US" sz="1300" b="0" i="0" u="none" strike="noStrike" noProof="0">
                          <a:solidFill>
                            <a:srgbClr val="243447"/>
                          </a:solidFill>
                          <a:effectLst/>
                        </a:rPr>
                        <a:t> </a:t>
                      </a:r>
                      <a:r>
                        <a:rPr lang="en-US" altLang="ko-KR" sz="1300" b="0" i="0" u="none" strike="noStrike" noProof="0">
                          <a:solidFill>
                            <a:srgbClr val="243447"/>
                          </a:solidFill>
                          <a:effectLst/>
                        </a:rPr>
                        <a:t>endpoint</a:t>
                      </a:r>
                      <a:r>
                        <a:rPr lang="ko-KR" altLang="en-US" sz="1300" b="0" i="0" u="none" strike="noStrike" noProof="0">
                          <a:solidFill>
                            <a:srgbClr val="243447"/>
                          </a:solidFill>
                          <a:effectLst/>
                        </a:rPr>
                        <a:t> </a:t>
                      </a:r>
                      <a:r>
                        <a:rPr lang="en-US" altLang="ko-KR" sz="1300" b="0" i="0" u="none" strike="noStrike" noProof="0">
                          <a:solidFill>
                            <a:srgbClr val="243447"/>
                          </a:solidFill>
                          <a:effectLst/>
                        </a:rPr>
                        <a:t>DLP</a:t>
                      </a:r>
                      <a:r>
                        <a:rPr lang="ko-KR" altLang="en-US" sz="1300" b="0" i="0" u="none" strike="noStrike" noProof="0">
                          <a:solidFill>
                            <a:srgbClr val="243447"/>
                          </a:solidFill>
                          <a:effectLst/>
                        </a:rPr>
                        <a:t> </a:t>
                      </a:r>
                      <a:r>
                        <a:rPr lang="en-US" altLang="ko-KR" sz="1300" b="0" i="0" u="none" strike="noStrike" noProof="0">
                          <a:solidFill>
                            <a:srgbClr val="243447"/>
                          </a:solidFill>
                          <a:effectLst/>
                        </a:rPr>
                        <a:t>product</a:t>
                      </a:r>
                      <a:r>
                        <a:rPr lang="ko-KR" altLang="en-US" sz="1300" b="0" i="0" u="none" strike="noStrike" noProof="0">
                          <a:solidFill>
                            <a:srgbClr val="243447"/>
                          </a:solidFill>
                          <a:effectLst/>
                        </a:rPr>
                        <a:t> </a:t>
                      </a:r>
                      <a:r>
                        <a:rPr lang="en-US" altLang="ko-KR" sz="1300" b="0" i="0" u="none" strike="noStrike" noProof="0">
                          <a:solidFill>
                            <a:srgbClr val="243447"/>
                          </a:solidFill>
                          <a:effectLst/>
                        </a:rPr>
                        <a:t>for</a:t>
                      </a:r>
                      <a:r>
                        <a:rPr lang="ko-KR" altLang="en-US" sz="1300" b="0" i="0" u="none" strike="noStrike" noProof="0">
                          <a:solidFill>
                            <a:srgbClr val="243447"/>
                          </a:solidFill>
                          <a:effectLst/>
                        </a:rPr>
                        <a:t> </a:t>
                      </a:r>
                      <a:r>
                        <a:rPr lang="en-US" altLang="ko-KR" sz="1300" b="0" i="0" u="none" strike="noStrike" noProof="0">
                          <a:solidFill>
                            <a:srgbClr val="243447"/>
                          </a:solidFill>
                          <a:effectLst/>
                        </a:rPr>
                        <a:t>employee</a:t>
                      </a:r>
                      <a:r>
                        <a:rPr lang="ko-KR" altLang="en-US" sz="1300" b="0" i="0" u="none" strike="noStrike" noProof="0">
                          <a:solidFill>
                            <a:srgbClr val="243447"/>
                          </a:solidFill>
                          <a:effectLst/>
                        </a:rPr>
                        <a:t> </a:t>
                      </a:r>
                      <a:r>
                        <a:rPr lang="en-US" altLang="ko-KR" sz="1300" b="0" i="0" u="none" strike="noStrike" noProof="0">
                          <a:solidFill>
                            <a:srgbClr val="243447"/>
                          </a:solidFill>
                          <a:effectLst/>
                        </a:rPr>
                        <a:t>PCs;</a:t>
                      </a:r>
                      <a:r>
                        <a:rPr lang="ko-KR" altLang="en-US" sz="1300" b="0" i="0" u="none" strike="noStrike" noProof="0">
                          <a:solidFill>
                            <a:srgbClr val="243447"/>
                          </a:solidFill>
                          <a:effectLst/>
                        </a:rPr>
                        <a:t> </a:t>
                      </a:r>
                      <a:r>
                        <a:rPr lang="en-US" altLang="ko-KR" sz="1300" b="0" i="0" u="none" strike="noStrike" noProof="0">
                          <a:solidFill>
                            <a:srgbClr val="243447"/>
                          </a:solidFill>
                          <a:effectLst/>
                        </a:rPr>
                        <a:t>current</a:t>
                      </a:r>
                      <a:r>
                        <a:rPr lang="ko-KR" altLang="en-US" sz="1300" b="0" i="0" u="none" strike="noStrike" noProof="0">
                          <a:solidFill>
                            <a:srgbClr val="243447"/>
                          </a:solidFill>
                          <a:effectLst/>
                        </a:rPr>
                        <a:t> </a:t>
                      </a:r>
                      <a:r>
                        <a:rPr lang="en-US" altLang="ko-KR" sz="1300" b="0" i="0" u="none" strike="noStrike" noProof="0">
                          <a:solidFill>
                            <a:srgbClr val="243447"/>
                          </a:solidFill>
                          <a:effectLst/>
                        </a:rPr>
                        <a:t>product</a:t>
                      </a:r>
                      <a:r>
                        <a:rPr lang="ko-KR" altLang="en-US" sz="1300" b="0" i="0" u="none" strike="noStrike" noProof="0">
                          <a:solidFill>
                            <a:srgbClr val="243447"/>
                          </a:solidFill>
                          <a:effectLst/>
                        </a:rPr>
                        <a:t> </a:t>
                      </a:r>
                      <a:r>
                        <a:rPr lang="en-US" altLang="ko-KR" sz="1300" b="0" i="0" u="none" strike="noStrike" noProof="0">
                          <a:solidFill>
                            <a:srgbClr val="243447"/>
                          </a:solidFill>
                          <a:effectLst/>
                        </a:rPr>
                        <a:t>material</a:t>
                      </a:r>
                      <a:r>
                        <a:rPr lang="ko-KR" altLang="en-US" sz="1300" b="0" i="0" u="none" strike="noStrike" noProof="0">
                          <a:solidFill>
                            <a:srgbClr val="243447"/>
                          </a:solidFill>
                          <a:effectLst/>
                        </a:rPr>
                        <a:t> </a:t>
                      </a:r>
                      <a:r>
                        <a:rPr lang="en-US" altLang="ko-KR" sz="1300" b="0" i="0" u="none" strike="noStrike" noProof="0">
                          <a:solidFill>
                            <a:srgbClr val="243447"/>
                          </a:solidFill>
                          <a:effectLst/>
                        </a:rPr>
                        <a:t>documents</a:t>
                      </a:r>
                      <a:r>
                        <a:rPr lang="ko-KR" altLang="en-US" sz="1300" b="0" i="0" u="none" strike="noStrike" noProof="0">
                          <a:solidFill>
                            <a:srgbClr val="243447"/>
                          </a:solidFill>
                          <a:effectLst/>
                        </a:rPr>
                        <a:t> </a:t>
                      </a:r>
                      <a:r>
                        <a:rPr lang="en-US" altLang="ko-KR" sz="1300" b="0" i="0" u="none" strike="noStrike" noProof="0">
                          <a:solidFill>
                            <a:srgbClr val="243447"/>
                          </a:solidFill>
                          <a:effectLst/>
                        </a:rPr>
                        <a:t>agent-based</a:t>
                      </a:r>
                      <a:r>
                        <a:rPr lang="ko-KR" altLang="en-US" sz="1300" b="0" i="0" u="none" strike="noStrike" noProof="0">
                          <a:solidFill>
                            <a:srgbClr val="243447"/>
                          </a:solidFill>
                          <a:effectLst/>
                        </a:rPr>
                        <a:t> </a:t>
                      </a:r>
                      <a:r>
                        <a:rPr lang="en-US" altLang="ko-KR" sz="1300" b="0" i="0" u="none" strike="noStrike" noProof="0">
                          <a:solidFill>
                            <a:srgbClr val="243447"/>
                          </a:solidFill>
                          <a:effectLst/>
                        </a:rPr>
                        <a:t>PC</a:t>
                      </a:r>
                      <a:r>
                        <a:rPr lang="ko-KR" altLang="en-US" sz="1300" b="0" i="0" u="none" strike="noStrike" noProof="0">
                          <a:solidFill>
                            <a:srgbClr val="243447"/>
                          </a:solidFill>
                          <a:effectLst/>
                        </a:rPr>
                        <a:t> </a:t>
                      </a:r>
                      <a:r>
                        <a:rPr lang="en-US" altLang="ko-KR" sz="1300" b="0" i="0" u="none" strike="noStrike" noProof="0">
                          <a:solidFill>
                            <a:srgbClr val="243447"/>
                          </a:solidFill>
                          <a:effectLst/>
                        </a:rPr>
                        <a:t>control</a:t>
                      </a:r>
                      <a:r>
                        <a:rPr lang="ko-KR" altLang="en-US" sz="1300" b="0" i="0" u="none" strike="noStrike" noProof="0">
                          <a:solidFill>
                            <a:srgbClr val="243447"/>
                          </a:solidFill>
                          <a:effectLst/>
                        </a:rPr>
                        <a:t> </a:t>
                      </a:r>
                      <a:r>
                        <a:rPr lang="ko-KR" sz="1300" b="0" i="0" u="none" strike="noStrike" noProof="0">
                          <a:solidFill>
                            <a:srgbClr val="243447"/>
                          </a:solidFill>
                          <a:effectLst/>
                        </a:rPr>
                        <a:t>and</a:t>
                      </a:r>
                      <a:r>
                        <a:rPr lang="ko-KR" altLang="en-US" sz="1300" b="0" i="0" u="none" strike="noStrike" noProof="0">
                          <a:solidFill>
                            <a:srgbClr val="243447"/>
                          </a:solidFill>
                          <a:effectLst/>
                        </a:rPr>
                        <a:t> </a:t>
                      </a:r>
                      <a:r>
                        <a:rPr lang="en-US" altLang="ko-KR" sz="1300" b="0" i="0" u="none" strike="noStrike" noProof="0">
                          <a:solidFill>
                            <a:srgbClr val="243447"/>
                          </a:solidFill>
                          <a:effectLst/>
                        </a:rPr>
                        <a:t>centralized</a:t>
                      </a:r>
                      <a:r>
                        <a:rPr lang="ko-KR" altLang="en-US" sz="1300" b="0" i="0" u="none" strike="noStrike" noProof="0">
                          <a:solidFill>
                            <a:srgbClr val="243447"/>
                          </a:solidFill>
                          <a:effectLst/>
                        </a:rPr>
                        <a:t> </a:t>
                      </a:r>
                      <a:r>
                        <a:rPr lang="en-US" altLang="ko-KR" sz="1300" b="0" i="0" u="none" strike="noStrike" noProof="0">
                          <a:solidFill>
                            <a:srgbClr val="243447"/>
                          </a:solidFill>
                          <a:effectLst/>
                        </a:rPr>
                        <a:t>policy</a:t>
                      </a:r>
                      <a:r>
                        <a:rPr lang="ko-KR" altLang="en-US" sz="1300" b="0" i="0" u="none" strike="noStrike" noProof="0">
                          <a:solidFill>
                            <a:srgbClr val="243447"/>
                          </a:solidFill>
                          <a:effectLst/>
                        </a:rPr>
                        <a:t> </a:t>
                      </a:r>
                      <a:r>
                        <a:rPr lang="en-US" altLang="ko-KR" sz="1300" b="0" i="0" u="none" strike="noStrike" noProof="0">
                          <a:solidFill>
                            <a:srgbClr val="243447"/>
                          </a:solidFill>
                          <a:effectLst/>
                        </a:rPr>
                        <a:t>enforcement</a:t>
                      </a:r>
                      <a:r>
                        <a:rPr lang="ko-KR" sz="1300" b="0" i="0" u="none" strike="noStrike" noProof="0">
                          <a:solidFill>
                            <a:srgbClr val="243447"/>
                          </a:solidFill>
                          <a:effectLst/>
                        </a:rPr>
                        <a:t>. [</a:t>
                      </a:r>
                      <a:r>
                        <a:rPr lang="en-US" altLang="ko-KR" sz="1300" b="0" i="0" u="none" strike="noStrike" noProof="0">
                          <a:solidFill>
                            <a:srgbClr val="243447"/>
                          </a:solidFill>
                          <a:effectLst/>
                        </a:rPr>
                        <a:t>J1</a:t>
                      </a:r>
                      <a:r>
                        <a:rPr lang="ko-KR" sz="1300" b="0" i="0" u="none" strike="noStrike" noProof="0">
                          <a:solidFill>
                            <a:srgbClr val="243447"/>
                          </a:solidFill>
                          <a:effectLst/>
                        </a:rPr>
                        <a:t>]</a:t>
                      </a:r>
                      <a:endParaRPr lang="en-US" altLang="ko-KR" b="0" i="0" u="none" strike="noStrike" noProof="0"/>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20449949"/>
                  </a:ext>
                </a:extLst>
              </a:tr>
              <a:tr h="475179">
                <a:tc>
                  <a:txBody>
                    <a:bodyPr/>
                    <a:lstStyle/>
                    <a:p>
                      <a:pPr algn="l">
                        <a:buNone/>
                      </a:pPr>
                      <a:r>
                        <a:rPr lang="ko-KR" sz="1300" b="1">
                          <a:solidFill>
                            <a:srgbClr val="243447"/>
                          </a:solidFill>
                          <a:effectLst/>
                          <a:latin typeface="Arial" panose="020B0604020202020204" pitchFamily="34" charset="0"/>
                          <a:ea typeface="Arial" panose="020B0604020202020204" pitchFamily="34" charset="0"/>
                        </a:rPr>
                        <a:t>D5-02</a:t>
                      </a:r>
                      <a:endParaRPr lang="ko-KR" sz="1300" b="1">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a:solidFill>
                            <a:srgbClr val="243447"/>
                          </a:solidFill>
                          <a:effectLst/>
                          <a:latin typeface="Arial" panose="020B0604020202020204" pitchFamily="34" charset="0"/>
                          <a:ea typeface="Arial" panose="020B0604020202020204" pitchFamily="34" charset="0"/>
                        </a:rPr>
                        <a:t>macOS endpoint agent</a:t>
                      </a:r>
                      <a:endParaRPr lang="ko-KR" sz="1300">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lvl="0" algn="l">
                        <a:buNone/>
                      </a:pPr>
                      <a:r>
                        <a:rPr lang="ko-KR" altLang="en-US" sz="1300" b="1">
                          <a:solidFill>
                            <a:srgbClr val="136F73"/>
                          </a:solidFill>
                          <a:effectLst/>
                          <a:latin typeface="Arial"/>
                        </a:rPr>
                        <a:t>?</a:t>
                      </a:r>
                      <a:endParaRPr lang="en-US" altLang="ko-K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lvl="0" algn="l">
                        <a:buNone/>
                      </a:pPr>
                      <a:r>
                        <a:rPr lang="en-US" sz="1300" b="0" i="0" u="none" strike="noStrike" noProof="0">
                          <a:solidFill>
                            <a:srgbClr val="243447"/>
                          </a:solidFill>
                          <a:effectLst/>
                        </a:rPr>
                        <a:t>macOS endpoint-agent support was not </a:t>
                      </a:r>
                      <a:r>
                        <a:rPr lang="en-US" altLang="ko-KR" sz="1300" b="0" i="0" u="none" strike="noStrike" noProof="0">
                          <a:solidFill>
                            <a:srgbClr val="243447"/>
                          </a:solidFill>
                          <a:effectLst/>
                        </a:rPr>
                        <a:t>explicitly </a:t>
                      </a:r>
                      <a:r>
                        <a:rPr lang="en-US" sz="1300" b="0" i="0" u="none" strike="noStrike" noProof="0">
                          <a:solidFill>
                            <a:srgbClr val="243447"/>
                          </a:solidFill>
                          <a:effectLst/>
                        </a:rPr>
                        <a:t>verified in the</a:t>
                      </a:r>
                      <a:r>
                        <a:rPr lang="en-US" altLang="ko-KR" sz="1300" b="0" i="0" u="none" strike="noStrike" noProof="0">
                          <a:solidFill>
                            <a:srgbClr val="243447"/>
                          </a:solidFill>
                          <a:effectLst/>
                        </a:rPr>
                        <a:t> reviewed PCFILTER </a:t>
                      </a:r>
                      <a:r>
                        <a:rPr lang="en-US" sz="1300" b="0" i="0" u="none" strike="noStrike" noProof="0">
                          <a:solidFill>
                            <a:srgbClr val="243447"/>
                          </a:solidFill>
                          <a:effectLst/>
                        </a:rPr>
                        <a:t>material</a:t>
                      </a:r>
                      <a:r>
                        <a:rPr lang="en-US" altLang="ko-KR" sz="1300" b="0" i="0" u="none" strike="noStrike" noProof="0">
                          <a:solidFill>
                            <a:srgbClr val="243447"/>
                          </a:solidFill>
                          <a:effectLst/>
                        </a:rPr>
                        <a:t>.</a:t>
                      </a:r>
                      <a:endParaRPr lang="en-US" altLang="ko-KR" b="0" i="0" u="none" strike="noStrike" noProof="0"/>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9569197"/>
                  </a:ext>
                </a:extLst>
              </a:tr>
              <a:tr h="314325">
                <a:tc>
                  <a:txBody>
                    <a:bodyPr/>
                    <a:lstStyle/>
                    <a:p>
                      <a:pPr algn="l">
                        <a:buNone/>
                      </a:pPr>
                      <a:r>
                        <a:rPr lang="ko-KR" sz="1300" b="1">
                          <a:solidFill>
                            <a:srgbClr val="243447"/>
                          </a:solidFill>
                          <a:effectLst/>
                          <a:latin typeface="Arial" panose="020B0604020202020204" pitchFamily="34" charset="0"/>
                          <a:ea typeface="Arial" panose="020B0604020202020204" pitchFamily="34" charset="0"/>
                        </a:rPr>
                        <a:t>D5-03</a:t>
                      </a:r>
                      <a:endParaRPr lang="ko-KR" sz="1300" b="1">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a:solidFill>
                            <a:srgbClr val="243447"/>
                          </a:solidFill>
                          <a:effectLst/>
                          <a:latin typeface="Arial" panose="020B0604020202020204" pitchFamily="34" charset="0"/>
                          <a:ea typeface="Arial" panose="020B0604020202020204" pitchFamily="34" charset="0"/>
                        </a:rPr>
                        <a:t>Linux endpoint agent</a:t>
                      </a:r>
                      <a:endParaRPr lang="ko-KR" sz="1300">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b="1">
                          <a:solidFill>
                            <a:srgbClr val="5E6C7A"/>
                          </a:solidFill>
                          <a:effectLst/>
                          <a:latin typeface="Arial" panose="020B0604020202020204" pitchFamily="34" charset="0"/>
                          <a:ea typeface="Arial" panose="020B0604020202020204" pitchFamily="34" charset="0"/>
                        </a:rPr>
                        <a:t>?</a:t>
                      </a:r>
                      <a:endParaRPr lang="ko-KR" sz="1300" b="1">
                        <a:solidFill>
                          <a:srgbClr val="5E6C7A"/>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lvl="0" algn="l">
                        <a:buNone/>
                      </a:pPr>
                      <a:r>
                        <a:rPr lang="ko-KR" sz="1300">
                          <a:solidFill>
                            <a:srgbClr val="243447"/>
                          </a:solidFill>
                          <a:effectLst/>
                          <a:latin typeface="Arial"/>
                        </a:rPr>
                        <a:t>Linux </a:t>
                      </a:r>
                      <a:r>
                        <a:rPr lang="en-US" altLang="ko-KR" sz="1300">
                          <a:solidFill>
                            <a:srgbClr val="243447"/>
                          </a:solidFill>
                          <a:effectLst/>
                          <a:latin typeface="Arial"/>
                        </a:rPr>
                        <a:t>endpoint</a:t>
                      </a:r>
                      <a:r>
                        <a:rPr lang="ko-KR" altLang="en-US" sz="1300">
                          <a:solidFill>
                            <a:srgbClr val="243447"/>
                          </a:solidFill>
                          <a:effectLst/>
                          <a:latin typeface="Arial"/>
                        </a:rPr>
                        <a:t> </a:t>
                      </a:r>
                      <a:r>
                        <a:rPr lang="en-US" altLang="ko-KR" sz="1300">
                          <a:solidFill>
                            <a:srgbClr val="243447"/>
                          </a:solidFill>
                          <a:effectLst/>
                          <a:latin typeface="Arial"/>
                        </a:rPr>
                        <a:t>DLP</a:t>
                      </a:r>
                      <a:r>
                        <a:rPr lang="ko-KR" altLang="en-US" sz="1300">
                          <a:solidFill>
                            <a:srgbClr val="243447"/>
                          </a:solidFill>
                          <a:effectLst/>
                          <a:latin typeface="Arial"/>
                        </a:rPr>
                        <a:t> </a:t>
                      </a:r>
                      <a:r>
                        <a:rPr lang="en-US" altLang="ko-KR" sz="1300">
                          <a:solidFill>
                            <a:srgbClr val="243447"/>
                          </a:solidFill>
                          <a:effectLst/>
                          <a:latin typeface="Arial"/>
                        </a:rPr>
                        <a:t>agent</a:t>
                      </a:r>
                      <a:r>
                        <a:rPr lang="ko-KR" altLang="en-US" sz="1300">
                          <a:solidFill>
                            <a:srgbClr val="243447"/>
                          </a:solidFill>
                          <a:effectLst/>
                          <a:latin typeface="Arial"/>
                        </a:rPr>
                        <a:t> </a:t>
                      </a:r>
                      <a:r>
                        <a:rPr lang="ko-KR" sz="1300">
                          <a:solidFill>
                            <a:srgbClr val="243447"/>
                          </a:solidFill>
                          <a:effectLst/>
                          <a:latin typeface="Arial"/>
                        </a:rPr>
                        <a:t>not verified.</a:t>
                      </a:r>
                      <a:endParaRPr lang="ko-KR" altLang="en-US" sz="1300">
                        <a:solidFill>
                          <a:srgbClr val="243447"/>
                        </a:solidFill>
                        <a:effectLst/>
                        <a:latin typeface="Arial"/>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178096827"/>
                  </a:ext>
                </a:extLst>
              </a:tr>
              <a:tr h="314325">
                <a:tc>
                  <a:txBody>
                    <a:bodyPr/>
                    <a:lstStyle/>
                    <a:p>
                      <a:pPr algn="l">
                        <a:buNone/>
                      </a:pPr>
                      <a:r>
                        <a:rPr lang="ko-KR" sz="1300" b="1">
                          <a:solidFill>
                            <a:srgbClr val="243447"/>
                          </a:solidFill>
                          <a:effectLst/>
                          <a:latin typeface="Arial" panose="020B0604020202020204" pitchFamily="34" charset="0"/>
                          <a:ea typeface="Arial" panose="020B0604020202020204" pitchFamily="34" charset="0"/>
                        </a:rPr>
                        <a:t>D5-04</a:t>
                      </a:r>
                      <a:endParaRPr lang="ko-KR" sz="1300" b="1">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a:solidFill>
                            <a:srgbClr val="243447"/>
                          </a:solidFill>
                          <a:effectLst/>
                          <a:latin typeface="Arial" panose="020B0604020202020204" pitchFamily="34" charset="0"/>
                          <a:ea typeface="Arial" panose="020B0604020202020204" pitchFamily="34" charset="0"/>
                        </a:rPr>
                        <a:t>VDI support</a:t>
                      </a:r>
                      <a:endParaRPr lang="ko-KR" sz="1300">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b="1">
                          <a:solidFill>
                            <a:srgbClr val="5E6C7A"/>
                          </a:solidFill>
                          <a:effectLst/>
                          <a:latin typeface="Arial" panose="020B0604020202020204" pitchFamily="34" charset="0"/>
                          <a:ea typeface="Arial" panose="020B0604020202020204" pitchFamily="34" charset="0"/>
                        </a:rPr>
                        <a:t>?</a:t>
                      </a:r>
                      <a:endParaRPr lang="ko-KR" sz="1300" b="1">
                        <a:solidFill>
                          <a:srgbClr val="5E6C7A"/>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lvl="0" algn="l">
                        <a:buNone/>
                      </a:pPr>
                      <a:r>
                        <a:rPr lang="en-US" altLang="ko-KR" sz="1300" b="0" i="0" u="none" strike="noStrike" noProof="0">
                          <a:solidFill>
                            <a:srgbClr val="243447"/>
                          </a:solidFill>
                          <a:effectLst/>
                          <a:latin typeface="맑은 고딕"/>
                          <a:ea typeface="맑은 고딕"/>
                        </a:rPr>
                        <a:t>Current</a:t>
                      </a:r>
                      <a:r>
                        <a:rPr lang="ko-KR" altLang="en-US" sz="1300" b="0" i="0" u="none" strike="noStrike" noProof="0">
                          <a:solidFill>
                            <a:srgbClr val="243447"/>
                          </a:solidFill>
                          <a:effectLst/>
                          <a:latin typeface="맑은 고딕"/>
                          <a:ea typeface="맑은 고딕"/>
                        </a:rPr>
                        <a:t> </a:t>
                      </a:r>
                      <a:r>
                        <a:rPr lang="ko-KR" sz="1300" b="0" i="0" u="none" strike="noStrike" noProof="0">
                          <a:solidFill>
                            <a:srgbClr val="243447"/>
                          </a:solidFill>
                          <a:effectLst/>
                          <a:latin typeface="맑은 고딕"/>
                          <a:ea typeface="맑은 고딕"/>
                        </a:rPr>
                        <a:t>VDI</a:t>
                      </a:r>
                      <a:r>
                        <a:rPr lang="ko-KR" altLang="en-US" sz="1300" b="0" i="0" u="none" strike="noStrike" noProof="0">
                          <a:solidFill>
                            <a:srgbClr val="243447"/>
                          </a:solidFill>
                          <a:effectLst/>
                          <a:latin typeface="맑은 고딕"/>
                          <a:ea typeface="맑은 고딕"/>
                        </a:rPr>
                        <a:t> </a:t>
                      </a:r>
                      <a:r>
                        <a:rPr lang="en-US" altLang="ko-KR" sz="1300" b="0" i="0" u="none" strike="noStrike" noProof="0">
                          <a:solidFill>
                            <a:srgbClr val="243447"/>
                          </a:solidFill>
                          <a:effectLst/>
                          <a:latin typeface="맑은 고딕"/>
                          <a:ea typeface="맑은 고딕"/>
                        </a:rPr>
                        <a:t>/</a:t>
                      </a:r>
                      <a:r>
                        <a:rPr lang="ko-KR" altLang="en-US" sz="1300" b="0" i="0" u="none" strike="noStrike" noProof="0">
                          <a:solidFill>
                            <a:srgbClr val="243447"/>
                          </a:solidFill>
                          <a:effectLst/>
                          <a:latin typeface="맑은 고딕"/>
                          <a:ea typeface="맑은 고딕"/>
                        </a:rPr>
                        <a:t> </a:t>
                      </a:r>
                      <a:r>
                        <a:rPr lang="en-US" altLang="ko-KR" sz="1300" b="0" i="0" u="none" strike="noStrike" noProof="0">
                          <a:solidFill>
                            <a:srgbClr val="243447"/>
                          </a:solidFill>
                          <a:effectLst/>
                          <a:latin typeface="맑은 고딕"/>
                          <a:ea typeface="맑은 고딕"/>
                        </a:rPr>
                        <a:t>virtual-desktop</a:t>
                      </a:r>
                      <a:r>
                        <a:rPr lang="ko-KR" altLang="en-US" sz="1300" b="0" i="0" u="none" strike="noStrike" noProof="0">
                          <a:solidFill>
                            <a:srgbClr val="243447"/>
                          </a:solidFill>
                          <a:effectLst/>
                          <a:latin typeface="맑은 고딕"/>
                          <a:ea typeface="맑은 고딕"/>
                        </a:rPr>
                        <a:t> </a:t>
                      </a:r>
                      <a:r>
                        <a:rPr lang="en-US" altLang="ko-KR" sz="1300" b="0" i="0" u="none" strike="noStrike" noProof="0">
                          <a:solidFill>
                            <a:srgbClr val="243447"/>
                          </a:solidFill>
                          <a:effectLst/>
                          <a:latin typeface="맑은 고딕"/>
                          <a:ea typeface="맑은 고딕"/>
                        </a:rPr>
                        <a:t>compatibility</a:t>
                      </a:r>
                      <a:r>
                        <a:rPr lang="ko-KR" altLang="en-US" sz="1300" b="0" i="0" u="none" strike="noStrike" noProof="0">
                          <a:solidFill>
                            <a:srgbClr val="243447"/>
                          </a:solidFill>
                          <a:effectLst/>
                          <a:latin typeface="맑은 고딕"/>
                          <a:ea typeface="맑은 고딕"/>
                        </a:rPr>
                        <a:t> </a:t>
                      </a:r>
                      <a:r>
                        <a:rPr lang="en-US" altLang="ko-KR" sz="1300" b="0" i="0" u="none" strike="noStrike" noProof="0">
                          <a:solidFill>
                            <a:srgbClr val="243447"/>
                          </a:solidFill>
                          <a:effectLst/>
                          <a:latin typeface="맑은 고딕"/>
                          <a:ea typeface="맑은 고딕"/>
                        </a:rPr>
                        <a:t>was</a:t>
                      </a:r>
                      <a:r>
                        <a:rPr lang="ko-KR" sz="1300" b="0" i="0" u="none" strike="noStrike" noProof="0">
                          <a:solidFill>
                            <a:srgbClr val="243447"/>
                          </a:solidFill>
                          <a:effectLst/>
                          <a:latin typeface="맑은 고딕"/>
                          <a:ea typeface="맑은 고딕"/>
                        </a:rPr>
                        <a:t> </a:t>
                      </a:r>
                      <a:r>
                        <a:rPr lang="en-US" altLang="ko-KR" sz="1300" b="0" i="0" u="none" strike="noStrike" noProof="0">
                          <a:solidFill>
                            <a:srgbClr val="243447"/>
                          </a:solidFill>
                          <a:effectLst/>
                          <a:latin typeface="맑은 고딕"/>
                          <a:ea typeface="맑은 고딕"/>
                        </a:rPr>
                        <a:t>not</a:t>
                      </a:r>
                      <a:r>
                        <a:rPr lang="ko-KR" sz="1300" b="0" i="0" u="none" strike="noStrike" noProof="0">
                          <a:solidFill>
                            <a:srgbClr val="243447"/>
                          </a:solidFill>
                          <a:effectLst/>
                          <a:latin typeface="맑은 고딕"/>
                          <a:ea typeface="맑은 고딕"/>
                        </a:rPr>
                        <a:t> identified</a:t>
                      </a:r>
                      <a:r>
                        <a:rPr lang="ko-KR" altLang="en-US" sz="1300" b="0" i="0" u="none" strike="noStrike" noProof="0">
                          <a:solidFill>
                            <a:srgbClr val="243447"/>
                          </a:solidFill>
                          <a:effectLst/>
                          <a:latin typeface="맑은 고딕"/>
                          <a:ea typeface="맑은 고딕"/>
                        </a:rPr>
                        <a:t> </a:t>
                      </a:r>
                      <a:r>
                        <a:rPr lang="en-US" altLang="ko-KR" sz="1300" b="0" i="0" u="none" strike="noStrike" noProof="0">
                          <a:solidFill>
                            <a:srgbClr val="243447"/>
                          </a:solidFill>
                          <a:effectLst/>
                          <a:latin typeface="맑은 고딕"/>
                          <a:ea typeface="맑은 고딕"/>
                        </a:rPr>
                        <a:t>in</a:t>
                      </a:r>
                      <a:r>
                        <a:rPr lang="ko-KR" sz="1300" b="0" i="0" u="none" strike="noStrike" noProof="0">
                          <a:solidFill>
                            <a:srgbClr val="243447"/>
                          </a:solidFill>
                          <a:effectLst/>
                          <a:latin typeface="맑은 고딕"/>
                          <a:ea typeface="맑은 고딕"/>
                        </a:rPr>
                        <a:t> </a:t>
                      </a:r>
                      <a:r>
                        <a:rPr lang="en-US" altLang="ko-KR" sz="1300" b="0" i="0" u="none" strike="noStrike" noProof="0">
                          <a:solidFill>
                            <a:srgbClr val="243447"/>
                          </a:solidFill>
                          <a:effectLst/>
                          <a:latin typeface="맑은 고딕"/>
                          <a:ea typeface="맑은 고딕"/>
                        </a:rPr>
                        <a:t>the</a:t>
                      </a:r>
                      <a:r>
                        <a:rPr lang="ko-KR" sz="1300" b="0" i="0" u="none" strike="noStrike" noProof="0">
                          <a:solidFill>
                            <a:srgbClr val="243447"/>
                          </a:solidFill>
                          <a:effectLst/>
                          <a:latin typeface="맑은 고딕"/>
                          <a:ea typeface="맑은 고딕"/>
                        </a:rPr>
                        <a:t> </a:t>
                      </a:r>
                      <a:r>
                        <a:rPr lang="en-US" altLang="ko-KR" sz="1300" b="0" i="0" u="none" strike="noStrike" noProof="0">
                          <a:solidFill>
                            <a:srgbClr val="243447"/>
                          </a:solidFill>
                          <a:effectLst/>
                          <a:latin typeface="맑은 고딕"/>
                          <a:ea typeface="맑은 고딕"/>
                        </a:rPr>
                        <a:t>reviewed</a:t>
                      </a:r>
                      <a:r>
                        <a:rPr lang="ko-KR" sz="1300" b="0" i="0" u="none" strike="noStrike" noProof="0">
                          <a:solidFill>
                            <a:srgbClr val="243447"/>
                          </a:solidFill>
                          <a:effectLst/>
                          <a:latin typeface="맑은 고딕"/>
                          <a:ea typeface="맑은 고딕"/>
                        </a:rPr>
                        <a:t> </a:t>
                      </a:r>
                      <a:r>
                        <a:rPr lang="en-US" altLang="ko-KR" sz="1300" b="0" i="0" u="none" strike="noStrike" noProof="0">
                          <a:solidFill>
                            <a:srgbClr val="243447"/>
                          </a:solidFill>
                          <a:effectLst/>
                          <a:latin typeface="맑은 고딕"/>
                          <a:ea typeface="맑은 고딕"/>
                        </a:rPr>
                        <a:t>product</a:t>
                      </a:r>
                      <a:r>
                        <a:rPr lang="ko-KR" sz="1300" b="0" i="0" u="none" strike="noStrike" noProof="0">
                          <a:solidFill>
                            <a:srgbClr val="243447"/>
                          </a:solidFill>
                          <a:effectLst/>
                          <a:latin typeface="맑은 고딕"/>
                          <a:ea typeface="맑은 고딕"/>
                        </a:rPr>
                        <a:t> </a:t>
                      </a:r>
                      <a:r>
                        <a:rPr lang="en-US" altLang="ko-KR" sz="1300" b="0" i="0" u="none" strike="noStrike" noProof="0">
                          <a:solidFill>
                            <a:srgbClr val="243447"/>
                          </a:solidFill>
                          <a:effectLst/>
                          <a:latin typeface="맑은 고딕"/>
                          <a:ea typeface="맑은 고딕"/>
                        </a:rPr>
                        <a:t>material</a:t>
                      </a:r>
                      <a:r>
                        <a:rPr lang="ko-KR" sz="1300" b="0" i="0" u="none" strike="noStrike" noProof="0">
                          <a:solidFill>
                            <a:srgbClr val="243447"/>
                          </a:solidFill>
                          <a:effectLst/>
                          <a:latin typeface="맑은 고딕"/>
                          <a:ea typeface="맑은 고딕"/>
                        </a:rPr>
                        <a:t>.</a:t>
                      </a:r>
                      <a:endParaRPr lang="en-US">
                        <a:latin typeface="맑은 고딕"/>
                        <a:ea typeface="맑은 고딕"/>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042153040"/>
                  </a:ext>
                </a:extLst>
              </a:tr>
              <a:tr h="314325">
                <a:tc>
                  <a:txBody>
                    <a:bodyPr/>
                    <a:lstStyle/>
                    <a:p>
                      <a:pPr algn="l">
                        <a:buNone/>
                      </a:pPr>
                      <a:r>
                        <a:rPr lang="ko-KR" sz="1300" b="1">
                          <a:solidFill>
                            <a:srgbClr val="243447"/>
                          </a:solidFill>
                          <a:effectLst/>
                          <a:latin typeface="Arial" panose="020B0604020202020204" pitchFamily="34" charset="0"/>
                          <a:ea typeface="Arial" panose="020B0604020202020204" pitchFamily="34" charset="0"/>
                        </a:rPr>
                        <a:t>D5-05</a:t>
                      </a:r>
                      <a:endParaRPr lang="ko-KR" sz="1300" b="1">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a:solidFill>
                            <a:srgbClr val="243447"/>
                          </a:solidFill>
                          <a:effectLst/>
                          <a:latin typeface="Arial" panose="020B0604020202020204" pitchFamily="34" charset="0"/>
                          <a:ea typeface="Arial" panose="020B0604020202020204" pitchFamily="34" charset="0"/>
                        </a:rPr>
                        <a:t>Cloud / SaaS delivery</a:t>
                      </a:r>
                      <a:endParaRPr lang="ko-KR" sz="1300">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lvl="0" algn="l">
                        <a:lnSpc>
                          <a:spcPct val="100000"/>
                        </a:lnSpc>
                        <a:spcBef>
                          <a:spcPts val="0"/>
                        </a:spcBef>
                        <a:spcAft>
                          <a:spcPts val="0"/>
                        </a:spcAft>
                        <a:buNone/>
                      </a:pPr>
                      <a:r>
                        <a:rPr lang="ko-KR" altLang="en-US" sz="1300" b="1" i="0" u="none" strike="noStrike" noProof="0">
                          <a:solidFill>
                            <a:srgbClr val="956319"/>
                          </a:solidFill>
                          <a:effectLst/>
                          <a:latin typeface="Arial"/>
                          <a:cs typeface="Arial"/>
                        </a:rPr>
                        <a:t>◐</a:t>
                      </a:r>
                      <a:endParaRPr lang="ko-KR" altLang="en-US" sz="1300" b="0" i="0" u="none" strike="noStrike" noProof="0">
                        <a:solidFill>
                          <a:srgbClr val="000000"/>
                        </a:solidFill>
                        <a:effectLst/>
                        <a:latin typeface="Arial"/>
                        <a:cs typeface="Arial"/>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lvl="0" algn="l">
                        <a:buNone/>
                      </a:pPr>
                      <a:r>
                        <a:rPr lang="en-US" altLang="ko-KR" sz="1300" b="0" i="0" u="none" strike="noStrike" noProof="0">
                          <a:solidFill>
                            <a:srgbClr val="243447"/>
                          </a:solidFill>
                          <a:effectLst/>
                        </a:rPr>
                        <a:t>Jiran</a:t>
                      </a:r>
                      <a:r>
                        <a:rPr lang="ko-KR" altLang="en-US" sz="1300" b="0" i="0" u="none" strike="noStrike" noProof="0">
                          <a:solidFill>
                            <a:srgbClr val="243447"/>
                          </a:solidFill>
                          <a:effectLst/>
                        </a:rPr>
                        <a:t> </a:t>
                      </a:r>
                      <a:r>
                        <a:rPr lang="en-US" altLang="ko-KR" sz="1300" b="0" i="0" u="none" strike="noStrike" noProof="0">
                          <a:solidFill>
                            <a:srgbClr val="243447"/>
                          </a:solidFill>
                          <a:effectLst/>
                        </a:rPr>
                        <a:t>provides</a:t>
                      </a:r>
                      <a:r>
                        <a:rPr lang="ko-KR" altLang="en-US" sz="1300" b="0" i="0" u="none" strike="noStrike" noProof="0">
                          <a:solidFill>
                            <a:srgbClr val="243447"/>
                          </a:solidFill>
                          <a:effectLst/>
                        </a:rPr>
                        <a:t> </a:t>
                      </a:r>
                      <a:r>
                        <a:rPr lang="en-US" altLang="ko-KR" sz="1300" b="0" i="0" u="none" strike="noStrike" noProof="0">
                          <a:solidFill>
                            <a:srgbClr val="243447"/>
                          </a:solidFill>
                          <a:effectLst/>
                        </a:rPr>
                        <a:t>cloud-based</a:t>
                      </a:r>
                      <a:r>
                        <a:rPr lang="ko-KR" altLang="en-US" sz="1300" b="0" i="0" u="none" strike="noStrike" noProof="0">
                          <a:solidFill>
                            <a:srgbClr val="243447"/>
                          </a:solidFill>
                          <a:effectLst/>
                        </a:rPr>
                        <a:t> </a:t>
                      </a:r>
                      <a:r>
                        <a:rPr lang="en-US" altLang="ko-KR" sz="1300" b="0" i="0" u="none" strike="noStrike" noProof="0">
                          <a:solidFill>
                            <a:srgbClr val="243447"/>
                          </a:solidFill>
                          <a:effectLst/>
                        </a:rPr>
                        <a:t>security</a:t>
                      </a:r>
                      <a:r>
                        <a:rPr lang="ko-KR" altLang="en-US" sz="1300" b="0" i="0" u="none" strike="noStrike" noProof="0">
                          <a:solidFill>
                            <a:srgbClr val="243447"/>
                          </a:solidFill>
                          <a:effectLst/>
                        </a:rPr>
                        <a:t> </a:t>
                      </a:r>
                      <a:r>
                        <a:rPr lang="en-US" altLang="ko-KR" sz="1300" b="0" i="0" u="none" strike="noStrike" noProof="0">
                          <a:solidFill>
                            <a:srgbClr val="243447"/>
                          </a:solidFill>
                          <a:effectLst/>
                        </a:rPr>
                        <a:t>services</a:t>
                      </a:r>
                      <a:r>
                        <a:rPr lang="ko-KR" altLang="en-US" sz="1300" b="0" i="0" u="none" strike="noStrike" noProof="0">
                          <a:solidFill>
                            <a:srgbClr val="243447"/>
                          </a:solidFill>
                          <a:effectLst/>
                        </a:rPr>
                        <a:t> </a:t>
                      </a:r>
                      <a:r>
                        <a:rPr lang="en-US" altLang="ko-KR" sz="1300" b="0" i="0" u="none" strike="noStrike" noProof="0">
                          <a:solidFill>
                            <a:srgbClr val="243447"/>
                          </a:solidFill>
                          <a:effectLst/>
                        </a:rPr>
                        <a:t>elsewhere</a:t>
                      </a:r>
                      <a:r>
                        <a:rPr lang="ko-KR" altLang="en-US" sz="1300" b="0" i="0" u="none" strike="noStrike" noProof="0">
                          <a:solidFill>
                            <a:srgbClr val="243447"/>
                          </a:solidFill>
                          <a:effectLst/>
                        </a:rPr>
                        <a:t> </a:t>
                      </a:r>
                      <a:r>
                        <a:rPr lang="en-US" altLang="ko-KR" sz="1300" b="0" i="0" u="none" strike="noStrike" noProof="0">
                          <a:solidFill>
                            <a:srgbClr val="243447"/>
                          </a:solidFill>
                          <a:effectLst/>
                        </a:rPr>
                        <a:t>in</a:t>
                      </a:r>
                      <a:r>
                        <a:rPr lang="ko-KR" altLang="en-US" sz="1300" b="0" i="0" u="none" strike="noStrike" noProof="0">
                          <a:solidFill>
                            <a:srgbClr val="243447"/>
                          </a:solidFill>
                          <a:effectLst/>
                        </a:rPr>
                        <a:t> </a:t>
                      </a:r>
                      <a:r>
                        <a:rPr lang="en-US" altLang="ko-KR" sz="1300" b="0" i="0" u="none" strike="noStrike" noProof="0">
                          <a:solidFill>
                            <a:srgbClr val="243447"/>
                          </a:solidFill>
                          <a:effectLst/>
                        </a:rPr>
                        <a:t>the</a:t>
                      </a:r>
                      <a:r>
                        <a:rPr lang="ko-KR" altLang="en-US" sz="1300" b="0" i="0" u="none" strike="noStrike" noProof="0">
                          <a:solidFill>
                            <a:srgbClr val="243447"/>
                          </a:solidFill>
                          <a:effectLst/>
                        </a:rPr>
                        <a:t> </a:t>
                      </a:r>
                      <a:r>
                        <a:rPr lang="en-US" altLang="ko-KR" sz="1300" b="0" i="0" u="none" strike="noStrike" noProof="0">
                          <a:solidFill>
                            <a:srgbClr val="243447"/>
                          </a:solidFill>
                          <a:effectLst/>
                        </a:rPr>
                        <a:t>portfolio,</a:t>
                      </a:r>
                      <a:r>
                        <a:rPr lang="ko-KR" altLang="en-US" sz="1300" b="0" i="0" u="none" strike="noStrike" noProof="0">
                          <a:solidFill>
                            <a:srgbClr val="243447"/>
                          </a:solidFill>
                          <a:effectLst/>
                        </a:rPr>
                        <a:t> </a:t>
                      </a:r>
                      <a:r>
                        <a:rPr lang="en-US" altLang="ko-KR" sz="1300" b="0" i="0" u="none" strike="noStrike" noProof="0">
                          <a:solidFill>
                            <a:srgbClr val="243447"/>
                          </a:solidFill>
                          <a:effectLst/>
                        </a:rPr>
                        <a:t>but</a:t>
                      </a:r>
                      <a:r>
                        <a:rPr lang="ko-KR" altLang="en-US" sz="1300" b="0" i="0" u="none" strike="noStrike" noProof="0">
                          <a:solidFill>
                            <a:srgbClr val="243447"/>
                          </a:solidFill>
                          <a:effectLst/>
                        </a:rPr>
                        <a:t> </a:t>
                      </a:r>
                      <a:r>
                        <a:rPr lang="en-US" altLang="ko-KR" sz="1300" b="0" i="0" u="none" strike="noStrike" noProof="0">
                          <a:solidFill>
                            <a:srgbClr val="243447"/>
                          </a:solidFill>
                          <a:effectLst/>
                        </a:rPr>
                        <a:t>PCFILTER-specific</a:t>
                      </a:r>
                      <a:r>
                        <a:rPr lang="ko-KR" altLang="en-US" sz="1300" b="0" i="0" u="none" strike="noStrike" noProof="0">
                          <a:solidFill>
                            <a:srgbClr val="243447"/>
                          </a:solidFill>
                          <a:effectLst/>
                        </a:rPr>
                        <a:t> </a:t>
                      </a:r>
                      <a:r>
                        <a:rPr lang="en-US" altLang="ko-KR" sz="1300" b="0" i="0" u="none" strike="noStrike" noProof="0">
                          <a:solidFill>
                            <a:srgbClr val="243447"/>
                          </a:solidFill>
                          <a:effectLst/>
                        </a:rPr>
                        <a:t>SaaS</a:t>
                      </a:r>
                      <a:r>
                        <a:rPr lang="ko-KR" altLang="en-US" sz="1300" b="0" i="0" u="none" strike="noStrike" noProof="0">
                          <a:solidFill>
                            <a:srgbClr val="243447"/>
                          </a:solidFill>
                          <a:effectLst/>
                        </a:rPr>
                        <a:t> </a:t>
                      </a:r>
                      <a:r>
                        <a:rPr lang="en-US" altLang="ko-KR" sz="1300" b="0" i="0" u="none" strike="noStrike" noProof="0">
                          <a:solidFill>
                            <a:srgbClr val="243447"/>
                          </a:solidFill>
                          <a:effectLst/>
                        </a:rPr>
                        <a:t>delivery</a:t>
                      </a:r>
                      <a:r>
                        <a:rPr lang="ko-KR" altLang="en-US" sz="1300" b="0" i="0" u="none" strike="noStrike" noProof="0">
                          <a:solidFill>
                            <a:srgbClr val="243447"/>
                          </a:solidFill>
                          <a:effectLst/>
                        </a:rPr>
                        <a:t> </a:t>
                      </a:r>
                      <a:r>
                        <a:rPr lang="en-US" altLang="ko-KR" sz="1300" b="0" i="0" u="none" strike="noStrike" noProof="0">
                          <a:solidFill>
                            <a:srgbClr val="243447"/>
                          </a:solidFill>
                          <a:effectLst/>
                        </a:rPr>
                        <a:t>was</a:t>
                      </a:r>
                      <a:r>
                        <a:rPr lang="ko-KR" altLang="en-US" sz="1300" b="0" i="0" u="none" strike="noStrike" noProof="0">
                          <a:solidFill>
                            <a:srgbClr val="243447"/>
                          </a:solidFill>
                          <a:effectLst/>
                        </a:rPr>
                        <a:t> </a:t>
                      </a:r>
                      <a:r>
                        <a:rPr lang="en-US" altLang="ko-KR" sz="1300" b="0" i="0" u="none" strike="noStrike" noProof="0">
                          <a:solidFill>
                            <a:srgbClr val="243447"/>
                          </a:solidFill>
                          <a:effectLst/>
                        </a:rPr>
                        <a:t>not</a:t>
                      </a:r>
                      <a:r>
                        <a:rPr lang="ko-KR" altLang="en-US" sz="1300" b="0" i="0" u="none" strike="noStrike" noProof="0">
                          <a:solidFill>
                            <a:srgbClr val="243447"/>
                          </a:solidFill>
                          <a:effectLst/>
                        </a:rPr>
                        <a:t> </a:t>
                      </a:r>
                      <a:r>
                        <a:rPr lang="en-US" altLang="ko-KR" sz="1300" b="0" i="0" u="none" strike="noStrike" noProof="0">
                          <a:solidFill>
                            <a:srgbClr val="243447"/>
                          </a:solidFill>
                          <a:effectLst/>
                        </a:rPr>
                        <a:t>clearly</a:t>
                      </a:r>
                      <a:r>
                        <a:rPr lang="ko-KR" altLang="en-US" sz="1300" b="0" i="0" u="none" strike="noStrike" noProof="0">
                          <a:solidFill>
                            <a:srgbClr val="243447"/>
                          </a:solidFill>
                          <a:effectLst/>
                        </a:rPr>
                        <a:t> </a:t>
                      </a:r>
                      <a:r>
                        <a:rPr lang="en-US" altLang="ko-KR" sz="1300" b="0" i="0" u="none" strike="noStrike" noProof="0">
                          <a:solidFill>
                            <a:srgbClr val="243447"/>
                          </a:solidFill>
                          <a:effectLst/>
                        </a:rPr>
                        <a:t>established</a:t>
                      </a:r>
                      <a:r>
                        <a:rPr lang="ko-KR" altLang="en-US" sz="1300" b="0" i="0" u="none" strike="noStrike" noProof="0">
                          <a:solidFill>
                            <a:srgbClr val="243447"/>
                          </a:solidFill>
                          <a:effectLst/>
                        </a:rPr>
                        <a:t> </a:t>
                      </a:r>
                      <a:r>
                        <a:rPr lang="en-US" altLang="ko-KR" sz="1300" b="0" i="0" u="none" strike="noStrike" noProof="0">
                          <a:solidFill>
                            <a:srgbClr val="243447"/>
                          </a:solidFill>
                          <a:effectLst/>
                        </a:rPr>
                        <a:t>in</a:t>
                      </a:r>
                      <a:r>
                        <a:rPr lang="ko-KR" altLang="en-US" sz="1300" b="0" i="0" u="none" strike="noStrike" noProof="0">
                          <a:solidFill>
                            <a:srgbClr val="243447"/>
                          </a:solidFill>
                          <a:effectLst/>
                        </a:rPr>
                        <a:t> </a:t>
                      </a:r>
                      <a:r>
                        <a:rPr lang="en-US" altLang="ko-KR" sz="1300" b="0" i="0" u="none" strike="noStrike" noProof="0">
                          <a:solidFill>
                            <a:srgbClr val="243447"/>
                          </a:solidFill>
                          <a:effectLst/>
                        </a:rPr>
                        <a:t>the</a:t>
                      </a:r>
                      <a:r>
                        <a:rPr lang="ko-KR" altLang="en-US" sz="1300" b="0" i="0" u="none" strike="noStrike" noProof="0">
                          <a:solidFill>
                            <a:srgbClr val="243447"/>
                          </a:solidFill>
                          <a:effectLst/>
                        </a:rPr>
                        <a:t> </a:t>
                      </a:r>
                      <a:r>
                        <a:rPr lang="ko-KR" sz="1300" b="0" i="0" u="none" strike="noStrike" noProof="0">
                          <a:solidFill>
                            <a:srgbClr val="243447"/>
                          </a:solidFill>
                          <a:effectLst/>
                        </a:rPr>
                        <a:t>reviewed</a:t>
                      </a:r>
                      <a:r>
                        <a:rPr lang="ko-KR" altLang="en-US" sz="1300" b="0" i="0" u="none" strike="noStrike" noProof="0">
                          <a:solidFill>
                            <a:srgbClr val="243447"/>
                          </a:solidFill>
                          <a:effectLst/>
                        </a:rPr>
                        <a:t> </a:t>
                      </a:r>
                      <a:r>
                        <a:rPr lang="en-US" altLang="ko-KR" sz="1300" b="0" i="0" u="none" strike="noStrike" noProof="0">
                          <a:solidFill>
                            <a:srgbClr val="243447"/>
                          </a:solidFill>
                          <a:effectLst/>
                        </a:rPr>
                        <a:t>sources</a:t>
                      </a:r>
                      <a:r>
                        <a:rPr lang="ko-KR" sz="1300" b="0" i="0" u="none" strike="noStrike" noProof="0">
                          <a:solidFill>
                            <a:srgbClr val="243447"/>
                          </a:solidFill>
                          <a:effectLst/>
                        </a:rPr>
                        <a:t>. [</a:t>
                      </a:r>
                      <a:r>
                        <a:rPr lang="en-US" altLang="ko-KR" sz="1300" b="0" i="0" u="none" strike="noStrike" noProof="0">
                          <a:solidFill>
                            <a:srgbClr val="243447"/>
                          </a:solidFill>
                          <a:effectLst/>
                        </a:rPr>
                        <a:t>J2</a:t>
                      </a:r>
                      <a:r>
                        <a:rPr lang="ko-KR" sz="1300" b="0" i="0" u="none" strike="noStrike" noProof="0">
                          <a:solidFill>
                            <a:srgbClr val="243447"/>
                          </a:solidFill>
                          <a:effectLst/>
                        </a:rPr>
                        <a:t>]</a:t>
                      </a:r>
                      <a:endParaRPr lang="en-US" altLang="ko-KR" b="0" i="0" u="none" strike="noStrike" noProof="0"/>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879195049"/>
                  </a:ext>
                </a:extLst>
              </a:tr>
              <a:tr h="314325">
                <a:tc>
                  <a:txBody>
                    <a:bodyPr/>
                    <a:lstStyle/>
                    <a:p>
                      <a:pPr algn="l">
                        <a:buNone/>
                      </a:pPr>
                      <a:r>
                        <a:rPr lang="ko-KR" sz="1300" b="1">
                          <a:solidFill>
                            <a:srgbClr val="243447"/>
                          </a:solidFill>
                          <a:effectLst/>
                          <a:latin typeface="Arial" panose="020B0604020202020204" pitchFamily="34" charset="0"/>
                          <a:ea typeface="Arial" panose="020B0604020202020204" pitchFamily="34" charset="0"/>
                        </a:rPr>
                        <a:t>D5-06</a:t>
                      </a:r>
                      <a:endParaRPr lang="ko-KR" sz="1300" b="1">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a:solidFill>
                            <a:srgbClr val="243447"/>
                          </a:solidFill>
                          <a:effectLst/>
                          <a:latin typeface="Arial" panose="020B0604020202020204" pitchFamily="34" charset="0"/>
                          <a:ea typeface="Arial" panose="020B0604020202020204" pitchFamily="34" charset="0"/>
                        </a:rPr>
                        <a:t>Central console / reports</a:t>
                      </a:r>
                      <a:endParaRPr lang="ko-KR" sz="1300">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b="1">
                          <a:solidFill>
                            <a:srgbClr val="136F73"/>
                          </a:solidFill>
                          <a:effectLst/>
                          <a:latin typeface="Arial" panose="020B0604020202020204" pitchFamily="34" charset="0"/>
                          <a:ea typeface="Arial" panose="020B0604020202020204" pitchFamily="34" charset="0"/>
                        </a:rPr>
                        <a:t>●</a:t>
                      </a:r>
                      <a:endParaRPr lang="ko-KR" sz="1300" b="1">
                        <a:solidFill>
                          <a:srgbClr val="136F73"/>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lvl="0" algn="l">
                        <a:buNone/>
                      </a:pPr>
                      <a:r>
                        <a:rPr lang="en-US" altLang="ko-KR" sz="1300" b="0" i="0" u="none" strike="noStrike" noProof="0">
                          <a:solidFill>
                            <a:srgbClr val="243447"/>
                          </a:solidFill>
                          <a:effectLst/>
                        </a:rPr>
                        <a:t>PCFILTER</a:t>
                      </a:r>
                      <a:r>
                        <a:rPr lang="ko-KR" altLang="en-US" sz="1300" b="0" i="0" u="none" strike="noStrike" noProof="0">
                          <a:solidFill>
                            <a:srgbClr val="243447"/>
                          </a:solidFill>
                          <a:effectLst/>
                        </a:rPr>
                        <a:t> </a:t>
                      </a:r>
                      <a:r>
                        <a:rPr lang="en-US" altLang="ko-KR" sz="1300" b="0" i="0" u="none" strike="noStrike" noProof="0">
                          <a:solidFill>
                            <a:srgbClr val="243447"/>
                          </a:solidFill>
                          <a:effectLst/>
                        </a:rPr>
                        <a:t>provides</a:t>
                      </a:r>
                      <a:r>
                        <a:rPr lang="ko-KR" altLang="en-US" sz="1300" b="0" i="0" u="none" strike="noStrike" noProof="0">
                          <a:solidFill>
                            <a:srgbClr val="243447"/>
                          </a:solidFill>
                          <a:effectLst/>
                        </a:rPr>
                        <a:t> </a:t>
                      </a:r>
                      <a:r>
                        <a:rPr lang="en-US" altLang="ko-KR" sz="1300" b="0" i="0" u="none" strike="noStrike" noProof="0">
                          <a:solidFill>
                            <a:srgbClr val="243447"/>
                          </a:solidFill>
                          <a:effectLst/>
                        </a:rPr>
                        <a:t>centralized</a:t>
                      </a:r>
                      <a:r>
                        <a:rPr lang="ko-KR" altLang="en-US" sz="1300" b="0" i="0" u="none" strike="noStrike" noProof="0">
                          <a:solidFill>
                            <a:srgbClr val="243447"/>
                          </a:solidFill>
                          <a:effectLst/>
                        </a:rPr>
                        <a:t> </a:t>
                      </a:r>
                      <a:r>
                        <a:rPr lang="ko-KR" sz="1300" b="0" i="0" u="none" strike="noStrike" noProof="0">
                          <a:solidFill>
                            <a:srgbClr val="243447"/>
                          </a:solidFill>
                          <a:effectLst/>
                        </a:rPr>
                        <a:t>policy/log management; Jiran material also emphasizes audit logs and administrator review of </a:t>
                      </a:r>
                      <a:r>
                        <a:rPr lang="en-US" altLang="ko-KR" sz="1300" b="0" i="0" u="none" strike="noStrike" noProof="0">
                          <a:solidFill>
                            <a:srgbClr val="243447"/>
                          </a:solidFill>
                          <a:effectLst/>
                        </a:rPr>
                        <a:t>outbound</a:t>
                      </a:r>
                      <a:r>
                        <a:rPr lang="ko-KR" altLang="en-US" sz="1300" b="0" i="0" u="none" strike="noStrike" noProof="0">
                          <a:solidFill>
                            <a:srgbClr val="243447"/>
                          </a:solidFill>
                          <a:effectLst/>
                        </a:rPr>
                        <a:t> </a:t>
                      </a:r>
                      <a:r>
                        <a:rPr lang="en-US" altLang="ko-KR" sz="1300" b="0" i="0" u="none" strike="noStrike" noProof="0">
                          <a:solidFill>
                            <a:srgbClr val="243447"/>
                          </a:solidFill>
                          <a:effectLst/>
                        </a:rPr>
                        <a:t>actions</a:t>
                      </a:r>
                      <a:r>
                        <a:rPr lang="ko-KR" sz="1300" b="0" i="0" u="none" strike="noStrike" noProof="0">
                          <a:solidFill>
                            <a:srgbClr val="243447"/>
                          </a:solidFill>
                          <a:effectLst/>
                        </a:rPr>
                        <a:t>. [</a:t>
                      </a:r>
                      <a:r>
                        <a:rPr lang="en-US" altLang="ko-KR" sz="1300" b="0" i="0" u="none" strike="noStrike" noProof="0">
                          <a:solidFill>
                            <a:srgbClr val="243447"/>
                          </a:solidFill>
                          <a:effectLst/>
                        </a:rPr>
                        <a:t>J1,J3</a:t>
                      </a:r>
                      <a:r>
                        <a:rPr lang="ko-KR" sz="1300" b="0" i="0" u="none" strike="noStrike" noProof="0">
                          <a:solidFill>
                            <a:srgbClr val="243447"/>
                          </a:solidFill>
                          <a:effectLst/>
                        </a:rPr>
                        <a:t>]</a:t>
                      </a:r>
                      <a:endParaRPr lang="en-US" altLang="ko-KR" b="0" i="0" u="none" strike="noStrike" noProof="0"/>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3959871901"/>
                  </a:ext>
                </a:extLst>
              </a:tr>
              <a:tr h="333910">
                <a:tc>
                  <a:txBody>
                    <a:bodyPr/>
                    <a:lstStyle/>
                    <a:p>
                      <a:pPr algn="l">
                        <a:buNone/>
                      </a:pPr>
                      <a:r>
                        <a:rPr lang="ko-KR" sz="1300" b="1">
                          <a:solidFill>
                            <a:srgbClr val="243447"/>
                          </a:solidFill>
                          <a:effectLst/>
                          <a:latin typeface="Arial" panose="020B0604020202020204" pitchFamily="34" charset="0"/>
                          <a:ea typeface="Arial" panose="020B0604020202020204" pitchFamily="34" charset="0"/>
                        </a:rPr>
                        <a:t>D5-07</a:t>
                      </a:r>
                      <a:endParaRPr lang="ko-KR" sz="1300" b="1">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a:solidFill>
                            <a:srgbClr val="243447"/>
                          </a:solidFill>
                          <a:effectLst/>
                          <a:latin typeface="Arial" panose="020B0604020202020204" pitchFamily="34" charset="0"/>
                          <a:ea typeface="Arial" panose="020B0604020202020204" pitchFamily="34" charset="0"/>
                        </a:rPr>
                        <a:t>Policy authoring model</a:t>
                      </a:r>
                      <a:endParaRPr lang="ko-KR" sz="1300">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b="1">
                          <a:solidFill>
                            <a:srgbClr val="136F73"/>
                          </a:solidFill>
                          <a:effectLst/>
                          <a:latin typeface="Arial" panose="020B0604020202020204" pitchFamily="34" charset="0"/>
                          <a:ea typeface="Arial" panose="020B0604020202020204" pitchFamily="34" charset="0"/>
                        </a:rPr>
                        <a:t>●</a:t>
                      </a:r>
                      <a:endParaRPr lang="ko-KR" sz="1300" b="1">
                        <a:solidFill>
                          <a:srgbClr val="136F73"/>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lvl="0" algn="l">
                        <a:buNone/>
                      </a:pPr>
                      <a:r>
                        <a:rPr lang="en-US" altLang="ko-KR" sz="1300" b="0" i="0" u="none" strike="noStrike" noProof="0">
                          <a:solidFill>
                            <a:srgbClr val="243447"/>
                          </a:solidFill>
                          <a:effectLst/>
                        </a:rPr>
                        <a:t>Policies</a:t>
                      </a:r>
                      <a:r>
                        <a:rPr lang="ko-KR" altLang="en-US" sz="1300" b="0" i="0" u="none" strike="noStrike" noProof="0">
                          <a:solidFill>
                            <a:srgbClr val="243447"/>
                          </a:solidFill>
                          <a:effectLst/>
                        </a:rPr>
                        <a:t> </a:t>
                      </a:r>
                      <a:r>
                        <a:rPr lang="en-US" altLang="ko-KR" sz="1300" b="0" i="0" u="none" strike="noStrike" noProof="0">
                          <a:solidFill>
                            <a:srgbClr val="243447"/>
                          </a:solidFill>
                          <a:effectLst/>
                        </a:rPr>
                        <a:t>can</a:t>
                      </a:r>
                      <a:r>
                        <a:rPr lang="ko-KR" altLang="en-US" sz="1300" b="0" i="0" u="none" strike="noStrike" noProof="0">
                          <a:solidFill>
                            <a:srgbClr val="243447"/>
                          </a:solidFill>
                          <a:effectLst/>
                        </a:rPr>
                        <a:t> </a:t>
                      </a:r>
                      <a:r>
                        <a:rPr lang="en-US" altLang="ko-KR" sz="1300" b="0" i="0" u="none" strike="noStrike" noProof="0">
                          <a:solidFill>
                            <a:srgbClr val="243447"/>
                          </a:solidFill>
                          <a:effectLst/>
                        </a:rPr>
                        <a:t>be</a:t>
                      </a:r>
                      <a:r>
                        <a:rPr lang="ko-KR" altLang="en-US" sz="1300" b="0" i="0" u="none" strike="noStrike" noProof="0">
                          <a:solidFill>
                            <a:srgbClr val="243447"/>
                          </a:solidFill>
                          <a:effectLst/>
                        </a:rPr>
                        <a:t> </a:t>
                      </a:r>
                      <a:r>
                        <a:rPr lang="en-US" altLang="ko-KR" sz="1300" b="0" i="0" u="none" strike="noStrike" noProof="0">
                          <a:solidFill>
                            <a:srgbClr val="243447"/>
                          </a:solidFill>
                          <a:effectLst/>
                        </a:rPr>
                        <a:t>applied</a:t>
                      </a:r>
                      <a:r>
                        <a:rPr lang="ko-KR" altLang="en-US" sz="1300" b="0" i="0" u="none" strike="noStrike" noProof="0">
                          <a:solidFill>
                            <a:srgbClr val="243447"/>
                          </a:solidFill>
                          <a:effectLst/>
                        </a:rPr>
                        <a:t> </a:t>
                      </a:r>
                      <a:r>
                        <a:rPr lang="ko-KR" sz="1300" b="0" i="0" u="none" strike="noStrike" noProof="0">
                          <a:solidFill>
                            <a:srgbClr val="243447"/>
                          </a:solidFill>
                          <a:effectLst/>
                        </a:rPr>
                        <a:t>by </a:t>
                      </a:r>
                      <a:r>
                        <a:rPr lang="en-US" altLang="ko-KR" sz="1300" b="0" i="0" u="none" strike="noStrike" noProof="0">
                          <a:solidFill>
                            <a:srgbClr val="243447"/>
                          </a:solidFill>
                          <a:effectLst/>
                        </a:rPr>
                        <a:t>user</a:t>
                      </a:r>
                      <a:r>
                        <a:rPr lang="ko-KR" sz="1300" b="0" i="0" u="none" strike="noStrike" noProof="0">
                          <a:solidFill>
                            <a:srgbClr val="243447"/>
                          </a:solidFill>
                          <a:effectLst/>
                        </a:rPr>
                        <a:t>/group and across removable media, print, file transfer, AI access and other endpoint channels, with approval/exception workflows. [</a:t>
                      </a:r>
                      <a:r>
                        <a:rPr lang="en-US" altLang="ko-KR" sz="1300" b="0" i="0" u="none" strike="noStrike" noProof="0">
                          <a:solidFill>
                            <a:srgbClr val="243447"/>
                          </a:solidFill>
                          <a:effectLst/>
                        </a:rPr>
                        <a:t>J1,J3</a:t>
                      </a:r>
                      <a:r>
                        <a:rPr lang="ko-KR" sz="1300" b="0" i="0" u="none" strike="noStrike" noProof="0">
                          <a:solidFill>
                            <a:srgbClr val="243447"/>
                          </a:solidFill>
                          <a:effectLst/>
                        </a:rPr>
                        <a:t>]</a:t>
                      </a:r>
                      <a:endParaRPr lang="en-US" altLang="ko-KR" b="0" i="0" u="none" strike="noStrike" noProof="0"/>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202060797"/>
                  </a:ext>
                </a:extLst>
              </a:tr>
              <a:tr h="314325">
                <a:tc>
                  <a:txBody>
                    <a:bodyPr/>
                    <a:lstStyle/>
                    <a:p>
                      <a:pPr algn="l">
                        <a:buNone/>
                      </a:pPr>
                      <a:r>
                        <a:rPr lang="ko-KR" sz="1300" b="1">
                          <a:solidFill>
                            <a:srgbClr val="243447"/>
                          </a:solidFill>
                          <a:effectLst/>
                          <a:latin typeface="Arial" panose="020B0604020202020204" pitchFamily="34" charset="0"/>
                          <a:ea typeface="Arial" panose="020B0604020202020204" pitchFamily="34" charset="0"/>
                        </a:rPr>
                        <a:t>D5-08</a:t>
                      </a:r>
                      <a:endParaRPr lang="ko-KR" sz="1300" b="1">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a:solidFill>
                            <a:srgbClr val="243447"/>
                          </a:solidFill>
                          <a:effectLst/>
                          <a:latin typeface="Arial" panose="020B0604020202020204" pitchFamily="34" charset="0"/>
                          <a:ea typeface="Arial" panose="020B0604020202020204" pitchFamily="34" charset="0"/>
                        </a:rPr>
                        <a:t>Integrations: SIEM / NAC / MIP / API</a:t>
                      </a:r>
                      <a:endParaRPr lang="ko-KR" sz="1300">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b="1">
                          <a:solidFill>
                            <a:srgbClr val="956319"/>
                          </a:solidFill>
                          <a:effectLst/>
                          <a:latin typeface="Arial" panose="020B0604020202020204" pitchFamily="34" charset="0"/>
                          <a:ea typeface="Arial" panose="020B0604020202020204" pitchFamily="34" charset="0"/>
                        </a:rPr>
                        <a:t>◐</a:t>
                      </a:r>
                      <a:endParaRPr lang="ko-KR" sz="1300" b="1">
                        <a:solidFill>
                          <a:srgbClr val="956319"/>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lvl="0" algn="l">
                        <a:buNone/>
                      </a:pPr>
                      <a:r>
                        <a:rPr lang="en-US" altLang="ko-KR" sz="1300" b="0" i="0" u="none" strike="noStrike" noProof="0">
                          <a:solidFill>
                            <a:srgbClr val="243447"/>
                          </a:solidFill>
                          <a:effectLst/>
                        </a:rPr>
                        <a:t>AIFILTER</a:t>
                      </a:r>
                      <a:r>
                        <a:rPr lang="ko-KR" altLang="en-US" sz="1300" b="0" i="0" u="none" strike="noStrike" noProof="0">
                          <a:solidFill>
                            <a:srgbClr val="243447"/>
                          </a:solidFill>
                          <a:effectLst/>
                        </a:rPr>
                        <a:t> </a:t>
                      </a:r>
                      <a:r>
                        <a:rPr lang="en-US" altLang="ko-KR" sz="1300" b="0" i="0" u="none" strike="noStrike" noProof="0">
                          <a:solidFill>
                            <a:srgbClr val="243447"/>
                          </a:solidFill>
                          <a:effectLst/>
                        </a:rPr>
                        <a:t>documents</a:t>
                      </a:r>
                      <a:r>
                        <a:rPr lang="ko-KR" altLang="en-US" sz="1300" b="0" i="0" u="none" strike="noStrike" noProof="0">
                          <a:solidFill>
                            <a:srgbClr val="243447"/>
                          </a:solidFill>
                          <a:effectLst/>
                        </a:rPr>
                        <a:t> </a:t>
                      </a:r>
                      <a:r>
                        <a:rPr lang="en-US" altLang="ko-KR" sz="1300" b="0" i="0" u="none" strike="noStrike" noProof="0">
                          <a:solidFill>
                            <a:srgbClr val="243447"/>
                          </a:solidFill>
                          <a:effectLst/>
                        </a:rPr>
                        <a:t>customizable</a:t>
                      </a:r>
                      <a:r>
                        <a:rPr lang="ko-KR" altLang="en-US" sz="1300" b="0" i="0" u="none" strike="noStrike" noProof="0">
                          <a:solidFill>
                            <a:srgbClr val="243447"/>
                          </a:solidFill>
                          <a:effectLst/>
                        </a:rPr>
                        <a:t> </a:t>
                      </a:r>
                      <a:r>
                        <a:rPr lang="en-US" altLang="ko-KR" sz="1300" b="0" i="0" u="none" strike="noStrike" noProof="0">
                          <a:solidFill>
                            <a:srgbClr val="243447"/>
                          </a:solidFill>
                          <a:effectLst/>
                        </a:rPr>
                        <a:t>API</a:t>
                      </a:r>
                      <a:r>
                        <a:rPr lang="ko-KR" altLang="en-US" sz="1300" b="0" i="0" u="none" strike="noStrike" noProof="0">
                          <a:solidFill>
                            <a:srgbClr val="243447"/>
                          </a:solidFill>
                          <a:effectLst/>
                        </a:rPr>
                        <a:t> </a:t>
                      </a:r>
                      <a:r>
                        <a:rPr lang="en-US" altLang="ko-KR" sz="1300" b="0" i="0" u="none" strike="noStrike" noProof="0">
                          <a:solidFill>
                            <a:srgbClr val="243447"/>
                          </a:solidFill>
                          <a:effectLst/>
                        </a:rPr>
                        <a:t>integration</a:t>
                      </a:r>
                      <a:r>
                        <a:rPr lang="ko-KR" altLang="en-US" sz="1300" b="0" i="0" u="none" strike="noStrike" noProof="0">
                          <a:solidFill>
                            <a:srgbClr val="243447"/>
                          </a:solidFill>
                          <a:effectLst/>
                        </a:rPr>
                        <a:t> </a:t>
                      </a:r>
                      <a:r>
                        <a:rPr lang="en-US" altLang="ko-KR" sz="1300" b="0" i="0" u="none" strike="noStrike" noProof="0">
                          <a:solidFill>
                            <a:srgbClr val="243447"/>
                          </a:solidFill>
                          <a:effectLst/>
                        </a:rPr>
                        <a:t>with</a:t>
                      </a:r>
                      <a:r>
                        <a:rPr lang="ko-KR" altLang="en-US" sz="1300" b="0" i="0" u="none" strike="noStrike" noProof="0">
                          <a:solidFill>
                            <a:srgbClr val="243447"/>
                          </a:solidFill>
                          <a:effectLst/>
                        </a:rPr>
                        <a:t> </a:t>
                      </a:r>
                      <a:r>
                        <a:rPr lang="en-US" altLang="ko-KR" sz="1300" b="0" i="0" u="none" strike="noStrike" noProof="0">
                          <a:solidFill>
                            <a:srgbClr val="243447"/>
                          </a:solidFill>
                          <a:effectLst/>
                        </a:rPr>
                        <a:t>groupware,</a:t>
                      </a:r>
                      <a:r>
                        <a:rPr lang="ko-KR" altLang="en-US" sz="1300" b="0" i="0" u="none" strike="noStrike" noProof="0">
                          <a:solidFill>
                            <a:srgbClr val="243447"/>
                          </a:solidFill>
                          <a:effectLst/>
                        </a:rPr>
                        <a:t> </a:t>
                      </a:r>
                      <a:r>
                        <a:rPr lang="en-US" altLang="ko-KR" sz="1300" b="0" i="0" u="none" strike="noStrike" noProof="0">
                          <a:solidFill>
                            <a:srgbClr val="243447"/>
                          </a:solidFill>
                          <a:effectLst/>
                        </a:rPr>
                        <a:t>security</a:t>
                      </a:r>
                      <a:r>
                        <a:rPr lang="ko-KR" altLang="en-US" sz="1300" b="0" i="0" u="none" strike="noStrike" noProof="0">
                          <a:solidFill>
                            <a:srgbClr val="243447"/>
                          </a:solidFill>
                          <a:effectLst/>
                        </a:rPr>
                        <a:t> </a:t>
                      </a:r>
                      <a:r>
                        <a:rPr lang="ko-KR" sz="1300" b="0" i="0" u="none" strike="noStrike" noProof="0">
                          <a:solidFill>
                            <a:srgbClr val="243447"/>
                          </a:solidFill>
                          <a:effectLst/>
                        </a:rPr>
                        <a:t>and </a:t>
                      </a:r>
                      <a:r>
                        <a:rPr lang="en-US" altLang="ko-KR" sz="1300" b="0" i="0" u="none" strike="noStrike" noProof="0">
                          <a:solidFill>
                            <a:srgbClr val="243447"/>
                          </a:solidFill>
                          <a:effectLst/>
                        </a:rPr>
                        <a:t>big-data</a:t>
                      </a:r>
                      <a:r>
                        <a:rPr lang="ko-KR" altLang="en-US" sz="1300" b="0" i="0" u="none" strike="noStrike" noProof="0">
                          <a:solidFill>
                            <a:srgbClr val="243447"/>
                          </a:solidFill>
                          <a:effectLst/>
                        </a:rPr>
                        <a:t> </a:t>
                      </a:r>
                      <a:r>
                        <a:rPr lang="en-US" altLang="ko-KR" sz="1300" b="0" i="0" u="none" strike="noStrike" noProof="0">
                          <a:solidFill>
                            <a:srgbClr val="243447"/>
                          </a:solidFill>
                          <a:effectLst/>
                        </a:rPr>
                        <a:t>systems</a:t>
                      </a:r>
                      <a:r>
                        <a:rPr lang="ko-KR" sz="1300" b="0" i="0" u="none" strike="noStrike" noProof="0">
                          <a:solidFill>
                            <a:srgbClr val="243447"/>
                          </a:solidFill>
                          <a:effectLst/>
                        </a:rPr>
                        <a:t>. </a:t>
                      </a:r>
                      <a:r>
                        <a:rPr lang="en-US" altLang="ko-KR" sz="1300" b="0" i="0" u="none" strike="noStrike" noProof="0">
                          <a:solidFill>
                            <a:srgbClr val="243447"/>
                          </a:solidFill>
                          <a:effectLst/>
                        </a:rPr>
                        <a:t>A</a:t>
                      </a:r>
                      <a:r>
                        <a:rPr lang="ko-KR" altLang="en-US" sz="1300" b="0" i="0" u="none" strike="noStrike" noProof="0">
                          <a:solidFill>
                            <a:srgbClr val="243447"/>
                          </a:solidFill>
                          <a:effectLst/>
                        </a:rPr>
                        <a:t> </a:t>
                      </a:r>
                      <a:r>
                        <a:rPr lang="en-US" altLang="ko-KR" sz="1300" b="0" i="0" u="none" strike="noStrike" noProof="0">
                          <a:solidFill>
                            <a:srgbClr val="243447"/>
                          </a:solidFill>
                          <a:effectLst/>
                        </a:rPr>
                        <a:t>current</a:t>
                      </a:r>
                      <a:r>
                        <a:rPr lang="ko-KR" altLang="en-US" sz="1300" b="0" i="0" u="none" strike="noStrike" noProof="0">
                          <a:solidFill>
                            <a:srgbClr val="243447"/>
                          </a:solidFill>
                          <a:effectLst/>
                        </a:rPr>
                        <a:t> </a:t>
                      </a:r>
                      <a:r>
                        <a:rPr lang="ko-KR" sz="1300" b="0" i="0" u="none" strike="noStrike" noProof="0">
                          <a:solidFill>
                            <a:srgbClr val="243447"/>
                          </a:solidFill>
                          <a:effectLst/>
                        </a:rPr>
                        <a:t>SIEM/NAC</a:t>
                      </a:r>
                      <a:r>
                        <a:rPr lang="en-US" altLang="ko-KR" sz="1300" b="0" i="0" u="none" strike="noStrike" noProof="0">
                          <a:solidFill>
                            <a:srgbClr val="243447"/>
                          </a:solidFill>
                          <a:effectLst/>
                        </a:rPr>
                        <a:t>/MIP</a:t>
                      </a:r>
                      <a:r>
                        <a:rPr lang="ko-KR" altLang="en-US" sz="1300" b="0" i="0" u="none" strike="noStrike" noProof="0">
                          <a:solidFill>
                            <a:srgbClr val="243447"/>
                          </a:solidFill>
                          <a:effectLst/>
                        </a:rPr>
                        <a:t> </a:t>
                      </a:r>
                      <a:r>
                        <a:rPr lang="en-US" altLang="ko-KR" sz="1300" b="0" i="0" u="none" strike="noStrike" noProof="0">
                          <a:solidFill>
                            <a:srgbClr val="243447"/>
                          </a:solidFill>
                          <a:effectLst/>
                        </a:rPr>
                        <a:t>integration</a:t>
                      </a:r>
                      <a:r>
                        <a:rPr lang="ko-KR" sz="1300" b="0" i="0" u="none" strike="noStrike" noProof="0">
                          <a:solidFill>
                            <a:srgbClr val="243447"/>
                          </a:solidFill>
                          <a:effectLst/>
                        </a:rPr>
                        <a:t> matrix </a:t>
                      </a:r>
                      <a:r>
                        <a:rPr lang="en-US" altLang="ko-KR" sz="1300" b="0" i="0" u="none" strike="noStrike" noProof="0">
                          <a:solidFill>
                            <a:srgbClr val="243447"/>
                          </a:solidFill>
                          <a:effectLst/>
                        </a:rPr>
                        <a:t>for</a:t>
                      </a:r>
                      <a:r>
                        <a:rPr lang="ko-KR" altLang="en-US" sz="1300" b="0" i="0" u="none" strike="noStrike" noProof="0">
                          <a:solidFill>
                            <a:srgbClr val="243447"/>
                          </a:solidFill>
                          <a:effectLst/>
                        </a:rPr>
                        <a:t> </a:t>
                      </a:r>
                      <a:r>
                        <a:rPr lang="en-US" altLang="ko-KR" sz="1300" b="0" i="0" u="none" strike="noStrike" noProof="0">
                          <a:solidFill>
                            <a:srgbClr val="243447"/>
                          </a:solidFill>
                          <a:effectLst/>
                        </a:rPr>
                        <a:t>PCFILTER</a:t>
                      </a:r>
                      <a:r>
                        <a:rPr lang="ko-KR" altLang="en-US" sz="1300" b="0" i="0" u="none" strike="noStrike" noProof="0">
                          <a:solidFill>
                            <a:srgbClr val="243447"/>
                          </a:solidFill>
                          <a:effectLst/>
                        </a:rPr>
                        <a:t> </a:t>
                      </a:r>
                      <a:r>
                        <a:rPr lang="en-US" altLang="ko-KR" sz="1300" b="0" i="0" u="none" strike="noStrike" noProof="0">
                          <a:solidFill>
                            <a:srgbClr val="243447"/>
                          </a:solidFill>
                          <a:effectLst/>
                        </a:rPr>
                        <a:t>was</a:t>
                      </a:r>
                      <a:r>
                        <a:rPr lang="ko-KR" altLang="en-US" sz="1300" b="0" i="0" u="none" strike="noStrike" noProof="0">
                          <a:solidFill>
                            <a:srgbClr val="243447"/>
                          </a:solidFill>
                          <a:effectLst/>
                        </a:rPr>
                        <a:t> </a:t>
                      </a:r>
                      <a:r>
                        <a:rPr lang="en-US" altLang="ko-KR" sz="1300" b="0" i="0" u="none" strike="noStrike" noProof="0">
                          <a:solidFill>
                            <a:srgbClr val="243447"/>
                          </a:solidFill>
                          <a:effectLst/>
                        </a:rPr>
                        <a:t>not</a:t>
                      </a:r>
                      <a:r>
                        <a:rPr lang="ko-KR" altLang="en-US" sz="1300" b="0" i="0" u="none" strike="noStrike" noProof="0">
                          <a:solidFill>
                            <a:srgbClr val="243447"/>
                          </a:solidFill>
                          <a:effectLst/>
                        </a:rPr>
                        <a:t> </a:t>
                      </a:r>
                      <a:r>
                        <a:rPr lang="en-US" altLang="ko-KR" sz="1300" b="0" i="0" u="none" strike="noStrike" noProof="0">
                          <a:solidFill>
                            <a:srgbClr val="243447"/>
                          </a:solidFill>
                          <a:effectLst/>
                        </a:rPr>
                        <a:t>verified</a:t>
                      </a:r>
                      <a:r>
                        <a:rPr lang="ko-KR" sz="1300" b="0" i="0" u="none" strike="noStrike" noProof="0">
                          <a:solidFill>
                            <a:srgbClr val="243447"/>
                          </a:solidFill>
                          <a:effectLst/>
                        </a:rPr>
                        <a:t>. [</a:t>
                      </a:r>
                      <a:r>
                        <a:rPr lang="en-US" altLang="ko-KR" sz="1300" b="0" i="0" u="none" strike="noStrike" noProof="0">
                          <a:solidFill>
                            <a:srgbClr val="243447"/>
                          </a:solidFill>
                          <a:effectLst/>
                        </a:rPr>
                        <a:t>J4</a:t>
                      </a:r>
                      <a:r>
                        <a:rPr lang="ko-KR" sz="1300" b="0" i="0" u="none" strike="noStrike" noProof="0">
                          <a:solidFill>
                            <a:srgbClr val="243447"/>
                          </a:solidFill>
                          <a:effectLst/>
                        </a:rPr>
                        <a:t>]</a:t>
                      </a:r>
                      <a:endParaRPr lang="en-US" altLang="ko-KR" b="0" i="0" u="none" strike="noStrike" noProof="0"/>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3949286064"/>
                  </a:ext>
                </a:extLst>
              </a:tr>
              <a:tr h="314325">
                <a:tc>
                  <a:txBody>
                    <a:bodyPr/>
                    <a:lstStyle/>
                    <a:p>
                      <a:pPr algn="l">
                        <a:buNone/>
                      </a:pPr>
                      <a:r>
                        <a:rPr lang="ko-KR" sz="1300" b="1">
                          <a:solidFill>
                            <a:srgbClr val="243447"/>
                          </a:solidFill>
                          <a:effectLst/>
                          <a:latin typeface="Arial" panose="020B0604020202020204" pitchFamily="34" charset="0"/>
                          <a:ea typeface="Arial" panose="020B0604020202020204" pitchFamily="34" charset="0"/>
                        </a:rPr>
                        <a:t>D5-09</a:t>
                      </a:r>
                      <a:endParaRPr lang="ko-KR" sz="1300" b="1">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a:solidFill>
                            <a:srgbClr val="243447"/>
                          </a:solidFill>
                          <a:effectLst/>
                          <a:latin typeface="Arial" panose="020B0604020202020204" pitchFamily="34" charset="0"/>
                          <a:ea typeface="Arial" panose="020B0604020202020204" pitchFamily="34" charset="0"/>
                        </a:rPr>
                        <a:t>AI processing on-prem only</a:t>
                      </a:r>
                      <a:endParaRPr lang="ko-KR" sz="1300">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b="1">
                          <a:solidFill>
                            <a:srgbClr val="5E6C7A"/>
                          </a:solidFill>
                          <a:effectLst/>
                          <a:latin typeface="Arial" panose="020B0604020202020204" pitchFamily="34" charset="0"/>
                          <a:ea typeface="Arial" panose="020B0604020202020204" pitchFamily="34" charset="0"/>
                        </a:rPr>
                        <a:t>?</a:t>
                      </a:r>
                      <a:endParaRPr lang="ko-KR" sz="1300" b="1">
                        <a:solidFill>
                          <a:srgbClr val="5E6C7A"/>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lvl="0" algn="l">
                        <a:buNone/>
                      </a:pPr>
                      <a:r>
                        <a:rPr lang="en-US" altLang="ko-KR" sz="1300" b="0" i="0" u="none" strike="noStrike" noProof="0">
                          <a:solidFill>
                            <a:srgbClr val="243447"/>
                          </a:solidFill>
                          <a:effectLst/>
                        </a:rPr>
                        <a:t>Jiran</a:t>
                      </a:r>
                      <a:r>
                        <a:rPr lang="ko-KR" altLang="en-US" sz="1300" b="0" i="0" u="none" strike="noStrike" noProof="0">
                          <a:solidFill>
                            <a:srgbClr val="243447"/>
                          </a:solidFill>
                          <a:effectLst/>
                        </a:rPr>
                        <a:t> </a:t>
                      </a:r>
                      <a:r>
                        <a:rPr lang="en-US" altLang="ko-KR" sz="1300" b="0" i="0" u="none" strike="noStrike" noProof="0">
                          <a:solidFill>
                            <a:srgbClr val="243447"/>
                          </a:solidFill>
                          <a:effectLst/>
                        </a:rPr>
                        <a:t>documents</a:t>
                      </a:r>
                      <a:r>
                        <a:rPr lang="ko-KR" altLang="en-US" sz="1300" b="0" i="0" u="none" strike="noStrike" noProof="0">
                          <a:solidFill>
                            <a:srgbClr val="243447"/>
                          </a:solidFill>
                          <a:effectLst/>
                        </a:rPr>
                        <a:t> </a:t>
                      </a:r>
                      <a:r>
                        <a:rPr lang="en-US" altLang="ko-KR" sz="1300" b="0" i="0" u="none" strike="noStrike" noProof="0">
                          <a:solidFill>
                            <a:srgbClr val="243447"/>
                          </a:solidFill>
                          <a:effectLst/>
                        </a:rPr>
                        <a:t>AI-OCR/NER</a:t>
                      </a:r>
                      <a:r>
                        <a:rPr lang="ko-KR" altLang="en-US" sz="1300" b="0" i="0" u="none" strike="noStrike" noProof="0">
                          <a:solidFill>
                            <a:srgbClr val="243447"/>
                          </a:solidFill>
                          <a:effectLst/>
                        </a:rPr>
                        <a:t> </a:t>
                      </a:r>
                      <a:r>
                        <a:rPr lang="en-US" altLang="ko-KR" sz="1300" b="0" i="0" u="none" strike="noStrike" noProof="0">
                          <a:solidFill>
                            <a:srgbClr val="243447"/>
                          </a:solidFill>
                          <a:effectLst/>
                        </a:rPr>
                        <a:t>capabilities,</a:t>
                      </a:r>
                      <a:r>
                        <a:rPr lang="ko-KR" altLang="en-US" sz="1300" b="0" i="0" u="none" strike="noStrike" noProof="0">
                          <a:solidFill>
                            <a:srgbClr val="243447"/>
                          </a:solidFill>
                          <a:effectLst/>
                        </a:rPr>
                        <a:t> </a:t>
                      </a:r>
                      <a:r>
                        <a:rPr lang="en-US" altLang="ko-KR" sz="1300" b="0" i="0" u="none" strike="noStrike" noProof="0">
                          <a:solidFill>
                            <a:srgbClr val="243447"/>
                          </a:solidFill>
                          <a:effectLst/>
                        </a:rPr>
                        <a:t>but</a:t>
                      </a:r>
                      <a:r>
                        <a:rPr lang="ko-KR" altLang="en-US" sz="1300" b="0" i="0" u="none" strike="noStrike" noProof="0">
                          <a:solidFill>
                            <a:srgbClr val="243447"/>
                          </a:solidFill>
                          <a:effectLst/>
                        </a:rPr>
                        <a:t> </a:t>
                      </a:r>
                      <a:r>
                        <a:rPr lang="en-US" altLang="ko-KR" sz="1300" b="0" i="0" u="none" strike="noStrike" noProof="0">
                          <a:solidFill>
                            <a:srgbClr val="243447"/>
                          </a:solidFill>
                          <a:effectLst/>
                        </a:rPr>
                        <a:t>whether</a:t>
                      </a:r>
                      <a:r>
                        <a:rPr lang="ko-KR" altLang="en-US" sz="1300" b="0" i="0" u="none" strike="noStrike" noProof="0">
                          <a:solidFill>
                            <a:srgbClr val="243447"/>
                          </a:solidFill>
                          <a:effectLst/>
                        </a:rPr>
                        <a:t> </a:t>
                      </a:r>
                      <a:r>
                        <a:rPr lang="en-US" altLang="ko-KR" sz="1300" b="0" i="0" u="none" strike="noStrike" noProof="0">
                          <a:solidFill>
                            <a:srgbClr val="243447"/>
                          </a:solidFill>
                          <a:effectLst/>
                        </a:rPr>
                        <a:t>AI</a:t>
                      </a:r>
                      <a:r>
                        <a:rPr lang="ko-KR" altLang="en-US" sz="1300" b="0" i="0" u="none" strike="noStrike" noProof="0">
                          <a:solidFill>
                            <a:srgbClr val="243447"/>
                          </a:solidFill>
                          <a:effectLst/>
                        </a:rPr>
                        <a:t> </a:t>
                      </a:r>
                      <a:r>
                        <a:rPr lang="en-US" altLang="ko-KR" sz="1300" b="0" i="0" u="none" strike="noStrike" noProof="0">
                          <a:solidFill>
                            <a:srgbClr val="243447"/>
                          </a:solidFill>
                          <a:effectLst/>
                        </a:rPr>
                        <a:t>processing</a:t>
                      </a:r>
                      <a:r>
                        <a:rPr lang="ko-KR" altLang="en-US" sz="1300" b="0" i="0" u="none" strike="noStrike" noProof="0">
                          <a:solidFill>
                            <a:srgbClr val="243447"/>
                          </a:solidFill>
                          <a:effectLst/>
                        </a:rPr>
                        <a:t> </a:t>
                      </a:r>
                      <a:r>
                        <a:rPr lang="en-US" altLang="ko-KR" sz="1300" b="0" i="0" u="none" strike="noStrike" noProof="0">
                          <a:solidFill>
                            <a:srgbClr val="243447"/>
                          </a:solidFill>
                          <a:effectLst/>
                        </a:rPr>
                        <a:t>is</a:t>
                      </a:r>
                      <a:r>
                        <a:rPr lang="ko-KR" altLang="en-US" sz="1300" b="0" i="0" u="none" strike="noStrike" noProof="0">
                          <a:solidFill>
                            <a:srgbClr val="243447"/>
                          </a:solidFill>
                          <a:effectLst/>
                        </a:rPr>
                        <a:t> </a:t>
                      </a:r>
                      <a:r>
                        <a:rPr lang="en-US" altLang="ko-KR" sz="1300" b="0" i="0" u="none" strike="noStrike" noProof="0">
                          <a:solidFill>
                            <a:srgbClr val="243447"/>
                          </a:solidFill>
                          <a:effectLst/>
                        </a:rPr>
                        <a:t>strictly</a:t>
                      </a:r>
                      <a:r>
                        <a:rPr lang="ko-KR" altLang="en-US" sz="1300" b="0" i="0" u="none" strike="noStrike" noProof="0">
                          <a:solidFill>
                            <a:srgbClr val="243447"/>
                          </a:solidFill>
                          <a:effectLst/>
                        </a:rPr>
                        <a:t> </a:t>
                      </a:r>
                      <a:r>
                        <a:rPr lang="en-US" altLang="ko-KR" sz="1300" b="0" i="0" u="none" strike="noStrike" noProof="0">
                          <a:solidFill>
                            <a:srgbClr val="243447"/>
                          </a:solidFill>
                          <a:effectLst/>
                        </a:rPr>
                        <a:t>on-prem</a:t>
                      </a:r>
                      <a:r>
                        <a:rPr lang="ko-KR" altLang="en-US" sz="1300" b="0" i="0" u="none" strike="noStrike" noProof="0">
                          <a:solidFill>
                            <a:srgbClr val="243447"/>
                          </a:solidFill>
                          <a:effectLst/>
                        </a:rPr>
                        <a:t> </a:t>
                      </a:r>
                      <a:r>
                        <a:rPr lang="en-US" altLang="ko-KR" sz="1300" b="0" i="0" u="none" strike="noStrike" noProof="0">
                          <a:solidFill>
                            <a:srgbClr val="243447"/>
                          </a:solidFill>
                          <a:effectLst/>
                        </a:rPr>
                        <a:t>with</a:t>
                      </a:r>
                      <a:r>
                        <a:rPr lang="ko-KR" altLang="en-US" sz="1300" b="0" i="0" u="none" strike="noStrike" noProof="0">
                          <a:solidFill>
                            <a:srgbClr val="243447"/>
                          </a:solidFill>
                          <a:effectLst/>
                        </a:rPr>
                        <a:t> </a:t>
                      </a:r>
                      <a:r>
                        <a:rPr lang="en-US" altLang="ko-KR" sz="1300" b="0" i="0" u="none" strike="noStrike" noProof="0">
                          <a:solidFill>
                            <a:srgbClr val="243447"/>
                          </a:solidFill>
                          <a:effectLst/>
                        </a:rPr>
                        <a:t>no</a:t>
                      </a:r>
                      <a:r>
                        <a:rPr lang="ko-KR" altLang="en-US" sz="1300" b="0" i="0" u="none" strike="noStrike" noProof="0">
                          <a:solidFill>
                            <a:srgbClr val="243447"/>
                          </a:solidFill>
                          <a:effectLst/>
                        </a:rPr>
                        <a:t> </a:t>
                      </a:r>
                      <a:r>
                        <a:rPr lang="en-US" altLang="ko-KR" sz="1300" b="0" i="0" u="none" strike="noStrike" noProof="0">
                          <a:solidFill>
                            <a:srgbClr val="243447"/>
                          </a:solidFill>
                          <a:effectLst/>
                        </a:rPr>
                        <a:t>external</a:t>
                      </a:r>
                      <a:r>
                        <a:rPr lang="ko-KR" altLang="en-US" sz="1300" b="0" i="0" u="none" strike="noStrike" noProof="0">
                          <a:solidFill>
                            <a:srgbClr val="243447"/>
                          </a:solidFill>
                          <a:effectLst/>
                        </a:rPr>
                        <a:t> </a:t>
                      </a:r>
                      <a:r>
                        <a:rPr lang="ko-KR" sz="1300" b="0" i="0" u="none" strike="noStrike" noProof="0">
                          <a:solidFill>
                            <a:srgbClr val="243447"/>
                          </a:solidFill>
                          <a:effectLst/>
                        </a:rPr>
                        <a:t>model/API </a:t>
                      </a:r>
                      <a:r>
                        <a:rPr lang="en-US" altLang="ko-KR" sz="1300" b="0" i="0" u="none" strike="noStrike" noProof="0">
                          <a:solidFill>
                            <a:srgbClr val="243447"/>
                          </a:solidFill>
                          <a:effectLst/>
                        </a:rPr>
                        <a:t>dependency</a:t>
                      </a:r>
                      <a:r>
                        <a:rPr lang="ko-KR" altLang="en-US" sz="1300" b="0" i="0" u="none" strike="noStrike" noProof="0">
                          <a:solidFill>
                            <a:srgbClr val="243447"/>
                          </a:solidFill>
                          <a:effectLst/>
                        </a:rPr>
                        <a:t> </a:t>
                      </a:r>
                      <a:r>
                        <a:rPr lang="ko-KR" sz="1300" b="0" i="0" u="none" strike="noStrike" noProof="0">
                          <a:solidFill>
                            <a:srgbClr val="243447"/>
                          </a:solidFill>
                          <a:effectLst/>
                        </a:rPr>
                        <a:t>was not </a:t>
                      </a:r>
                      <a:r>
                        <a:rPr lang="en-US" altLang="ko-KR" sz="1300" b="0" i="0" u="none" strike="noStrike" noProof="0">
                          <a:solidFill>
                            <a:srgbClr val="243447"/>
                          </a:solidFill>
                          <a:effectLst/>
                        </a:rPr>
                        <a:t>explicitly</a:t>
                      </a:r>
                      <a:r>
                        <a:rPr lang="ko-KR" altLang="en-US" sz="1300" b="0" i="0" u="none" strike="noStrike" noProof="0">
                          <a:solidFill>
                            <a:srgbClr val="243447"/>
                          </a:solidFill>
                          <a:effectLst/>
                        </a:rPr>
                        <a:t> </a:t>
                      </a:r>
                      <a:r>
                        <a:rPr lang="en-US" altLang="ko-KR" sz="1300" b="0" i="0" u="none" strike="noStrike" noProof="0">
                          <a:solidFill>
                            <a:srgbClr val="243447"/>
                          </a:solidFill>
                          <a:effectLst/>
                        </a:rPr>
                        <a:t>established</a:t>
                      </a:r>
                      <a:r>
                        <a:rPr lang="ko-KR" sz="1300" b="0" i="0" u="none" strike="noStrike" noProof="0">
                          <a:solidFill>
                            <a:srgbClr val="243447"/>
                          </a:solidFill>
                          <a:effectLst/>
                        </a:rPr>
                        <a:t>.</a:t>
                      </a:r>
                      <a:r>
                        <a:rPr lang="ko-KR" altLang="en-US" sz="1300" b="0" i="0" u="none" strike="noStrike" noProof="0">
                          <a:solidFill>
                            <a:srgbClr val="243447"/>
                          </a:solidFill>
                          <a:effectLst/>
                        </a:rPr>
                        <a:t> </a:t>
                      </a:r>
                      <a:r>
                        <a:rPr lang="en-US" altLang="ko-KR" sz="1300" b="0" i="0" u="none" strike="noStrike" noProof="0">
                          <a:solidFill>
                            <a:srgbClr val="243447"/>
                          </a:solidFill>
                          <a:effectLst/>
                        </a:rPr>
                        <a:t>[J4]</a:t>
                      </a:r>
                      <a:endParaRPr lang="en-US" altLang="ko-K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967445963"/>
                  </a:ext>
                </a:extLst>
              </a:tr>
            </a:tbl>
          </a:graphicData>
        </a:graphic>
      </p:graphicFrame>
    </p:spTree>
    <p:extLst>
      <p:ext uri="{BB962C8B-B14F-4D97-AF65-F5344CB8AC3E}">
        <p14:creationId xmlns:p14="http://schemas.microsoft.com/office/powerpoint/2010/main" val="180817317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991C18-7AE5-D75E-E913-EC57D9A6979A}"/>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7901776-998D-C7BD-ABFC-4D53EBC29D37}"/>
              </a:ext>
            </a:extLst>
          </p:cNvPr>
          <p:cNvSpPr>
            <a:spLocks noGrp="1"/>
          </p:cNvSpPr>
          <p:nvPr>
            <p:ph type="sldNum" sz="quarter" idx="4"/>
          </p:nvPr>
        </p:nvSpPr>
        <p:spPr/>
        <p:txBody>
          <a:bodyPr/>
          <a:lstStyle/>
          <a:p>
            <a:fld id="{4EA1E582-E1CC-4474-812F-1657BC5920B7}" type="slidenum">
              <a:rPr lang="ko-KR" altLang="en-US" smtClean="0"/>
              <a:t>37</a:t>
            </a:fld>
            <a:endParaRPr lang="ko-KR" altLang="en-US"/>
          </a:p>
        </p:txBody>
      </p:sp>
      <p:sp>
        <p:nvSpPr>
          <p:cNvPr id="4" name="Title 3">
            <a:extLst>
              <a:ext uri="{FF2B5EF4-FFF2-40B4-BE49-F238E27FC236}">
                <a16:creationId xmlns:a16="http://schemas.microsoft.com/office/drawing/2014/main" id="{6C7018B3-EB60-A0B4-0A58-EB692002C546}"/>
              </a:ext>
            </a:extLst>
          </p:cNvPr>
          <p:cNvSpPr>
            <a:spLocks noGrp="1"/>
          </p:cNvSpPr>
          <p:nvPr>
            <p:ph type="title"/>
          </p:nvPr>
        </p:nvSpPr>
        <p:spPr/>
        <p:txBody>
          <a:bodyPr/>
          <a:lstStyle/>
          <a:p>
            <a:endParaRPr lang="en-US"/>
          </a:p>
        </p:txBody>
      </p:sp>
      <p:sp>
        <p:nvSpPr>
          <p:cNvPr id="5" name="Text Placeholder 4">
            <a:extLst>
              <a:ext uri="{FF2B5EF4-FFF2-40B4-BE49-F238E27FC236}">
                <a16:creationId xmlns:a16="http://schemas.microsoft.com/office/drawing/2014/main" id="{81906F2E-CC89-D669-ED29-43F9AE621885}"/>
              </a:ext>
            </a:extLst>
          </p:cNvPr>
          <p:cNvSpPr>
            <a:spLocks noGrp="1"/>
          </p:cNvSpPr>
          <p:nvPr>
            <p:ph type="body" sz="quarter" idx="11"/>
          </p:nvPr>
        </p:nvSpPr>
        <p:spPr/>
        <p:txBody>
          <a:bodyPr/>
          <a:lstStyle/>
          <a:p>
            <a:endParaRPr lang="en-US"/>
          </a:p>
        </p:txBody>
      </p:sp>
      <p:sp>
        <p:nvSpPr>
          <p:cNvPr id="7" name="제목 3">
            <a:extLst>
              <a:ext uri="{FF2B5EF4-FFF2-40B4-BE49-F238E27FC236}">
                <a16:creationId xmlns:a16="http://schemas.microsoft.com/office/drawing/2014/main" id="{DF63D327-37EC-2C1C-499A-96507329FBC1}"/>
              </a:ext>
            </a:extLst>
          </p:cNvPr>
          <p:cNvSpPr txBox="1">
            <a:spLocks/>
          </p:cNvSpPr>
          <p:nvPr/>
        </p:nvSpPr>
        <p:spPr>
          <a:xfrm>
            <a:off x="286194" y="265704"/>
            <a:ext cx="10666268" cy="464670"/>
          </a:xfrm>
          <a:prstGeom prst="rect">
            <a:avLst/>
          </a:prstGeom>
        </p:spPr>
        <p:txBody>
          <a:bodyPr lIns="91440" tIns="45720" rIns="91440" bIns="45720" anchor="ctr" anchorCtr="0"/>
          <a:lstStyle>
            <a:lvl1pPr algn="l" rtl="0" eaLnBrk="1" fontAlgn="base" latinLnBrk="1" hangingPunct="1">
              <a:spcBef>
                <a:spcPct val="0"/>
              </a:spcBef>
              <a:spcAft>
                <a:spcPct val="0"/>
              </a:spcAft>
              <a:defRPr lang="ko-KR" altLang="en-US" sz="2400" b="1" kern="1200" baseline="0" dirty="0">
                <a:ln>
                  <a:solidFill>
                    <a:schemeClr val="accent1">
                      <a:alpha val="0"/>
                    </a:schemeClr>
                  </a:solidFill>
                </a:ln>
                <a:solidFill>
                  <a:srgbClr val="144772"/>
                </a:solidFill>
                <a:effectLst>
                  <a:glow rad="127000">
                    <a:schemeClr val="bg1"/>
                  </a:glow>
                  <a:outerShdw blurRad="38100" dist="38100" dir="2700000" algn="tl" rotWithShape="0">
                    <a:prstClr val="black">
                      <a:alpha val="40000"/>
                    </a:prstClr>
                  </a:outerShdw>
                </a:effectLst>
                <a:latin typeface="Pretendard Black" panose="02000A03000000020004" pitchFamily="50" charset="-127"/>
                <a:ea typeface="Pretendard Black" panose="02000A03000000020004" pitchFamily="50" charset="-127"/>
                <a:cs typeface="Pretendard Black" panose="02000A03000000020004" pitchFamily="50" charset="-127"/>
              </a:defRPr>
            </a:lvl1pPr>
            <a:lvl2pPr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2pPr>
            <a:lvl3pPr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3pPr>
            <a:lvl4pPr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4pPr>
            <a:lvl5pPr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5pPr>
            <a:lvl6pPr marL="457200"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6pPr>
            <a:lvl7pPr marL="914400"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7pPr>
            <a:lvl8pPr marL="1371600"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8pPr>
            <a:lvl9pPr marL="1828800"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9pPr>
          </a:lstStyle>
          <a:p>
            <a:r>
              <a:rPr lang="ko-KR">
                <a:ln>
                  <a:solidFill>
                    <a:srgbClr val="4F81BD">
                      <a:alpha val="0"/>
                    </a:srgbClr>
                  </a:solidFill>
                </a:ln>
                <a:effectLst>
                  <a:glow rad="127000">
                    <a:prstClr val="white"/>
                  </a:glow>
                  <a:outerShdw blurRad="38100" dist="38100" dir="2700000" algn="tl" rotWithShape="0">
                    <a:prstClr val="black">
                      <a:alpha val="40000"/>
                    </a:prstClr>
                  </a:outerShdw>
                </a:effectLst>
                <a:latin typeface="Arial"/>
                <a:ea typeface="Pretendard Black"/>
                <a:cs typeface="Arial"/>
              </a:rPr>
              <a:t>지란지교데이터 </a:t>
            </a:r>
            <a:r>
              <a:rPr lang="ko-KR" altLang="en-US">
                <a:ln>
                  <a:solidFill>
                    <a:srgbClr val="4F81BD">
                      <a:alpha val="0"/>
                    </a:srgbClr>
                  </a:solidFill>
                </a:ln>
                <a:effectLst>
                  <a:glow rad="127000">
                    <a:prstClr val="white"/>
                  </a:glow>
                  <a:outerShdw blurRad="38100" dist="38100" dir="2700000" algn="tl" rotWithShape="0">
                    <a:prstClr val="black">
                      <a:alpha val="40000"/>
                    </a:prstClr>
                  </a:outerShdw>
                </a:effectLst>
                <a:latin typeface="Arial"/>
                <a:ea typeface="Pretendard Black"/>
                <a:cs typeface="Arial"/>
              </a:rPr>
              <a:t>(</a:t>
            </a:r>
            <a:r>
              <a:rPr lang="ko-KR" altLang="en-US">
                <a:ln>
                  <a:solidFill>
                    <a:srgbClr val="4F81BD">
                      <a:alpha val="0"/>
                    </a:srgbClr>
                  </a:solidFill>
                </a:ln>
                <a:effectLst>
                  <a:glow rad="127000">
                    <a:prstClr val="white"/>
                  </a:glow>
                  <a:outerShdw blurRad="38100" dist="38100" dir="2700000" algn="tl" rotWithShape="0">
                    <a:prstClr val="black">
                      <a:alpha val="40000"/>
                    </a:prstClr>
                  </a:outerShdw>
                </a:effectLst>
                <a:latin typeface="Arial"/>
                <a:ea typeface="Pretendard Black"/>
              </a:rPr>
              <a:t>Sercan): </a:t>
            </a:r>
            <a:r>
              <a:rPr lang="en-US" b="0">
                <a:ln>
                  <a:solidFill>
                    <a:srgbClr val="4F81BD">
                      <a:alpha val="0"/>
                    </a:srgbClr>
                  </a:solidFill>
                </a:ln>
                <a:effectLst>
                  <a:glow rad="127000">
                    <a:prstClr val="white"/>
                  </a:glow>
                  <a:outerShdw blurRad="38100" dist="38100" dir="2700000" algn="tl" rotWithShape="0">
                    <a:prstClr val="black">
                      <a:alpha val="40000"/>
                    </a:prstClr>
                  </a:outerShdw>
                </a:effectLst>
                <a:latin typeface="Arial"/>
                <a:ea typeface="Pretendard Black"/>
              </a:rPr>
              <a:t>D6</a:t>
            </a:r>
            <a:r>
              <a:rPr lang="ko-KR" b="0">
                <a:ln>
                  <a:solidFill>
                    <a:srgbClr val="4F81BD">
                      <a:alpha val="0"/>
                    </a:srgbClr>
                  </a:solidFill>
                </a:ln>
                <a:effectLst>
                  <a:glow rad="127000">
                    <a:prstClr val="white"/>
                  </a:glow>
                  <a:outerShdw blurRad="38100" dist="38100" dir="2700000" algn="tl" rotWithShape="0">
                    <a:prstClr val="black">
                      <a:alpha val="40000"/>
                    </a:prstClr>
                  </a:outerShdw>
                </a:effectLst>
                <a:latin typeface="Arial"/>
                <a:ea typeface="Pretendard Black"/>
              </a:rPr>
              <a:t> Compliance</a:t>
            </a:r>
            <a:endParaRPr lang="en-US">
              <a:ln>
                <a:solidFill>
                  <a:srgbClr val="4F81BD">
                    <a:alpha val="0"/>
                  </a:srgbClr>
                </a:solidFill>
              </a:ln>
              <a:effectLst>
                <a:glow rad="127000">
                  <a:prstClr val="white"/>
                </a:glow>
                <a:outerShdw blurRad="38100" dist="38100" dir="2700000" algn="tl" rotWithShape="0">
                  <a:prstClr val="black">
                    <a:alpha val="40000"/>
                  </a:prstClr>
                </a:outerShdw>
              </a:effectLst>
              <a:latin typeface="Pretendard Black"/>
            </a:endParaRPr>
          </a:p>
        </p:txBody>
      </p:sp>
      <p:graphicFrame>
        <p:nvGraphicFramePr>
          <p:cNvPr id="8" name="Table 7">
            <a:extLst>
              <a:ext uri="{FF2B5EF4-FFF2-40B4-BE49-F238E27FC236}">
                <a16:creationId xmlns:a16="http://schemas.microsoft.com/office/drawing/2014/main" id="{A9594641-91B5-79B0-9449-791544295F8B}"/>
              </a:ext>
            </a:extLst>
          </p:cNvPr>
          <p:cNvGraphicFramePr>
            <a:graphicFrameLocks noGrp="1"/>
          </p:cNvGraphicFramePr>
          <p:nvPr/>
        </p:nvGraphicFramePr>
        <p:xfrm>
          <a:off x="436880" y="985520"/>
          <a:ext cx="10937425" cy="5719573"/>
        </p:xfrm>
        <a:graphic>
          <a:graphicData uri="http://schemas.openxmlformats.org/drawingml/2006/table">
            <a:tbl>
              <a:tblPr firstRow="1" bandRow="1">
                <a:tableStyleId>{9D7B26C5-4107-4FEC-AEDC-1716B250A1EF}</a:tableStyleId>
              </a:tblPr>
              <a:tblGrid>
                <a:gridCol w="953786">
                  <a:extLst>
                    <a:ext uri="{9D8B030D-6E8A-4147-A177-3AD203B41FA5}">
                      <a16:colId xmlns:a16="http://schemas.microsoft.com/office/drawing/2014/main" val="3761190961"/>
                    </a:ext>
                  </a:extLst>
                </a:gridCol>
                <a:gridCol w="3594302">
                  <a:extLst>
                    <a:ext uri="{9D8B030D-6E8A-4147-A177-3AD203B41FA5}">
                      <a16:colId xmlns:a16="http://schemas.microsoft.com/office/drawing/2014/main" val="3009874471"/>
                    </a:ext>
                  </a:extLst>
                </a:gridCol>
                <a:gridCol w="1376009">
                  <a:extLst>
                    <a:ext uri="{9D8B030D-6E8A-4147-A177-3AD203B41FA5}">
                      <a16:colId xmlns:a16="http://schemas.microsoft.com/office/drawing/2014/main" val="316164474"/>
                    </a:ext>
                  </a:extLst>
                </a:gridCol>
                <a:gridCol w="5013328">
                  <a:extLst>
                    <a:ext uri="{9D8B030D-6E8A-4147-A177-3AD203B41FA5}">
                      <a16:colId xmlns:a16="http://schemas.microsoft.com/office/drawing/2014/main" val="1510347205"/>
                    </a:ext>
                  </a:extLst>
                </a:gridCol>
              </a:tblGrid>
              <a:tr h="348460">
                <a:tc>
                  <a:txBody>
                    <a:bodyPr/>
                    <a:lstStyle/>
                    <a:p>
                      <a:pPr algn="ctr"/>
                      <a:r>
                        <a:rPr lang="en-US" sz="1200">
                          <a:latin typeface="Arial"/>
                          <a:cs typeface="Arial"/>
                        </a:rPr>
                        <a:t>ID</a:t>
                      </a:r>
                    </a:p>
                  </a:txBody>
                  <a:tcPr>
                    <a:lnL w="12700">
                      <a:solidFill>
                        <a:schemeClr val="tx1"/>
                      </a:solidFill>
                    </a:lnL>
                    <a:lnR w="12700">
                      <a:solidFill>
                        <a:schemeClr val="tx1"/>
                      </a:solidFill>
                    </a:lnR>
                    <a:lnT w="12700">
                      <a:solidFill>
                        <a:schemeClr val="tx1"/>
                      </a:solidFill>
                    </a:lnT>
                    <a:lnB w="12700">
                      <a:solidFill>
                        <a:schemeClr val="tx1"/>
                      </a:solidFill>
                    </a:lnB>
                    <a:solidFill>
                      <a:schemeClr val="accent5">
                        <a:lumMod val="20000"/>
                        <a:lumOff val="80000"/>
                      </a:schemeClr>
                    </a:solidFill>
                  </a:tcPr>
                </a:tc>
                <a:tc>
                  <a:txBody>
                    <a:bodyPr/>
                    <a:lstStyle/>
                    <a:p>
                      <a:pPr algn="ctr"/>
                      <a:r>
                        <a:rPr lang="en-US" sz="1200">
                          <a:latin typeface="Arial"/>
                          <a:cs typeface="Arial"/>
                        </a:rPr>
                        <a:t>Capability</a:t>
                      </a:r>
                    </a:p>
                  </a:txBody>
                  <a:tcPr>
                    <a:lnL w="12700">
                      <a:solidFill>
                        <a:schemeClr val="tx1"/>
                      </a:solidFill>
                    </a:lnL>
                    <a:lnR w="12700">
                      <a:solidFill>
                        <a:schemeClr val="tx1"/>
                      </a:solidFill>
                    </a:lnR>
                    <a:lnT w="12700">
                      <a:solidFill>
                        <a:schemeClr val="tx1"/>
                      </a:solidFill>
                    </a:lnT>
                    <a:lnB w="12700">
                      <a:solidFill>
                        <a:schemeClr val="tx1"/>
                      </a:solidFill>
                    </a:lnB>
                    <a:solidFill>
                      <a:schemeClr val="accent5">
                        <a:lumMod val="20000"/>
                        <a:lumOff val="80000"/>
                      </a:schemeClr>
                    </a:solidFill>
                  </a:tcPr>
                </a:tc>
                <a:tc>
                  <a:txBody>
                    <a:bodyPr/>
                    <a:lstStyle/>
                    <a:p>
                      <a:pPr algn="ctr"/>
                      <a:r>
                        <a:rPr lang="en-US" sz="1200">
                          <a:latin typeface="Arial"/>
                          <a:cs typeface="Arial"/>
                        </a:rPr>
                        <a:t>Availability</a:t>
                      </a:r>
                    </a:p>
                  </a:txBody>
                  <a:tcPr>
                    <a:lnL w="12700">
                      <a:solidFill>
                        <a:schemeClr val="tx1"/>
                      </a:solidFill>
                    </a:lnL>
                    <a:lnR w="12700">
                      <a:solidFill>
                        <a:schemeClr val="tx1"/>
                      </a:solidFill>
                    </a:lnR>
                    <a:lnT w="12700">
                      <a:solidFill>
                        <a:schemeClr val="tx1"/>
                      </a:solidFill>
                    </a:lnT>
                    <a:lnB w="12700">
                      <a:solidFill>
                        <a:schemeClr val="tx1"/>
                      </a:solidFill>
                    </a:lnB>
                    <a:solidFill>
                      <a:schemeClr val="accent5">
                        <a:lumMod val="20000"/>
                        <a:lumOff val="80000"/>
                      </a:schemeClr>
                    </a:solidFill>
                  </a:tcPr>
                </a:tc>
                <a:tc>
                  <a:txBody>
                    <a:bodyPr/>
                    <a:lstStyle/>
                    <a:p>
                      <a:pPr algn="ctr"/>
                      <a:r>
                        <a:rPr lang="en-US" sz="1200">
                          <a:latin typeface="Arial"/>
                          <a:cs typeface="Arial"/>
                        </a:rPr>
                        <a:t>References</a:t>
                      </a:r>
                    </a:p>
                  </a:txBody>
                  <a:tcPr>
                    <a:lnL w="12700">
                      <a:solidFill>
                        <a:schemeClr val="tx1"/>
                      </a:solidFill>
                    </a:lnL>
                    <a:lnR w="12700">
                      <a:solidFill>
                        <a:schemeClr val="tx1"/>
                      </a:solidFill>
                    </a:lnR>
                    <a:lnT w="12700">
                      <a:solidFill>
                        <a:schemeClr val="tx1"/>
                      </a:solidFill>
                    </a:lnT>
                    <a:lnB w="12700">
                      <a:solidFill>
                        <a:schemeClr val="tx1"/>
                      </a:solidFill>
                    </a:lnB>
                    <a:solidFill>
                      <a:schemeClr val="accent5">
                        <a:lumMod val="20000"/>
                        <a:lumOff val="80000"/>
                      </a:schemeClr>
                    </a:solidFill>
                  </a:tcPr>
                </a:tc>
                <a:extLst>
                  <a:ext uri="{0D108BD9-81ED-4DB2-BD59-A6C34878D82A}">
                    <a16:rowId xmlns:a16="http://schemas.microsoft.com/office/drawing/2014/main" val="1080965025"/>
                  </a:ext>
                </a:extLst>
              </a:tr>
              <a:tr h="696923">
                <a:tc>
                  <a:txBody>
                    <a:bodyPr/>
                    <a:lstStyle/>
                    <a:p>
                      <a:r>
                        <a:rPr lang="en-US" sz="1200">
                          <a:latin typeface="Arial"/>
                          <a:cs typeface="Arial"/>
                        </a:rPr>
                        <a:t>D6-01</a:t>
                      </a:r>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lvl="0" algn="l">
                        <a:lnSpc>
                          <a:spcPct val="100000"/>
                        </a:lnSpc>
                        <a:spcBef>
                          <a:spcPts val="0"/>
                        </a:spcBef>
                        <a:spcAft>
                          <a:spcPts val="0"/>
                        </a:spcAft>
                        <a:buNone/>
                      </a:pPr>
                      <a:r>
                        <a:rPr lang="en-US" altLang="ko-KR" sz="1200" b="0" i="0" u="none" strike="noStrike" noProof="0">
                          <a:effectLst/>
                        </a:rPr>
                        <a:t>Security </a:t>
                      </a:r>
                      <a:r>
                        <a:rPr lang="en-US" sz="1200" b="0" i="0" u="none" strike="noStrike" noProof="0">
                          <a:effectLst/>
                        </a:rPr>
                        <a:t>verification / CC </a:t>
                      </a:r>
                      <a:r>
                        <a:rPr lang="en-US" altLang="ko-KR" sz="1200" b="0" i="0" u="none" strike="noStrike" noProof="0">
                          <a:effectLst/>
                        </a:rPr>
                        <a:t>for </a:t>
                      </a:r>
                      <a:r>
                        <a:rPr lang="en-US" sz="1200" b="0" i="0" u="none" strike="noStrike" noProof="0">
                          <a:effectLst/>
                        </a:rPr>
                        <a:t>DLP</a:t>
                      </a:r>
                      <a:endParaRPr lang="en-US" sz="1200"/>
                    </a:p>
                  </a:txBody>
                  <a:tcPr marL="0" marR="0" marT="0" marB="0" anchor="ctr">
                    <a:lnL w="12700">
                      <a:solidFill>
                        <a:schemeClr val="tx1"/>
                      </a:solidFill>
                    </a:lnL>
                    <a:lnR w="12700" cap="flat" cmpd="sng" algn="ctr">
                      <a:solidFill>
                        <a:schemeClr val="tx1"/>
                      </a:solidFill>
                      <a:prstDash val="solid"/>
                      <a:round/>
                      <a:headEnd type="none" w="med" len="med"/>
                      <a:tailEnd type="none" w="med" len="med"/>
                    </a:lnR>
                    <a:lnT w="12700">
                      <a:solidFill>
                        <a:schemeClr val="tx1"/>
                      </a:solidFill>
                    </a:lnT>
                    <a:lnB w="12700">
                      <a:solidFill>
                        <a:schemeClr val="tx1"/>
                      </a:solidFill>
                    </a:lnB>
                    <a:solidFill>
                      <a:schemeClr val="bg1"/>
                    </a:solidFill>
                  </a:tcPr>
                </a:tc>
                <a:tc>
                  <a:txBody>
                    <a:bodyPr/>
                    <a:lstStyle/>
                    <a:p>
                      <a:pPr lvl="0" algn="ctr">
                        <a:lnSpc>
                          <a:spcPct val="100000"/>
                        </a:lnSpc>
                        <a:spcBef>
                          <a:spcPts val="0"/>
                        </a:spcBef>
                        <a:spcAft>
                          <a:spcPts val="0"/>
                        </a:spcAft>
                        <a:buNone/>
                      </a:pPr>
                      <a:r>
                        <a:rPr lang="en-US" sz="1100" b="0" i="0" u="none" strike="noStrike" noProof="0">
                          <a:solidFill>
                            <a:srgbClr val="000000"/>
                          </a:solidFill>
                          <a:latin typeface="Malgun Gothic"/>
                          <a:ea typeface="Malgun Gothic"/>
                          <a:cs typeface="Arial"/>
                        </a:rPr>
                        <a:t>●</a:t>
                      </a:r>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lvl="0">
                        <a:buNone/>
                      </a:pPr>
                      <a:r>
                        <a:rPr lang="en-US" altLang="ko-KR" sz="1200" b="1" i="0" u="none" strike="noStrike" noProof="0"/>
                        <a:t>PCFILTER V3.1</a:t>
                      </a:r>
                      <a:r>
                        <a:rPr lang="en-US" sz="1200" b="0" i="0" u="none" strike="noStrike" noProof="0"/>
                        <a:t> </a:t>
                      </a:r>
                      <a:r>
                        <a:rPr lang="en-US" altLang="ko-KR" sz="1200" b="0" i="0" u="none" strike="noStrike" noProof="0"/>
                        <a:t>has a </a:t>
                      </a:r>
                      <a:r>
                        <a:rPr lang="en-US" sz="1200" b="0" i="0" u="none" strike="noStrike" noProof="0"/>
                        <a:t>security-function verification certificate; </a:t>
                      </a:r>
                      <a:r>
                        <a:rPr lang="en-US" sz="1200" b="1" i="0" u="none" strike="noStrike" noProof="0"/>
                        <a:t>SERVERFILTER 2.1</a:t>
                      </a:r>
                      <a:r>
                        <a:rPr lang="en-US" sz="1200" b="0" i="0" u="none" strike="noStrike" noProof="0"/>
                        <a:t> holds CC certification at </a:t>
                      </a:r>
                      <a:r>
                        <a:rPr lang="en-US" sz="1200" b="1" i="0" u="none" strike="noStrike" noProof="0"/>
                        <a:t>EAL2</a:t>
                      </a:r>
                      <a:r>
                        <a:rPr lang="en-US" sz="1200" b="0" i="0" u="none" strike="noStrike" noProof="0"/>
                        <a:t>. [J1,J2]</a:t>
                      </a:r>
                      <a:endParaRPr lang="en-US" sz="1200"/>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extLst>
                  <a:ext uri="{0D108BD9-81ED-4DB2-BD59-A6C34878D82A}">
                    <a16:rowId xmlns:a16="http://schemas.microsoft.com/office/drawing/2014/main" val="2715742840"/>
                  </a:ext>
                </a:extLst>
              </a:tr>
              <a:tr h="696923">
                <a:tc>
                  <a:txBody>
                    <a:bodyPr/>
                    <a:lstStyle/>
                    <a:p>
                      <a:pPr lvl="0" algn="l">
                        <a:lnSpc>
                          <a:spcPct val="100000"/>
                        </a:lnSpc>
                        <a:spcBef>
                          <a:spcPts val="0"/>
                        </a:spcBef>
                        <a:spcAft>
                          <a:spcPts val="0"/>
                        </a:spcAft>
                        <a:buNone/>
                      </a:pPr>
                      <a:r>
                        <a:rPr lang="en-US" sz="1200" b="0" i="0" u="none" strike="noStrike" noProof="0">
                          <a:solidFill>
                            <a:srgbClr val="000000"/>
                          </a:solidFill>
                          <a:latin typeface="Arial"/>
                          <a:cs typeface="Arial"/>
                        </a:rPr>
                        <a:t>D6-02</a:t>
                      </a:r>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lvl="0" algn="l">
                        <a:lnSpc>
                          <a:spcPct val="100000"/>
                        </a:lnSpc>
                        <a:spcBef>
                          <a:spcPts val="0"/>
                        </a:spcBef>
                        <a:spcAft>
                          <a:spcPts val="0"/>
                        </a:spcAft>
                        <a:buNone/>
                      </a:pPr>
                      <a:r>
                        <a:rPr lang="en-US" sz="1200" b="0" i="0" u="none" strike="noStrike" noProof="0">
                          <a:effectLst/>
                        </a:rPr>
                        <a:t>GS </a:t>
                      </a:r>
                      <a:r>
                        <a:rPr lang="en-US" altLang="ko-KR" sz="1200" b="0" i="0" u="none" strike="noStrike" noProof="0">
                          <a:effectLst/>
                        </a:rPr>
                        <a:t>certification</a:t>
                      </a:r>
                      <a:endParaRPr lang="en-US" sz="1200"/>
                    </a:p>
                  </a:txBody>
                  <a:tcPr marL="0" marR="0" marT="0" marB="0" anchor="ctr">
                    <a:lnL w="12700">
                      <a:solidFill>
                        <a:schemeClr val="tx1"/>
                      </a:solidFill>
                    </a:lnL>
                    <a:lnR w="12700" cap="flat" cmpd="sng" algn="ctr">
                      <a:solidFill>
                        <a:schemeClr val="tx1"/>
                      </a:solidFill>
                      <a:prstDash val="solid"/>
                      <a:round/>
                      <a:headEnd type="none" w="med" len="med"/>
                      <a:tailEnd type="none" w="med" len="med"/>
                    </a:lnR>
                    <a:lnT w="12700">
                      <a:solidFill>
                        <a:schemeClr val="tx1"/>
                      </a:solidFill>
                    </a:lnT>
                    <a:lnB w="12700">
                      <a:solidFill>
                        <a:schemeClr val="tx1"/>
                      </a:solidFill>
                    </a:lnB>
                    <a:solidFill>
                      <a:schemeClr val="bg1"/>
                    </a:solidFill>
                  </a:tcPr>
                </a:tc>
                <a:tc>
                  <a:txBody>
                    <a:bodyPr/>
                    <a:lstStyle/>
                    <a:p>
                      <a:pPr lvl="0" algn="ctr">
                        <a:lnSpc>
                          <a:spcPct val="100000"/>
                        </a:lnSpc>
                        <a:spcBef>
                          <a:spcPts val="0"/>
                        </a:spcBef>
                        <a:spcAft>
                          <a:spcPts val="0"/>
                        </a:spcAft>
                        <a:buNone/>
                      </a:pPr>
                      <a:r>
                        <a:rPr lang="en-US" sz="1100" b="0" i="0" u="none" strike="noStrike" noProof="0">
                          <a:solidFill>
                            <a:srgbClr val="000000"/>
                          </a:solidFill>
                          <a:latin typeface="Malgun Gothic"/>
                          <a:ea typeface="Malgun Gothic"/>
                          <a:cs typeface="Arial"/>
                        </a:rPr>
                        <a:t>●</a:t>
                      </a:r>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lvl="0">
                        <a:buNone/>
                      </a:pPr>
                      <a:r>
                        <a:rPr lang="en-US" sz="1200" b="1" i="0" u="none" strike="noStrike" noProof="0"/>
                        <a:t>PCFILTER V3.1</a:t>
                      </a:r>
                      <a:r>
                        <a:rPr lang="en-US" sz="1200" b="0" i="0" u="none" strike="noStrike" noProof="0"/>
                        <a:t> holds GS Grade 1; SERVERFILTER 2.1, WEBFILTER V2.5 and AIFILTER V2.0 also have GS certification. [J1-J4]</a:t>
                      </a:r>
                      <a:endParaRPr lang="en-US" sz="1200"/>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extLst>
                  <a:ext uri="{0D108BD9-81ED-4DB2-BD59-A6C34878D82A}">
                    <a16:rowId xmlns:a16="http://schemas.microsoft.com/office/drawing/2014/main" val="2181622584"/>
                  </a:ext>
                </a:extLst>
              </a:tr>
              <a:tr h="696923">
                <a:tc>
                  <a:txBody>
                    <a:bodyPr/>
                    <a:lstStyle/>
                    <a:p>
                      <a:pPr lvl="0" algn="l">
                        <a:lnSpc>
                          <a:spcPct val="100000"/>
                        </a:lnSpc>
                        <a:spcBef>
                          <a:spcPts val="0"/>
                        </a:spcBef>
                        <a:spcAft>
                          <a:spcPts val="0"/>
                        </a:spcAft>
                        <a:buNone/>
                      </a:pPr>
                      <a:r>
                        <a:rPr lang="en-US" sz="1200" b="0" i="0" u="none" strike="noStrike" noProof="0">
                          <a:solidFill>
                            <a:srgbClr val="000000"/>
                          </a:solidFill>
                          <a:latin typeface="Arial"/>
                          <a:cs typeface="Arial"/>
                        </a:rPr>
                        <a:t>D6-03</a:t>
                      </a:r>
                      <a:endParaRPr lang="en-US" sz="1200">
                        <a:latin typeface="Arial"/>
                        <a:cs typeface="Arial"/>
                      </a:endParaRPr>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lvl="0" algn="l">
                        <a:lnSpc>
                          <a:spcPct val="100000"/>
                        </a:lnSpc>
                        <a:spcBef>
                          <a:spcPts val="0"/>
                        </a:spcBef>
                        <a:spcAft>
                          <a:spcPts val="0"/>
                        </a:spcAft>
                        <a:buNone/>
                      </a:pPr>
                      <a:r>
                        <a:rPr lang="en-US" sz="1200" b="0" i="0" u="none" strike="noStrike" noProof="0">
                          <a:effectLst/>
                        </a:rPr>
                        <a:t>Korean public procurement listing</a:t>
                      </a:r>
                      <a:endParaRPr lang="en-US" sz="1200"/>
                    </a:p>
                  </a:txBody>
                  <a:tcPr marL="0" marR="0" marT="0" marB="0" anchor="ctr">
                    <a:lnL w="12700">
                      <a:solidFill>
                        <a:schemeClr val="tx1"/>
                      </a:solidFill>
                    </a:lnL>
                    <a:lnR w="12700" cap="flat" cmpd="sng" algn="ctr">
                      <a:solidFill>
                        <a:schemeClr val="tx1"/>
                      </a:solidFill>
                      <a:prstDash val="solid"/>
                      <a:round/>
                      <a:headEnd type="none" w="med" len="med"/>
                      <a:tailEnd type="none" w="med" len="med"/>
                    </a:lnR>
                    <a:lnT w="12700">
                      <a:solidFill>
                        <a:schemeClr val="tx1"/>
                      </a:solidFill>
                    </a:lnT>
                    <a:lnB w="12700">
                      <a:solidFill>
                        <a:schemeClr val="tx1"/>
                      </a:solidFill>
                    </a:lnB>
                    <a:solidFill>
                      <a:schemeClr val="bg1"/>
                    </a:solidFill>
                  </a:tcPr>
                </a:tc>
                <a:tc>
                  <a:txBody>
                    <a:bodyPr/>
                    <a:lstStyle/>
                    <a:p>
                      <a:pPr lvl="0" algn="ctr">
                        <a:lnSpc>
                          <a:spcPct val="100000"/>
                        </a:lnSpc>
                        <a:spcBef>
                          <a:spcPts val="0"/>
                        </a:spcBef>
                        <a:spcAft>
                          <a:spcPts val="0"/>
                        </a:spcAft>
                        <a:buNone/>
                      </a:pPr>
                      <a:r>
                        <a:rPr lang="en-US" sz="1100" b="0" i="0" u="none" strike="noStrike" noProof="0">
                          <a:solidFill>
                            <a:srgbClr val="000000"/>
                          </a:solidFill>
                          <a:latin typeface="Malgun Gothic"/>
                          <a:ea typeface="Malgun Gothic"/>
                          <a:cs typeface="Arial"/>
                        </a:rPr>
                        <a:t>●</a:t>
                      </a:r>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lvl="0">
                        <a:buNone/>
                      </a:pPr>
                      <a:r>
                        <a:rPr lang="en-US" sz="1200" b="0" i="0" u="none" strike="noStrike" noProof="0"/>
                        <a:t>PCFILTER V3.1 is registered in the </a:t>
                      </a:r>
                      <a:r>
                        <a:rPr lang="en-US" altLang="ko-KR" sz="1200" b="0" i="0" u="none" strike="noStrike" noProof="0"/>
                        <a:t>Korean Public Procurement Service digital/service mall; SERVERFILTER, WEBFILTER and AIFILTER are also listed. [J1-J4]</a:t>
                      </a:r>
                      <a:endParaRPr lang="en-US" sz="1200"/>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extLst>
                  <a:ext uri="{0D108BD9-81ED-4DB2-BD59-A6C34878D82A}">
                    <a16:rowId xmlns:a16="http://schemas.microsoft.com/office/drawing/2014/main" val="903757581"/>
                  </a:ext>
                </a:extLst>
              </a:tr>
              <a:tr h="696923">
                <a:tc>
                  <a:txBody>
                    <a:bodyPr/>
                    <a:lstStyle/>
                    <a:p>
                      <a:pPr lvl="0" algn="l">
                        <a:lnSpc>
                          <a:spcPct val="100000"/>
                        </a:lnSpc>
                        <a:spcBef>
                          <a:spcPts val="0"/>
                        </a:spcBef>
                        <a:spcAft>
                          <a:spcPts val="0"/>
                        </a:spcAft>
                        <a:buNone/>
                      </a:pPr>
                      <a:r>
                        <a:rPr lang="en-US" sz="1200" b="0" i="0" u="none" strike="noStrike" noProof="0">
                          <a:solidFill>
                            <a:srgbClr val="000000"/>
                          </a:solidFill>
                          <a:latin typeface="Arial"/>
                          <a:cs typeface="Arial"/>
                        </a:rPr>
                        <a:t>D6-04</a:t>
                      </a:r>
                      <a:endParaRPr lang="en-US" sz="1200">
                        <a:latin typeface="Arial"/>
                        <a:cs typeface="Arial"/>
                      </a:endParaRPr>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lvl="0" algn="l">
                        <a:lnSpc>
                          <a:spcPct val="100000"/>
                        </a:lnSpc>
                        <a:spcBef>
                          <a:spcPts val="0"/>
                        </a:spcBef>
                        <a:spcAft>
                          <a:spcPts val="0"/>
                        </a:spcAft>
                        <a:buNone/>
                      </a:pPr>
                      <a:r>
                        <a:rPr lang="en-US" sz="1200" b="0" i="0" u="none" strike="noStrike" noProof="0">
                          <a:effectLst/>
                        </a:rPr>
                        <a:t>N2SF / C-S-O grade support</a:t>
                      </a:r>
                      <a:endParaRPr lang="en-US" sz="1200"/>
                    </a:p>
                  </a:txBody>
                  <a:tcPr marL="0" marR="0" marT="0" marB="0" anchor="ctr">
                    <a:lnL w="12700">
                      <a:solidFill>
                        <a:schemeClr val="tx1"/>
                      </a:solidFill>
                    </a:lnL>
                    <a:lnR w="12700" cap="flat" cmpd="sng" algn="ctr">
                      <a:solidFill>
                        <a:schemeClr val="tx1"/>
                      </a:solidFill>
                      <a:prstDash val="solid"/>
                      <a:round/>
                      <a:headEnd type="none" w="med" len="med"/>
                      <a:tailEnd type="none" w="med" len="med"/>
                    </a:lnR>
                    <a:lnT w="12700">
                      <a:solidFill>
                        <a:schemeClr val="tx1"/>
                      </a:solidFill>
                    </a:lnT>
                    <a:lnB w="12700">
                      <a:solidFill>
                        <a:schemeClr val="tx1"/>
                      </a:solidFill>
                    </a:lnB>
                    <a:solidFill>
                      <a:schemeClr val="bg1"/>
                    </a:solidFill>
                  </a:tcPr>
                </a:tc>
                <a:tc>
                  <a:txBody>
                    <a:bodyPr/>
                    <a:lstStyle/>
                    <a:p>
                      <a:pPr lvl="0" algn="l">
                        <a:lnSpc>
                          <a:spcPct val="100000"/>
                        </a:lnSpc>
                        <a:spcBef>
                          <a:spcPts val="0"/>
                        </a:spcBef>
                        <a:spcAft>
                          <a:spcPts val="0"/>
                        </a:spcAft>
                        <a:buNone/>
                      </a:pPr>
                      <a:r>
                        <a:rPr lang="en-US" sz="1200" b="0" i="0" u="none" strike="noStrike" noProof="0">
                          <a:solidFill>
                            <a:srgbClr val="000000"/>
                          </a:solidFill>
                          <a:latin typeface="Arial"/>
                          <a:ea typeface="Malgun Gothic"/>
                          <a:cs typeface="Arial"/>
                        </a:rPr>
                        <a:t>?</a:t>
                      </a:r>
                    </a:p>
                    <a:p>
                      <a:pPr lvl="0" algn="ctr">
                        <a:lnSpc>
                          <a:spcPct val="100000"/>
                        </a:lnSpc>
                        <a:spcBef>
                          <a:spcPts val="0"/>
                        </a:spcBef>
                        <a:spcAft>
                          <a:spcPts val="0"/>
                        </a:spcAft>
                        <a:buNone/>
                      </a:pPr>
                      <a:endParaRPr lang="en-US" sz="1100" b="0" i="0" u="none" strike="noStrike" noProof="0">
                        <a:solidFill>
                          <a:srgbClr val="000000"/>
                        </a:solidFill>
                        <a:latin typeface="Malgun Gothic"/>
                        <a:ea typeface="Malgun Gothic"/>
                        <a:cs typeface="Arial"/>
                      </a:endParaRPr>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lvl="0">
                        <a:buNone/>
                      </a:pPr>
                      <a:r>
                        <a:rPr lang="en-US" sz="1200" b="0" i="0" u="none" strike="noStrike" noProof="0"/>
                        <a:t>No explicit product-level N2SF / C-S-O classification or formal mapping was identified in the reviewed Jiran material.</a:t>
                      </a:r>
                      <a:endParaRPr lang="en-US" sz="1200"/>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extLst>
                  <a:ext uri="{0D108BD9-81ED-4DB2-BD59-A6C34878D82A}">
                    <a16:rowId xmlns:a16="http://schemas.microsoft.com/office/drawing/2014/main" val="2970567322"/>
                  </a:ext>
                </a:extLst>
              </a:tr>
              <a:tr h="696923">
                <a:tc>
                  <a:txBody>
                    <a:bodyPr/>
                    <a:lstStyle/>
                    <a:p>
                      <a:pPr lvl="0" algn="l">
                        <a:lnSpc>
                          <a:spcPct val="100000"/>
                        </a:lnSpc>
                        <a:spcBef>
                          <a:spcPts val="0"/>
                        </a:spcBef>
                        <a:spcAft>
                          <a:spcPts val="0"/>
                        </a:spcAft>
                        <a:buNone/>
                      </a:pPr>
                      <a:r>
                        <a:rPr lang="en-US" sz="1200" b="0" i="0" u="none" strike="noStrike" noProof="0">
                          <a:solidFill>
                            <a:srgbClr val="000000"/>
                          </a:solidFill>
                          <a:latin typeface="Arial"/>
                          <a:cs typeface="Arial"/>
                        </a:rPr>
                        <a:t>D6-05</a:t>
                      </a:r>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lvl="0" algn="l">
                        <a:lnSpc>
                          <a:spcPct val="100000"/>
                        </a:lnSpc>
                        <a:spcBef>
                          <a:spcPts val="0"/>
                        </a:spcBef>
                        <a:spcAft>
                          <a:spcPts val="0"/>
                        </a:spcAft>
                        <a:buNone/>
                      </a:pPr>
                      <a:r>
                        <a:rPr lang="en-US" sz="1200" b="0" i="0" u="none" strike="noStrike" noProof="0">
                          <a:effectLst/>
                        </a:rPr>
                        <a:t>ISMS-P control alignment</a:t>
                      </a:r>
                      <a:endParaRPr lang="en-US" sz="1200"/>
                    </a:p>
                  </a:txBody>
                  <a:tcPr marL="0" marR="0" marT="0" marB="0" anchor="ctr">
                    <a:lnL w="12700">
                      <a:solidFill>
                        <a:schemeClr val="tx1"/>
                      </a:solidFill>
                    </a:lnL>
                    <a:lnR w="12700" cap="flat" cmpd="sng" algn="ctr">
                      <a:solidFill>
                        <a:schemeClr val="tx1"/>
                      </a:solidFill>
                      <a:prstDash val="solid"/>
                      <a:round/>
                      <a:headEnd type="none" w="med" len="med"/>
                      <a:tailEnd type="none" w="med" len="med"/>
                    </a:lnR>
                    <a:lnT w="12700">
                      <a:solidFill>
                        <a:schemeClr val="tx1"/>
                      </a:solidFill>
                    </a:lnT>
                    <a:lnB w="12700">
                      <a:solidFill>
                        <a:schemeClr val="tx1"/>
                      </a:solidFill>
                    </a:lnB>
                    <a:solidFill>
                      <a:schemeClr val="bg1"/>
                    </a:solidFill>
                  </a:tcPr>
                </a:tc>
                <a:tc>
                  <a:txBody>
                    <a:bodyPr/>
                    <a:lstStyle/>
                    <a:p>
                      <a:pPr lvl="0" algn="l">
                        <a:lnSpc>
                          <a:spcPct val="100000"/>
                        </a:lnSpc>
                        <a:spcBef>
                          <a:spcPts val="0"/>
                        </a:spcBef>
                        <a:spcAft>
                          <a:spcPts val="0"/>
                        </a:spcAft>
                        <a:buNone/>
                      </a:pPr>
                      <a:r>
                        <a:rPr lang="en-US" sz="1200" b="0" i="0" u="none" strike="noStrike" noProof="0">
                          <a:solidFill>
                            <a:srgbClr val="000000"/>
                          </a:solidFill>
                          <a:latin typeface="Arial"/>
                          <a:ea typeface="Malgun Gothic"/>
                          <a:cs typeface="Arial"/>
                        </a:rPr>
                        <a:t>?</a:t>
                      </a:r>
                    </a:p>
                    <a:p>
                      <a:pPr lvl="0" algn="ctr">
                        <a:lnSpc>
                          <a:spcPct val="100000"/>
                        </a:lnSpc>
                        <a:spcBef>
                          <a:spcPts val="0"/>
                        </a:spcBef>
                        <a:spcAft>
                          <a:spcPts val="0"/>
                        </a:spcAft>
                        <a:buNone/>
                      </a:pPr>
                      <a:endParaRPr lang="en-US" sz="1100" b="0" i="0" u="none" strike="noStrike" noProof="0">
                        <a:solidFill>
                          <a:srgbClr val="000000"/>
                        </a:solidFill>
                        <a:latin typeface="Malgun Gothic"/>
                        <a:ea typeface="Malgun Gothic"/>
                        <a:cs typeface="Arial"/>
                      </a:endParaRPr>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lvl="0">
                        <a:buNone/>
                      </a:pPr>
                      <a:r>
                        <a:rPr lang="en-US" sz="1200" b="0" i="0" u="none" strike="noStrike" noProof="0"/>
                        <a:t>PCFILTER is positioned for privacy/compliance protection, but a formal product-specific ISMS-P control mapping was not identified. [J1]</a:t>
                      </a:r>
                      <a:endParaRPr lang="en-US" sz="1200"/>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extLst>
                  <a:ext uri="{0D108BD9-81ED-4DB2-BD59-A6C34878D82A}">
                    <a16:rowId xmlns:a16="http://schemas.microsoft.com/office/drawing/2014/main" val="3874896899"/>
                  </a:ext>
                </a:extLst>
              </a:tr>
              <a:tr h="696923">
                <a:tc>
                  <a:txBody>
                    <a:bodyPr/>
                    <a:lstStyle/>
                    <a:p>
                      <a:pPr lvl="0" algn="l">
                        <a:lnSpc>
                          <a:spcPct val="100000"/>
                        </a:lnSpc>
                        <a:spcBef>
                          <a:spcPts val="0"/>
                        </a:spcBef>
                        <a:spcAft>
                          <a:spcPts val="0"/>
                        </a:spcAft>
                        <a:buNone/>
                      </a:pPr>
                      <a:r>
                        <a:rPr lang="en-US" sz="1200" b="0" i="0" u="none" strike="noStrike" noProof="0">
                          <a:solidFill>
                            <a:srgbClr val="000000"/>
                          </a:solidFill>
                          <a:latin typeface="Arial"/>
                          <a:cs typeface="Arial"/>
                        </a:rPr>
                        <a:t>D6-06</a:t>
                      </a:r>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lvl="0" algn="l">
                        <a:lnSpc>
                          <a:spcPct val="100000"/>
                        </a:lnSpc>
                        <a:spcBef>
                          <a:spcPts val="0"/>
                        </a:spcBef>
                        <a:spcAft>
                          <a:spcPts val="0"/>
                        </a:spcAft>
                        <a:buNone/>
                      </a:pPr>
                      <a:r>
                        <a:rPr lang="en-US" sz="1200" b="0" i="0" u="none" strike="noStrike" noProof="0">
                          <a:effectLst/>
                        </a:rPr>
                        <a:t>KCMVP-validated crypto module</a:t>
                      </a:r>
                      <a:endParaRPr lang="en-US" sz="1200"/>
                    </a:p>
                  </a:txBody>
                  <a:tcPr marL="0" marR="0" marT="0" marB="0" anchor="ctr">
                    <a:lnL w="12700">
                      <a:solidFill>
                        <a:schemeClr val="tx1"/>
                      </a:solidFill>
                    </a:lnL>
                    <a:lnR w="12700" cap="flat" cmpd="sng" algn="ctr">
                      <a:solidFill>
                        <a:schemeClr val="tx1"/>
                      </a:solidFill>
                      <a:prstDash val="solid"/>
                      <a:round/>
                      <a:headEnd type="none" w="med" len="med"/>
                      <a:tailEnd type="none" w="med" len="med"/>
                    </a:lnR>
                    <a:lnT w="12700">
                      <a:solidFill>
                        <a:schemeClr val="tx1"/>
                      </a:solidFill>
                    </a:lnT>
                    <a:lnB w="12700">
                      <a:solidFill>
                        <a:schemeClr val="tx1"/>
                      </a:solidFill>
                    </a:lnB>
                    <a:solidFill>
                      <a:schemeClr val="bg1"/>
                    </a:solidFill>
                  </a:tcPr>
                </a:tc>
                <a:tc>
                  <a:txBody>
                    <a:bodyPr/>
                    <a:lstStyle/>
                    <a:p>
                      <a:r>
                        <a:rPr lang="en-US" sz="1200">
                          <a:latin typeface="Arial"/>
                          <a:cs typeface="Arial"/>
                        </a:rPr>
                        <a:t>?</a:t>
                      </a:r>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lvl="0">
                        <a:buNone/>
                      </a:pPr>
                      <a:r>
                        <a:rPr lang="en-US" sz="1200" b="0" i="0" u="none" strike="noStrike" noProof="0"/>
                        <a:t>Encryption is supported, but no current KCMVP-validated cryptographic module was identified in the reviewed product material.</a:t>
                      </a:r>
                      <a:endParaRPr lang="en-US" sz="1200" b="1">
                        <a:latin typeface="Arial"/>
                        <a:cs typeface="Arial"/>
                      </a:endParaRPr>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extLst>
                  <a:ext uri="{0D108BD9-81ED-4DB2-BD59-A6C34878D82A}">
                    <a16:rowId xmlns:a16="http://schemas.microsoft.com/office/drawing/2014/main" val="463752911"/>
                  </a:ext>
                </a:extLst>
              </a:tr>
              <a:tr h="492652">
                <a:tc>
                  <a:txBody>
                    <a:bodyPr/>
                    <a:lstStyle/>
                    <a:p>
                      <a:pPr lvl="0" algn="l">
                        <a:lnSpc>
                          <a:spcPct val="100000"/>
                        </a:lnSpc>
                        <a:spcBef>
                          <a:spcPts val="0"/>
                        </a:spcBef>
                        <a:spcAft>
                          <a:spcPts val="0"/>
                        </a:spcAft>
                        <a:buNone/>
                      </a:pPr>
                      <a:r>
                        <a:rPr lang="en-US" sz="1200" b="0" i="0" u="none" strike="noStrike" noProof="0">
                          <a:solidFill>
                            <a:srgbClr val="000000"/>
                          </a:solidFill>
                          <a:latin typeface="Arial"/>
                          <a:cs typeface="Arial"/>
                        </a:rPr>
                        <a:t>D6-07</a:t>
                      </a:r>
                    </a:p>
                  </a:txBody>
                  <a:tcP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solidFill>
                      <a:schemeClr val="bg1"/>
                    </a:solidFill>
                  </a:tcPr>
                </a:tc>
                <a:tc>
                  <a:txBody>
                    <a:bodyPr/>
                    <a:lstStyle/>
                    <a:p>
                      <a:pPr lvl="0" algn="l">
                        <a:lnSpc>
                          <a:spcPct val="100000"/>
                        </a:lnSpc>
                        <a:spcBef>
                          <a:spcPts val="0"/>
                        </a:spcBef>
                        <a:spcAft>
                          <a:spcPts val="0"/>
                        </a:spcAft>
                        <a:buNone/>
                      </a:pPr>
                      <a:r>
                        <a:rPr lang="en-US" sz="1200" b="0" i="0" u="none" strike="noStrike" noProof="0">
                          <a:effectLst/>
                          <a:latin typeface="Arial"/>
                          <a:cs typeface="Arial"/>
                        </a:rPr>
                        <a:t>Independent analyst recognition </a:t>
                      </a:r>
                      <a:endParaRPr lang="en-US" sz="1200">
                        <a:latin typeface="Arial"/>
                        <a:cs typeface="Arial"/>
                      </a:endParaRPr>
                    </a:p>
                  </a:txBody>
                  <a:tcPr marL="0" marR="0" marT="0" marB="0" anchor="ctr">
                    <a:lnL w="12700">
                      <a:solidFill>
                        <a:schemeClr val="tx1"/>
                      </a:solidFill>
                    </a:lnL>
                    <a:lnR w="12700" cap="flat" cmpd="sng" algn="ctr">
                      <a:solidFill>
                        <a:schemeClr val="tx1"/>
                      </a:solidFill>
                      <a:prstDash val="solid"/>
                      <a:round/>
                      <a:headEnd type="none" w="med" len="med"/>
                      <a:tailEnd type="none" w="med" len="med"/>
                    </a:lnR>
                    <a:lnT w="12700">
                      <a:solidFill>
                        <a:schemeClr val="tx1"/>
                      </a:solidFill>
                    </a:lnT>
                    <a:lnB w="12700">
                      <a:solidFill>
                        <a:schemeClr val="tx1"/>
                      </a:solidFill>
                    </a:lnB>
                    <a:solidFill>
                      <a:schemeClr val="bg1"/>
                    </a:solidFill>
                  </a:tcPr>
                </a:tc>
                <a:tc>
                  <a:txBody>
                    <a:bodyPr/>
                    <a:lstStyle/>
                    <a:p>
                      <a:r>
                        <a:rPr lang="en-US" sz="1200">
                          <a:latin typeface="Arial"/>
                          <a:cs typeface="Arial"/>
                        </a:rPr>
                        <a:t>?</a:t>
                      </a:r>
                    </a:p>
                  </a:txBody>
                  <a:tcP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solidFill>
                      <a:schemeClr val="bg1"/>
                    </a:solidFill>
                  </a:tcPr>
                </a:tc>
                <a:tc>
                  <a:txBody>
                    <a:bodyPr/>
                    <a:lstStyle/>
                    <a:p>
                      <a:pPr lvl="0">
                        <a:buNone/>
                      </a:pPr>
                      <a:r>
                        <a:rPr lang="en-US" sz="1200" b="0" i="0" u="none" strike="noStrike" noProof="0"/>
                        <a:t>No current independent DLP analyst assessment or recognition was identified in the reviewed sources.</a:t>
                      </a:r>
                      <a:endParaRPr lang="en-US" sz="1200"/>
                    </a:p>
                  </a:txBody>
                  <a:tcP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38253598"/>
                  </a:ext>
                </a:extLst>
              </a:tr>
              <a:tr h="696923">
                <a:tc>
                  <a:txBody>
                    <a:bodyPr/>
                    <a:lstStyle/>
                    <a:p>
                      <a:pPr lvl="0" algn="l">
                        <a:lnSpc>
                          <a:spcPct val="100000"/>
                        </a:lnSpc>
                        <a:spcBef>
                          <a:spcPts val="0"/>
                        </a:spcBef>
                        <a:spcAft>
                          <a:spcPts val="0"/>
                        </a:spcAft>
                        <a:buNone/>
                      </a:pPr>
                      <a:r>
                        <a:rPr lang="en-US" sz="1200" b="0" i="0" u="none" strike="noStrike" noProof="0">
                          <a:solidFill>
                            <a:srgbClr val="000000"/>
                          </a:solidFill>
                          <a:latin typeface="Arial"/>
                          <a:cs typeface="Arial"/>
                        </a:rPr>
                        <a:t>D6-08</a:t>
                      </a:r>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lvl="0" algn="l">
                        <a:lnSpc>
                          <a:spcPct val="100000"/>
                        </a:lnSpc>
                        <a:spcBef>
                          <a:spcPts val="0"/>
                        </a:spcBef>
                        <a:spcAft>
                          <a:spcPts val="0"/>
                        </a:spcAft>
                        <a:buNone/>
                      </a:pPr>
                      <a:r>
                        <a:rPr lang="en-US" sz="1200" b="0" i="0" u="none" strike="noStrike" noProof="0">
                          <a:effectLst/>
                          <a:latin typeface="Arial"/>
                          <a:cs typeface="Arial"/>
                        </a:rPr>
                        <a:t>Others</a:t>
                      </a:r>
                      <a:endParaRPr lang="en-US" sz="1200">
                        <a:latin typeface="Arial"/>
                        <a:cs typeface="Arial"/>
                      </a:endParaRPr>
                    </a:p>
                  </a:txBody>
                  <a:tcPr marL="0" marR="0" marT="0" marB="0" anchor="ctr">
                    <a:lnL w="12700">
                      <a:solidFill>
                        <a:schemeClr val="tx1"/>
                      </a:solidFill>
                    </a:lnL>
                    <a:lnR w="12700" cap="flat" cmpd="sng" algn="ctr">
                      <a:solidFill>
                        <a:schemeClr val="tx1"/>
                      </a:solidFill>
                      <a:prstDash val="solid"/>
                      <a:round/>
                      <a:headEnd type="none" w="med" len="med"/>
                      <a:tailEnd type="none" w="med" len="med"/>
                    </a:lnR>
                    <a:lnT w="12700">
                      <a:solidFill>
                        <a:schemeClr val="tx1"/>
                      </a:solidFill>
                    </a:lnT>
                    <a:lnB w="12700">
                      <a:solidFill>
                        <a:schemeClr val="tx1"/>
                      </a:solidFill>
                    </a:lnB>
                    <a:solidFill>
                      <a:schemeClr val="bg1"/>
                    </a:solidFill>
                  </a:tcPr>
                </a:tc>
                <a:tc>
                  <a:txBody>
                    <a:bodyPr/>
                    <a:lstStyle/>
                    <a:p>
                      <a:pPr lvl="0" algn="ctr">
                        <a:lnSpc>
                          <a:spcPct val="100000"/>
                        </a:lnSpc>
                        <a:spcBef>
                          <a:spcPts val="0"/>
                        </a:spcBef>
                        <a:spcAft>
                          <a:spcPts val="0"/>
                        </a:spcAft>
                        <a:buNone/>
                      </a:pPr>
                      <a:r>
                        <a:rPr lang="en-US" sz="1100" b="0" i="0" u="none" strike="noStrike" noProof="0">
                          <a:solidFill>
                            <a:srgbClr val="000000"/>
                          </a:solidFill>
                          <a:latin typeface="Malgun Gothic"/>
                          <a:ea typeface="Malgun Gothic"/>
                          <a:cs typeface="Arial"/>
                        </a:rPr>
                        <a:t>●</a:t>
                      </a:r>
                    </a:p>
                    <a:p>
                      <a:pPr lvl="0">
                        <a:buNone/>
                      </a:pPr>
                      <a:endParaRPr lang="en-US" sz="1200">
                        <a:latin typeface="Arial"/>
                        <a:cs typeface="Arial"/>
                      </a:endParaRPr>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lvl="0">
                        <a:buNone/>
                      </a:pPr>
                      <a:r>
                        <a:rPr lang="en-US" sz="1200" b="0" i="0" u="none" strike="noStrike" noProof="0"/>
                        <a:t>Jiran documents multiple security patents; WEBFILTER also has cloud-computing service quality/performance verification. [J1,J3]</a:t>
                      </a:r>
                      <a:endParaRPr lang="en-US" sz="1200"/>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extLst>
                  <a:ext uri="{0D108BD9-81ED-4DB2-BD59-A6C34878D82A}">
                    <a16:rowId xmlns:a16="http://schemas.microsoft.com/office/drawing/2014/main" val="2034492820"/>
                  </a:ext>
                </a:extLst>
              </a:tr>
            </a:tbl>
          </a:graphicData>
        </a:graphic>
      </p:graphicFrame>
    </p:spTree>
    <p:extLst>
      <p:ext uri="{BB962C8B-B14F-4D97-AF65-F5344CB8AC3E}">
        <p14:creationId xmlns:p14="http://schemas.microsoft.com/office/powerpoint/2010/main" val="44889660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C8C7CF-E393-1F5F-AB5E-091E0ECEEA01}"/>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9151E6D-01BB-6626-9F69-D6051EA6A9D7}"/>
              </a:ext>
            </a:extLst>
          </p:cNvPr>
          <p:cNvSpPr>
            <a:spLocks noGrp="1"/>
          </p:cNvSpPr>
          <p:nvPr>
            <p:ph type="sldNum" sz="quarter" idx="4"/>
          </p:nvPr>
        </p:nvSpPr>
        <p:spPr/>
        <p:txBody>
          <a:bodyPr/>
          <a:lstStyle/>
          <a:p>
            <a:fld id="{4EA1E582-E1CC-4474-812F-1657BC5920B7}" type="slidenum">
              <a:rPr lang="ko-KR" altLang="en-US" smtClean="0"/>
              <a:t>38</a:t>
            </a:fld>
            <a:endParaRPr lang="ko-KR" altLang="en-US"/>
          </a:p>
        </p:txBody>
      </p:sp>
      <p:sp>
        <p:nvSpPr>
          <p:cNvPr id="7" name="제목 3">
            <a:extLst>
              <a:ext uri="{FF2B5EF4-FFF2-40B4-BE49-F238E27FC236}">
                <a16:creationId xmlns:a16="http://schemas.microsoft.com/office/drawing/2014/main" id="{08FF0906-BE9D-CF40-3404-50C56E2D200F}"/>
              </a:ext>
            </a:extLst>
          </p:cNvPr>
          <p:cNvSpPr txBox="1">
            <a:spLocks/>
          </p:cNvSpPr>
          <p:nvPr/>
        </p:nvSpPr>
        <p:spPr>
          <a:xfrm>
            <a:off x="299562" y="252336"/>
            <a:ext cx="10666268" cy="464670"/>
          </a:xfrm>
          <a:prstGeom prst="rect">
            <a:avLst/>
          </a:prstGeom>
        </p:spPr>
        <p:txBody>
          <a:bodyPr lIns="91440" tIns="45720" rIns="91440" bIns="45720" anchor="ctr" anchorCtr="0"/>
          <a:lstStyle>
            <a:lvl1pPr algn="l" rtl="0" eaLnBrk="1" fontAlgn="base" latinLnBrk="1" hangingPunct="1">
              <a:spcBef>
                <a:spcPct val="0"/>
              </a:spcBef>
              <a:spcAft>
                <a:spcPct val="0"/>
              </a:spcAft>
              <a:defRPr lang="ko-KR" altLang="en-US" sz="2400" b="1" kern="1200" baseline="0" dirty="0">
                <a:ln>
                  <a:solidFill>
                    <a:schemeClr val="accent1">
                      <a:alpha val="0"/>
                    </a:schemeClr>
                  </a:solidFill>
                </a:ln>
                <a:solidFill>
                  <a:srgbClr val="144772"/>
                </a:solidFill>
                <a:effectLst>
                  <a:glow rad="127000">
                    <a:schemeClr val="bg1"/>
                  </a:glow>
                  <a:outerShdw blurRad="38100" dist="38100" dir="2700000" algn="tl" rotWithShape="0">
                    <a:prstClr val="black">
                      <a:alpha val="40000"/>
                    </a:prstClr>
                  </a:outerShdw>
                </a:effectLst>
                <a:latin typeface="Pretendard Black" panose="02000A03000000020004" pitchFamily="50" charset="-127"/>
                <a:ea typeface="Pretendard Black" panose="02000A03000000020004" pitchFamily="50" charset="-127"/>
                <a:cs typeface="Pretendard Black" panose="02000A03000000020004" pitchFamily="50" charset="-127"/>
              </a:defRPr>
            </a:lvl1pPr>
            <a:lvl2pPr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2pPr>
            <a:lvl3pPr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3pPr>
            <a:lvl4pPr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4pPr>
            <a:lvl5pPr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5pPr>
            <a:lvl6pPr marL="457200"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6pPr>
            <a:lvl7pPr marL="914400"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7pPr>
            <a:lvl8pPr marL="1371600"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8pPr>
            <a:lvl9pPr marL="1828800"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9pPr>
          </a:lstStyle>
          <a:p>
            <a:r>
              <a:rPr lang="ko-KR">
                <a:ln>
                  <a:solidFill>
                    <a:srgbClr val="4F81BD">
                      <a:alpha val="0"/>
                    </a:srgbClr>
                  </a:solidFill>
                </a:ln>
                <a:effectLst>
                  <a:glow rad="127000">
                    <a:prstClr val="white"/>
                  </a:glow>
                  <a:outerShdw blurRad="38100" dist="38100" dir="2700000" algn="tl" rotWithShape="0">
                    <a:prstClr val="black">
                      <a:alpha val="40000"/>
                    </a:prstClr>
                  </a:outerShdw>
                </a:effectLst>
                <a:latin typeface="Arial"/>
                <a:ea typeface="Pretendard Black"/>
                <a:cs typeface="Arial"/>
              </a:rPr>
              <a:t>세이퍼존 </a:t>
            </a:r>
            <a:r>
              <a:rPr lang="ko-KR" altLang="en-US">
                <a:ln>
                  <a:solidFill>
                    <a:srgbClr val="4F81BD">
                      <a:alpha val="0"/>
                    </a:srgbClr>
                  </a:solidFill>
                </a:ln>
                <a:effectLst>
                  <a:glow rad="127000">
                    <a:prstClr val="white"/>
                  </a:glow>
                  <a:outerShdw blurRad="38100" dist="38100" dir="2700000" algn="tl" rotWithShape="0">
                    <a:prstClr val="black">
                      <a:alpha val="40000"/>
                    </a:prstClr>
                  </a:outerShdw>
                </a:effectLst>
                <a:latin typeface="Arial"/>
                <a:ea typeface="Pretendard Black"/>
                <a:cs typeface="Arial"/>
              </a:rPr>
              <a:t>(</a:t>
            </a:r>
            <a:r>
              <a:rPr lang="ko-KR" altLang="en-US">
                <a:ln>
                  <a:solidFill>
                    <a:srgbClr val="4F81BD">
                      <a:alpha val="0"/>
                    </a:srgbClr>
                  </a:solidFill>
                </a:ln>
                <a:effectLst>
                  <a:glow rad="127000">
                    <a:prstClr val="white"/>
                  </a:glow>
                  <a:outerShdw blurRad="38100" dist="38100" dir="2700000" algn="tl" rotWithShape="0">
                    <a:prstClr val="black">
                      <a:alpha val="40000"/>
                    </a:prstClr>
                  </a:outerShdw>
                </a:effectLst>
                <a:latin typeface="Arial"/>
                <a:ea typeface="Pretendard Black"/>
              </a:rPr>
              <a:t>Sercan): </a:t>
            </a:r>
            <a:r>
              <a:rPr lang="ko-KR" b="0">
                <a:ln>
                  <a:solidFill>
                    <a:srgbClr val="4F81BD">
                      <a:alpha val="0"/>
                    </a:srgbClr>
                  </a:solidFill>
                </a:ln>
                <a:effectLst>
                  <a:glow rad="127000">
                    <a:prstClr val="white"/>
                  </a:glow>
                  <a:outerShdw blurRad="38100" dist="38100" dir="2700000" algn="tl" rotWithShape="0">
                    <a:prstClr val="black">
                      <a:alpha val="40000"/>
                    </a:prstClr>
                  </a:outerShdw>
                </a:effectLst>
                <a:latin typeface="Arial"/>
                <a:ea typeface="Pretendard Black"/>
              </a:rPr>
              <a:t>D1 Channel Coverage</a:t>
            </a:r>
            <a:endParaRPr lang="en-US" altLang="ko-KR">
              <a:ln>
                <a:solidFill>
                  <a:srgbClr val="4F81BD">
                    <a:alpha val="0"/>
                  </a:srgbClr>
                </a:solidFill>
              </a:ln>
              <a:effectLst>
                <a:glow rad="127000">
                  <a:prstClr val="white"/>
                </a:glow>
                <a:outerShdw blurRad="38100" dist="38100" dir="2700000" algn="tl" rotWithShape="0">
                  <a:prstClr val="black">
                    <a:alpha val="40000"/>
                  </a:prstClr>
                </a:outerShdw>
              </a:effectLst>
              <a:latin typeface="Pretendard Black"/>
            </a:endParaRPr>
          </a:p>
        </p:txBody>
      </p:sp>
      <p:graphicFrame>
        <p:nvGraphicFramePr>
          <p:cNvPr id="6" name="표 9">
            <a:extLst>
              <a:ext uri="{FF2B5EF4-FFF2-40B4-BE49-F238E27FC236}">
                <a16:creationId xmlns:a16="http://schemas.microsoft.com/office/drawing/2014/main" id="{B6E7AACA-3333-1F94-CBEB-2BA0EBE94283}"/>
              </a:ext>
            </a:extLst>
          </p:cNvPr>
          <p:cNvGraphicFramePr>
            <a:graphicFrameLocks noGrp="1"/>
          </p:cNvGraphicFramePr>
          <p:nvPr/>
        </p:nvGraphicFramePr>
        <p:xfrm>
          <a:off x="593513" y="783166"/>
          <a:ext cx="10761540" cy="6084128"/>
        </p:xfrm>
        <a:graphic>
          <a:graphicData uri="http://schemas.openxmlformats.org/drawingml/2006/table">
            <a:tbl>
              <a:tblPr bandRow="1">
                <a:tableStyleId>{5C22544A-7EE6-4342-B048-85BDC9FD1C3A}</a:tableStyleId>
              </a:tblPr>
              <a:tblGrid>
                <a:gridCol w="642134">
                  <a:extLst>
                    <a:ext uri="{9D8B030D-6E8A-4147-A177-3AD203B41FA5}">
                      <a16:colId xmlns:a16="http://schemas.microsoft.com/office/drawing/2014/main" val="202193020"/>
                    </a:ext>
                  </a:extLst>
                </a:gridCol>
                <a:gridCol w="1541123">
                  <a:extLst>
                    <a:ext uri="{9D8B030D-6E8A-4147-A177-3AD203B41FA5}">
                      <a16:colId xmlns:a16="http://schemas.microsoft.com/office/drawing/2014/main" val="1830902713"/>
                    </a:ext>
                  </a:extLst>
                </a:gridCol>
                <a:gridCol w="462337">
                  <a:extLst>
                    <a:ext uri="{9D8B030D-6E8A-4147-A177-3AD203B41FA5}">
                      <a16:colId xmlns:a16="http://schemas.microsoft.com/office/drawing/2014/main" val="4282164126"/>
                    </a:ext>
                  </a:extLst>
                </a:gridCol>
                <a:gridCol w="8115946">
                  <a:extLst>
                    <a:ext uri="{9D8B030D-6E8A-4147-A177-3AD203B41FA5}">
                      <a16:colId xmlns:a16="http://schemas.microsoft.com/office/drawing/2014/main" val="1690267946"/>
                    </a:ext>
                  </a:extLst>
                </a:gridCol>
              </a:tblGrid>
              <a:tr h="277472">
                <a:tc>
                  <a:txBody>
                    <a:bodyPr/>
                    <a:lstStyle/>
                    <a:p>
                      <a:pPr lvl="0" algn="l">
                        <a:buNone/>
                      </a:pPr>
                      <a:r>
                        <a:rPr lang="en-US" altLang="ko-KR" sz="1000" b="1">
                          <a:solidFill>
                            <a:srgbClr val="144772"/>
                          </a:solidFill>
                          <a:effectLst/>
                          <a:latin typeface="Arial"/>
                        </a:rPr>
                        <a:t>ID</a:t>
                      </a:r>
                      <a:endParaRPr lang="ko-KR" altLang="en-US" sz="1000" b="1">
                        <a:solidFill>
                          <a:srgbClr val="144772"/>
                        </a:solidFill>
                        <a:effectLst/>
                        <a:latin typeface="Arial"/>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DDECF2"/>
                    </a:solidFill>
                  </a:tcPr>
                </a:tc>
                <a:tc>
                  <a:txBody>
                    <a:bodyPr/>
                    <a:lstStyle/>
                    <a:p>
                      <a:pPr lvl="0" algn="l">
                        <a:buNone/>
                      </a:pPr>
                      <a:r>
                        <a:rPr lang="en-US" altLang="ko-KR" sz="1000" b="1">
                          <a:solidFill>
                            <a:srgbClr val="144772"/>
                          </a:solidFill>
                          <a:effectLst/>
                          <a:latin typeface="Arial"/>
                        </a:rPr>
                        <a:t>Capability</a:t>
                      </a:r>
                      <a:endParaRPr lang="ko-KR" altLang="en-US" sz="1000" b="1">
                        <a:solidFill>
                          <a:srgbClr val="144772"/>
                        </a:solidFill>
                        <a:effectLst/>
                        <a:latin typeface="Arial"/>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DDECF2"/>
                    </a:solidFill>
                  </a:tcPr>
                </a:tc>
                <a:tc>
                  <a:txBody>
                    <a:bodyPr/>
                    <a:lstStyle/>
                    <a:p>
                      <a:pPr lvl="0" algn="l">
                        <a:buNone/>
                      </a:pPr>
                      <a:r>
                        <a:rPr lang="en-US" altLang="ko-KR" sz="1000" b="1">
                          <a:solidFill>
                            <a:srgbClr val="144772"/>
                          </a:solidFill>
                          <a:effectLst/>
                          <a:latin typeface="Arial"/>
                        </a:rPr>
                        <a:t>Flag</a:t>
                      </a:r>
                      <a:endParaRPr lang="ko-KR" altLang="en-US" sz="1000" b="1">
                        <a:solidFill>
                          <a:srgbClr val="144772"/>
                        </a:solidFill>
                        <a:effectLst/>
                        <a:latin typeface="Arial"/>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DDECF2"/>
                    </a:solidFill>
                  </a:tcPr>
                </a:tc>
                <a:tc>
                  <a:txBody>
                    <a:bodyPr/>
                    <a:lstStyle/>
                    <a:p>
                      <a:pPr lvl="0" algn="l">
                        <a:buNone/>
                      </a:pPr>
                      <a:r>
                        <a:rPr lang="en-US" altLang="ko-KR" sz="1000" b="1">
                          <a:solidFill>
                            <a:srgbClr val="144772"/>
                          </a:solidFill>
                          <a:effectLst/>
                          <a:latin typeface="Arial"/>
                        </a:rPr>
                        <a:t>Documented</a:t>
                      </a:r>
                      <a:r>
                        <a:rPr lang="ko-KR" altLang="en-US" sz="1000" b="1">
                          <a:solidFill>
                            <a:srgbClr val="144772"/>
                          </a:solidFill>
                          <a:effectLst/>
                          <a:latin typeface="Arial"/>
                        </a:rPr>
                        <a:t> </a:t>
                      </a:r>
                      <a:r>
                        <a:rPr lang="en-US" altLang="ko-KR" sz="1000" b="1">
                          <a:solidFill>
                            <a:srgbClr val="144772"/>
                          </a:solidFill>
                          <a:effectLst/>
                          <a:latin typeface="Arial"/>
                        </a:rPr>
                        <a:t>scope</a:t>
                      </a:r>
                      <a:r>
                        <a:rPr lang="ko-KR" altLang="en-US" sz="1000" b="1">
                          <a:solidFill>
                            <a:srgbClr val="144772"/>
                          </a:solidFill>
                          <a:effectLst/>
                          <a:latin typeface="Arial"/>
                        </a:rPr>
                        <a:t> </a:t>
                      </a:r>
                      <a:r>
                        <a:rPr lang="ko-KR" sz="1000" b="1">
                          <a:solidFill>
                            <a:srgbClr val="144772"/>
                          </a:solidFill>
                          <a:effectLst/>
                          <a:latin typeface="Arial"/>
                        </a:rPr>
                        <a:t>and </a:t>
                      </a:r>
                      <a:r>
                        <a:rPr lang="en-US" altLang="ko-KR" sz="1000" b="1">
                          <a:solidFill>
                            <a:srgbClr val="144772"/>
                          </a:solidFill>
                          <a:effectLst/>
                          <a:latin typeface="Arial"/>
                        </a:rPr>
                        <a:t>evidence</a:t>
                      </a:r>
                      <a:endParaRPr lang="ko-KR" altLang="en-US" sz="1000" b="1">
                        <a:solidFill>
                          <a:srgbClr val="144772"/>
                        </a:solidFill>
                        <a:effectLst/>
                        <a:latin typeface="Arial"/>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DDECF2"/>
                    </a:solidFill>
                  </a:tcPr>
                </a:tc>
                <a:extLst>
                  <a:ext uri="{0D108BD9-81ED-4DB2-BD59-A6C34878D82A}">
                    <a16:rowId xmlns:a16="http://schemas.microsoft.com/office/drawing/2014/main" val="2133660681"/>
                  </a:ext>
                </a:extLst>
              </a:tr>
              <a:tr h="399290">
                <a:tc>
                  <a:txBody>
                    <a:bodyPr/>
                    <a:lstStyle/>
                    <a:p>
                      <a:pPr lvl="0" algn="l">
                        <a:buNone/>
                      </a:pPr>
                      <a:r>
                        <a:rPr lang="en-US" altLang="ko-KR" sz="1050" b="1">
                          <a:solidFill>
                            <a:srgbClr val="243447"/>
                          </a:solidFill>
                          <a:effectLst/>
                          <a:latin typeface="Arial"/>
                        </a:rPr>
                        <a:t>D1-01</a:t>
                      </a:r>
                      <a:endParaRPr lang="ko-KR" altLang="en-US" sz="1050" b="1">
                        <a:solidFill>
                          <a:srgbClr val="243447"/>
                        </a:solidFill>
                        <a:effectLst/>
                        <a:latin typeface="Arial"/>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lvl="0" algn="l">
                        <a:buNone/>
                      </a:pPr>
                      <a:r>
                        <a:rPr lang="ko-KR" sz="1050">
                          <a:solidFill>
                            <a:srgbClr val="243447"/>
                          </a:solidFill>
                          <a:effectLst/>
                          <a:latin typeface="Arial"/>
                        </a:rPr>
                        <a:t>USB</a:t>
                      </a:r>
                      <a:r>
                        <a:rPr lang="ko-KR" altLang="en-US" sz="1050">
                          <a:solidFill>
                            <a:srgbClr val="243447"/>
                          </a:solidFill>
                          <a:effectLst/>
                          <a:latin typeface="Arial"/>
                        </a:rPr>
                        <a:t> </a:t>
                      </a:r>
                      <a:r>
                        <a:rPr lang="ko-KR" sz="1050">
                          <a:solidFill>
                            <a:srgbClr val="243447"/>
                          </a:solidFill>
                          <a:effectLst/>
                          <a:latin typeface="Arial"/>
                        </a:rPr>
                        <a:t>/</a:t>
                      </a:r>
                      <a:r>
                        <a:rPr lang="ko-KR" altLang="en-US" sz="1050">
                          <a:solidFill>
                            <a:srgbClr val="243447"/>
                          </a:solidFill>
                          <a:effectLst/>
                          <a:latin typeface="Arial"/>
                        </a:rPr>
                        <a:t> </a:t>
                      </a:r>
                      <a:r>
                        <a:rPr lang="en-US" altLang="ko-KR" sz="1050">
                          <a:solidFill>
                            <a:srgbClr val="243447"/>
                          </a:solidFill>
                          <a:effectLst/>
                          <a:latin typeface="Arial"/>
                        </a:rPr>
                        <a:t>removable</a:t>
                      </a:r>
                      <a:r>
                        <a:rPr lang="ko-KR" altLang="en-US" sz="1050">
                          <a:solidFill>
                            <a:srgbClr val="243447"/>
                          </a:solidFill>
                          <a:effectLst/>
                          <a:latin typeface="Arial"/>
                        </a:rPr>
                        <a:t> </a:t>
                      </a:r>
                      <a:r>
                        <a:rPr lang="en-US" altLang="ko-KR" sz="1050">
                          <a:solidFill>
                            <a:srgbClr val="243447"/>
                          </a:solidFill>
                          <a:effectLst/>
                          <a:latin typeface="Arial"/>
                        </a:rPr>
                        <a:t>media</a:t>
                      </a:r>
                      <a:endParaRPr lang="ko-KR" altLang="en-US" sz="1050">
                        <a:solidFill>
                          <a:srgbClr val="243447"/>
                        </a:solidFill>
                        <a:effectLst/>
                        <a:latin typeface="Arial"/>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lvl="0" algn="l">
                        <a:buNone/>
                      </a:pPr>
                      <a:r>
                        <a:rPr lang="ko-KR" altLang="en-US" sz="1050" b="1">
                          <a:solidFill>
                            <a:srgbClr val="136F73"/>
                          </a:solidFill>
                          <a:effectLst/>
                          <a:latin typeface="Arial"/>
                        </a:rPr>
                        <a:t>●</a:t>
                      </a: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lvl="0" algn="l">
                        <a:buNone/>
                      </a:pPr>
                      <a:r>
                        <a:rPr lang="en-US" altLang="ko-KR" sz="1050" b="0" i="0" u="none" strike="noStrike" noProof="0">
                          <a:solidFill>
                            <a:srgbClr val="243447"/>
                          </a:solidFill>
                          <a:effectLst/>
                          <a:latin typeface="맑은 고딕"/>
                          <a:ea typeface="맑은 고딕"/>
                        </a:rPr>
                        <a:t>SaferZone</a:t>
                      </a:r>
                      <a:r>
                        <a:rPr lang="ko-KR" altLang="en-US" sz="1050" b="0" i="0" u="none" strike="noStrike" noProof="0">
                          <a:solidFill>
                            <a:srgbClr val="243447"/>
                          </a:solidFill>
                          <a:effectLst/>
                          <a:latin typeface="맑은 고딕"/>
                          <a:ea typeface="맑은 고딕"/>
                        </a:rPr>
                        <a:t> </a:t>
                      </a:r>
                      <a:r>
                        <a:rPr lang="en-US" altLang="ko-KR" sz="1050" b="0" i="0" u="none" strike="noStrike" noProof="0">
                          <a:solidFill>
                            <a:srgbClr val="243447"/>
                          </a:solidFill>
                          <a:effectLst/>
                          <a:latin typeface="맑은 고딕"/>
                          <a:ea typeface="맑은 고딕"/>
                        </a:rPr>
                        <a:t>DLP</a:t>
                      </a:r>
                      <a:r>
                        <a:rPr lang="ko-KR" altLang="en-US" sz="1050" b="0" i="0" u="none" strike="noStrike" noProof="0">
                          <a:solidFill>
                            <a:srgbClr val="243447"/>
                          </a:solidFill>
                          <a:effectLst/>
                          <a:latin typeface="맑은 고딕"/>
                          <a:ea typeface="맑은 고딕"/>
                        </a:rPr>
                        <a:t> </a:t>
                      </a:r>
                      <a:r>
                        <a:rPr lang="en-US" altLang="ko-KR" sz="1050" b="0" i="0" u="none" strike="noStrike" noProof="0">
                          <a:solidFill>
                            <a:srgbClr val="243447"/>
                          </a:solidFill>
                          <a:effectLst/>
                          <a:latin typeface="맑은 고딕"/>
                          <a:ea typeface="맑은 고딕"/>
                        </a:rPr>
                        <a:t>V10</a:t>
                      </a:r>
                      <a:r>
                        <a:rPr lang="ko-KR" altLang="en-US" sz="1050" b="0" i="0" u="none" strike="noStrike" noProof="0">
                          <a:solidFill>
                            <a:srgbClr val="243447"/>
                          </a:solidFill>
                          <a:effectLst/>
                          <a:latin typeface="맑은 고딕"/>
                          <a:ea typeface="맑은 고딕"/>
                        </a:rPr>
                        <a:t> </a:t>
                      </a:r>
                      <a:r>
                        <a:rPr lang="en-US" altLang="ko-KR" sz="1050" b="0" i="0" u="none" strike="noStrike" noProof="0">
                          <a:solidFill>
                            <a:srgbClr val="243447"/>
                          </a:solidFill>
                          <a:effectLst/>
                          <a:latin typeface="맑은 고딕"/>
                          <a:ea typeface="맑은 고딕"/>
                        </a:rPr>
                        <a:t>controls</a:t>
                      </a:r>
                      <a:r>
                        <a:rPr lang="ko-KR" altLang="en-US" sz="1050" b="0" i="0" u="none" strike="noStrike" noProof="0">
                          <a:solidFill>
                            <a:srgbClr val="243447"/>
                          </a:solidFill>
                          <a:effectLst/>
                          <a:latin typeface="맑은 고딕"/>
                          <a:ea typeface="맑은 고딕"/>
                        </a:rPr>
                        <a:t> </a:t>
                      </a:r>
                      <a:r>
                        <a:rPr lang="en-US" altLang="ko-KR" sz="1050" b="0" i="0" u="none" strike="noStrike" noProof="0">
                          <a:solidFill>
                            <a:srgbClr val="243447"/>
                          </a:solidFill>
                          <a:effectLst/>
                          <a:latin typeface="맑은 고딕"/>
                          <a:ea typeface="맑은 고딕"/>
                        </a:rPr>
                        <a:t>USB</a:t>
                      </a:r>
                      <a:r>
                        <a:rPr lang="ko-KR" altLang="en-US" sz="1050" b="0" i="0" u="none" strike="noStrike" noProof="0">
                          <a:solidFill>
                            <a:srgbClr val="243447"/>
                          </a:solidFill>
                          <a:effectLst/>
                          <a:latin typeface="맑은 고딕"/>
                          <a:ea typeface="맑은 고딕"/>
                        </a:rPr>
                        <a:t> </a:t>
                      </a:r>
                      <a:r>
                        <a:rPr lang="en-US" altLang="ko-KR" sz="1050" b="0" i="0" u="none" strike="noStrike" noProof="0">
                          <a:solidFill>
                            <a:srgbClr val="243447"/>
                          </a:solidFill>
                          <a:effectLst/>
                          <a:latin typeface="맑은 고딕"/>
                          <a:ea typeface="맑은 고딕"/>
                        </a:rPr>
                        <a:t>ports,</a:t>
                      </a:r>
                      <a:r>
                        <a:rPr lang="ko-KR" sz="1050" b="0" i="0" u="none" strike="noStrike" noProof="0">
                          <a:solidFill>
                            <a:srgbClr val="243447"/>
                          </a:solidFill>
                          <a:effectLst/>
                          <a:latin typeface="맑은 고딕"/>
                          <a:ea typeface="맑은 고딕"/>
                        </a:rPr>
                        <a:t> </a:t>
                      </a:r>
                      <a:r>
                        <a:rPr lang="en-US" altLang="ko-KR" sz="1050" b="0" i="0" u="none" strike="noStrike" noProof="0">
                          <a:solidFill>
                            <a:srgbClr val="243447"/>
                          </a:solidFill>
                          <a:effectLst/>
                          <a:latin typeface="맑은 고딕"/>
                          <a:ea typeface="맑은 고딕"/>
                        </a:rPr>
                        <a:t>external</a:t>
                      </a:r>
                      <a:r>
                        <a:rPr lang="ko-KR" sz="1050" b="0" i="0" u="none" strike="noStrike" noProof="0">
                          <a:solidFill>
                            <a:srgbClr val="243447"/>
                          </a:solidFill>
                          <a:effectLst/>
                          <a:latin typeface="맑은 고딕"/>
                          <a:ea typeface="맑은 고딕"/>
                        </a:rPr>
                        <a:t> </a:t>
                      </a:r>
                      <a:r>
                        <a:rPr lang="en-US" altLang="ko-KR" sz="1050" b="0" i="0" u="none" strike="noStrike" noProof="0">
                          <a:solidFill>
                            <a:srgbClr val="243447"/>
                          </a:solidFill>
                          <a:effectLst/>
                          <a:latin typeface="맑은 고딕"/>
                          <a:ea typeface="맑은 고딕"/>
                        </a:rPr>
                        <a:t>storage,</a:t>
                      </a:r>
                      <a:r>
                        <a:rPr lang="ko-KR" sz="1050" b="0" i="0" u="none" strike="noStrike" noProof="0">
                          <a:solidFill>
                            <a:srgbClr val="243447"/>
                          </a:solidFill>
                          <a:effectLst/>
                          <a:latin typeface="맑은 고딕"/>
                          <a:ea typeface="맑은 고딕"/>
                        </a:rPr>
                        <a:t> </a:t>
                      </a:r>
                      <a:r>
                        <a:rPr lang="en-US" altLang="ko-KR" sz="1050" b="0" i="0" u="none" strike="noStrike" noProof="0">
                          <a:solidFill>
                            <a:srgbClr val="243447"/>
                          </a:solidFill>
                          <a:effectLst/>
                          <a:latin typeface="맑은 고딕"/>
                          <a:ea typeface="맑은 고딕"/>
                        </a:rPr>
                        <a:t>smartphones</a:t>
                      </a:r>
                      <a:r>
                        <a:rPr lang="ko-KR" sz="1050" b="0" i="0" u="none" strike="noStrike" noProof="0">
                          <a:solidFill>
                            <a:srgbClr val="243447"/>
                          </a:solidFill>
                          <a:effectLst/>
                          <a:latin typeface="맑은 고딕"/>
                          <a:ea typeface="맑은 고딕"/>
                        </a:rPr>
                        <a:t> </a:t>
                      </a:r>
                      <a:r>
                        <a:rPr lang="en-US" altLang="ko-KR" sz="1050" b="0" i="0" u="none" strike="noStrike" noProof="0">
                          <a:solidFill>
                            <a:srgbClr val="243447"/>
                          </a:solidFill>
                          <a:effectLst/>
                          <a:latin typeface="맑은 고딕"/>
                          <a:ea typeface="맑은 고딕"/>
                        </a:rPr>
                        <a:t>and</a:t>
                      </a:r>
                      <a:r>
                        <a:rPr lang="ko-KR" sz="1050" b="0" i="0" u="none" strike="noStrike" noProof="0">
                          <a:solidFill>
                            <a:srgbClr val="243447"/>
                          </a:solidFill>
                          <a:effectLst/>
                          <a:latin typeface="맑은 고딕"/>
                          <a:ea typeface="맑은 고딕"/>
                        </a:rPr>
                        <a:t> </a:t>
                      </a:r>
                      <a:r>
                        <a:rPr lang="en-US" altLang="ko-KR" sz="1050" b="0" i="0" u="none" strike="noStrike" noProof="0">
                          <a:solidFill>
                            <a:srgbClr val="243447"/>
                          </a:solidFill>
                          <a:effectLst/>
                          <a:latin typeface="맑은 고딕"/>
                          <a:ea typeface="맑은 고딕"/>
                        </a:rPr>
                        <a:t>other</a:t>
                      </a:r>
                      <a:r>
                        <a:rPr lang="ko-KR" altLang="en-US" sz="1050" b="0" i="0" u="none" strike="noStrike" noProof="0">
                          <a:solidFill>
                            <a:srgbClr val="243447"/>
                          </a:solidFill>
                          <a:effectLst/>
                          <a:latin typeface="맑은 고딕"/>
                          <a:ea typeface="맑은 고딕"/>
                        </a:rPr>
                        <a:t> </a:t>
                      </a:r>
                      <a:r>
                        <a:rPr lang="en-US" altLang="ko-KR" sz="1050" b="0" i="0" u="none" strike="noStrike" noProof="0">
                          <a:solidFill>
                            <a:srgbClr val="243447"/>
                          </a:solidFill>
                          <a:effectLst/>
                          <a:latin typeface="맑은 고딕"/>
                          <a:ea typeface="맑은 고딕"/>
                        </a:rPr>
                        <a:t>portable</a:t>
                      </a:r>
                      <a:r>
                        <a:rPr lang="ko-KR" altLang="en-US" sz="1050" b="0" i="0" u="none" strike="noStrike" noProof="0">
                          <a:solidFill>
                            <a:srgbClr val="243447"/>
                          </a:solidFill>
                          <a:effectLst/>
                          <a:latin typeface="맑은 고딕"/>
                          <a:ea typeface="맑은 고딕"/>
                        </a:rPr>
                        <a:t> </a:t>
                      </a:r>
                      <a:r>
                        <a:rPr lang="en-US" altLang="ko-KR" sz="1050" b="0" i="0" u="none" strike="noStrike" noProof="0">
                          <a:solidFill>
                            <a:srgbClr val="243447"/>
                          </a:solidFill>
                          <a:effectLst/>
                          <a:latin typeface="맑은 고딕"/>
                          <a:ea typeface="맑은 고딕"/>
                        </a:rPr>
                        <a:t>media/interfaces;</a:t>
                      </a:r>
                      <a:r>
                        <a:rPr lang="ko-KR" sz="1050" b="0" i="0" u="none" strike="noStrike" noProof="0">
                          <a:solidFill>
                            <a:srgbClr val="243447"/>
                          </a:solidFill>
                          <a:effectLst/>
                          <a:latin typeface="맑은 고딕"/>
                          <a:ea typeface="맑은 고딕"/>
                        </a:rPr>
                        <a:t> </a:t>
                      </a:r>
                      <a:r>
                        <a:rPr lang="en-US" altLang="ko-KR" sz="1050" b="0" i="0" u="none" strike="noStrike" noProof="0">
                          <a:solidFill>
                            <a:srgbClr val="243447"/>
                          </a:solidFill>
                          <a:effectLst/>
                          <a:latin typeface="맑은 고딕"/>
                          <a:ea typeface="맑은 고딕"/>
                        </a:rPr>
                        <a:t>SaferZone</a:t>
                      </a:r>
                      <a:r>
                        <a:rPr lang="ko-KR" altLang="en-US" sz="1050" b="0" i="0" u="none" strike="noStrike" noProof="0">
                          <a:solidFill>
                            <a:srgbClr val="243447"/>
                          </a:solidFill>
                          <a:effectLst/>
                          <a:latin typeface="맑은 고딕"/>
                          <a:ea typeface="맑은 고딕"/>
                        </a:rPr>
                        <a:t> </a:t>
                      </a:r>
                      <a:r>
                        <a:rPr lang="en-US" altLang="ko-KR" sz="1050" b="0" i="0" u="none" strike="noStrike" noProof="0">
                          <a:solidFill>
                            <a:srgbClr val="243447"/>
                          </a:solidFill>
                          <a:effectLst/>
                          <a:latin typeface="맑은 고딕"/>
                          <a:ea typeface="맑은 고딕"/>
                        </a:rPr>
                        <a:t>also</a:t>
                      </a:r>
                      <a:r>
                        <a:rPr lang="ko-KR" altLang="en-US" sz="1050" b="0" i="0" u="none" strike="noStrike" noProof="0">
                          <a:solidFill>
                            <a:srgbClr val="243447"/>
                          </a:solidFill>
                          <a:effectLst/>
                          <a:latin typeface="맑은 고딕"/>
                          <a:ea typeface="맑은 고딕"/>
                        </a:rPr>
                        <a:t> </a:t>
                      </a:r>
                      <a:r>
                        <a:rPr lang="en-US" altLang="ko-KR" sz="1050" b="0" i="0" u="none" strike="noStrike" noProof="0">
                          <a:solidFill>
                            <a:srgbClr val="243447"/>
                          </a:solidFill>
                          <a:effectLst/>
                          <a:latin typeface="맑은 고딕"/>
                          <a:ea typeface="맑은 고딕"/>
                        </a:rPr>
                        <a:t>documents</a:t>
                      </a:r>
                      <a:r>
                        <a:rPr lang="ko-KR" altLang="en-US" sz="1050" b="0" i="0" u="none" strike="noStrike" noProof="0">
                          <a:solidFill>
                            <a:srgbClr val="243447"/>
                          </a:solidFill>
                          <a:effectLst/>
                          <a:latin typeface="맑은 고딕"/>
                          <a:ea typeface="맑은 고딕"/>
                        </a:rPr>
                        <a:t> </a:t>
                      </a:r>
                      <a:r>
                        <a:rPr lang="en-US" altLang="ko-KR" sz="1050" b="0" i="0" u="none" strike="noStrike" noProof="0">
                          <a:solidFill>
                            <a:srgbClr val="243447"/>
                          </a:solidFill>
                          <a:effectLst/>
                          <a:latin typeface="맑은 고딕"/>
                          <a:ea typeface="맑은 고딕"/>
                        </a:rPr>
                        <a:t>Secure</a:t>
                      </a:r>
                      <a:r>
                        <a:rPr lang="ko-KR" altLang="en-US" sz="1050" b="0" i="0" u="none" strike="noStrike" noProof="0">
                          <a:solidFill>
                            <a:srgbClr val="243447"/>
                          </a:solidFill>
                          <a:effectLst/>
                          <a:latin typeface="맑은 고딕"/>
                          <a:ea typeface="맑은 고딕"/>
                        </a:rPr>
                        <a:t> </a:t>
                      </a:r>
                      <a:r>
                        <a:rPr lang="en-US" altLang="ko-KR" sz="1050" b="0" i="0" u="none" strike="noStrike" noProof="0">
                          <a:solidFill>
                            <a:srgbClr val="243447"/>
                          </a:solidFill>
                          <a:effectLst/>
                          <a:latin typeface="맑은 고딕"/>
                          <a:ea typeface="맑은 고딕"/>
                        </a:rPr>
                        <a:t>USB</a:t>
                      </a:r>
                      <a:r>
                        <a:rPr lang="ko-KR" altLang="en-US" sz="1050" b="0" i="0" u="none" strike="noStrike" noProof="0">
                          <a:solidFill>
                            <a:srgbClr val="243447"/>
                          </a:solidFill>
                          <a:effectLst/>
                          <a:latin typeface="맑은 고딕"/>
                          <a:ea typeface="맑은 고딕"/>
                        </a:rPr>
                        <a:t> </a:t>
                      </a:r>
                      <a:r>
                        <a:rPr lang="en-US" altLang="ko-KR" sz="1050" b="0" i="0" u="none" strike="noStrike" noProof="0">
                          <a:solidFill>
                            <a:srgbClr val="243447"/>
                          </a:solidFill>
                          <a:effectLst/>
                          <a:latin typeface="맑은 고딕"/>
                          <a:ea typeface="맑은 고딕"/>
                        </a:rPr>
                        <a:t>controls.</a:t>
                      </a:r>
                      <a:r>
                        <a:rPr lang="ko-KR" sz="1050" b="0" i="0" u="none" strike="noStrike" noProof="0">
                          <a:solidFill>
                            <a:srgbClr val="243447"/>
                          </a:solidFill>
                          <a:effectLst/>
                          <a:latin typeface="맑은 고딕"/>
                          <a:ea typeface="맑은 고딕"/>
                        </a:rPr>
                        <a:t> </a:t>
                      </a:r>
                      <a:r>
                        <a:rPr lang="en-US" altLang="ko-KR" sz="1050" b="0" i="0" u="none" strike="noStrike" noProof="0">
                          <a:solidFill>
                            <a:srgbClr val="243447"/>
                          </a:solidFill>
                          <a:effectLst/>
                          <a:latin typeface="맑은 고딕"/>
                          <a:ea typeface="맑은 고딕"/>
                        </a:rPr>
                        <a:t>[S1,S2</a:t>
                      </a:r>
                      <a:r>
                        <a:rPr lang="ko-KR" sz="1050" b="0" i="0" u="none" strike="noStrike" noProof="0">
                          <a:solidFill>
                            <a:srgbClr val="243447"/>
                          </a:solidFill>
                          <a:effectLst/>
                          <a:latin typeface="맑은 고딕"/>
                          <a:ea typeface="맑은 고딕"/>
                        </a:rPr>
                        <a:t>]</a:t>
                      </a:r>
                      <a:endParaRPr lang="en-US">
                        <a:latin typeface="맑은 고딕"/>
                        <a:ea typeface="맑은 고딕"/>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4217657834"/>
                  </a:ext>
                </a:extLst>
              </a:tr>
              <a:tr h="399290">
                <a:tc>
                  <a:txBody>
                    <a:bodyPr/>
                    <a:lstStyle/>
                    <a:p>
                      <a:pPr lvl="0" algn="l">
                        <a:buNone/>
                      </a:pPr>
                      <a:r>
                        <a:rPr lang="en-US" altLang="ko-KR" sz="1050" b="1">
                          <a:solidFill>
                            <a:srgbClr val="243447"/>
                          </a:solidFill>
                          <a:effectLst/>
                          <a:latin typeface="Arial"/>
                        </a:rPr>
                        <a:t>D1-02</a:t>
                      </a:r>
                      <a:endParaRPr lang="ko-KR" altLang="en-US" sz="1050" b="1">
                        <a:solidFill>
                          <a:srgbClr val="243447"/>
                        </a:solidFill>
                        <a:effectLst/>
                        <a:latin typeface="Arial"/>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lvl="0" algn="l">
                        <a:buNone/>
                      </a:pPr>
                      <a:r>
                        <a:rPr lang="en-US" altLang="ko-KR" sz="1050">
                          <a:solidFill>
                            <a:srgbClr val="243447"/>
                          </a:solidFill>
                          <a:effectLst/>
                          <a:latin typeface="Arial"/>
                        </a:rPr>
                        <a:t>Print</a:t>
                      </a:r>
                      <a:endParaRPr lang="ko-KR" altLang="en-US" sz="1050">
                        <a:solidFill>
                          <a:srgbClr val="243447"/>
                        </a:solidFill>
                        <a:effectLst/>
                        <a:latin typeface="Arial"/>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lvl="0" algn="l">
                        <a:buNone/>
                      </a:pPr>
                      <a:r>
                        <a:rPr lang="ko-KR" altLang="en-US" sz="1050" b="1">
                          <a:solidFill>
                            <a:srgbClr val="136F73"/>
                          </a:solidFill>
                          <a:effectLst/>
                          <a:latin typeface="Arial"/>
                        </a:rPr>
                        <a:t>●</a:t>
                      </a: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lvl="0" algn="l">
                        <a:buNone/>
                      </a:pPr>
                      <a:r>
                        <a:rPr lang="en-US" altLang="ko-KR" sz="1050" b="0" i="0" u="none" strike="noStrike" noProof="0">
                          <a:solidFill>
                            <a:srgbClr val="243447"/>
                          </a:solidFill>
                          <a:effectLst/>
                          <a:latin typeface="맑은 고딕"/>
                          <a:ea typeface="맑은 고딕"/>
                        </a:rPr>
                        <a:t>Endpoint</a:t>
                      </a:r>
                      <a:r>
                        <a:rPr lang="ko-KR" altLang="en-US" sz="1050" b="0" i="0" u="none" strike="noStrike" noProof="0">
                          <a:solidFill>
                            <a:srgbClr val="243447"/>
                          </a:solidFill>
                          <a:effectLst/>
                          <a:latin typeface="맑은 고딕"/>
                          <a:ea typeface="맑은 고딕"/>
                        </a:rPr>
                        <a:t> </a:t>
                      </a:r>
                      <a:r>
                        <a:rPr lang="en-US" altLang="ko-KR" sz="1050" b="0" i="0" u="none" strike="noStrike" noProof="0">
                          <a:solidFill>
                            <a:srgbClr val="243447"/>
                          </a:solidFill>
                          <a:effectLst/>
                          <a:latin typeface="맑은 고딕"/>
                          <a:ea typeface="맑은 고딕"/>
                        </a:rPr>
                        <a:t>security</a:t>
                      </a:r>
                      <a:r>
                        <a:rPr lang="ko-KR" altLang="en-US" sz="1050" b="0" i="0" u="none" strike="noStrike" noProof="0">
                          <a:solidFill>
                            <a:srgbClr val="243447"/>
                          </a:solidFill>
                          <a:effectLst/>
                          <a:latin typeface="맑은 고딕"/>
                          <a:ea typeface="맑은 고딕"/>
                        </a:rPr>
                        <a:t> </a:t>
                      </a:r>
                      <a:r>
                        <a:rPr lang="en-US" altLang="ko-KR" sz="1050" b="0" i="0" u="none" strike="noStrike" noProof="0">
                          <a:solidFill>
                            <a:srgbClr val="243447"/>
                          </a:solidFill>
                          <a:effectLst/>
                          <a:latin typeface="맑은 고딕"/>
                          <a:ea typeface="맑은 고딕"/>
                        </a:rPr>
                        <a:t>includes</a:t>
                      </a:r>
                      <a:r>
                        <a:rPr lang="ko-KR" altLang="en-US" sz="1050" b="0" i="0" u="none" strike="noStrike" noProof="0">
                          <a:solidFill>
                            <a:srgbClr val="243447"/>
                          </a:solidFill>
                          <a:effectLst/>
                          <a:latin typeface="맑은 고딕"/>
                          <a:ea typeface="맑은 고딕"/>
                        </a:rPr>
                        <a:t> </a:t>
                      </a:r>
                      <a:r>
                        <a:rPr lang="en-US" altLang="ko-KR" sz="1050" b="0" i="0" u="none" strike="noStrike" noProof="0">
                          <a:solidFill>
                            <a:srgbClr val="243447"/>
                          </a:solidFill>
                          <a:effectLst/>
                          <a:latin typeface="맑은 고딕"/>
                          <a:ea typeface="맑은 고딕"/>
                        </a:rPr>
                        <a:t>print-security</a:t>
                      </a:r>
                      <a:r>
                        <a:rPr lang="ko-KR" altLang="en-US" sz="1050" b="0" i="0" u="none" strike="noStrike" noProof="0">
                          <a:solidFill>
                            <a:srgbClr val="243447"/>
                          </a:solidFill>
                          <a:effectLst/>
                          <a:latin typeface="맑은 고딕"/>
                          <a:ea typeface="맑은 고딕"/>
                        </a:rPr>
                        <a:t> </a:t>
                      </a:r>
                      <a:r>
                        <a:rPr lang="en-US" altLang="ko-KR" sz="1050" b="0" i="0" u="none" strike="noStrike" noProof="0">
                          <a:solidFill>
                            <a:srgbClr val="243447"/>
                          </a:solidFill>
                          <a:effectLst/>
                          <a:latin typeface="맑은 고딕"/>
                          <a:ea typeface="맑은 고딕"/>
                        </a:rPr>
                        <a:t>functions;</a:t>
                      </a:r>
                      <a:r>
                        <a:rPr lang="ko-KR" altLang="en-US" sz="1050" b="0" i="0" u="none" strike="noStrike" noProof="0">
                          <a:solidFill>
                            <a:srgbClr val="243447"/>
                          </a:solidFill>
                          <a:effectLst/>
                          <a:latin typeface="맑은 고딕"/>
                          <a:ea typeface="맑은 고딕"/>
                        </a:rPr>
                        <a:t> </a:t>
                      </a:r>
                      <a:r>
                        <a:rPr lang="en-US" altLang="ko-KR" sz="1050" b="0" i="0" u="none" strike="noStrike" noProof="0">
                          <a:solidFill>
                            <a:srgbClr val="243447"/>
                          </a:solidFill>
                          <a:effectLst/>
                          <a:latin typeface="맑은 고딕"/>
                          <a:ea typeface="맑은 고딕"/>
                        </a:rPr>
                        <a:t>current</a:t>
                      </a:r>
                      <a:r>
                        <a:rPr lang="ko-KR" altLang="en-US" sz="1050" b="0" i="0" u="none" strike="noStrike" noProof="0">
                          <a:solidFill>
                            <a:srgbClr val="243447"/>
                          </a:solidFill>
                          <a:effectLst/>
                          <a:latin typeface="맑은 고딕"/>
                          <a:ea typeface="맑은 고딕"/>
                        </a:rPr>
                        <a:t> </a:t>
                      </a:r>
                      <a:r>
                        <a:rPr lang="en-US" altLang="ko-KR" sz="1050" b="0" i="0" u="none" strike="noStrike" noProof="0">
                          <a:solidFill>
                            <a:srgbClr val="243447"/>
                          </a:solidFill>
                          <a:effectLst/>
                          <a:latin typeface="맑은 고딕"/>
                          <a:ea typeface="맑은 고딕"/>
                        </a:rPr>
                        <a:t>product</a:t>
                      </a:r>
                      <a:r>
                        <a:rPr lang="ko-KR" altLang="en-US" sz="1050" b="0" i="0" u="none" strike="noStrike" noProof="0">
                          <a:solidFill>
                            <a:srgbClr val="243447"/>
                          </a:solidFill>
                          <a:effectLst/>
                          <a:latin typeface="맑은 고딕"/>
                          <a:ea typeface="맑은 고딕"/>
                        </a:rPr>
                        <a:t> </a:t>
                      </a:r>
                      <a:r>
                        <a:rPr lang="en-US" altLang="ko-KR" sz="1050" b="0" i="0" u="none" strike="noStrike" noProof="0">
                          <a:solidFill>
                            <a:srgbClr val="243447"/>
                          </a:solidFill>
                          <a:effectLst/>
                          <a:latin typeface="맑은 고딕"/>
                          <a:ea typeface="맑은 고딕"/>
                        </a:rPr>
                        <a:t>material</a:t>
                      </a:r>
                      <a:r>
                        <a:rPr lang="ko-KR" altLang="en-US" sz="1050" b="0" i="0" u="none" strike="noStrike" noProof="0">
                          <a:solidFill>
                            <a:srgbClr val="243447"/>
                          </a:solidFill>
                          <a:effectLst/>
                          <a:latin typeface="맑은 고딕"/>
                          <a:ea typeface="맑은 고딕"/>
                        </a:rPr>
                        <a:t> </a:t>
                      </a:r>
                      <a:r>
                        <a:rPr lang="en-US" altLang="ko-KR" sz="1050" b="0" i="0" u="none" strike="noStrike" noProof="0">
                          <a:solidFill>
                            <a:srgbClr val="243447"/>
                          </a:solidFill>
                          <a:effectLst/>
                          <a:latin typeface="맑은 고딕"/>
                          <a:ea typeface="맑은 고딕"/>
                        </a:rPr>
                        <a:t>describes</a:t>
                      </a:r>
                      <a:r>
                        <a:rPr lang="ko-KR" altLang="en-US" sz="1050" b="0" i="0" u="none" strike="noStrike" noProof="0">
                          <a:solidFill>
                            <a:srgbClr val="243447"/>
                          </a:solidFill>
                          <a:effectLst/>
                          <a:latin typeface="맑은 고딕"/>
                          <a:ea typeface="맑은 고딕"/>
                        </a:rPr>
                        <a:t> </a:t>
                      </a:r>
                      <a:r>
                        <a:rPr lang="ko-KR" sz="1050" b="0" i="0" u="none" strike="noStrike" noProof="0">
                          <a:solidFill>
                            <a:srgbClr val="243447"/>
                          </a:solidFill>
                          <a:effectLst/>
                          <a:latin typeface="맑은 고딕"/>
                          <a:ea typeface="맑은 고딕"/>
                        </a:rPr>
                        <a:t>watermarking and </a:t>
                      </a:r>
                      <a:r>
                        <a:rPr lang="en-US" altLang="ko-KR" sz="1050" b="0" i="0" u="none" strike="noStrike" noProof="0">
                          <a:solidFill>
                            <a:srgbClr val="243447"/>
                          </a:solidFill>
                          <a:effectLst/>
                          <a:latin typeface="맑은 고딕"/>
                          <a:ea typeface="맑은 고딕"/>
                        </a:rPr>
                        <a:t>print</a:t>
                      </a:r>
                      <a:r>
                        <a:rPr lang="ko-KR" altLang="en-US" sz="1050" b="0" i="0" u="none" strike="noStrike" noProof="0">
                          <a:solidFill>
                            <a:srgbClr val="243447"/>
                          </a:solidFill>
                          <a:effectLst/>
                          <a:latin typeface="맑은 고딕"/>
                          <a:ea typeface="맑은 고딕"/>
                        </a:rPr>
                        <a:t> </a:t>
                      </a:r>
                      <a:r>
                        <a:rPr lang="en-US" altLang="ko-KR" sz="1050" b="0" i="0" u="none" strike="noStrike" noProof="0">
                          <a:solidFill>
                            <a:srgbClr val="243447"/>
                          </a:solidFill>
                          <a:effectLst/>
                          <a:latin typeface="맑은 고딕"/>
                          <a:ea typeface="맑은 고딕"/>
                        </a:rPr>
                        <a:t>approval/blocking</a:t>
                      </a:r>
                      <a:r>
                        <a:rPr lang="ko-KR" altLang="en-US" sz="1050" b="0" i="0" u="none" strike="noStrike" noProof="0">
                          <a:solidFill>
                            <a:srgbClr val="243447"/>
                          </a:solidFill>
                          <a:effectLst/>
                          <a:latin typeface="맑은 고딕"/>
                          <a:ea typeface="맑은 고딕"/>
                        </a:rPr>
                        <a:t> </a:t>
                      </a:r>
                      <a:r>
                        <a:rPr lang="en-US" altLang="ko-KR" sz="1050" b="0" i="0" u="none" strike="noStrike" noProof="0">
                          <a:solidFill>
                            <a:srgbClr val="243447"/>
                          </a:solidFill>
                          <a:effectLst/>
                          <a:latin typeface="맑은 고딕"/>
                          <a:ea typeface="맑은 고딕"/>
                        </a:rPr>
                        <a:t>policies</a:t>
                      </a:r>
                      <a:r>
                        <a:rPr lang="ko-KR" sz="1050" b="0" i="0" u="none" strike="noStrike" noProof="0">
                          <a:solidFill>
                            <a:srgbClr val="243447"/>
                          </a:solidFill>
                          <a:effectLst/>
                          <a:latin typeface="맑은 고딕"/>
                          <a:ea typeface="맑은 고딕"/>
                        </a:rPr>
                        <a:t>. [</a:t>
                      </a:r>
                      <a:r>
                        <a:rPr lang="en-US" altLang="ko-KR" sz="1050" b="0" i="0" u="none" strike="noStrike" noProof="0">
                          <a:solidFill>
                            <a:srgbClr val="243447"/>
                          </a:solidFill>
                          <a:effectLst/>
                          <a:latin typeface="맑은 고딕"/>
                          <a:ea typeface="맑은 고딕"/>
                        </a:rPr>
                        <a:t>S2,S3</a:t>
                      </a:r>
                      <a:r>
                        <a:rPr lang="ko-KR" sz="1050" b="0" i="0" u="none" strike="noStrike" noProof="0">
                          <a:solidFill>
                            <a:srgbClr val="243447"/>
                          </a:solidFill>
                          <a:effectLst/>
                          <a:latin typeface="맑은 고딕"/>
                          <a:ea typeface="맑은 고딕"/>
                        </a:rPr>
                        <a:t>]</a:t>
                      </a:r>
                      <a:endParaRPr lang="en-US">
                        <a:latin typeface="맑은 고딕"/>
                        <a:ea typeface="맑은 고딕"/>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10390402"/>
                  </a:ext>
                </a:extLst>
              </a:tr>
              <a:tr h="399290">
                <a:tc>
                  <a:txBody>
                    <a:bodyPr/>
                    <a:lstStyle/>
                    <a:p>
                      <a:pPr lvl="0" algn="l">
                        <a:buNone/>
                      </a:pPr>
                      <a:r>
                        <a:rPr lang="en-US" altLang="ko-KR" sz="1050" b="1">
                          <a:solidFill>
                            <a:srgbClr val="243447"/>
                          </a:solidFill>
                          <a:effectLst/>
                          <a:latin typeface="Arial"/>
                        </a:rPr>
                        <a:t>D1-03</a:t>
                      </a:r>
                      <a:endParaRPr lang="ko-KR" altLang="en-US" sz="1050" b="1">
                        <a:solidFill>
                          <a:srgbClr val="243447"/>
                        </a:solidFill>
                        <a:effectLst/>
                        <a:latin typeface="Arial"/>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lvl="0" algn="l">
                        <a:buNone/>
                      </a:pPr>
                      <a:r>
                        <a:rPr lang="en-US" altLang="ko-KR" sz="1050">
                          <a:solidFill>
                            <a:srgbClr val="243447"/>
                          </a:solidFill>
                          <a:effectLst/>
                          <a:latin typeface="Arial"/>
                        </a:rPr>
                        <a:t>Clipboard</a:t>
                      </a:r>
                      <a:r>
                        <a:rPr lang="ko-KR" altLang="en-US" sz="1050">
                          <a:solidFill>
                            <a:srgbClr val="243447"/>
                          </a:solidFill>
                          <a:effectLst/>
                          <a:latin typeface="Arial"/>
                        </a:rPr>
                        <a:t> </a:t>
                      </a:r>
                      <a:r>
                        <a:rPr lang="ko-KR" sz="1050">
                          <a:solidFill>
                            <a:srgbClr val="243447"/>
                          </a:solidFill>
                          <a:effectLst/>
                          <a:latin typeface="Arial"/>
                        </a:rPr>
                        <a:t>copy</a:t>
                      </a:r>
                      <a:r>
                        <a:rPr lang="ko-KR" altLang="en-US" sz="1050">
                          <a:solidFill>
                            <a:srgbClr val="243447"/>
                          </a:solidFill>
                          <a:effectLst/>
                          <a:latin typeface="Arial"/>
                        </a:rPr>
                        <a:t> </a:t>
                      </a:r>
                      <a:r>
                        <a:rPr lang="ko-KR" sz="1050">
                          <a:solidFill>
                            <a:srgbClr val="243447"/>
                          </a:solidFill>
                          <a:effectLst/>
                          <a:latin typeface="Arial"/>
                        </a:rPr>
                        <a:t>/</a:t>
                      </a:r>
                      <a:r>
                        <a:rPr lang="ko-KR" altLang="en-US" sz="1050">
                          <a:solidFill>
                            <a:srgbClr val="243447"/>
                          </a:solidFill>
                          <a:effectLst/>
                          <a:latin typeface="Arial"/>
                        </a:rPr>
                        <a:t> </a:t>
                      </a:r>
                      <a:r>
                        <a:rPr lang="en-US" altLang="ko-KR" sz="1050">
                          <a:solidFill>
                            <a:srgbClr val="243447"/>
                          </a:solidFill>
                          <a:effectLst/>
                          <a:latin typeface="Arial"/>
                        </a:rPr>
                        <a:t>paste</a:t>
                      </a:r>
                      <a:endParaRPr lang="ko-KR" altLang="en-US" sz="1050">
                        <a:solidFill>
                          <a:srgbClr val="243447"/>
                        </a:solidFill>
                        <a:effectLst/>
                        <a:latin typeface="Arial"/>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lvl="0" algn="l">
                        <a:buNone/>
                      </a:pPr>
                      <a:r>
                        <a:rPr lang="ko-KR" altLang="en-US" sz="1050" b="1">
                          <a:solidFill>
                            <a:srgbClr val="136F73"/>
                          </a:solidFill>
                          <a:effectLst/>
                          <a:latin typeface="Arial"/>
                        </a:rPr>
                        <a:t>?</a:t>
                      </a: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lvl="0" algn="l">
                        <a:buNone/>
                      </a:pPr>
                      <a:r>
                        <a:rPr lang="en-US" altLang="ko-KR" sz="1050" b="0" i="0" u="none" strike="noStrike" noProof="0">
                          <a:solidFill>
                            <a:srgbClr val="243447"/>
                          </a:solidFill>
                          <a:effectLst/>
                          <a:latin typeface="맑은 고딕"/>
                          <a:ea typeface="맑은 고딕"/>
                        </a:rPr>
                        <a:t>No</a:t>
                      </a:r>
                      <a:r>
                        <a:rPr lang="ko-KR" altLang="en-US" sz="1050" b="0" i="0" u="none" strike="noStrike" noProof="0">
                          <a:solidFill>
                            <a:srgbClr val="243447"/>
                          </a:solidFill>
                          <a:effectLst/>
                          <a:latin typeface="맑은 고딕"/>
                          <a:ea typeface="맑은 고딕"/>
                        </a:rPr>
                        <a:t> </a:t>
                      </a:r>
                      <a:r>
                        <a:rPr lang="en-US" altLang="ko-KR" sz="1050" b="0" i="0" u="none" strike="noStrike" noProof="0">
                          <a:solidFill>
                            <a:srgbClr val="243447"/>
                          </a:solidFill>
                          <a:effectLst/>
                          <a:latin typeface="맑은 고딕"/>
                          <a:ea typeface="맑은 고딕"/>
                        </a:rPr>
                        <a:t>explicit</a:t>
                      </a:r>
                      <a:r>
                        <a:rPr lang="ko-KR" altLang="en-US" sz="1050" b="0" i="0" u="none" strike="noStrike" noProof="0">
                          <a:solidFill>
                            <a:srgbClr val="243447"/>
                          </a:solidFill>
                          <a:effectLst/>
                          <a:latin typeface="맑은 고딕"/>
                          <a:ea typeface="맑은 고딕"/>
                        </a:rPr>
                        <a:t> </a:t>
                      </a:r>
                      <a:r>
                        <a:rPr lang="en-US" altLang="ko-KR" sz="1050" b="0" i="0" u="none" strike="noStrike" noProof="0">
                          <a:solidFill>
                            <a:srgbClr val="243447"/>
                          </a:solidFill>
                          <a:effectLst/>
                          <a:latin typeface="맑은 고딕"/>
                          <a:ea typeface="맑은 고딕"/>
                        </a:rPr>
                        <a:t>clipboard</a:t>
                      </a:r>
                      <a:r>
                        <a:rPr lang="ko-KR" sz="1050" b="0" i="0" u="none" strike="noStrike" noProof="0">
                          <a:solidFill>
                            <a:srgbClr val="243447"/>
                          </a:solidFill>
                          <a:effectLst/>
                          <a:latin typeface="맑은 고딕"/>
                          <a:ea typeface="맑은 고딕"/>
                        </a:rPr>
                        <a:t> </a:t>
                      </a:r>
                      <a:r>
                        <a:rPr lang="en-US" altLang="ko-KR" sz="1050" b="0" i="0" u="none" strike="noStrike" noProof="0">
                          <a:solidFill>
                            <a:srgbClr val="243447"/>
                          </a:solidFill>
                          <a:effectLst/>
                          <a:latin typeface="맑은 고딕"/>
                          <a:ea typeface="맑은 고딕"/>
                        </a:rPr>
                        <a:t>copy/paste</a:t>
                      </a:r>
                      <a:r>
                        <a:rPr lang="ko-KR" sz="1050" b="0" i="0" u="none" strike="noStrike" noProof="0">
                          <a:solidFill>
                            <a:srgbClr val="243447"/>
                          </a:solidFill>
                          <a:effectLst/>
                          <a:latin typeface="맑은 고딕"/>
                          <a:ea typeface="맑은 고딕"/>
                        </a:rPr>
                        <a:t> </a:t>
                      </a:r>
                      <a:r>
                        <a:rPr lang="en-US" altLang="ko-KR" sz="1050" b="0" i="0" u="none" strike="noStrike" noProof="0">
                          <a:solidFill>
                            <a:srgbClr val="243447"/>
                          </a:solidFill>
                          <a:effectLst/>
                          <a:latin typeface="맑은 고딕"/>
                          <a:ea typeface="맑은 고딕"/>
                        </a:rPr>
                        <a:t>control</a:t>
                      </a:r>
                      <a:r>
                        <a:rPr lang="ko-KR" altLang="en-US" sz="1050" b="0" i="0" u="none" strike="noStrike" noProof="0">
                          <a:solidFill>
                            <a:srgbClr val="243447"/>
                          </a:solidFill>
                          <a:effectLst/>
                          <a:latin typeface="맑은 고딕"/>
                          <a:ea typeface="맑은 고딕"/>
                        </a:rPr>
                        <a:t> </a:t>
                      </a:r>
                      <a:r>
                        <a:rPr lang="en-US" altLang="ko-KR" sz="1050" b="0" i="0" u="none" strike="noStrike" noProof="0">
                          <a:solidFill>
                            <a:srgbClr val="243447"/>
                          </a:solidFill>
                          <a:effectLst/>
                          <a:latin typeface="맑은 고딕"/>
                          <a:ea typeface="맑은 고딕"/>
                        </a:rPr>
                        <a:t>was</a:t>
                      </a:r>
                      <a:r>
                        <a:rPr lang="ko-KR" altLang="en-US" sz="1050" b="0" i="0" u="none" strike="noStrike" noProof="0">
                          <a:solidFill>
                            <a:srgbClr val="243447"/>
                          </a:solidFill>
                          <a:effectLst/>
                          <a:latin typeface="맑은 고딕"/>
                          <a:ea typeface="맑은 고딕"/>
                        </a:rPr>
                        <a:t> </a:t>
                      </a:r>
                      <a:r>
                        <a:rPr lang="en-US" altLang="ko-KR" sz="1050" b="0" i="0" u="none" strike="noStrike" noProof="0">
                          <a:solidFill>
                            <a:srgbClr val="243447"/>
                          </a:solidFill>
                          <a:effectLst/>
                          <a:latin typeface="맑은 고딕"/>
                          <a:ea typeface="맑은 고딕"/>
                        </a:rPr>
                        <a:t>identified</a:t>
                      </a:r>
                      <a:r>
                        <a:rPr lang="ko-KR" altLang="en-US" sz="1050" b="0" i="0" u="none" strike="noStrike" noProof="0">
                          <a:solidFill>
                            <a:srgbClr val="243447"/>
                          </a:solidFill>
                          <a:effectLst/>
                          <a:latin typeface="맑은 고딕"/>
                          <a:ea typeface="맑은 고딕"/>
                        </a:rPr>
                        <a:t> </a:t>
                      </a:r>
                      <a:r>
                        <a:rPr lang="en-US" altLang="ko-KR" sz="1050" b="0" i="0" u="none" strike="noStrike" noProof="0">
                          <a:solidFill>
                            <a:srgbClr val="243447"/>
                          </a:solidFill>
                          <a:effectLst/>
                          <a:latin typeface="맑은 고딕"/>
                          <a:ea typeface="맑은 고딕"/>
                        </a:rPr>
                        <a:t>in</a:t>
                      </a:r>
                      <a:r>
                        <a:rPr lang="ko-KR" altLang="en-US" sz="1050" b="0" i="0" u="none" strike="noStrike" noProof="0">
                          <a:solidFill>
                            <a:srgbClr val="243447"/>
                          </a:solidFill>
                          <a:effectLst/>
                          <a:latin typeface="맑은 고딕"/>
                          <a:ea typeface="맑은 고딕"/>
                        </a:rPr>
                        <a:t> </a:t>
                      </a:r>
                      <a:r>
                        <a:rPr lang="en-US" altLang="ko-KR" sz="1050" b="0" i="0" u="none" strike="noStrike" noProof="0">
                          <a:solidFill>
                            <a:srgbClr val="243447"/>
                          </a:solidFill>
                          <a:effectLst/>
                          <a:latin typeface="맑은 고딕"/>
                          <a:ea typeface="맑은 고딕"/>
                        </a:rPr>
                        <a:t>the</a:t>
                      </a:r>
                      <a:r>
                        <a:rPr lang="ko-KR" altLang="en-US" sz="1050" b="0" i="0" u="none" strike="noStrike" noProof="0">
                          <a:solidFill>
                            <a:srgbClr val="243447"/>
                          </a:solidFill>
                          <a:effectLst/>
                          <a:latin typeface="맑은 고딕"/>
                          <a:ea typeface="맑은 고딕"/>
                        </a:rPr>
                        <a:t> </a:t>
                      </a:r>
                      <a:r>
                        <a:rPr lang="en-US" altLang="ko-KR" sz="1050" b="0" i="0" u="none" strike="noStrike" noProof="0">
                          <a:solidFill>
                            <a:srgbClr val="243447"/>
                          </a:solidFill>
                          <a:effectLst/>
                          <a:latin typeface="맑은 고딕"/>
                          <a:ea typeface="맑은 고딕"/>
                        </a:rPr>
                        <a:t>reviewed</a:t>
                      </a:r>
                      <a:r>
                        <a:rPr lang="ko-KR" sz="1050" b="0" i="0" u="none" strike="noStrike" noProof="0">
                          <a:solidFill>
                            <a:srgbClr val="243447"/>
                          </a:solidFill>
                          <a:effectLst/>
                          <a:latin typeface="맑은 고딕"/>
                          <a:ea typeface="맑은 고딕"/>
                        </a:rPr>
                        <a:t> </a:t>
                      </a:r>
                      <a:r>
                        <a:rPr lang="en-US" altLang="ko-KR" sz="1050" b="0" i="0" u="none" strike="noStrike" noProof="0">
                          <a:solidFill>
                            <a:srgbClr val="243447"/>
                          </a:solidFill>
                          <a:effectLst/>
                          <a:latin typeface="맑은 고딕"/>
                          <a:ea typeface="맑은 고딕"/>
                        </a:rPr>
                        <a:t>public</a:t>
                      </a:r>
                      <a:r>
                        <a:rPr lang="ko-KR" altLang="en-US" sz="1050" b="0" i="0" u="none" strike="noStrike" noProof="0">
                          <a:solidFill>
                            <a:srgbClr val="243447"/>
                          </a:solidFill>
                          <a:effectLst/>
                          <a:latin typeface="맑은 고딕"/>
                          <a:ea typeface="맑은 고딕"/>
                        </a:rPr>
                        <a:t> </a:t>
                      </a:r>
                      <a:r>
                        <a:rPr lang="en-US" altLang="ko-KR" sz="1050" b="0" i="0" u="none" strike="noStrike" noProof="0">
                          <a:solidFill>
                            <a:srgbClr val="243447"/>
                          </a:solidFill>
                          <a:effectLst/>
                          <a:latin typeface="맑은 고딕"/>
                          <a:ea typeface="맑은 고딕"/>
                        </a:rPr>
                        <a:t>SaferZone</a:t>
                      </a:r>
                      <a:r>
                        <a:rPr lang="ko-KR" altLang="en-US" sz="1050" b="0" i="0" u="none" strike="noStrike" noProof="0">
                          <a:solidFill>
                            <a:srgbClr val="243447"/>
                          </a:solidFill>
                          <a:effectLst/>
                          <a:latin typeface="맑은 고딕"/>
                          <a:ea typeface="맑은 고딕"/>
                        </a:rPr>
                        <a:t> </a:t>
                      </a:r>
                      <a:r>
                        <a:rPr lang="en-US" altLang="ko-KR" sz="1050" b="0" i="0" u="none" strike="noStrike" noProof="0">
                          <a:solidFill>
                            <a:srgbClr val="243447"/>
                          </a:solidFill>
                          <a:effectLst/>
                          <a:latin typeface="맑은 고딕"/>
                          <a:ea typeface="맑은 고딕"/>
                        </a:rPr>
                        <a:t>material</a:t>
                      </a:r>
                      <a:r>
                        <a:rPr lang="ko-KR" sz="1050" b="0" i="0" u="none" strike="noStrike" noProof="0">
                          <a:solidFill>
                            <a:srgbClr val="243447"/>
                          </a:solidFill>
                          <a:effectLst/>
                          <a:latin typeface="맑은 고딕"/>
                          <a:ea typeface="맑은 고딕"/>
                        </a:rPr>
                        <a:t>.</a:t>
                      </a:r>
                      <a:endParaRPr lang="en-US">
                        <a:latin typeface="맑은 고딕"/>
                        <a:ea typeface="맑은 고딕"/>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278598901"/>
                  </a:ext>
                </a:extLst>
              </a:tr>
              <a:tr h="399290">
                <a:tc>
                  <a:txBody>
                    <a:bodyPr/>
                    <a:lstStyle/>
                    <a:p>
                      <a:pPr lvl="0" algn="l">
                        <a:buNone/>
                      </a:pPr>
                      <a:r>
                        <a:rPr lang="en-US" altLang="ko-KR" sz="1050" b="1">
                          <a:solidFill>
                            <a:srgbClr val="243447"/>
                          </a:solidFill>
                          <a:effectLst/>
                          <a:latin typeface="Arial"/>
                        </a:rPr>
                        <a:t>D1-04</a:t>
                      </a:r>
                      <a:endParaRPr lang="ko-KR" altLang="en-US" sz="1050" b="1">
                        <a:solidFill>
                          <a:srgbClr val="243447"/>
                        </a:solidFill>
                        <a:effectLst/>
                        <a:latin typeface="Arial"/>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lvl="0" algn="l">
                        <a:buNone/>
                      </a:pPr>
                      <a:r>
                        <a:rPr lang="en-US" altLang="ko-KR" sz="1050">
                          <a:solidFill>
                            <a:srgbClr val="243447"/>
                          </a:solidFill>
                          <a:effectLst/>
                          <a:latin typeface="Arial"/>
                        </a:rPr>
                        <a:t>Screen</a:t>
                      </a:r>
                      <a:r>
                        <a:rPr lang="ko-KR" altLang="en-US" sz="1050">
                          <a:solidFill>
                            <a:srgbClr val="243447"/>
                          </a:solidFill>
                          <a:effectLst/>
                          <a:latin typeface="Arial"/>
                        </a:rPr>
                        <a:t> </a:t>
                      </a:r>
                      <a:r>
                        <a:rPr lang="en-US" altLang="ko-KR" sz="1050">
                          <a:solidFill>
                            <a:srgbClr val="243447"/>
                          </a:solidFill>
                          <a:effectLst/>
                          <a:latin typeface="Arial"/>
                        </a:rPr>
                        <a:t>capture</a:t>
                      </a:r>
                      <a:endParaRPr lang="ko-KR" altLang="en-US" sz="1050">
                        <a:solidFill>
                          <a:srgbClr val="243447"/>
                        </a:solidFill>
                        <a:effectLst/>
                        <a:latin typeface="Arial"/>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lvl="0" algn="l">
                        <a:lnSpc>
                          <a:spcPct val="100000"/>
                        </a:lnSpc>
                        <a:spcBef>
                          <a:spcPts val="0"/>
                        </a:spcBef>
                        <a:spcAft>
                          <a:spcPts val="0"/>
                        </a:spcAft>
                        <a:buNone/>
                      </a:pPr>
                      <a:r>
                        <a:rPr lang="ko-KR" altLang="en-US" sz="1050" b="1" i="0" u="none" strike="noStrike" noProof="0">
                          <a:solidFill>
                            <a:srgbClr val="136F73"/>
                          </a:solidFill>
                          <a:effectLst/>
                          <a:latin typeface="Arial"/>
                          <a:cs typeface="Arial"/>
                        </a:rPr>
                        <a:t>?</a:t>
                      </a:r>
                    </a:p>
                    <a:p>
                      <a:pPr lvl="0" algn="l">
                        <a:buNone/>
                      </a:pPr>
                      <a:endParaRPr lang="en-US" altLang="ko-KR" sz="1050" b="1">
                        <a:solidFill>
                          <a:srgbClr val="5E6C7A"/>
                        </a:solidFill>
                        <a:effectLst/>
                        <a:latin typeface="Arial"/>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lvl="0" algn="l">
                        <a:buNone/>
                      </a:pPr>
                      <a:r>
                        <a:rPr lang="en-US" sz="1050" b="0" i="0" u="none" strike="noStrike" noProof="0">
                          <a:solidFill>
                            <a:srgbClr val="243447"/>
                          </a:solidFill>
                          <a:effectLst/>
                          <a:latin typeface="맑은 고딕"/>
                          <a:ea typeface="맑은 고딕"/>
                        </a:rPr>
                        <a:t>Endpoint security is broadly </a:t>
                      </a:r>
                      <a:r>
                        <a:rPr lang="en-US" altLang="ko-KR" sz="1050" b="0" i="0" u="none" strike="noStrike" noProof="0">
                          <a:solidFill>
                            <a:srgbClr val="243447"/>
                          </a:solidFill>
                          <a:effectLst/>
                          <a:latin typeface="맑은 고딕"/>
                          <a:ea typeface="맑은 고딕"/>
                        </a:rPr>
                        <a:t>documented</a:t>
                      </a:r>
                      <a:r>
                        <a:rPr lang="en-US" sz="1050" b="0" i="0" u="none" strike="noStrike" noProof="0">
                          <a:solidFill>
                            <a:srgbClr val="243447"/>
                          </a:solidFill>
                          <a:effectLst/>
                          <a:latin typeface="맑은 고딕"/>
                          <a:ea typeface="맑은 고딕"/>
                        </a:rPr>
                        <a:t>, but explicit screen-capture blocking</a:t>
                      </a:r>
                      <a:r>
                        <a:rPr lang="en-US" altLang="ko-KR" sz="1050" b="0" i="0" u="none" strike="noStrike" noProof="0">
                          <a:solidFill>
                            <a:srgbClr val="243447"/>
                          </a:solidFill>
                          <a:effectLst/>
                          <a:latin typeface="맑은 고딕"/>
                          <a:ea typeface="맑은 고딕"/>
                        </a:rPr>
                        <a:t> </a:t>
                      </a:r>
                      <a:r>
                        <a:rPr lang="en-US" sz="1050" b="0" i="0" u="none" strike="noStrike" noProof="0">
                          <a:solidFill>
                            <a:srgbClr val="243447"/>
                          </a:solidFill>
                          <a:effectLst/>
                          <a:latin typeface="맑은 고딕"/>
                          <a:ea typeface="맑은 고딕"/>
                        </a:rPr>
                        <a:t>was not established in </a:t>
                      </a:r>
                      <a:r>
                        <a:rPr lang="en-US" altLang="ko-KR" sz="1050" b="0" i="0" u="none" strike="noStrike" noProof="0">
                          <a:solidFill>
                            <a:srgbClr val="243447"/>
                          </a:solidFill>
                          <a:effectLst/>
                          <a:latin typeface="맑은 고딕"/>
                          <a:ea typeface="맑은 고딕"/>
                        </a:rPr>
                        <a:t>the</a:t>
                      </a:r>
                      <a:r>
                        <a:rPr lang="en-US" sz="1050" b="0" i="0" u="none" strike="noStrike" noProof="0">
                          <a:solidFill>
                            <a:srgbClr val="243447"/>
                          </a:solidFill>
                          <a:effectLst/>
                          <a:latin typeface="맑은 고딕"/>
                          <a:ea typeface="맑은 고딕"/>
                        </a:rPr>
                        <a:t> reviewed sources</a:t>
                      </a:r>
                      <a:r>
                        <a:rPr lang="en-US" altLang="ko-KR" sz="1050" b="0" i="0" u="none" strike="noStrike" noProof="0">
                          <a:solidFill>
                            <a:srgbClr val="243447"/>
                          </a:solidFill>
                          <a:effectLst/>
                          <a:latin typeface="맑은 고딕"/>
                          <a:ea typeface="맑은 고딕"/>
                        </a:rPr>
                        <a:t>.</a:t>
                      </a:r>
                      <a:endParaRPr lang="en-US">
                        <a:latin typeface="맑은 고딕"/>
                        <a:ea typeface="맑은 고딕"/>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34783874"/>
                  </a:ext>
                </a:extLst>
              </a:tr>
              <a:tr h="399290">
                <a:tc>
                  <a:txBody>
                    <a:bodyPr/>
                    <a:lstStyle/>
                    <a:p>
                      <a:pPr lvl="0" algn="l">
                        <a:buNone/>
                      </a:pPr>
                      <a:r>
                        <a:rPr lang="en-US" altLang="ko-KR" sz="1050" b="1">
                          <a:solidFill>
                            <a:srgbClr val="243447"/>
                          </a:solidFill>
                          <a:effectLst/>
                          <a:latin typeface="Arial"/>
                        </a:rPr>
                        <a:t>D1-05</a:t>
                      </a:r>
                      <a:endParaRPr lang="ko-KR" altLang="en-US" sz="1050" b="1">
                        <a:solidFill>
                          <a:srgbClr val="243447"/>
                        </a:solidFill>
                        <a:effectLst/>
                        <a:latin typeface="Arial"/>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lvl="0" algn="l">
                        <a:buNone/>
                      </a:pPr>
                      <a:r>
                        <a:rPr lang="en-US" altLang="ko-KR" sz="1050">
                          <a:solidFill>
                            <a:srgbClr val="243447"/>
                          </a:solidFill>
                          <a:effectLst/>
                          <a:latin typeface="Arial"/>
                        </a:rPr>
                        <a:t>Email</a:t>
                      </a:r>
                      <a:r>
                        <a:rPr lang="ko-KR" altLang="en-US" sz="1050">
                          <a:solidFill>
                            <a:srgbClr val="243447"/>
                          </a:solidFill>
                          <a:effectLst/>
                          <a:latin typeface="Arial"/>
                        </a:rPr>
                        <a:t> </a:t>
                      </a:r>
                      <a:r>
                        <a:rPr lang="en-US" altLang="ko-KR" sz="1050">
                          <a:solidFill>
                            <a:srgbClr val="243447"/>
                          </a:solidFill>
                          <a:effectLst/>
                          <a:latin typeface="Arial"/>
                        </a:rPr>
                        <a:t>(SMTP</a:t>
                      </a:r>
                      <a:r>
                        <a:rPr lang="ko-KR" altLang="en-US" sz="1050">
                          <a:solidFill>
                            <a:srgbClr val="243447"/>
                          </a:solidFill>
                          <a:effectLst/>
                          <a:latin typeface="Arial"/>
                        </a:rPr>
                        <a:t> </a:t>
                      </a:r>
                      <a:r>
                        <a:rPr lang="ko-KR" sz="1050">
                          <a:solidFill>
                            <a:srgbClr val="243447"/>
                          </a:solidFill>
                          <a:effectLst/>
                          <a:latin typeface="Arial"/>
                        </a:rPr>
                        <a:t>/</a:t>
                      </a:r>
                      <a:r>
                        <a:rPr lang="ko-KR" altLang="en-US" sz="1050">
                          <a:solidFill>
                            <a:srgbClr val="243447"/>
                          </a:solidFill>
                          <a:effectLst/>
                          <a:latin typeface="Arial"/>
                        </a:rPr>
                        <a:t> </a:t>
                      </a:r>
                      <a:r>
                        <a:rPr lang="en-US" altLang="ko-KR" sz="1050">
                          <a:solidFill>
                            <a:srgbClr val="243447"/>
                          </a:solidFill>
                          <a:effectLst/>
                          <a:latin typeface="Arial"/>
                        </a:rPr>
                        <a:t>webmail)</a:t>
                      </a:r>
                      <a:endParaRPr lang="ko-KR" altLang="en-US" sz="1050">
                        <a:solidFill>
                          <a:srgbClr val="243447"/>
                        </a:solidFill>
                        <a:effectLst/>
                        <a:latin typeface="Arial"/>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lvl="0" algn="l">
                        <a:buNone/>
                      </a:pPr>
                      <a:r>
                        <a:rPr lang="ko-KR" altLang="en-US" sz="1050" b="1">
                          <a:solidFill>
                            <a:srgbClr val="136F73"/>
                          </a:solidFill>
                          <a:effectLst/>
                          <a:latin typeface="Arial"/>
                        </a:rPr>
                        <a:t>●</a:t>
                      </a: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lvl="0" algn="l">
                        <a:buNone/>
                      </a:pPr>
                      <a:r>
                        <a:rPr lang="en-US" altLang="ko-KR" sz="1050" b="1" i="0" u="none" strike="noStrike" noProof="0">
                          <a:solidFill>
                            <a:srgbClr val="243447"/>
                          </a:solidFill>
                          <a:effectLst/>
                          <a:latin typeface="맑은 고딕"/>
                          <a:ea typeface="맑은 고딕"/>
                        </a:rPr>
                        <a:t>SaferZone</a:t>
                      </a:r>
                      <a:r>
                        <a:rPr lang="ko-KR" altLang="en-US" sz="1050" b="1" i="0" u="none" strike="noStrike" noProof="0">
                          <a:solidFill>
                            <a:srgbClr val="243447"/>
                          </a:solidFill>
                          <a:effectLst/>
                          <a:latin typeface="맑은 고딕"/>
                          <a:ea typeface="맑은 고딕"/>
                        </a:rPr>
                        <a:t> </a:t>
                      </a:r>
                      <a:r>
                        <a:rPr lang="en-US" altLang="ko-KR" sz="1050" b="1" i="0" u="none" strike="noStrike" noProof="0">
                          <a:solidFill>
                            <a:srgbClr val="243447"/>
                          </a:solidFill>
                          <a:effectLst/>
                          <a:latin typeface="맑은 고딕"/>
                          <a:ea typeface="맑은 고딕"/>
                        </a:rPr>
                        <a:t>Email</a:t>
                      </a:r>
                      <a:r>
                        <a:rPr lang="ko-KR" altLang="en-US" sz="1050" b="1" i="0" u="none" strike="noStrike" noProof="0">
                          <a:solidFill>
                            <a:srgbClr val="243447"/>
                          </a:solidFill>
                          <a:effectLst/>
                          <a:latin typeface="맑은 고딕"/>
                          <a:ea typeface="맑은 고딕"/>
                        </a:rPr>
                        <a:t> </a:t>
                      </a:r>
                      <a:r>
                        <a:rPr lang="en-US" altLang="ko-KR" sz="1050" b="1" i="0" u="none" strike="noStrike" noProof="0">
                          <a:solidFill>
                            <a:srgbClr val="243447"/>
                          </a:solidFill>
                          <a:effectLst/>
                          <a:latin typeface="맑은 고딕"/>
                          <a:ea typeface="맑은 고딕"/>
                        </a:rPr>
                        <a:t>V10</a:t>
                      </a:r>
                      <a:r>
                        <a:rPr lang="ko-KR" sz="1050" b="0" i="0" u="none" strike="noStrike" noProof="0">
                          <a:solidFill>
                            <a:srgbClr val="243447"/>
                          </a:solidFill>
                          <a:effectLst/>
                          <a:latin typeface="맑은 고딕"/>
                          <a:ea typeface="맑은 고딕"/>
                        </a:rPr>
                        <a:t> </a:t>
                      </a:r>
                      <a:r>
                        <a:rPr lang="en-US" altLang="ko-KR" sz="1050" b="0" i="0" u="none" strike="noStrike" noProof="0">
                          <a:solidFill>
                            <a:srgbClr val="243447"/>
                          </a:solidFill>
                          <a:effectLst/>
                          <a:latin typeface="맑은 고딕"/>
                          <a:ea typeface="맑은 고딕"/>
                        </a:rPr>
                        <a:t>provides</a:t>
                      </a:r>
                      <a:r>
                        <a:rPr lang="ko-KR" altLang="en-US" sz="1050" b="0" i="0" u="none" strike="noStrike" noProof="0">
                          <a:solidFill>
                            <a:srgbClr val="243447"/>
                          </a:solidFill>
                          <a:effectLst/>
                          <a:latin typeface="맑은 고딕"/>
                          <a:ea typeface="맑은 고딕"/>
                        </a:rPr>
                        <a:t> </a:t>
                      </a:r>
                      <a:r>
                        <a:rPr lang="en-US" altLang="ko-KR" sz="1050" b="0" i="0" u="none" strike="noStrike" noProof="0">
                          <a:solidFill>
                            <a:srgbClr val="243447"/>
                          </a:solidFill>
                          <a:effectLst/>
                          <a:latin typeface="맑은 고딕"/>
                          <a:ea typeface="맑은 고딕"/>
                        </a:rPr>
                        <a:t>outbound-mail</a:t>
                      </a:r>
                      <a:r>
                        <a:rPr lang="ko-KR" altLang="en-US" sz="1050" b="0" i="0" u="none" strike="noStrike" noProof="0">
                          <a:solidFill>
                            <a:srgbClr val="243447"/>
                          </a:solidFill>
                          <a:effectLst/>
                          <a:latin typeface="맑은 고딕"/>
                          <a:ea typeface="맑은 고딕"/>
                        </a:rPr>
                        <a:t> </a:t>
                      </a:r>
                      <a:r>
                        <a:rPr lang="en-US" altLang="ko-KR" sz="1050" b="0" i="0" u="none" strike="noStrike" noProof="0">
                          <a:solidFill>
                            <a:srgbClr val="243447"/>
                          </a:solidFill>
                          <a:effectLst/>
                          <a:latin typeface="맑은 고딕"/>
                          <a:ea typeface="맑은 고딕"/>
                        </a:rPr>
                        <a:t>DLP</a:t>
                      </a:r>
                      <a:r>
                        <a:rPr lang="ko-KR" altLang="en-US" sz="1050" b="0" i="0" u="none" strike="noStrike" noProof="0">
                          <a:solidFill>
                            <a:srgbClr val="243447"/>
                          </a:solidFill>
                          <a:effectLst/>
                          <a:latin typeface="맑은 고딕"/>
                          <a:ea typeface="맑은 고딕"/>
                        </a:rPr>
                        <a:t> </a:t>
                      </a:r>
                      <a:r>
                        <a:rPr lang="en-US" altLang="ko-KR" sz="1050" b="0" i="0" u="none" strike="noStrike" noProof="0">
                          <a:solidFill>
                            <a:srgbClr val="243447"/>
                          </a:solidFill>
                          <a:effectLst/>
                          <a:latin typeface="맑은 고딕"/>
                          <a:ea typeface="맑은 고딕"/>
                        </a:rPr>
                        <a:t>with</a:t>
                      </a:r>
                      <a:r>
                        <a:rPr lang="ko-KR" altLang="en-US" sz="1050" b="0" i="0" u="none" strike="noStrike" noProof="0">
                          <a:solidFill>
                            <a:srgbClr val="243447"/>
                          </a:solidFill>
                          <a:effectLst/>
                          <a:latin typeface="맑은 고딕"/>
                          <a:ea typeface="맑은 고딕"/>
                        </a:rPr>
                        <a:t> </a:t>
                      </a:r>
                      <a:r>
                        <a:rPr lang="en-US" altLang="ko-KR" sz="1050" b="0" i="0" u="none" strike="noStrike" noProof="0">
                          <a:solidFill>
                            <a:srgbClr val="243447"/>
                          </a:solidFill>
                          <a:effectLst/>
                          <a:latin typeface="맑은 고딕"/>
                          <a:ea typeface="맑은 고딕"/>
                        </a:rPr>
                        <a:t>pre-send</a:t>
                      </a:r>
                      <a:r>
                        <a:rPr lang="ko-KR" sz="1050" b="0" i="0" u="none" strike="noStrike" noProof="0">
                          <a:solidFill>
                            <a:srgbClr val="243447"/>
                          </a:solidFill>
                          <a:effectLst/>
                          <a:latin typeface="맑은 고딕"/>
                          <a:ea typeface="맑은 고딕"/>
                        </a:rPr>
                        <a:t> </a:t>
                      </a:r>
                      <a:r>
                        <a:rPr lang="en-US" altLang="ko-KR" sz="1050" b="0" i="0" u="none" strike="noStrike" noProof="0">
                          <a:solidFill>
                            <a:srgbClr val="243447"/>
                          </a:solidFill>
                          <a:effectLst/>
                          <a:latin typeface="맑은 고딕"/>
                          <a:ea typeface="맑은 고딕"/>
                        </a:rPr>
                        <a:t>blocking</a:t>
                      </a:r>
                      <a:r>
                        <a:rPr lang="ko-KR" sz="1050" b="0" i="0" u="none" strike="noStrike" noProof="0">
                          <a:solidFill>
                            <a:srgbClr val="243447"/>
                          </a:solidFill>
                          <a:effectLst/>
                          <a:latin typeface="맑은 고딕"/>
                          <a:ea typeface="맑은 고딕"/>
                        </a:rPr>
                        <a:t>,</a:t>
                      </a:r>
                      <a:r>
                        <a:rPr lang="ko-KR" altLang="en-US" sz="1050" b="0" i="0" u="none" strike="noStrike" noProof="0">
                          <a:solidFill>
                            <a:srgbClr val="243447"/>
                          </a:solidFill>
                          <a:effectLst/>
                          <a:latin typeface="맑은 고딕"/>
                          <a:ea typeface="맑은 고딕"/>
                        </a:rPr>
                        <a:t> </a:t>
                      </a:r>
                      <a:r>
                        <a:rPr lang="en-US" altLang="ko-KR" sz="1050" b="0" i="0" u="none" strike="noStrike" noProof="0">
                          <a:solidFill>
                            <a:srgbClr val="243447"/>
                          </a:solidFill>
                          <a:effectLst/>
                          <a:latin typeface="맑은 고딕"/>
                          <a:ea typeface="맑은 고딕"/>
                        </a:rPr>
                        <a:t>approval/audit,</a:t>
                      </a:r>
                      <a:r>
                        <a:rPr lang="ko-KR" altLang="en-US" sz="1050" b="0" i="0" u="none" strike="noStrike" noProof="0">
                          <a:solidFill>
                            <a:srgbClr val="243447"/>
                          </a:solidFill>
                          <a:effectLst/>
                          <a:latin typeface="맑은 고딕"/>
                          <a:ea typeface="맑은 고딕"/>
                        </a:rPr>
                        <a:t> </a:t>
                      </a:r>
                      <a:r>
                        <a:rPr lang="en-US" altLang="ko-KR" sz="1050" b="0" i="0" u="none" strike="noStrike" noProof="0">
                          <a:solidFill>
                            <a:srgbClr val="243447"/>
                          </a:solidFill>
                          <a:effectLst/>
                          <a:latin typeface="맑은 고딕"/>
                          <a:ea typeface="맑은 고딕"/>
                        </a:rPr>
                        <a:t>archiving</a:t>
                      </a:r>
                      <a:r>
                        <a:rPr lang="ko-KR" altLang="en-US" sz="1050" b="0" i="0" u="none" strike="noStrike" noProof="0">
                          <a:solidFill>
                            <a:srgbClr val="243447"/>
                          </a:solidFill>
                          <a:effectLst/>
                          <a:latin typeface="맑은 고딕"/>
                          <a:ea typeface="맑은 고딕"/>
                        </a:rPr>
                        <a:t> </a:t>
                      </a:r>
                      <a:r>
                        <a:rPr lang="en-US" altLang="ko-KR" sz="1050" b="0" i="0" u="none" strike="noStrike" noProof="0">
                          <a:solidFill>
                            <a:srgbClr val="243447"/>
                          </a:solidFill>
                          <a:effectLst/>
                          <a:latin typeface="맑은 고딕"/>
                          <a:ea typeface="맑은 고딕"/>
                        </a:rPr>
                        <a:t>and</a:t>
                      </a:r>
                      <a:r>
                        <a:rPr lang="ko-KR" sz="1050" b="0" i="0" u="none" strike="noStrike" noProof="0">
                          <a:solidFill>
                            <a:srgbClr val="243447"/>
                          </a:solidFill>
                          <a:effectLst/>
                          <a:latin typeface="맑은 고딕"/>
                          <a:ea typeface="맑은 고딕"/>
                        </a:rPr>
                        <a:t> </a:t>
                      </a:r>
                      <a:r>
                        <a:rPr lang="en-US" altLang="ko-KR" sz="1050" b="0" i="0" u="none" strike="noStrike" noProof="0">
                          <a:solidFill>
                            <a:srgbClr val="243447"/>
                          </a:solidFill>
                          <a:effectLst/>
                          <a:latin typeface="맑은 고딕"/>
                          <a:ea typeface="맑은 고딕"/>
                        </a:rPr>
                        <a:t>administrative</a:t>
                      </a:r>
                      <a:r>
                        <a:rPr lang="ko-KR" altLang="en-US" sz="1050" b="0" i="0" u="none" strike="noStrike" noProof="0">
                          <a:solidFill>
                            <a:srgbClr val="243447"/>
                          </a:solidFill>
                          <a:effectLst/>
                          <a:latin typeface="맑은 고딕"/>
                          <a:ea typeface="맑은 고딕"/>
                        </a:rPr>
                        <a:t> </a:t>
                      </a:r>
                      <a:r>
                        <a:rPr lang="en-US" altLang="ko-KR" sz="1050" b="0" i="0" u="none" strike="noStrike" noProof="0">
                          <a:solidFill>
                            <a:srgbClr val="243447"/>
                          </a:solidFill>
                          <a:effectLst/>
                          <a:latin typeface="맑은 고딕"/>
                          <a:ea typeface="맑은 고딕"/>
                        </a:rPr>
                        <a:t>review</a:t>
                      </a:r>
                      <a:r>
                        <a:rPr lang="ko-KR" altLang="en-US" sz="1050" b="0" i="0" u="none" strike="noStrike" noProof="0">
                          <a:solidFill>
                            <a:srgbClr val="243447"/>
                          </a:solidFill>
                          <a:effectLst/>
                          <a:latin typeface="맑은 고딕"/>
                          <a:ea typeface="맑은 고딕"/>
                        </a:rPr>
                        <a:t> </a:t>
                      </a:r>
                      <a:r>
                        <a:rPr lang="en-US" altLang="ko-KR" sz="1050" b="0" i="0" u="none" strike="noStrike" noProof="0">
                          <a:solidFill>
                            <a:srgbClr val="243447"/>
                          </a:solidFill>
                          <a:effectLst/>
                          <a:latin typeface="맑은 고딕"/>
                          <a:ea typeface="맑은 고딕"/>
                        </a:rPr>
                        <a:t>of</a:t>
                      </a:r>
                      <a:r>
                        <a:rPr lang="ko-KR" altLang="en-US" sz="1050" b="0" i="0" u="none" strike="noStrike" noProof="0">
                          <a:solidFill>
                            <a:srgbClr val="243447"/>
                          </a:solidFill>
                          <a:effectLst/>
                          <a:latin typeface="맑은 고딕"/>
                          <a:ea typeface="맑은 고딕"/>
                        </a:rPr>
                        <a:t> </a:t>
                      </a:r>
                      <a:r>
                        <a:rPr lang="en-US" altLang="ko-KR" sz="1050" b="0" i="0" u="none" strike="noStrike" noProof="0">
                          <a:solidFill>
                            <a:srgbClr val="243447"/>
                          </a:solidFill>
                          <a:effectLst/>
                          <a:latin typeface="맑은 고딕"/>
                          <a:ea typeface="맑은 고딕"/>
                        </a:rPr>
                        <a:t>sent</a:t>
                      </a:r>
                      <a:r>
                        <a:rPr lang="ko-KR" altLang="en-US" sz="1050" b="0" i="0" u="none" strike="noStrike" noProof="0">
                          <a:solidFill>
                            <a:srgbClr val="243447"/>
                          </a:solidFill>
                          <a:effectLst/>
                          <a:latin typeface="맑은 고딕"/>
                          <a:ea typeface="맑은 고딕"/>
                        </a:rPr>
                        <a:t> </a:t>
                      </a:r>
                      <a:r>
                        <a:rPr lang="en-US" altLang="ko-KR" sz="1050" b="0" i="0" u="none" strike="noStrike" noProof="0">
                          <a:solidFill>
                            <a:srgbClr val="243447"/>
                          </a:solidFill>
                          <a:effectLst/>
                          <a:latin typeface="맑은 고딕"/>
                          <a:ea typeface="맑은 고딕"/>
                        </a:rPr>
                        <a:t>mail</a:t>
                      </a:r>
                      <a:r>
                        <a:rPr lang="ko-KR" sz="1050" b="0" i="0" u="none" strike="noStrike" noProof="0">
                          <a:solidFill>
                            <a:srgbClr val="243447"/>
                          </a:solidFill>
                          <a:effectLst/>
                          <a:latin typeface="맑은 고딕"/>
                          <a:ea typeface="맑은 고딕"/>
                        </a:rPr>
                        <a:t>. [</a:t>
                      </a:r>
                      <a:r>
                        <a:rPr lang="en-US" altLang="ko-KR" sz="1050" b="0" i="0" u="none" strike="noStrike" noProof="0">
                          <a:solidFill>
                            <a:srgbClr val="243447"/>
                          </a:solidFill>
                          <a:effectLst/>
                          <a:latin typeface="맑은 고딕"/>
                          <a:ea typeface="맑은 고딕"/>
                        </a:rPr>
                        <a:t>S4,S5</a:t>
                      </a:r>
                      <a:r>
                        <a:rPr lang="ko-KR" sz="1050" b="0" i="0" u="none" strike="noStrike" noProof="0">
                          <a:solidFill>
                            <a:srgbClr val="243447"/>
                          </a:solidFill>
                          <a:effectLst/>
                          <a:latin typeface="맑은 고딕"/>
                          <a:ea typeface="맑은 고딕"/>
                        </a:rPr>
                        <a:t>]</a:t>
                      </a:r>
                      <a:endParaRPr lang="en-US">
                        <a:latin typeface="맑은 고딕"/>
                        <a:ea typeface="맑은 고딕"/>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574608599"/>
                  </a:ext>
                </a:extLst>
              </a:tr>
              <a:tr h="554946">
                <a:tc>
                  <a:txBody>
                    <a:bodyPr/>
                    <a:lstStyle/>
                    <a:p>
                      <a:pPr lvl="0" algn="l">
                        <a:buNone/>
                      </a:pPr>
                      <a:r>
                        <a:rPr lang="en-US" altLang="ko-KR" sz="1050" b="1">
                          <a:solidFill>
                            <a:srgbClr val="243447"/>
                          </a:solidFill>
                          <a:effectLst/>
                          <a:latin typeface="Arial"/>
                        </a:rPr>
                        <a:t>D1-06</a:t>
                      </a:r>
                      <a:endParaRPr lang="ko-KR" altLang="en-US" sz="1050" b="1">
                        <a:solidFill>
                          <a:srgbClr val="243447"/>
                        </a:solidFill>
                        <a:effectLst/>
                        <a:latin typeface="Arial"/>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lvl="0" algn="l">
                        <a:buNone/>
                      </a:pPr>
                      <a:r>
                        <a:rPr lang="en-US" altLang="ko-KR" sz="1050">
                          <a:solidFill>
                            <a:srgbClr val="243447"/>
                          </a:solidFill>
                          <a:effectLst/>
                          <a:latin typeface="Arial"/>
                        </a:rPr>
                        <a:t>Web</a:t>
                      </a:r>
                      <a:r>
                        <a:rPr lang="ko-KR" altLang="en-US" sz="1050">
                          <a:solidFill>
                            <a:srgbClr val="243447"/>
                          </a:solidFill>
                          <a:effectLst/>
                          <a:latin typeface="Arial"/>
                        </a:rPr>
                        <a:t> </a:t>
                      </a:r>
                      <a:r>
                        <a:rPr lang="en-US" altLang="ko-KR" sz="1050">
                          <a:solidFill>
                            <a:srgbClr val="243447"/>
                          </a:solidFill>
                          <a:effectLst/>
                          <a:latin typeface="Arial"/>
                        </a:rPr>
                        <a:t>upload</a:t>
                      </a:r>
                      <a:r>
                        <a:rPr lang="ko-KR" altLang="en-US" sz="1050">
                          <a:solidFill>
                            <a:srgbClr val="243447"/>
                          </a:solidFill>
                          <a:effectLst/>
                          <a:latin typeface="Arial"/>
                        </a:rPr>
                        <a:t> </a:t>
                      </a:r>
                      <a:r>
                        <a:rPr lang="ko-KR" sz="1050">
                          <a:solidFill>
                            <a:srgbClr val="243447"/>
                          </a:solidFill>
                          <a:effectLst/>
                          <a:latin typeface="Arial"/>
                        </a:rPr>
                        <a:t>/</a:t>
                      </a:r>
                      <a:r>
                        <a:rPr lang="ko-KR" altLang="en-US" sz="1050">
                          <a:solidFill>
                            <a:srgbClr val="243447"/>
                          </a:solidFill>
                          <a:effectLst/>
                          <a:latin typeface="Arial"/>
                        </a:rPr>
                        <a:t> </a:t>
                      </a:r>
                      <a:r>
                        <a:rPr lang="en-US" altLang="ko-KR" sz="1050">
                          <a:solidFill>
                            <a:srgbClr val="243447"/>
                          </a:solidFill>
                          <a:effectLst/>
                          <a:latin typeface="Arial"/>
                        </a:rPr>
                        <a:t>HTTP(S)</a:t>
                      </a:r>
                      <a:r>
                        <a:rPr lang="ko-KR" altLang="en-US" sz="1050">
                          <a:solidFill>
                            <a:srgbClr val="243447"/>
                          </a:solidFill>
                          <a:effectLst/>
                          <a:latin typeface="Arial"/>
                        </a:rPr>
                        <a:t> </a:t>
                      </a:r>
                      <a:r>
                        <a:rPr lang="ko-KR" sz="1050">
                          <a:solidFill>
                            <a:srgbClr val="243447"/>
                          </a:solidFill>
                          <a:effectLst/>
                          <a:latin typeface="Arial"/>
                        </a:rPr>
                        <a:t>/</a:t>
                      </a:r>
                      <a:r>
                        <a:rPr lang="ko-KR" altLang="en-US" sz="1050">
                          <a:solidFill>
                            <a:srgbClr val="243447"/>
                          </a:solidFill>
                          <a:effectLst/>
                          <a:latin typeface="Arial"/>
                        </a:rPr>
                        <a:t> </a:t>
                      </a:r>
                      <a:r>
                        <a:rPr lang="en-US" altLang="ko-KR" sz="1050">
                          <a:solidFill>
                            <a:srgbClr val="243447"/>
                          </a:solidFill>
                          <a:effectLst/>
                          <a:latin typeface="Arial"/>
                        </a:rPr>
                        <a:t>TLS</a:t>
                      </a:r>
                      <a:endParaRPr lang="ko-KR" altLang="en-US" sz="1050">
                        <a:solidFill>
                          <a:srgbClr val="243447"/>
                        </a:solidFill>
                        <a:effectLst/>
                        <a:latin typeface="Arial"/>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lvl="0" algn="l">
                        <a:buNone/>
                      </a:pPr>
                      <a:r>
                        <a:rPr lang="ko-KR" sz="1050" b="1" i="0" u="none" strike="noStrike" noProof="0">
                          <a:solidFill>
                            <a:srgbClr val="956319"/>
                          </a:solidFill>
                          <a:effectLst/>
                          <a:latin typeface="Arial"/>
                          <a:cs typeface="Arial"/>
                        </a:rPr>
                        <a:t>◐</a:t>
                      </a:r>
                      <a:endParaRPr lang="ko-KR" altLang="en-US" sz="1050" b="1">
                        <a:solidFill>
                          <a:srgbClr val="136F73"/>
                        </a:solidFill>
                        <a:effectLst/>
                        <a:latin typeface="Arial"/>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lvl="0" algn="l">
                        <a:buNone/>
                      </a:pPr>
                      <a:r>
                        <a:rPr lang="en-US" altLang="ko-KR" sz="1050" b="0" i="0" u="none" strike="noStrike" noProof="0">
                          <a:solidFill>
                            <a:srgbClr val="243447"/>
                          </a:solidFill>
                          <a:effectLst/>
                          <a:latin typeface="맑은 고딕"/>
                          <a:ea typeface="맑은 고딕"/>
                        </a:rPr>
                        <a:t>SaferZone</a:t>
                      </a:r>
                      <a:r>
                        <a:rPr lang="ko-KR" altLang="en-US" sz="1050" b="0" i="0" u="none" strike="noStrike" noProof="0">
                          <a:solidFill>
                            <a:srgbClr val="243447"/>
                          </a:solidFill>
                          <a:effectLst/>
                          <a:latin typeface="맑은 고딕"/>
                          <a:ea typeface="맑은 고딕"/>
                        </a:rPr>
                        <a:t> </a:t>
                      </a:r>
                      <a:r>
                        <a:rPr lang="en-US" altLang="ko-KR" sz="1050" b="0" i="0" u="none" strike="noStrike" noProof="0">
                          <a:solidFill>
                            <a:srgbClr val="243447"/>
                          </a:solidFill>
                          <a:effectLst/>
                          <a:latin typeface="맑은 고딕"/>
                          <a:ea typeface="맑은 고딕"/>
                        </a:rPr>
                        <a:t>documents</a:t>
                      </a:r>
                      <a:r>
                        <a:rPr lang="ko-KR" altLang="en-US" sz="1050" b="0" i="0" u="none" strike="noStrike" noProof="0">
                          <a:solidFill>
                            <a:srgbClr val="243447"/>
                          </a:solidFill>
                          <a:effectLst/>
                          <a:latin typeface="맑은 고딕"/>
                          <a:ea typeface="맑은 고딕"/>
                        </a:rPr>
                        <a:t> </a:t>
                      </a:r>
                      <a:r>
                        <a:rPr lang="en-US" altLang="ko-KR" sz="1050" b="1" i="0" u="none" strike="noStrike" noProof="0">
                          <a:solidFill>
                            <a:srgbClr val="243447"/>
                          </a:solidFill>
                          <a:effectLst/>
                          <a:latin typeface="맑은 고딕"/>
                          <a:ea typeface="맑은 고딕"/>
                        </a:rPr>
                        <a:t>Internet</a:t>
                      </a:r>
                      <a:r>
                        <a:rPr lang="ko-KR" sz="1050" b="1" i="0" u="none" strike="noStrike" noProof="0">
                          <a:solidFill>
                            <a:srgbClr val="243447"/>
                          </a:solidFill>
                          <a:effectLst/>
                          <a:latin typeface="맑은 고딕"/>
                          <a:ea typeface="맑은 고딕"/>
                        </a:rPr>
                        <a:t> </a:t>
                      </a:r>
                      <a:r>
                        <a:rPr lang="en-US" altLang="ko-KR" sz="1050" b="1" i="0" u="none" strike="noStrike" noProof="0">
                          <a:solidFill>
                            <a:srgbClr val="243447"/>
                          </a:solidFill>
                          <a:effectLst/>
                          <a:latin typeface="맑은 고딕"/>
                          <a:ea typeface="맑은 고딕"/>
                        </a:rPr>
                        <a:t>information-leak</a:t>
                      </a:r>
                      <a:r>
                        <a:rPr lang="ko-KR" altLang="en-US" sz="1050" b="1" i="0" u="none" strike="noStrike" noProof="0">
                          <a:solidFill>
                            <a:srgbClr val="243447"/>
                          </a:solidFill>
                          <a:effectLst/>
                          <a:latin typeface="맑은 고딕"/>
                          <a:ea typeface="맑은 고딕"/>
                        </a:rPr>
                        <a:t> </a:t>
                      </a:r>
                      <a:r>
                        <a:rPr lang="ko-KR" sz="1050" b="1" i="0" u="none" strike="noStrike" noProof="0">
                          <a:solidFill>
                            <a:srgbClr val="243447"/>
                          </a:solidFill>
                          <a:effectLst/>
                          <a:latin typeface="맑은 고딕"/>
                          <a:ea typeface="맑은 고딕"/>
                        </a:rPr>
                        <a:t>controls</a:t>
                      </a:r>
                      <a:r>
                        <a:rPr lang="ko-KR" altLang="en-US" sz="1050" b="0" i="0" u="none" strike="noStrike" noProof="0">
                          <a:solidFill>
                            <a:srgbClr val="243447"/>
                          </a:solidFill>
                          <a:effectLst/>
                          <a:latin typeface="맑은 고딕"/>
                          <a:ea typeface="맑은 고딕"/>
                        </a:rPr>
                        <a:t> </a:t>
                      </a:r>
                      <a:r>
                        <a:rPr lang="ko-KR" sz="1050" b="0" i="0" u="none" strike="noStrike" noProof="0">
                          <a:solidFill>
                            <a:srgbClr val="243447"/>
                          </a:solidFill>
                          <a:effectLst/>
                          <a:latin typeface="맑은 고딕"/>
                          <a:ea typeface="맑은 고딕"/>
                        </a:rPr>
                        <a:t>and </a:t>
                      </a:r>
                      <a:r>
                        <a:rPr lang="en-US" altLang="ko-KR" sz="1050" b="0" i="0" u="none" strike="noStrike" noProof="0">
                          <a:solidFill>
                            <a:srgbClr val="243447"/>
                          </a:solidFill>
                          <a:effectLst/>
                          <a:latin typeface="맑은 고딕"/>
                          <a:ea typeface="맑은 고딕"/>
                        </a:rPr>
                        <a:t>blocking/</a:t>
                      </a:r>
                      <a:r>
                        <a:rPr lang="ko-KR" sz="1050" b="0" i="0" u="none" strike="noStrike" noProof="0">
                          <a:solidFill>
                            <a:srgbClr val="243447"/>
                          </a:solidFill>
                          <a:effectLst/>
                          <a:latin typeface="맑은 고딕"/>
                          <a:ea typeface="맑은 고딕"/>
                        </a:rPr>
                        <a:t>logging</a:t>
                      </a:r>
                      <a:r>
                        <a:rPr lang="ko-KR" altLang="en-US" sz="1050" b="0" i="0" u="none" strike="noStrike" noProof="0">
                          <a:solidFill>
                            <a:srgbClr val="243447"/>
                          </a:solidFill>
                          <a:effectLst/>
                          <a:latin typeface="맑은 고딕"/>
                          <a:ea typeface="맑은 고딕"/>
                        </a:rPr>
                        <a:t> </a:t>
                      </a:r>
                      <a:r>
                        <a:rPr lang="en-US" altLang="ko-KR" sz="1050" b="0" i="0" u="none" strike="noStrike" noProof="0">
                          <a:solidFill>
                            <a:srgbClr val="243447"/>
                          </a:solidFill>
                          <a:effectLst/>
                          <a:latin typeface="맑은 고딕"/>
                          <a:ea typeface="맑은 고딕"/>
                        </a:rPr>
                        <a:t>of</a:t>
                      </a:r>
                      <a:r>
                        <a:rPr lang="ko-KR" altLang="en-US" sz="1050" b="0" i="0" u="none" strike="noStrike" noProof="0">
                          <a:solidFill>
                            <a:srgbClr val="243447"/>
                          </a:solidFill>
                          <a:effectLst/>
                          <a:latin typeface="맑은 고딕"/>
                          <a:ea typeface="맑은 고딕"/>
                        </a:rPr>
                        <a:t> </a:t>
                      </a:r>
                      <a:r>
                        <a:rPr lang="en-US" altLang="ko-KR" sz="1050" b="0" i="0" u="none" strike="noStrike" noProof="0">
                          <a:solidFill>
                            <a:srgbClr val="243447"/>
                          </a:solidFill>
                          <a:effectLst/>
                          <a:latin typeface="맑은 고딕"/>
                          <a:ea typeface="맑은 고딕"/>
                        </a:rPr>
                        <a:t>web-based</a:t>
                      </a:r>
                      <a:r>
                        <a:rPr lang="ko-KR" altLang="en-US" sz="1050" b="0" i="0" u="none" strike="noStrike" noProof="0">
                          <a:solidFill>
                            <a:srgbClr val="243447"/>
                          </a:solidFill>
                          <a:effectLst/>
                          <a:latin typeface="맑은 고딕"/>
                          <a:ea typeface="맑은 고딕"/>
                        </a:rPr>
                        <a:t> </a:t>
                      </a:r>
                      <a:r>
                        <a:rPr lang="en-US" altLang="ko-KR" sz="1050" b="0" i="0" u="none" strike="noStrike" noProof="0">
                          <a:solidFill>
                            <a:srgbClr val="243447"/>
                          </a:solidFill>
                          <a:effectLst/>
                          <a:latin typeface="맑은 고딕"/>
                          <a:ea typeface="맑은 고딕"/>
                        </a:rPr>
                        <a:t>file</a:t>
                      </a:r>
                      <a:r>
                        <a:rPr lang="ko-KR" altLang="en-US" sz="1050" b="0" i="0" u="none" strike="noStrike" noProof="0">
                          <a:solidFill>
                            <a:srgbClr val="243447"/>
                          </a:solidFill>
                          <a:effectLst/>
                          <a:latin typeface="맑은 고딕"/>
                          <a:ea typeface="맑은 고딕"/>
                        </a:rPr>
                        <a:t> </a:t>
                      </a:r>
                      <a:r>
                        <a:rPr lang="en-US" altLang="ko-KR" sz="1050" b="0" i="0" u="none" strike="noStrike" noProof="0">
                          <a:solidFill>
                            <a:srgbClr val="243447"/>
                          </a:solidFill>
                          <a:effectLst/>
                          <a:latin typeface="맑은 고딕"/>
                          <a:ea typeface="맑은 고딕"/>
                        </a:rPr>
                        <a:t>transfer,</a:t>
                      </a:r>
                      <a:r>
                        <a:rPr lang="ko-KR" sz="1050" b="0" i="0" u="none" strike="noStrike" noProof="0">
                          <a:solidFill>
                            <a:srgbClr val="243447"/>
                          </a:solidFill>
                          <a:effectLst/>
                          <a:latin typeface="맑은 고딕"/>
                          <a:ea typeface="맑은 고딕"/>
                        </a:rPr>
                        <a:t> </a:t>
                      </a:r>
                      <a:r>
                        <a:rPr lang="en-US" altLang="ko-KR" sz="1050" b="0" i="0" u="none" strike="noStrike" noProof="0">
                          <a:solidFill>
                            <a:srgbClr val="243447"/>
                          </a:solidFill>
                          <a:effectLst/>
                          <a:latin typeface="맑은 고딕"/>
                          <a:ea typeface="맑은 고딕"/>
                        </a:rPr>
                        <a:t>but</a:t>
                      </a:r>
                      <a:r>
                        <a:rPr lang="ko-KR" altLang="en-US" sz="1050" b="0" i="0" u="none" strike="noStrike" noProof="0">
                          <a:solidFill>
                            <a:srgbClr val="243447"/>
                          </a:solidFill>
                          <a:effectLst/>
                          <a:latin typeface="맑은 고딕"/>
                          <a:ea typeface="맑은 고딕"/>
                        </a:rPr>
                        <a:t> </a:t>
                      </a:r>
                      <a:r>
                        <a:rPr lang="en-US" altLang="ko-KR" sz="1050" b="0" i="0" u="none" strike="noStrike" noProof="0">
                          <a:solidFill>
                            <a:srgbClr val="243447"/>
                          </a:solidFill>
                          <a:effectLst/>
                          <a:latin typeface="맑은 고딕"/>
                          <a:ea typeface="맑은 고딕"/>
                        </a:rPr>
                        <a:t>a</a:t>
                      </a:r>
                      <a:r>
                        <a:rPr lang="ko-KR" altLang="en-US" sz="1050" b="0" i="0" u="none" strike="noStrike" noProof="0">
                          <a:solidFill>
                            <a:srgbClr val="243447"/>
                          </a:solidFill>
                          <a:effectLst/>
                          <a:latin typeface="맑은 고딕"/>
                          <a:ea typeface="맑은 고딕"/>
                        </a:rPr>
                        <a:t> </a:t>
                      </a:r>
                      <a:r>
                        <a:rPr lang="en-US" altLang="ko-KR" sz="1050" b="0" i="0" u="none" strike="noStrike" noProof="0">
                          <a:solidFill>
                            <a:srgbClr val="243447"/>
                          </a:solidFill>
                          <a:effectLst/>
                          <a:latin typeface="맑은 고딕"/>
                          <a:ea typeface="맑은 고딕"/>
                        </a:rPr>
                        <a:t>broad</a:t>
                      </a:r>
                      <a:r>
                        <a:rPr lang="ko-KR" sz="1050" b="0" i="0" u="none" strike="noStrike" noProof="0">
                          <a:solidFill>
                            <a:srgbClr val="243447"/>
                          </a:solidFill>
                          <a:effectLst/>
                          <a:latin typeface="맑은 고딕"/>
                          <a:ea typeface="맑은 고딕"/>
                        </a:rPr>
                        <a:t> </a:t>
                      </a:r>
                      <a:r>
                        <a:rPr lang="en-US" altLang="ko-KR" sz="1050" b="0" i="0" u="none" strike="noStrike" noProof="0">
                          <a:solidFill>
                            <a:srgbClr val="243447"/>
                          </a:solidFill>
                          <a:effectLst/>
                          <a:latin typeface="맑은 고딕"/>
                          <a:ea typeface="맑은 고딕"/>
                        </a:rPr>
                        <a:t>TLS-decryption</a:t>
                      </a:r>
                      <a:r>
                        <a:rPr lang="ko-KR" sz="1050" b="0" i="0" u="none" strike="noStrike" noProof="0">
                          <a:solidFill>
                            <a:srgbClr val="243447"/>
                          </a:solidFill>
                          <a:effectLst/>
                          <a:latin typeface="맑은 고딕"/>
                          <a:ea typeface="맑은 고딕"/>
                        </a:rPr>
                        <a:t>/</a:t>
                      </a:r>
                      <a:r>
                        <a:rPr lang="en-US" altLang="ko-KR" sz="1050" b="0" i="0" u="none" strike="noStrike" noProof="0">
                          <a:solidFill>
                            <a:srgbClr val="243447"/>
                          </a:solidFill>
                          <a:effectLst/>
                          <a:latin typeface="맑은 고딕"/>
                          <a:ea typeface="맑은 고딕"/>
                        </a:rPr>
                        <a:t>HTTP(S)</a:t>
                      </a:r>
                      <a:r>
                        <a:rPr lang="ko-KR" sz="1050" b="0" i="0" u="none" strike="noStrike" noProof="0">
                          <a:solidFill>
                            <a:srgbClr val="243447"/>
                          </a:solidFill>
                          <a:effectLst/>
                          <a:latin typeface="맑은 고딕"/>
                          <a:ea typeface="맑은 고딕"/>
                        </a:rPr>
                        <a:t> </a:t>
                      </a:r>
                      <a:r>
                        <a:rPr lang="en-US" altLang="ko-KR" sz="1050" b="0" i="0" u="none" strike="noStrike" noProof="0">
                          <a:solidFill>
                            <a:srgbClr val="243447"/>
                          </a:solidFill>
                          <a:effectLst/>
                          <a:latin typeface="맑은 고딕"/>
                          <a:ea typeface="맑은 고딕"/>
                        </a:rPr>
                        <a:t>inspection</a:t>
                      </a:r>
                      <a:r>
                        <a:rPr lang="ko-KR" sz="1050" b="0" i="0" u="none" strike="noStrike" noProof="0">
                          <a:solidFill>
                            <a:srgbClr val="243447"/>
                          </a:solidFill>
                          <a:effectLst/>
                          <a:latin typeface="맑은 고딕"/>
                          <a:ea typeface="맑은 고딕"/>
                        </a:rPr>
                        <a:t> </a:t>
                      </a:r>
                      <a:r>
                        <a:rPr lang="en-US" altLang="ko-KR" sz="1050" b="0" i="0" u="none" strike="noStrike" noProof="0">
                          <a:solidFill>
                            <a:srgbClr val="243447"/>
                          </a:solidFill>
                          <a:effectLst/>
                          <a:latin typeface="맑은 고딕"/>
                          <a:ea typeface="맑은 고딕"/>
                        </a:rPr>
                        <a:t>architecture</a:t>
                      </a:r>
                      <a:r>
                        <a:rPr lang="ko-KR" sz="1050" b="0" i="0" u="none" strike="noStrike" noProof="0">
                          <a:solidFill>
                            <a:srgbClr val="243447"/>
                          </a:solidFill>
                          <a:effectLst/>
                          <a:latin typeface="맑은 고딕"/>
                          <a:ea typeface="맑은 고딕"/>
                        </a:rPr>
                        <a:t> </a:t>
                      </a:r>
                      <a:r>
                        <a:rPr lang="en-US" altLang="ko-KR" sz="1050" b="0" i="0" u="none" strike="noStrike" noProof="0">
                          <a:solidFill>
                            <a:srgbClr val="243447"/>
                          </a:solidFill>
                          <a:effectLst/>
                          <a:latin typeface="맑은 고딕"/>
                          <a:ea typeface="맑은 고딕"/>
                        </a:rPr>
                        <a:t>was</a:t>
                      </a:r>
                      <a:r>
                        <a:rPr lang="ko-KR" altLang="en-US" sz="1050" b="0" i="0" u="none" strike="noStrike" noProof="0">
                          <a:solidFill>
                            <a:srgbClr val="243447"/>
                          </a:solidFill>
                          <a:effectLst/>
                          <a:latin typeface="맑은 고딕"/>
                          <a:ea typeface="맑은 고딕"/>
                        </a:rPr>
                        <a:t> </a:t>
                      </a:r>
                      <a:r>
                        <a:rPr lang="en-US" altLang="ko-KR" sz="1050" b="0" i="0" u="none" strike="noStrike" noProof="0">
                          <a:solidFill>
                            <a:srgbClr val="243447"/>
                          </a:solidFill>
                          <a:effectLst/>
                          <a:latin typeface="맑은 고딕"/>
                          <a:ea typeface="맑은 고딕"/>
                        </a:rPr>
                        <a:t>not</a:t>
                      </a:r>
                      <a:r>
                        <a:rPr lang="ko-KR" sz="1050" b="0" i="0" u="none" strike="noStrike" noProof="0">
                          <a:solidFill>
                            <a:srgbClr val="243447"/>
                          </a:solidFill>
                          <a:effectLst/>
                          <a:latin typeface="맑은 고딕"/>
                          <a:ea typeface="맑은 고딕"/>
                        </a:rPr>
                        <a:t> </a:t>
                      </a:r>
                      <a:r>
                        <a:rPr lang="en-US" altLang="ko-KR" sz="1050" b="0" i="0" u="none" strike="noStrike" noProof="0">
                          <a:solidFill>
                            <a:srgbClr val="243447"/>
                          </a:solidFill>
                          <a:effectLst/>
                          <a:latin typeface="맑은 고딕"/>
                          <a:ea typeface="맑은 고딕"/>
                        </a:rPr>
                        <a:t>verified</a:t>
                      </a:r>
                      <a:r>
                        <a:rPr lang="ko-KR" sz="1050" b="0" i="0" u="none" strike="noStrike" noProof="0">
                          <a:solidFill>
                            <a:srgbClr val="243447"/>
                          </a:solidFill>
                          <a:effectLst/>
                          <a:latin typeface="맑은 고딕"/>
                          <a:ea typeface="맑은 고딕"/>
                        </a:rPr>
                        <a:t>. [</a:t>
                      </a:r>
                      <a:r>
                        <a:rPr lang="en-US" altLang="ko-KR" sz="1050" b="0" i="0" u="none" strike="noStrike" noProof="0">
                          <a:solidFill>
                            <a:srgbClr val="243447"/>
                          </a:solidFill>
                          <a:effectLst/>
                          <a:latin typeface="맑은 고딕"/>
                          <a:ea typeface="맑은 고딕"/>
                        </a:rPr>
                        <a:t>S2,S3</a:t>
                      </a:r>
                      <a:r>
                        <a:rPr lang="ko-KR" sz="1050" b="0" i="0" u="none" strike="noStrike" noProof="0">
                          <a:solidFill>
                            <a:srgbClr val="243447"/>
                          </a:solidFill>
                          <a:effectLst/>
                          <a:latin typeface="맑은 고딕"/>
                          <a:ea typeface="맑은 고딕"/>
                        </a:rPr>
                        <a:t>]</a:t>
                      </a:r>
                      <a:endParaRPr lang="en-US">
                        <a:latin typeface="맑은 고딕"/>
                        <a:ea typeface="맑은 고딕"/>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7547928"/>
                  </a:ext>
                </a:extLst>
              </a:tr>
              <a:tr h="399290">
                <a:tc>
                  <a:txBody>
                    <a:bodyPr/>
                    <a:lstStyle/>
                    <a:p>
                      <a:pPr lvl="0" algn="l">
                        <a:buNone/>
                      </a:pPr>
                      <a:r>
                        <a:rPr lang="en-US" altLang="ko-KR" sz="1050" b="1">
                          <a:solidFill>
                            <a:srgbClr val="243447"/>
                          </a:solidFill>
                          <a:effectLst/>
                          <a:latin typeface="Arial"/>
                        </a:rPr>
                        <a:t>D1-07</a:t>
                      </a:r>
                      <a:endParaRPr lang="ko-KR" altLang="en-US" sz="1050" b="1">
                        <a:solidFill>
                          <a:srgbClr val="243447"/>
                        </a:solidFill>
                        <a:effectLst/>
                        <a:latin typeface="Arial"/>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lvl="0" algn="l">
                        <a:buNone/>
                      </a:pPr>
                      <a:r>
                        <a:rPr lang="en-US" altLang="ko-KR" sz="1050">
                          <a:solidFill>
                            <a:srgbClr val="243447"/>
                          </a:solidFill>
                          <a:effectLst/>
                          <a:latin typeface="Arial"/>
                        </a:rPr>
                        <a:t>PC</a:t>
                      </a:r>
                      <a:r>
                        <a:rPr lang="ko-KR" altLang="en-US" sz="1050">
                          <a:solidFill>
                            <a:srgbClr val="243447"/>
                          </a:solidFill>
                          <a:effectLst/>
                          <a:latin typeface="Arial"/>
                        </a:rPr>
                        <a:t> </a:t>
                      </a:r>
                      <a:r>
                        <a:rPr lang="en-US" altLang="ko-KR" sz="1050">
                          <a:solidFill>
                            <a:srgbClr val="243447"/>
                          </a:solidFill>
                          <a:effectLst/>
                          <a:latin typeface="Arial"/>
                        </a:rPr>
                        <a:t>messenger</a:t>
                      </a:r>
                      <a:endParaRPr lang="ko-KR" altLang="en-US" sz="1050">
                        <a:solidFill>
                          <a:srgbClr val="243447"/>
                        </a:solidFill>
                        <a:effectLst/>
                        <a:latin typeface="Arial"/>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lvl="0" algn="l">
                        <a:lnSpc>
                          <a:spcPct val="100000"/>
                        </a:lnSpc>
                        <a:spcBef>
                          <a:spcPts val="0"/>
                        </a:spcBef>
                        <a:spcAft>
                          <a:spcPts val="0"/>
                        </a:spcAft>
                        <a:buNone/>
                      </a:pPr>
                      <a:r>
                        <a:rPr lang="ko-KR" altLang="en-US" sz="1100" b="1" i="0" u="none" strike="noStrike" noProof="0">
                          <a:solidFill>
                            <a:srgbClr val="136F73"/>
                          </a:solidFill>
                          <a:effectLst/>
                          <a:latin typeface="Arial"/>
                          <a:cs typeface="Arial"/>
                        </a:rPr>
                        <a:t>●</a:t>
                      </a:r>
                      <a:endParaRPr lang="en-US" sz="1100" b="0" i="0" u="none" strike="noStrike" noProof="0">
                        <a:solidFill>
                          <a:srgbClr val="000000"/>
                        </a:solidFill>
                        <a:effectLst/>
                        <a:latin typeface="Arial"/>
                        <a:cs typeface="Arial"/>
                      </a:endParaRPr>
                    </a:p>
                    <a:p>
                      <a:pPr lvl="0" algn="l">
                        <a:lnSpc>
                          <a:spcPct val="100000"/>
                        </a:lnSpc>
                        <a:spcBef>
                          <a:spcPts val="0"/>
                        </a:spcBef>
                        <a:spcAft>
                          <a:spcPts val="0"/>
                        </a:spcAft>
                        <a:buNone/>
                      </a:pPr>
                      <a:endParaRPr lang="en-US" altLang="ko-KR" sz="1050" b="1" i="0" u="none" strike="noStrike" noProof="0">
                        <a:solidFill>
                          <a:srgbClr val="5E6C7A"/>
                        </a:solidFill>
                        <a:effectLst/>
                        <a:latin typeface="Arial"/>
                        <a:cs typeface="Arial"/>
                      </a:endParaRPr>
                    </a:p>
                    <a:p>
                      <a:pPr lvl="0" algn="l">
                        <a:buNone/>
                      </a:pPr>
                      <a:endParaRPr lang="ko-KR" altLang="en-US" sz="1050" b="1">
                        <a:solidFill>
                          <a:srgbClr val="136F73"/>
                        </a:solidFill>
                        <a:effectLst/>
                        <a:latin typeface="Arial"/>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lvl="0" algn="l">
                        <a:buNone/>
                      </a:pPr>
                      <a:r>
                        <a:rPr lang="en-US" altLang="ko-KR" sz="1050" b="0" i="0" u="none" strike="noStrike" noProof="0">
                          <a:solidFill>
                            <a:srgbClr val="243447"/>
                          </a:solidFill>
                          <a:effectLst/>
                          <a:latin typeface="맑은 고딕"/>
                          <a:ea typeface="맑은 고딕"/>
                        </a:rPr>
                        <a:t>Current</a:t>
                      </a:r>
                      <a:r>
                        <a:rPr lang="ko-KR" altLang="en-US" sz="1050" b="0" i="0" u="none" strike="noStrike" noProof="0">
                          <a:solidFill>
                            <a:srgbClr val="243447"/>
                          </a:solidFill>
                          <a:effectLst/>
                          <a:latin typeface="맑은 고딕"/>
                          <a:ea typeface="맑은 고딕"/>
                        </a:rPr>
                        <a:t> </a:t>
                      </a:r>
                      <a:r>
                        <a:rPr lang="en-US" altLang="ko-KR" sz="1050" b="0" i="0" u="none" strike="noStrike" noProof="0">
                          <a:solidFill>
                            <a:srgbClr val="243447"/>
                          </a:solidFill>
                          <a:effectLst/>
                          <a:latin typeface="맑은 고딕"/>
                          <a:ea typeface="맑은 고딕"/>
                        </a:rPr>
                        <a:t>SaferZone</a:t>
                      </a:r>
                      <a:r>
                        <a:rPr lang="ko-KR" altLang="en-US" sz="1050" b="0" i="0" u="none" strike="noStrike" noProof="0">
                          <a:solidFill>
                            <a:srgbClr val="243447"/>
                          </a:solidFill>
                          <a:effectLst/>
                          <a:latin typeface="맑은 고딕"/>
                          <a:ea typeface="맑은 고딕"/>
                        </a:rPr>
                        <a:t> </a:t>
                      </a:r>
                      <a:r>
                        <a:rPr lang="en-US" altLang="ko-KR" sz="1050" b="0" i="0" u="none" strike="noStrike" noProof="0">
                          <a:solidFill>
                            <a:srgbClr val="243447"/>
                          </a:solidFill>
                          <a:effectLst/>
                          <a:latin typeface="맑은 고딕"/>
                          <a:ea typeface="맑은 고딕"/>
                        </a:rPr>
                        <a:t>DLP</a:t>
                      </a:r>
                      <a:r>
                        <a:rPr lang="ko-KR" altLang="en-US" sz="1050" b="0" i="0" u="none" strike="noStrike" noProof="0">
                          <a:solidFill>
                            <a:srgbClr val="243447"/>
                          </a:solidFill>
                          <a:effectLst/>
                          <a:latin typeface="맑은 고딕"/>
                          <a:ea typeface="맑은 고딕"/>
                        </a:rPr>
                        <a:t> </a:t>
                      </a:r>
                      <a:r>
                        <a:rPr lang="en-US" altLang="ko-KR" sz="1050" b="0" i="0" u="none" strike="noStrike" noProof="0">
                          <a:solidFill>
                            <a:srgbClr val="243447"/>
                          </a:solidFill>
                          <a:effectLst/>
                          <a:latin typeface="맑은 고딕"/>
                          <a:ea typeface="맑은 고딕"/>
                        </a:rPr>
                        <a:t>material</a:t>
                      </a:r>
                      <a:r>
                        <a:rPr lang="ko-KR" altLang="en-US" sz="1050" b="0" i="0" u="none" strike="noStrike" noProof="0">
                          <a:solidFill>
                            <a:srgbClr val="243447"/>
                          </a:solidFill>
                          <a:effectLst/>
                          <a:latin typeface="맑은 고딕"/>
                          <a:ea typeface="맑은 고딕"/>
                        </a:rPr>
                        <a:t> </a:t>
                      </a:r>
                      <a:r>
                        <a:rPr lang="en-US" altLang="ko-KR" sz="1050" b="0" i="0" u="none" strike="noStrike" noProof="0">
                          <a:solidFill>
                            <a:srgbClr val="243447"/>
                          </a:solidFill>
                          <a:effectLst/>
                          <a:latin typeface="맑은 고딕"/>
                          <a:ea typeface="맑은 고딕"/>
                        </a:rPr>
                        <a:t>states</a:t>
                      </a:r>
                      <a:r>
                        <a:rPr lang="ko-KR" altLang="en-US" sz="1050" b="0" i="0" u="none" strike="noStrike" noProof="0">
                          <a:solidFill>
                            <a:srgbClr val="243447"/>
                          </a:solidFill>
                          <a:effectLst/>
                          <a:latin typeface="맑은 고딕"/>
                          <a:ea typeface="맑은 고딕"/>
                        </a:rPr>
                        <a:t> </a:t>
                      </a:r>
                      <a:r>
                        <a:rPr lang="en-US" altLang="ko-KR" sz="1050" b="0" i="0" u="none" strike="noStrike" noProof="0">
                          <a:solidFill>
                            <a:srgbClr val="243447"/>
                          </a:solidFill>
                          <a:effectLst/>
                          <a:latin typeface="맑은 고딕"/>
                          <a:ea typeface="맑은 고딕"/>
                        </a:rPr>
                        <a:t>that</a:t>
                      </a:r>
                      <a:r>
                        <a:rPr lang="ko-KR" altLang="en-US" sz="1050" b="0" i="0" u="none" strike="noStrike" noProof="0">
                          <a:solidFill>
                            <a:srgbClr val="243447"/>
                          </a:solidFill>
                          <a:effectLst/>
                          <a:latin typeface="맑은 고딕"/>
                          <a:ea typeface="맑은 고딕"/>
                        </a:rPr>
                        <a:t> </a:t>
                      </a:r>
                      <a:r>
                        <a:rPr lang="en-US" altLang="ko-KR" sz="1050" b="0" i="0" u="none" strike="noStrike" noProof="0">
                          <a:solidFill>
                            <a:srgbClr val="243447"/>
                          </a:solidFill>
                          <a:effectLst/>
                          <a:latin typeface="맑은 고딕"/>
                          <a:ea typeface="맑은 고딕"/>
                        </a:rPr>
                        <a:t>Internet</a:t>
                      </a:r>
                      <a:r>
                        <a:rPr lang="ko-KR" altLang="en-US" sz="1050" b="0" i="0" u="none" strike="noStrike" noProof="0">
                          <a:solidFill>
                            <a:srgbClr val="243447"/>
                          </a:solidFill>
                          <a:effectLst/>
                          <a:latin typeface="맑은 고딕"/>
                          <a:ea typeface="맑은 고딕"/>
                        </a:rPr>
                        <a:t> </a:t>
                      </a:r>
                      <a:r>
                        <a:rPr lang="en-US" altLang="ko-KR" sz="1050" b="0" i="0" u="none" strike="noStrike" noProof="0">
                          <a:solidFill>
                            <a:srgbClr val="243447"/>
                          </a:solidFill>
                          <a:effectLst/>
                          <a:latin typeface="맑은 고딕"/>
                          <a:ea typeface="맑은 고딕"/>
                        </a:rPr>
                        <a:t>transmission</a:t>
                      </a:r>
                      <a:r>
                        <a:rPr lang="ko-KR" altLang="en-US" sz="1050" b="0" i="0" u="none" strike="noStrike" noProof="0">
                          <a:solidFill>
                            <a:srgbClr val="243447"/>
                          </a:solidFill>
                          <a:effectLst/>
                          <a:latin typeface="맑은 고딕"/>
                          <a:ea typeface="맑은 고딕"/>
                        </a:rPr>
                        <a:t> </a:t>
                      </a:r>
                      <a:r>
                        <a:rPr lang="en-US" altLang="ko-KR" sz="1050" b="0" i="0" u="none" strike="noStrike" noProof="0">
                          <a:solidFill>
                            <a:srgbClr val="243447"/>
                          </a:solidFill>
                          <a:effectLst/>
                          <a:latin typeface="맑은 고딕"/>
                          <a:ea typeface="맑은 고딕"/>
                        </a:rPr>
                        <a:t>control</a:t>
                      </a:r>
                      <a:r>
                        <a:rPr lang="ko-KR" altLang="en-US" sz="1050" b="0" i="0" u="none" strike="noStrike" noProof="0">
                          <a:solidFill>
                            <a:srgbClr val="243447"/>
                          </a:solidFill>
                          <a:effectLst/>
                          <a:latin typeface="맑은 고딕"/>
                          <a:ea typeface="맑은 고딕"/>
                        </a:rPr>
                        <a:t> </a:t>
                      </a:r>
                      <a:r>
                        <a:rPr lang="en-US" altLang="ko-KR" sz="1050" b="0" i="0" u="none" strike="noStrike" noProof="0">
                          <a:solidFill>
                            <a:srgbClr val="243447"/>
                          </a:solidFill>
                          <a:effectLst/>
                          <a:latin typeface="맑은 고딕"/>
                          <a:ea typeface="맑은 고딕"/>
                        </a:rPr>
                        <a:t>covers</a:t>
                      </a:r>
                      <a:r>
                        <a:rPr lang="ko-KR" altLang="en-US" sz="1050" b="0" i="0" u="none" strike="noStrike" noProof="0">
                          <a:solidFill>
                            <a:srgbClr val="243447"/>
                          </a:solidFill>
                          <a:effectLst/>
                          <a:latin typeface="맑은 고딕"/>
                          <a:ea typeface="맑은 고딕"/>
                        </a:rPr>
                        <a:t> </a:t>
                      </a:r>
                      <a:r>
                        <a:rPr lang="en-US" altLang="ko-KR" sz="1050" b="0" i="0" u="none" strike="noStrike" noProof="0">
                          <a:solidFill>
                            <a:srgbClr val="243447"/>
                          </a:solidFill>
                          <a:effectLst/>
                          <a:latin typeface="맑은 고딕"/>
                          <a:ea typeface="맑은 고딕"/>
                        </a:rPr>
                        <a:t>file</a:t>
                      </a:r>
                      <a:r>
                        <a:rPr lang="ko-KR" altLang="en-US" sz="1050" b="0" i="0" u="none" strike="noStrike" noProof="0">
                          <a:solidFill>
                            <a:srgbClr val="243447"/>
                          </a:solidFill>
                          <a:effectLst/>
                          <a:latin typeface="맑은 고딕"/>
                          <a:ea typeface="맑은 고딕"/>
                        </a:rPr>
                        <a:t> </a:t>
                      </a:r>
                      <a:r>
                        <a:rPr lang="en-US" altLang="ko-KR" sz="1050" b="0" i="0" u="none" strike="noStrike" noProof="0">
                          <a:solidFill>
                            <a:srgbClr val="243447"/>
                          </a:solidFill>
                          <a:effectLst/>
                          <a:latin typeface="맑은 고딕"/>
                          <a:ea typeface="맑은 고딕"/>
                        </a:rPr>
                        <a:t>transfer</a:t>
                      </a:r>
                      <a:r>
                        <a:rPr lang="ko-KR" altLang="en-US" sz="1050" b="0" i="0" u="none" strike="noStrike" noProof="0">
                          <a:solidFill>
                            <a:srgbClr val="243447"/>
                          </a:solidFill>
                          <a:effectLst/>
                          <a:latin typeface="맑은 고딕"/>
                          <a:ea typeface="맑은 고딕"/>
                        </a:rPr>
                        <a:t> </a:t>
                      </a:r>
                      <a:r>
                        <a:rPr lang="en-US" altLang="ko-KR" sz="1050" b="0" i="0" u="none" strike="noStrike" noProof="0">
                          <a:solidFill>
                            <a:srgbClr val="243447"/>
                          </a:solidFill>
                          <a:effectLst/>
                          <a:latin typeface="맑은 고딕"/>
                          <a:ea typeface="맑은 고딕"/>
                        </a:rPr>
                        <a:t>through</a:t>
                      </a:r>
                      <a:r>
                        <a:rPr lang="ko-KR" altLang="en-US" sz="1050" b="0" i="0" u="none" strike="noStrike" noProof="0">
                          <a:solidFill>
                            <a:srgbClr val="243447"/>
                          </a:solidFill>
                          <a:effectLst/>
                          <a:latin typeface="맑은 고딕"/>
                          <a:ea typeface="맑은 고딕"/>
                        </a:rPr>
                        <a:t> </a:t>
                      </a:r>
                      <a:r>
                        <a:rPr lang="en-US" altLang="ko-KR" sz="1050" b="1" i="0" u="none" strike="noStrike" noProof="0">
                          <a:solidFill>
                            <a:srgbClr val="243447"/>
                          </a:solidFill>
                          <a:effectLst/>
                          <a:latin typeface="맑은 고딕"/>
                          <a:ea typeface="맑은 고딕"/>
                        </a:rPr>
                        <a:t>messengers</a:t>
                      </a:r>
                      <a:r>
                        <a:rPr lang="ko-KR" altLang="en-US" sz="1050" b="0" i="0" u="none" strike="noStrike" noProof="0">
                          <a:solidFill>
                            <a:srgbClr val="243447"/>
                          </a:solidFill>
                          <a:effectLst/>
                          <a:latin typeface="맑은 고딕"/>
                          <a:ea typeface="맑은 고딕"/>
                        </a:rPr>
                        <a:t> </a:t>
                      </a:r>
                      <a:r>
                        <a:rPr lang="en-US" altLang="ko-KR" sz="1050" b="0" i="0" u="none" strike="noStrike" noProof="0">
                          <a:solidFill>
                            <a:srgbClr val="243447"/>
                          </a:solidFill>
                          <a:effectLst/>
                          <a:latin typeface="맑은 고딕"/>
                          <a:ea typeface="맑은 고딕"/>
                        </a:rPr>
                        <a:t>with</a:t>
                      </a:r>
                      <a:r>
                        <a:rPr lang="ko-KR" altLang="en-US" sz="1050" b="0" i="0" u="none" strike="noStrike" noProof="0">
                          <a:solidFill>
                            <a:srgbClr val="243447"/>
                          </a:solidFill>
                          <a:effectLst/>
                          <a:latin typeface="맑은 고딕"/>
                          <a:ea typeface="맑은 고딕"/>
                        </a:rPr>
                        <a:t> </a:t>
                      </a:r>
                      <a:r>
                        <a:rPr lang="en-US" altLang="ko-KR" sz="1050" b="0" i="0" u="none" strike="noStrike" noProof="0">
                          <a:solidFill>
                            <a:srgbClr val="243447"/>
                          </a:solidFill>
                          <a:effectLst/>
                          <a:latin typeface="맑은 고딕"/>
                          <a:ea typeface="맑은 고딕"/>
                        </a:rPr>
                        <a:t>blocking</a:t>
                      </a:r>
                      <a:r>
                        <a:rPr lang="ko-KR" altLang="en-US" sz="1050" b="0" i="0" u="none" strike="noStrike" noProof="0">
                          <a:solidFill>
                            <a:srgbClr val="243447"/>
                          </a:solidFill>
                          <a:effectLst/>
                          <a:latin typeface="맑은 고딕"/>
                          <a:ea typeface="맑은 고딕"/>
                        </a:rPr>
                        <a:t> </a:t>
                      </a:r>
                      <a:r>
                        <a:rPr lang="en-US" altLang="ko-KR" sz="1050" b="0" i="0" u="none" strike="noStrike" noProof="0">
                          <a:solidFill>
                            <a:srgbClr val="243447"/>
                          </a:solidFill>
                          <a:effectLst/>
                          <a:latin typeface="맑은 고딕"/>
                          <a:ea typeface="맑은 고딕"/>
                        </a:rPr>
                        <a:t>and</a:t>
                      </a:r>
                      <a:r>
                        <a:rPr lang="ko-KR" altLang="en-US" sz="1050" b="0" i="0" u="none" strike="noStrike" noProof="0">
                          <a:solidFill>
                            <a:srgbClr val="243447"/>
                          </a:solidFill>
                          <a:effectLst/>
                          <a:latin typeface="맑은 고딕"/>
                          <a:ea typeface="맑은 고딕"/>
                        </a:rPr>
                        <a:t> </a:t>
                      </a:r>
                      <a:r>
                        <a:rPr lang="en-US" altLang="ko-KR" sz="1050" b="0" i="0" u="none" strike="noStrike" noProof="0">
                          <a:solidFill>
                            <a:srgbClr val="243447"/>
                          </a:solidFill>
                          <a:effectLst/>
                          <a:latin typeface="맑은 고딕"/>
                          <a:ea typeface="맑은 고딕"/>
                        </a:rPr>
                        <a:t>logging</a:t>
                      </a:r>
                      <a:r>
                        <a:rPr lang="ko-KR" sz="1050" b="0" i="0" u="none" strike="noStrike" noProof="0">
                          <a:solidFill>
                            <a:srgbClr val="243447"/>
                          </a:solidFill>
                          <a:effectLst/>
                          <a:latin typeface="맑은 고딕"/>
                          <a:ea typeface="맑은 고딕"/>
                        </a:rPr>
                        <a:t>.</a:t>
                      </a:r>
                      <a:r>
                        <a:rPr lang="ko-KR" altLang="en-US" sz="1050" b="0" i="0" u="none" strike="noStrike" noProof="0">
                          <a:solidFill>
                            <a:srgbClr val="243447"/>
                          </a:solidFill>
                          <a:effectLst/>
                          <a:latin typeface="맑은 고딕"/>
                          <a:ea typeface="맑은 고딕"/>
                        </a:rPr>
                        <a:t> </a:t>
                      </a:r>
                      <a:r>
                        <a:rPr lang="en-US" altLang="ko-KR" sz="1050" b="0" i="0" u="none" strike="noStrike" noProof="0">
                          <a:solidFill>
                            <a:srgbClr val="243447"/>
                          </a:solidFill>
                          <a:effectLst/>
                          <a:latin typeface="맑은 고딕"/>
                          <a:ea typeface="맑은 고딕"/>
                        </a:rPr>
                        <a:t>[S3]</a:t>
                      </a:r>
                      <a:endParaRPr lang="en-US"/>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60183079"/>
                  </a:ext>
                </a:extLst>
              </a:tr>
              <a:tr h="399290">
                <a:tc>
                  <a:txBody>
                    <a:bodyPr/>
                    <a:lstStyle/>
                    <a:p>
                      <a:pPr lvl="0" algn="l">
                        <a:buNone/>
                      </a:pPr>
                      <a:r>
                        <a:rPr lang="en-US" altLang="ko-KR" sz="1050" b="1">
                          <a:solidFill>
                            <a:srgbClr val="243447"/>
                          </a:solidFill>
                          <a:effectLst/>
                          <a:latin typeface="Arial"/>
                        </a:rPr>
                        <a:t>D1-08</a:t>
                      </a:r>
                      <a:endParaRPr lang="ko-KR" altLang="en-US" sz="1050" b="1">
                        <a:solidFill>
                          <a:srgbClr val="243447"/>
                        </a:solidFill>
                        <a:effectLst/>
                        <a:latin typeface="Arial"/>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lvl="0" algn="l">
                        <a:buNone/>
                      </a:pPr>
                      <a:r>
                        <a:rPr lang="en-US" altLang="ko-KR" sz="1050">
                          <a:solidFill>
                            <a:srgbClr val="243447"/>
                          </a:solidFill>
                          <a:effectLst/>
                          <a:latin typeface="Arial"/>
                        </a:rPr>
                        <a:t>Cloud</a:t>
                      </a:r>
                      <a:r>
                        <a:rPr lang="ko-KR" sz="1050">
                          <a:solidFill>
                            <a:srgbClr val="243447"/>
                          </a:solidFill>
                          <a:effectLst/>
                          <a:latin typeface="Arial"/>
                        </a:rPr>
                        <a:t> </a:t>
                      </a:r>
                      <a:r>
                        <a:rPr lang="en-US" altLang="ko-KR" sz="1050">
                          <a:solidFill>
                            <a:srgbClr val="243447"/>
                          </a:solidFill>
                          <a:effectLst/>
                          <a:latin typeface="Arial"/>
                        </a:rPr>
                        <a:t>storage</a:t>
                      </a:r>
                      <a:r>
                        <a:rPr lang="ko-KR" altLang="en-US" sz="1050">
                          <a:solidFill>
                            <a:srgbClr val="243447"/>
                          </a:solidFill>
                          <a:effectLst/>
                          <a:latin typeface="Arial"/>
                        </a:rPr>
                        <a:t> </a:t>
                      </a:r>
                      <a:r>
                        <a:rPr lang="ko-KR" sz="1050">
                          <a:solidFill>
                            <a:srgbClr val="243447"/>
                          </a:solidFill>
                          <a:effectLst/>
                          <a:latin typeface="Arial"/>
                        </a:rPr>
                        <a:t>/</a:t>
                      </a:r>
                      <a:r>
                        <a:rPr lang="ko-KR" altLang="en-US" sz="1050">
                          <a:solidFill>
                            <a:srgbClr val="243447"/>
                          </a:solidFill>
                          <a:effectLst/>
                          <a:latin typeface="Arial"/>
                        </a:rPr>
                        <a:t> </a:t>
                      </a:r>
                      <a:r>
                        <a:rPr lang="en-US" altLang="ko-KR" sz="1050">
                          <a:solidFill>
                            <a:srgbClr val="243447"/>
                          </a:solidFill>
                          <a:effectLst/>
                          <a:latin typeface="Arial"/>
                        </a:rPr>
                        <a:t>webhard</a:t>
                      </a:r>
                      <a:r>
                        <a:rPr lang="ko-KR" altLang="en-US" sz="1050">
                          <a:solidFill>
                            <a:srgbClr val="243447"/>
                          </a:solidFill>
                          <a:effectLst/>
                          <a:latin typeface="Arial"/>
                        </a:rPr>
                        <a:t> </a:t>
                      </a:r>
                      <a:r>
                        <a:rPr lang="en-US" altLang="ko-KR" sz="1050">
                          <a:solidFill>
                            <a:srgbClr val="243447"/>
                          </a:solidFill>
                          <a:effectLst/>
                          <a:latin typeface="Arial"/>
                        </a:rPr>
                        <a:t>upload</a:t>
                      </a:r>
                      <a:endParaRPr lang="ko-KR" altLang="en-US" sz="1050">
                        <a:solidFill>
                          <a:srgbClr val="243447"/>
                        </a:solidFill>
                        <a:effectLst/>
                        <a:latin typeface="Arial"/>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lvl="0" algn="l">
                        <a:buNone/>
                      </a:pPr>
                      <a:r>
                        <a:rPr lang="ko-KR" altLang="en-US" sz="1050" b="1">
                          <a:solidFill>
                            <a:srgbClr val="136F73"/>
                          </a:solidFill>
                          <a:effectLst/>
                          <a:latin typeface="Arial"/>
                        </a:rPr>
                        <a:t>●</a:t>
                      </a: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lvl="0" algn="l">
                        <a:buNone/>
                      </a:pPr>
                      <a:r>
                        <a:rPr lang="en-US" altLang="ko-KR" sz="1050" b="0" i="0" u="none" strike="noStrike" noProof="0">
                          <a:solidFill>
                            <a:srgbClr val="243447"/>
                          </a:solidFill>
                          <a:effectLst/>
                          <a:latin typeface="맑은 고딕"/>
                          <a:ea typeface="맑은 고딕"/>
                        </a:rPr>
                        <a:t>Current</a:t>
                      </a:r>
                      <a:r>
                        <a:rPr lang="ko-KR" sz="1050" b="0" i="0" u="none" strike="noStrike" noProof="0">
                          <a:solidFill>
                            <a:srgbClr val="243447"/>
                          </a:solidFill>
                          <a:effectLst/>
                          <a:latin typeface="맑은 고딕"/>
                          <a:ea typeface="맑은 고딕"/>
                        </a:rPr>
                        <a:t> product material explicitly </a:t>
                      </a:r>
                      <a:r>
                        <a:rPr lang="en-US" altLang="ko-KR" sz="1050" b="0" i="0" u="none" strike="noStrike" noProof="0">
                          <a:solidFill>
                            <a:srgbClr val="243447"/>
                          </a:solidFill>
                          <a:effectLst/>
                          <a:latin typeface="맑은 고딕"/>
                          <a:ea typeface="맑은 고딕"/>
                        </a:rPr>
                        <a:t>includes</a:t>
                      </a:r>
                      <a:r>
                        <a:rPr lang="ko-KR" altLang="en-US" sz="1050" b="0" i="0" u="none" strike="noStrike" noProof="0">
                          <a:solidFill>
                            <a:srgbClr val="243447"/>
                          </a:solidFill>
                          <a:effectLst/>
                          <a:latin typeface="맑은 고딕"/>
                          <a:ea typeface="맑은 고딕"/>
                        </a:rPr>
                        <a:t> </a:t>
                      </a:r>
                      <a:r>
                        <a:rPr lang="en-US" altLang="ko-KR" sz="1050" b="1" i="0" u="none" strike="noStrike" noProof="0">
                          <a:solidFill>
                            <a:srgbClr val="243447"/>
                          </a:solidFill>
                          <a:effectLst/>
                          <a:latin typeface="맑은 고딕"/>
                          <a:ea typeface="맑은 고딕"/>
                        </a:rPr>
                        <a:t>cloud</a:t>
                      </a:r>
                      <a:r>
                        <a:rPr lang="ko-KR" altLang="en-US" sz="1050" b="1" i="0" u="none" strike="noStrike" noProof="0">
                          <a:solidFill>
                            <a:srgbClr val="243447"/>
                          </a:solidFill>
                          <a:effectLst/>
                          <a:latin typeface="맑은 고딕"/>
                          <a:ea typeface="맑은 고딕"/>
                        </a:rPr>
                        <a:t> </a:t>
                      </a:r>
                      <a:r>
                        <a:rPr lang="en-US" altLang="ko-KR" sz="1050" b="1" i="0" u="none" strike="noStrike" noProof="0">
                          <a:solidFill>
                            <a:srgbClr val="243447"/>
                          </a:solidFill>
                          <a:effectLst/>
                          <a:latin typeface="맑은 고딕"/>
                          <a:ea typeface="맑은 고딕"/>
                        </a:rPr>
                        <a:t>services</a:t>
                      </a:r>
                      <a:r>
                        <a:rPr lang="ko-KR" altLang="en-US" sz="1050" b="0" i="0" u="none" strike="noStrike" noProof="0">
                          <a:solidFill>
                            <a:srgbClr val="243447"/>
                          </a:solidFill>
                          <a:effectLst/>
                          <a:latin typeface="맑은 고딕"/>
                          <a:ea typeface="맑은 고딕"/>
                        </a:rPr>
                        <a:t> </a:t>
                      </a:r>
                      <a:r>
                        <a:rPr lang="en-US" altLang="ko-KR" sz="1050" b="0" i="0" u="none" strike="noStrike" noProof="0">
                          <a:solidFill>
                            <a:srgbClr val="243447"/>
                          </a:solidFill>
                          <a:effectLst/>
                          <a:latin typeface="맑은 고딕"/>
                          <a:ea typeface="맑은 고딕"/>
                        </a:rPr>
                        <a:t>among</a:t>
                      </a:r>
                      <a:r>
                        <a:rPr lang="ko-KR" altLang="en-US" sz="1050" b="0" i="0" u="none" strike="noStrike" noProof="0">
                          <a:solidFill>
                            <a:srgbClr val="243447"/>
                          </a:solidFill>
                          <a:effectLst/>
                          <a:latin typeface="맑은 고딕"/>
                          <a:ea typeface="맑은 고딕"/>
                        </a:rPr>
                        <a:t> </a:t>
                      </a:r>
                      <a:r>
                        <a:rPr lang="en-US" altLang="ko-KR" sz="1050" b="0" i="0" u="none" strike="noStrike" noProof="0">
                          <a:solidFill>
                            <a:srgbClr val="243447"/>
                          </a:solidFill>
                          <a:effectLst/>
                          <a:latin typeface="맑은 고딕"/>
                          <a:ea typeface="맑은 고딕"/>
                        </a:rPr>
                        <a:t>Internet</a:t>
                      </a:r>
                      <a:r>
                        <a:rPr lang="ko-KR" altLang="en-US" sz="1050" b="0" i="0" u="none" strike="noStrike" noProof="0">
                          <a:solidFill>
                            <a:srgbClr val="243447"/>
                          </a:solidFill>
                          <a:effectLst/>
                          <a:latin typeface="맑은 고딕"/>
                          <a:ea typeface="맑은 고딕"/>
                        </a:rPr>
                        <a:t> </a:t>
                      </a:r>
                      <a:r>
                        <a:rPr lang="en-US" altLang="ko-KR" sz="1050" b="0" i="0" u="none" strike="noStrike" noProof="0">
                          <a:solidFill>
                            <a:srgbClr val="243447"/>
                          </a:solidFill>
                          <a:effectLst/>
                          <a:latin typeface="맑은 고딕"/>
                          <a:ea typeface="맑은 고딕"/>
                        </a:rPr>
                        <a:t>file-transfer</a:t>
                      </a:r>
                      <a:r>
                        <a:rPr lang="ko-KR" altLang="en-US" sz="1050" b="0" i="0" u="none" strike="noStrike" noProof="0">
                          <a:solidFill>
                            <a:srgbClr val="243447"/>
                          </a:solidFill>
                          <a:effectLst/>
                          <a:latin typeface="맑은 고딕"/>
                          <a:ea typeface="맑은 고딕"/>
                        </a:rPr>
                        <a:t> </a:t>
                      </a:r>
                      <a:r>
                        <a:rPr lang="en-US" altLang="ko-KR" sz="1050" b="0" i="0" u="none" strike="noStrike" noProof="0">
                          <a:solidFill>
                            <a:srgbClr val="243447"/>
                          </a:solidFill>
                          <a:effectLst/>
                          <a:latin typeface="맑은 고딕"/>
                          <a:ea typeface="맑은 고딕"/>
                        </a:rPr>
                        <a:t>channels</a:t>
                      </a:r>
                      <a:r>
                        <a:rPr lang="ko-KR" altLang="en-US" sz="1050" b="0" i="0" u="none" strike="noStrike" noProof="0">
                          <a:solidFill>
                            <a:srgbClr val="243447"/>
                          </a:solidFill>
                          <a:effectLst/>
                          <a:latin typeface="맑은 고딕"/>
                          <a:ea typeface="맑은 고딕"/>
                        </a:rPr>
                        <a:t> </a:t>
                      </a:r>
                      <a:r>
                        <a:rPr lang="en-US" altLang="ko-KR" sz="1050" b="0" i="0" u="none" strike="noStrike" noProof="0">
                          <a:solidFill>
                            <a:srgbClr val="243447"/>
                          </a:solidFill>
                          <a:effectLst/>
                          <a:latin typeface="맑은 고딕"/>
                          <a:ea typeface="맑은 고딕"/>
                        </a:rPr>
                        <a:t>that</a:t>
                      </a:r>
                      <a:r>
                        <a:rPr lang="ko-KR" altLang="en-US" sz="1050" b="0" i="0" u="none" strike="noStrike" noProof="0">
                          <a:solidFill>
                            <a:srgbClr val="243447"/>
                          </a:solidFill>
                          <a:effectLst/>
                          <a:latin typeface="맑은 고딕"/>
                          <a:ea typeface="맑은 고딕"/>
                        </a:rPr>
                        <a:t> </a:t>
                      </a:r>
                      <a:r>
                        <a:rPr lang="en-US" altLang="ko-KR" sz="1050" b="0" i="0" u="none" strike="noStrike" noProof="0">
                          <a:solidFill>
                            <a:srgbClr val="243447"/>
                          </a:solidFill>
                          <a:effectLst/>
                          <a:latin typeface="맑은 고딕"/>
                          <a:ea typeface="맑은 고딕"/>
                        </a:rPr>
                        <a:t>can</a:t>
                      </a:r>
                      <a:r>
                        <a:rPr lang="ko-KR" altLang="en-US" sz="1050" b="0" i="0" u="none" strike="noStrike" noProof="0">
                          <a:solidFill>
                            <a:srgbClr val="243447"/>
                          </a:solidFill>
                          <a:effectLst/>
                          <a:latin typeface="맑은 고딕"/>
                          <a:ea typeface="맑은 고딕"/>
                        </a:rPr>
                        <a:t> </a:t>
                      </a:r>
                      <a:r>
                        <a:rPr lang="en-US" altLang="ko-KR" sz="1050" b="0" i="0" u="none" strike="noStrike" noProof="0">
                          <a:solidFill>
                            <a:srgbClr val="243447"/>
                          </a:solidFill>
                          <a:effectLst/>
                          <a:latin typeface="맑은 고딕"/>
                          <a:ea typeface="맑은 고딕"/>
                        </a:rPr>
                        <a:t>be</a:t>
                      </a:r>
                      <a:r>
                        <a:rPr lang="ko-KR" altLang="en-US" sz="1050" b="0" i="0" u="none" strike="noStrike" noProof="0">
                          <a:solidFill>
                            <a:srgbClr val="243447"/>
                          </a:solidFill>
                          <a:effectLst/>
                          <a:latin typeface="맑은 고딕"/>
                          <a:ea typeface="맑은 고딕"/>
                        </a:rPr>
                        <a:t> </a:t>
                      </a:r>
                      <a:r>
                        <a:rPr lang="en-US" altLang="ko-KR" sz="1050" b="0" i="0" u="none" strike="noStrike" noProof="0">
                          <a:solidFill>
                            <a:srgbClr val="243447"/>
                          </a:solidFill>
                          <a:effectLst/>
                          <a:latin typeface="맑은 고딕"/>
                          <a:ea typeface="맑은 고딕"/>
                        </a:rPr>
                        <a:t>blocked/logged</a:t>
                      </a:r>
                      <a:r>
                        <a:rPr lang="ko-KR" sz="1050" b="0" i="0" u="none" strike="noStrike" noProof="0">
                          <a:solidFill>
                            <a:srgbClr val="243447"/>
                          </a:solidFill>
                          <a:effectLst/>
                          <a:latin typeface="맑은 고딕"/>
                          <a:ea typeface="맑은 고딕"/>
                        </a:rPr>
                        <a:t>. [</a:t>
                      </a:r>
                      <a:r>
                        <a:rPr lang="en-US" altLang="ko-KR" sz="1050" b="0" i="0" u="none" strike="noStrike" noProof="0">
                          <a:solidFill>
                            <a:srgbClr val="243447"/>
                          </a:solidFill>
                          <a:effectLst/>
                          <a:latin typeface="맑은 고딕"/>
                          <a:ea typeface="맑은 고딕"/>
                        </a:rPr>
                        <a:t>S3</a:t>
                      </a:r>
                      <a:r>
                        <a:rPr lang="ko-KR" sz="1050" b="0" i="0" u="none" strike="noStrike" noProof="0">
                          <a:solidFill>
                            <a:srgbClr val="243447"/>
                          </a:solidFill>
                          <a:effectLst/>
                          <a:latin typeface="맑은 고딕"/>
                          <a:ea typeface="맑은 고딕"/>
                        </a:rPr>
                        <a:t>]</a:t>
                      </a:r>
                      <a:endParaRPr lang="en-US">
                        <a:latin typeface="맑은 고딕"/>
                        <a:ea typeface="맑은 고딕"/>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10063573"/>
                  </a:ext>
                </a:extLst>
              </a:tr>
              <a:tr h="399290">
                <a:tc>
                  <a:txBody>
                    <a:bodyPr/>
                    <a:lstStyle/>
                    <a:p>
                      <a:pPr lvl="0" algn="l">
                        <a:buNone/>
                      </a:pPr>
                      <a:r>
                        <a:rPr lang="en-US" altLang="ko-KR" sz="1050" b="1">
                          <a:solidFill>
                            <a:srgbClr val="243447"/>
                          </a:solidFill>
                          <a:effectLst/>
                          <a:latin typeface="Arial"/>
                        </a:rPr>
                        <a:t>D1-09</a:t>
                      </a:r>
                      <a:endParaRPr lang="ko-KR" altLang="en-US" sz="1050" b="1">
                        <a:solidFill>
                          <a:srgbClr val="243447"/>
                        </a:solidFill>
                        <a:effectLst/>
                        <a:latin typeface="Arial"/>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lvl="0" algn="l">
                        <a:buNone/>
                      </a:pPr>
                      <a:r>
                        <a:rPr lang="en-US" altLang="ko-KR" sz="1050">
                          <a:solidFill>
                            <a:srgbClr val="243447"/>
                          </a:solidFill>
                          <a:effectLst/>
                          <a:latin typeface="Arial"/>
                        </a:rPr>
                        <a:t>Wi-Fi</a:t>
                      </a:r>
                      <a:r>
                        <a:rPr lang="ko-KR" sz="1050">
                          <a:solidFill>
                            <a:srgbClr val="243447"/>
                          </a:solidFill>
                          <a:effectLst/>
                          <a:latin typeface="Arial"/>
                        </a:rPr>
                        <a:t> /</a:t>
                      </a:r>
                      <a:r>
                        <a:rPr lang="ko-KR" altLang="en-US" sz="1050">
                          <a:solidFill>
                            <a:srgbClr val="243447"/>
                          </a:solidFill>
                          <a:effectLst/>
                          <a:latin typeface="Arial"/>
                        </a:rPr>
                        <a:t> </a:t>
                      </a:r>
                      <a:r>
                        <a:rPr lang="en-US" altLang="ko-KR" sz="1050">
                          <a:solidFill>
                            <a:srgbClr val="243447"/>
                          </a:solidFill>
                          <a:effectLst/>
                          <a:latin typeface="Arial"/>
                        </a:rPr>
                        <a:t>Bluetooth</a:t>
                      </a:r>
                      <a:r>
                        <a:rPr lang="ko-KR" altLang="en-US" sz="1050">
                          <a:solidFill>
                            <a:srgbClr val="243447"/>
                          </a:solidFill>
                          <a:effectLst/>
                          <a:latin typeface="Arial"/>
                        </a:rPr>
                        <a:t> </a:t>
                      </a:r>
                      <a:r>
                        <a:rPr lang="ko-KR" sz="1050">
                          <a:solidFill>
                            <a:srgbClr val="243447"/>
                          </a:solidFill>
                          <a:effectLst/>
                          <a:latin typeface="Arial"/>
                        </a:rPr>
                        <a:t>/</a:t>
                      </a:r>
                      <a:r>
                        <a:rPr lang="ko-KR" altLang="en-US" sz="1050">
                          <a:solidFill>
                            <a:srgbClr val="243447"/>
                          </a:solidFill>
                          <a:effectLst/>
                          <a:latin typeface="Arial"/>
                        </a:rPr>
                        <a:t> </a:t>
                      </a:r>
                      <a:r>
                        <a:rPr lang="en-US" altLang="ko-KR" sz="1050">
                          <a:solidFill>
                            <a:srgbClr val="243447"/>
                          </a:solidFill>
                          <a:effectLst/>
                          <a:latin typeface="Arial"/>
                        </a:rPr>
                        <a:t>shares</a:t>
                      </a:r>
                      <a:endParaRPr lang="ko-KR" altLang="en-US" sz="1050">
                        <a:solidFill>
                          <a:srgbClr val="243447"/>
                        </a:solidFill>
                        <a:effectLst/>
                        <a:latin typeface="Arial"/>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lvl="0" algn="l">
                        <a:lnSpc>
                          <a:spcPct val="100000"/>
                        </a:lnSpc>
                        <a:spcBef>
                          <a:spcPts val="0"/>
                        </a:spcBef>
                        <a:spcAft>
                          <a:spcPts val="0"/>
                        </a:spcAft>
                        <a:buNone/>
                      </a:pPr>
                      <a:r>
                        <a:rPr lang="ko-KR" sz="1100" b="1" i="0" u="none" strike="noStrike" noProof="0">
                          <a:solidFill>
                            <a:srgbClr val="956319"/>
                          </a:solidFill>
                          <a:effectLst/>
                          <a:latin typeface="Arial"/>
                          <a:cs typeface="Arial"/>
                        </a:rPr>
                        <a:t>◐</a:t>
                      </a:r>
                      <a:endParaRPr lang="ko-KR" sz="1100" b="0" i="0" u="none" strike="noStrike" noProof="0">
                        <a:solidFill>
                          <a:srgbClr val="000000"/>
                        </a:solidFill>
                        <a:effectLst/>
                        <a:latin typeface="Arial"/>
                        <a:cs typeface="Arial"/>
                      </a:endParaRPr>
                    </a:p>
                    <a:p>
                      <a:pPr lvl="0" algn="l">
                        <a:lnSpc>
                          <a:spcPct val="100000"/>
                        </a:lnSpc>
                        <a:spcBef>
                          <a:spcPts val="0"/>
                        </a:spcBef>
                        <a:spcAft>
                          <a:spcPts val="0"/>
                        </a:spcAft>
                        <a:buNone/>
                      </a:pPr>
                      <a:endParaRPr lang="ko-KR" sz="1050" b="1" i="0" u="none" strike="noStrike" noProof="0">
                        <a:solidFill>
                          <a:srgbClr val="136F73"/>
                        </a:solidFill>
                        <a:effectLst/>
                        <a:latin typeface="Arial"/>
                        <a:cs typeface="Arial"/>
                      </a:endParaRPr>
                    </a:p>
                    <a:p>
                      <a:pPr lvl="0" algn="l">
                        <a:buNone/>
                      </a:pPr>
                      <a:endParaRPr lang="ko-KR" altLang="en-US" sz="1050" b="1">
                        <a:solidFill>
                          <a:srgbClr val="956319"/>
                        </a:solidFill>
                        <a:effectLst/>
                        <a:latin typeface="Arial"/>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lvl="0" algn="l">
                        <a:buNone/>
                      </a:pPr>
                      <a:r>
                        <a:rPr lang="en-US" altLang="ko-KR" sz="1050" b="0" i="0" u="none" strike="noStrike" noProof="0">
                          <a:solidFill>
                            <a:srgbClr val="243447"/>
                          </a:solidFill>
                          <a:effectLst/>
                          <a:latin typeface="맑은 고딕"/>
                          <a:ea typeface="맑은 고딕"/>
                        </a:rPr>
                        <a:t>SaferZone</a:t>
                      </a:r>
                      <a:r>
                        <a:rPr lang="ko-KR" altLang="en-US" sz="1050" b="0" i="0" u="none" strike="noStrike" noProof="0">
                          <a:solidFill>
                            <a:srgbClr val="243447"/>
                          </a:solidFill>
                          <a:effectLst/>
                          <a:latin typeface="맑은 고딕"/>
                          <a:ea typeface="맑은 고딕"/>
                        </a:rPr>
                        <a:t> </a:t>
                      </a:r>
                      <a:r>
                        <a:rPr lang="en-US" altLang="ko-KR" sz="1050" b="0" i="0" u="none" strike="noStrike" noProof="0">
                          <a:solidFill>
                            <a:srgbClr val="243447"/>
                          </a:solidFill>
                          <a:effectLst/>
                          <a:latin typeface="맑은 고딕"/>
                          <a:ea typeface="맑은 고딕"/>
                        </a:rPr>
                        <a:t>DLP</a:t>
                      </a:r>
                      <a:r>
                        <a:rPr lang="ko-KR" altLang="en-US" sz="1050" b="0" i="0" u="none" strike="noStrike" noProof="0">
                          <a:solidFill>
                            <a:srgbClr val="243447"/>
                          </a:solidFill>
                          <a:effectLst/>
                          <a:latin typeface="맑은 고딕"/>
                          <a:ea typeface="맑은 고딕"/>
                        </a:rPr>
                        <a:t> </a:t>
                      </a:r>
                      <a:r>
                        <a:rPr lang="en-US" altLang="ko-KR" sz="1050" b="0" i="0" u="none" strike="noStrike" noProof="0">
                          <a:solidFill>
                            <a:srgbClr val="243447"/>
                          </a:solidFill>
                          <a:effectLst/>
                          <a:latin typeface="맑은 고딕"/>
                          <a:ea typeface="맑은 고딕"/>
                        </a:rPr>
                        <a:t>V10</a:t>
                      </a:r>
                      <a:r>
                        <a:rPr lang="ko-KR" altLang="en-US" sz="1050" b="0" i="0" u="none" strike="noStrike" noProof="0">
                          <a:solidFill>
                            <a:srgbClr val="243447"/>
                          </a:solidFill>
                          <a:effectLst/>
                          <a:latin typeface="맑은 고딕"/>
                          <a:ea typeface="맑은 고딕"/>
                        </a:rPr>
                        <a:t> </a:t>
                      </a:r>
                      <a:r>
                        <a:rPr lang="en-US" altLang="ko-KR" sz="1050" b="0" i="0" u="none" strike="noStrike" noProof="0">
                          <a:solidFill>
                            <a:srgbClr val="243447"/>
                          </a:solidFill>
                          <a:effectLst/>
                          <a:latin typeface="맑은 고딕"/>
                          <a:ea typeface="맑은 고딕"/>
                        </a:rPr>
                        <a:t>controls</a:t>
                      </a:r>
                      <a:r>
                        <a:rPr lang="ko-KR" altLang="en-US" sz="1050" b="0" i="0" u="none" strike="noStrike" noProof="0">
                          <a:solidFill>
                            <a:srgbClr val="243447"/>
                          </a:solidFill>
                          <a:effectLst/>
                          <a:latin typeface="맑은 고딕"/>
                          <a:ea typeface="맑은 고딕"/>
                        </a:rPr>
                        <a:t> </a:t>
                      </a:r>
                      <a:r>
                        <a:rPr lang="en-US" altLang="ko-KR" sz="1050" b="0" i="0" u="none" strike="noStrike" noProof="0">
                          <a:solidFill>
                            <a:srgbClr val="243447"/>
                          </a:solidFill>
                          <a:effectLst/>
                          <a:latin typeface="맑은 고딕"/>
                          <a:ea typeface="맑은 고딕"/>
                        </a:rPr>
                        <a:t>wireless</a:t>
                      </a:r>
                      <a:r>
                        <a:rPr lang="ko-KR" altLang="en-US" sz="1050" b="0" i="0" u="none" strike="noStrike" noProof="0">
                          <a:solidFill>
                            <a:srgbClr val="243447"/>
                          </a:solidFill>
                          <a:effectLst/>
                          <a:latin typeface="맑은 고딕"/>
                          <a:ea typeface="맑은 고딕"/>
                        </a:rPr>
                        <a:t> </a:t>
                      </a:r>
                      <a:r>
                        <a:rPr lang="en-US" altLang="ko-KR" sz="1050" b="0" i="0" u="none" strike="noStrike" noProof="0">
                          <a:solidFill>
                            <a:srgbClr val="243447"/>
                          </a:solidFill>
                          <a:effectLst/>
                          <a:latin typeface="맑은 고딕"/>
                          <a:ea typeface="맑은 고딕"/>
                        </a:rPr>
                        <a:t>LAN</a:t>
                      </a:r>
                      <a:r>
                        <a:rPr lang="ko-KR" altLang="en-US" sz="1050" b="0" i="0" u="none" strike="noStrike" noProof="0">
                          <a:solidFill>
                            <a:srgbClr val="243447"/>
                          </a:solidFill>
                          <a:effectLst/>
                          <a:latin typeface="맑은 고딕"/>
                          <a:ea typeface="맑은 고딕"/>
                        </a:rPr>
                        <a:t> </a:t>
                      </a:r>
                      <a:r>
                        <a:rPr lang="en-US" altLang="ko-KR" sz="1050" b="0" i="0" u="none" strike="noStrike" noProof="0">
                          <a:solidFill>
                            <a:srgbClr val="243447"/>
                          </a:solidFill>
                          <a:effectLst/>
                          <a:latin typeface="맑은 고딕"/>
                          <a:ea typeface="맑은 고딕"/>
                        </a:rPr>
                        <a:t>and</a:t>
                      </a:r>
                      <a:r>
                        <a:rPr lang="ko-KR" altLang="en-US" sz="1050" b="0" i="0" u="none" strike="noStrike" noProof="0">
                          <a:solidFill>
                            <a:srgbClr val="243447"/>
                          </a:solidFill>
                          <a:effectLst/>
                          <a:latin typeface="맑은 고딕"/>
                          <a:ea typeface="맑은 고딕"/>
                        </a:rPr>
                        <a:t> </a:t>
                      </a:r>
                      <a:r>
                        <a:rPr lang="en-US" altLang="ko-KR" sz="1050" b="0" i="0" u="none" strike="noStrike" noProof="0">
                          <a:solidFill>
                            <a:srgbClr val="243447"/>
                          </a:solidFill>
                          <a:effectLst/>
                          <a:latin typeface="맑은 고딕"/>
                          <a:ea typeface="맑은 고딕"/>
                        </a:rPr>
                        <a:t>Bluetooth</a:t>
                      </a:r>
                      <a:r>
                        <a:rPr lang="ko-KR" sz="1050" b="0" i="0" u="none" strike="noStrike" noProof="0">
                          <a:solidFill>
                            <a:srgbClr val="243447"/>
                          </a:solidFill>
                          <a:effectLst/>
                          <a:latin typeface="맑은 고딕"/>
                          <a:ea typeface="맑은 고딕"/>
                        </a:rPr>
                        <a:t>/</a:t>
                      </a:r>
                      <a:r>
                        <a:rPr lang="en-US" altLang="ko-KR" sz="1050" b="0" i="0" u="none" strike="noStrike" noProof="0">
                          <a:solidFill>
                            <a:srgbClr val="243447"/>
                          </a:solidFill>
                          <a:effectLst/>
                          <a:latin typeface="맑은 고딕"/>
                          <a:ea typeface="맑은 고딕"/>
                        </a:rPr>
                        <a:t>media</a:t>
                      </a:r>
                      <a:r>
                        <a:rPr lang="ko-KR" altLang="en-US" sz="1050" b="0" i="0" u="none" strike="noStrike" noProof="0">
                          <a:solidFill>
                            <a:srgbClr val="243447"/>
                          </a:solidFill>
                          <a:effectLst/>
                          <a:latin typeface="맑은 고딕"/>
                          <a:ea typeface="맑은 고딕"/>
                        </a:rPr>
                        <a:t> </a:t>
                      </a:r>
                      <a:r>
                        <a:rPr lang="en-US" altLang="ko-KR" sz="1050" b="0" i="0" u="none" strike="noStrike" noProof="0">
                          <a:solidFill>
                            <a:srgbClr val="243447"/>
                          </a:solidFill>
                          <a:effectLst/>
                          <a:latin typeface="맑은 고딕"/>
                          <a:ea typeface="맑은 고딕"/>
                        </a:rPr>
                        <a:t>interfaces.</a:t>
                      </a:r>
                      <a:r>
                        <a:rPr lang="ko-KR" altLang="en-US" sz="1050" b="0" i="0" u="none" strike="noStrike" noProof="0">
                          <a:solidFill>
                            <a:srgbClr val="243447"/>
                          </a:solidFill>
                          <a:effectLst/>
                          <a:latin typeface="맑은 고딕"/>
                          <a:ea typeface="맑은 고딕"/>
                        </a:rPr>
                        <a:t> </a:t>
                      </a:r>
                      <a:r>
                        <a:rPr lang="en-US" altLang="ko-KR" sz="1050" b="0" i="0" u="none" strike="noStrike" noProof="0">
                          <a:solidFill>
                            <a:srgbClr val="243447"/>
                          </a:solidFill>
                          <a:effectLst/>
                          <a:latin typeface="맑은 고딕"/>
                          <a:ea typeface="맑은 고딕"/>
                        </a:rPr>
                        <a:t>Explicit</a:t>
                      </a:r>
                      <a:r>
                        <a:rPr lang="ko-KR" altLang="en-US" sz="1050" b="0" i="0" u="none" strike="noStrike" noProof="0">
                          <a:solidFill>
                            <a:srgbClr val="243447"/>
                          </a:solidFill>
                          <a:effectLst/>
                          <a:latin typeface="맑은 고딕"/>
                          <a:ea typeface="맑은 고딕"/>
                        </a:rPr>
                        <a:t> </a:t>
                      </a:r>
                      <a:r>
                        <a:rPr lang="en-US" altLang="ko-KR" sz="1050" b="0" i="0" u="none" strike="noStrike" noProof="0">
                          <a:solidFill>
                            <a:srgbClr val="243447"/>
                          </a:solidFill>
                          <a:effectLst/>
                          <a:latin typeface="맑은 고딕"/>
                          <a:ea typeface="맑은 고딕"/>
                        </a:rPr>
                        <a:t>shared-folder</a:t>
                      </a:r>
                      <a:r>
                        <a:rPr lang="ko-KR" altLang="en-US" sz="1050" b="0" i="0" u="none" strike="noStrike" noProof="0">
                          <a:solidFill>
                            <a:srgbClr val="243447"/>
                          </a:solidFill>
                          <a:effectLst/>
                          <a:latin typeface="맑은 고딕"/>
                          <a:ea typeface="맑은 고딕"/>
                        </a:rPr>
                        <a:t> </a:t>
                      </a:r>
                      <a:r>
                        <a:rPr lang="en-US" altLang="ko-KR" sz="1050" b="0" i="0" u="none" strike="noStrike" noProof="0">
                          <a:solidFill>
                            <a:srgbClr val="243447"/>
                          </a:solidFill>
                          <a:effectLst/>
                          <a:latin typeface="맑은 고딕"/>
                          <a:ea typeface="맑은 고딕"/>
                        </a:rPr>
                        <a:t>control</a:t>
                      </a:r>
                      <a:r>
                        <a:rPr lang="ko-KR" altLang="en-US" sz="1050" b="0" i="0" u="none" strike="noStrike" noProof="0">
                          <a:solidFill>
                            <a:srgbClr val="243447"/>
                          </a:solidFill>
                          <a:effectLst/>
                          <a:latin typeface="맑은 고딕"/>
                          <a:ea typeface="맑은 고딕"/>
                        </a:rPr>
                        <a:t> </a:t>
                      </a:r>
                      <a:r>
                        <a:rPr lang="en-US" altLang="ko-KR" sz="1050" b="0" i="0" u="none" strike="noStrike" noProof="0">
                          <a:solidFill>
                            <a:srgbClr val="243447"/>
                          </a:solidFill>
                          <a:effectLst/>
                          <a:latin typeface="맑은 고딕"/>
                          <a:ea typeface="맑은 고딕"/>
                        </a:rPr>
                        <a:t>was</a:t>
                      </a:r>
                      <a:r>
                        <a:rPr lang="ko-KR" altLang="en-US" sz="1050" b="0" i="0" u="none" strike="noStrike" noProof="0">
                          <a:solidFill>
                            <a:srgbClr val="243447"/>
                          </a:solidFill>
                          <a:effectLst/>
                          <a:latin typeface="맑은 고딕"/>
                          <a:ea typeface="맑은 고딕"/>
                        </a:rPr>
                        <a:t> </a:t>
                      </a:r>
                      <a:r>
                        <a:rPr lang="en-US" altLang="ko-KR" sz="1050" b="0" i="0" u="none" strike="noStrike" noProof="0">
                          <a:solidFill>
                            <a:srgbClr val="243447"/>
                          </a:solidFill>
                          <a:effectLst/>
                          <a:latin typeface="맑은 고딕"/>
                          <a:ea typeface="맑은 고딕"/>
                        </a:rPr>
                        <a:t>not</a:t>
                      </a:r>
                      <a:r>
                        <a:rPr lang="ko-KR" altLang="en-US" sz="1050" b="0" i="0" u="none" strike="noStrike" noProof="0">
                          <a:solidFill>
                            <a:srgbClr val="243447"/>
                          </a:solidFill>
                          <a:effectLst/>
                          <a:latin typeface="맑은 고딕"/>
                          <a:ea typeface="맑은 고딕"/>
                        </a:rPr>
                        <a:t> </a:t>
                      </a:r>
                      <a:r>
                        <a:rPr lang="en-US" altLang="ko-KR" sz="1050" b="0" i="0" u="none" strike="noStrike" noProof="0">
                          <a:solidFill>
                            <a:srgbClr val="243447"/>
                          </a:solidFill>
                          <a:effectLst/>
                          <a:latin typeface="맑은 고딕"/>
                          <a:ea typeface="맑은 고딕"/>
                        </a:rPr>
                        <a:t>verified</a:t>
                      </a:r>
                      <a:r>
                        <a:rPr lang="ko-KR" altLang="en-US" sz="1050" b="0" i="0" u="none" strike="noStrike" noProof="0">
                          <a:solidFill>
                            <a:srgbClr val="243447"/>
                          </a:solidFill>
                          <a:effectLst/>
                          <a:latin typeface="맑은 고딕"/>
                          <a:ea typeface="맑은 고딕"/>
                        </a:rPr>
                        <a:t> </a:t>
                      </a:r>
                      <a:r>
                        <a:rPr lang="en-US" altLang="ko-KR" sz="1050" b="0" i="0" u="none" strike="noStrike" noProof="0">
                          <a:solidFill>
                            <a:srgbClr val="243447"/>
                          </a:solidFill>
                          <a:effectLst/>
                          <a:latin typeface="맑은 고딕"/>
                          <a:ea typeface="맑은 고딕"/>
                        </a:rPr>
                        <a:t>in</a:t>
                      </a:r>
                      <a:r>
                        <a:rPr lang="ko-KR" altLang="en-US" sz="1050" b="0" i="0" u="none" strike="noStrike" noProof="0">
                          <a:solidFill>
                            <a:srgbClr val="243447"/>
                          </a:solidFill>
                          <a:effectLst/>
                          <a:latin typeface="맑은 고딕"/>
                          <a:ea typeface="맑은 고딕"/>
                        </a:rPr>
                        <a:t> </a:t>
                      </a:r>
                      <a:r>
                        <a:rPr lang="en-US" altLang="ko-KR" sz="1050" b="0" i="0" u="none" strike="noStrike" noProof="0">
                          <a:solidFill>
                            <a:srgbClr val="243447"/>
                          </a:solidFill>
                          <a:effectLst/>
                          <a:latin typeface="맑은 고딕"/>
                          <a:ea typeface="맑은 고딕"/>
                        </a:rPr>
                        <a:t>reviewed</a:t>
                      </a:r>
                      <a:r>
                        <a:rPr lang="ko-KR" altLang="en-US" sz="1050" b="0" i="0" u="none" strike="noStrike" noProof="0">
                          <a:solidFill>
                            <a:srgbClr val="243447"/>
                          </a:solidFill>
                          <a:effectLst/>
                          <a:latin typeface="맑은 고딕"/>
                          <a:ea typeface="맑은 고딕"/>
                        </a:rPr>
                        <a:t> </a:t>
                      </a:r>
                      <a:r>
                        <a:rPr lang="en-US" altLang="ko-KR" sz="1050" b="0" i="0" u="none" strike="noStrike" noProof="0">
                          <a:solidFill>
                            <a:srgbClr val="243447"/>
                          </a:solidFill>
                          <a:effectLst/>
                          <a:latin typeface="맑은 고딕"/>
                          <a:ea typeface="맑은 고딕"/>
                        </a:rPr>
                        <a:t>public</a:t>
                      </a:r>
                      <a:r>
                        <a:rPr lang="ko-KR" altLang="en-US" sz="1050" b="0" i="0" u="none" strike="noStrike" noProof="0">
                          <a:solidFill>
                            <a:srgbClr val="243447"/>
                          </a:solidFill>
                          <a:effectLst/>
                          <a:latin typeface="맑은 고딕"/>
                          <a:ea typeface="맑은 고딕"/>
                        </a:rPr>
                        <a:t> </a:t>
                      </a:r>
                      <a:r>
                        <a:rPr lang="en-US" altLang="ko-KR" sz="1050" b="0" i="0" u="none" strike="noStrike" noProof="0">
                          <a:solidFill>
                            <a:srgbClr val="243447"/>
                          </a:solidFill>
                          <a:effectLst/>
                          <a:latin typeface="맑은 고딕"/>
                          <a:ea typeface="맑은 고딕"/>
                        </a:rPr>
                        <a:t>material</a:t>
                      </a:r>
                      <a:r>
                        <a:rPr lang="ko-KR" sz="1050" b="0" i="0" u="none" strike="noStrike" noProof="0">
                          <a:solidFill>
                            <a:srgbClr val="243447"/>
                          </a:solidFill>
                          <a:effectLst/>
                          <a:latin typeface="맑은 고딕"/>
                          <a:ea typeface="맑은 고딕"/>
                        </a:rPr>
                        <a:t>. [</a:t>
                      </a:r>
                      <a:r>
                        <a:rPr lang="en-US" altLang="ko-KR" sz="1050" b="0" i="0" u="none" strike="noStrike" noProof="0">
                          <a:solidFill>
                            <a:srgbClr val="243447"/>
                          </a:solidFill>
                          <a:effectLst/>
                          <a:latin typeface="맑은 고딕"/>
                          <a:ea typeface="맑은 고딕"/>
                        </a:rPr>
                        <a:t>S1,S3</a:t>
                      </a:r>
                      <a:r>
                        <a:rPr lang="ko-KR" sz="1050" b="0" i="0" u="none" strike="noStrike" noProof="0">
                          <a:solidFill>
                            <a:srgbClr val="243447"/>
                          </a:solidFill>
                          <a:effectLst/>
                          <a:latin typeface="맑은 고딕"/>
                          <a:ea typeface="맑은 고딕"/>
                        </a:rPr>
                        <a:t>]</a:t>
                      </a:r>
                      <a:endParaRPr lang="en-US">
                        <a:latin typeface="맑은 고딕"/>
                        <a:ea typeface="맑은 고딕"/>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987810952"/>
                  </a:ext>
                </a:extLst>
              </a:tr>
              <a:tr h="399290">
                <a:tc>
                  <a:txBody>
                    <a:bodyPr/>
                    <a:lstStyle/>
                    <a:p>
                      <a:pPr lvl="0" algn="l">
                        <a:buNone/>
                      </a:pPr>
                      <a:r>
                        <a:rPr lang="en-US" altLang="ko-KR" sz="1050" b="1">
                          <a:solidFill>
                            <a:srgbClr val="243447"/>
                          </a:solidFill>
                          <a:effectLst/>
                          <a:latin typeface="Arial"/>
                        </a:rPr>
                        <a:t>D1-10</a:t>
                      </a:r>
                      <a:endParaRPr lang="ko-KR" altLang="en-US" sz="1050" b="1">
                        <a:solidFill>
                          <a:srgbClr val="243447"/>
                        </a:solidFill>
                        <a:effectLst/>
                        <a:latin typeface="Arial"/>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lvl="0" algn="l">
                        <a:buNone/>
                      </a:pPr>
                      <a:r>
                        <a:rPr lang="en-US" altLang="ko-KR" sz="1050">
                          <a:solidFill>
                            <a:srgbClr val="243447"/>
                          </a:solidFill>
                          <a:effectLst/>
                          <a:latin typeface="Arial"/>
                        </a:rPr>
                        <a:t>PC</a:t>
                      </a:r>
                      <a:r>
                        <a:rPr lang="ko-KR" altLang="en-US" sz="1050">
                          <a:solidFill>
                            <a:srgbClr val="243447"/>
                          </a:solidFill>
                          <a:effectLst/>
                          <a:latin typeface="Arial"/>
                        </a:rPr>
                        <a:t> </a:t>
                      </a:r>
                      <a:r>
                        <a:rPr lang="ko-KR" sz="1050">
                          <a:solidFill>
                            <a:srgbClr val="243447"/>
                          </a:solidFill>
                          <a:effectLst/>
                          <a:latin typeface="Arial"/>
                        </a:rPr>
                        <a:t>/</a:t>
                      </a:r>
                      <a:r>
                        <a:rPr lang="ko-KR" altLang="en-US" sz="1050">
                          <a:solidFill>
                            <a:srgbClr val="243447"/>
                          </a:solidFill>
                          <a:effectLst/>
                          <a:latin typeface="Arial"/>
                        </a:rPr>
                        <a:t> </a:t>
                      </a:r>
                      <a:r>
                        <a:rPr lang="en-US" altLang="ko-KR" sz="1050">
                          <a:solidFill>
                            <a:srgbClr val="243447"/>
                          </a:solidFill>
                          <a:effectLst/>
                          <a:latin typeface="Arial"/>
                        </a:rPr>
                        <a:t>server</a:t>
                      </a:r>
                      <a:r>
                        <a:rPr lang="ko-KR" altLang="en-US" sz="1050">
                          <a:solidFill>
                            <a:srgbClr val="243447"/>
                          </a:solidFill>
                          <a:effectLst/>
                          <a:latin typeface="Arial"/>
                        </a:rPr>
                        <a:t> </a:t>
                      </a:r>
                      <a:r>
                        <a:rPr lang="en-US" altLang="ko-KR" sz="1050">
                          <a:solidFill>
                            <a:srgbClr val="243447"/>
                          </a:solidFill>
                          <a:effectLst/>
                          <a:latin typeface="Arial"/>
                        </a:rPr>
                        <a:t>data</a:t>
                      </a:r>
                      <a:r>
                        <a:rPr lang="ko-KR" altLang="en-US" sz="1050">
                          <a:solidFill>
                            <a:srgbClr val="243447"/>
                          </a:solidFill>
                          <a:effectLst/>
                          <a:latin typeface="Arial"/>
                        </a:rPr>
                        <a:t> </a:t>
                      </a:r>
                      <a:r>
                        <a:rPr lang="en-US" altLang="ko-KR" sz="1050">
                          <a:solidFill>
                            <a:srgbClr val="243447"/>
                          </a:solidFill>
                          <a:effectLst/>
                          <a:latin typeface="Arial"/>
                        </a:rPr>
                        <a:t>discovery</a:t>
                      </a:r>
                      <a:endParaRPr lang="ko-KR" altLang="en-US" sz="1050">
                        <a:solidFill>
                          <a:srgbClr val="243447"/>
                        </a:solidFill>
                        <a:effectLst/>
                        <a:latin typeface="Arial"/>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lvl="0" algn="l">
                        <a:lnSpc>
                          <a:spcPct val="100000"/>
                        </a:lnSpc>
                        <a:spcBef>
                          <a:spcPts val="0"/>
                        </a:spcBef>
                        <a:spcAft>
                          <a:spcPts val="0"/>
                        </a:spcAft>
                        <a:buNone/>
                      </a:pPr>
                      <a:r>
                        <a:rPr lang="ko-KR" sz="1100" b="1" i="0" u="none" strike="noStrike" noProof="0">
                          <a:solidFill>
                            <a:srgbClr val="956319"/>
                          </a:solidFill>
                          <a:effectLst/>
                          <a:latin typeface="Arial"/>
                          <a:cs typeface="Arial"/>
                        </a:rPr>
                        <a:t>◐</a:t>
                      </a:r>
                      <a:endParaRPr lang="ko-KR" sz="1100" b="0" i="0" u="none" strike="noStrike" noProof="0">
                        <a:solidFill>
                          <a:srgbClr val="000000"/>
                        </a:solidFill>
                        <a:effectLst/>
                        <a:latin typeface="Arial"/>
                        <a:cs typeface="Arial"/>
                      </a:endParaRPr>
                    </a:p>
                    <a:p>
                      <a:pPr lvl="0" algn="l">
                        <a:buNone/>
                      </a:pPr>
                      <a:endParaRPr lang="ko-KR" altLang="en-US" sz="1050" b="1">
                        <a:solidFill>
                          <a:srgbClr val="136F73"/>
                        </a:solidFill>
                        <a:effectLst/>
                        <a:latin typeface="Arial"/>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lvl="0" algn="l">
                        <a:buNone/>
                      </a:pPr>
                      <a:r>
                        <a:rPr lang="en-US" altLang="ko-KR" sz="1050" b="0" i="0" u="none" strike="noStrike" noProof="0">
                          <a:solidFill>
                            <a:srgbClr val="243447"/>
                          </a:solidFill>
                          <a:effectLst/>
                          <a:latin typeface="맑은 고딕"/>
                          <a:ea typeface="맑은 고딕"/>
                        </a:rPr>
                        <a:t>SaferZone</a:t>
                      </a:r>
                      <a:r>
                        <a:rPr lang="ko-KR" altLang="en-US" sz="1050" b="0" i="0" u="none" strike="noStrike" noProof="0">
                          <a:solidFill>
                            <a:srgbClr val="243447"/>
                          </a:solidFill>
                          <a:effectLst/>
                          <a:latin typeface="맑은 고딕"/>
                          <a:ea typeface="맑은 고딕"/>
                        </a:rPr>
                        <a:t> </a:t>
                      </a:r>
                      <a:r>
                        <a:rPr lang="en-US" altLang="ko-KR" sz="1050" b="0" i="0" u="none" strike="noStrike" noProof="0">
                          <a:solidFill>
                            <a:srgbClr val="243447"/>
                          </a:solidFill>
                          <a:effectLst/>
                          <a:latin typeface="맑은 고딕"/>
                          <a:ea typeface="맑은 고딕"/>
                        </a:rPr>
                        <a:t>DLP</a:t>
                      </a:r>
                      <a:r>
                        <a:rPr lang="ko-KR" altLang="en-US" sz="1050" b="0" i="0" u="none" strike="noStrike" noProof="0">
                          <a:solidFill>
                            <a:srgbClr val="243447"/>
                          </a:solidFill>
                          <a:effectLst/>
                          <a:latin typeface="맑은 고딕"/>
                          <a:ea typeface="맑은 고딕"/>
                        </a:rPr>
                        <a:t> </a:t>
                      </a:r>
                      <a:r>
                        <a:rPr lang="en-US" altLang="ko-KR" sz="1050" b="0" i="0" u="none" strike="noStrike" noProof="0">
                          <a:solidFill>
                            <a:srgbClr val="243447"/>
                          </a:solidFill>
                          <a:effectLst/>
                          <a:latin typeface="맑은 고딕"/>
                          <a:ea typeface="맑은 고딕"/>
                        </a:rPr>
                        <a:t>V10</a:t>
                      </a:r>
                      <a:r>
                        <a:rPr lang="ko-KR" altLang="en-US" sz="1050" b="0" i="0" u="none" strike="noStrike" noProof="0">
                          <a:solidFill>
                            <a:srgbClr val="243447"/>
                          </a:solidFill>
                          <a:effectLst/>
                          <a:latin typeface="맑은 고딕"/>
                          <a:ea typeface="맑은 고딕"/>
                        </a:rPr>
                        <a:t> </a:t>
                      </a:r>
                      <a:r>
                        <a:rPr lang="en-US" altLang="ko-KR" sz="1050" b="0" i="0" u="none" strike="noStrike" noProof="0">
                          <a:solidFill>
                            <a:srgbClr val="243447"/>
                          </a:solidFill>
                          <a:effectLst/>
                          <a:latin typeface="맑은 고딕"/>
                          <a:ea typeface="맑은 고딕"/>
                        </a:rPr>
                        <a:t>protects</a:t>
                      </a:r>
                      <a:r>
                        <a:rPr lang="ko-KR" altLang="en-US" sz="1050" b="0" i="0" u="none" strike="noStrike" noProof="0">
                          <a:solidFill>
                            <a:srgbClr val="243447"/>
                          </a:solidFill>
                          <a:effectLst/>
                          <a:latin typeface="맑은 고딕"/>
                          <a:ea typeface="맑은 고딕"/>
                        </a:rPr>
                        <a:t> </a:t>
                      </a:r>
                      <a:r>
                        <a:rPr lang="en-US" altLang="ko-KR" sz="1050" b="0" i="0" u="none" strike="noStrike" noProof="0">
                          <a:solidFill>
                            <a:srgbClr val="243447"/>
                          </a:solidFill>
                          <a:effectLst/>
                          <a:latin typeface="맑은 고딕"/>
                          <a:ea typeface="맑은 고딕"/>
                        </a:rPr>
                        <a:t>sensitive</a:t>
                      </a:r>
                      <a:r>
                        <a:rPr lang="ko-KR" altLang="en-US" sz="1050" b="0" i="0" u="none" strike="noStrike" noProof="0">
                          <a:solidFill>
                            <a:srgbClr val="243447"/>
                          </a:solidFill>
                          <a:effectLst/>
                          <a:latin typeface="맑은 고딕"/>
                          <a:ea typeface="맑은 고딕"/>
                        </a:rPr>
                        <a:t> </a:t>
                      </a:r>
                      <a:r>
                        <a:rPr lang="en-US" altLang="ko-KR" sz="1050" b="0" i="0" u="none" strike="noStrike" noProof="0">
                          <a:solidFill>
                            <a:srgbClr val="243447"/>
                          </a:solidFill>
                          <a:effectLst/>
                          <a:latin typeface="맑은 고딕"/>
                          <a:ea typeface="맑은 고딕"/>
                        </a:rPr>
                        <a:t>content</a:t>
                      </a:r>
                      <a:r>
                        <a:rPr lang="ko-KR" altLang="en-US" sz="1050" b="0" i="0" u="none" strike="noStrike" noProof="0">
                          <a:solidFill>
                            <a:srgbClr val="243447"/>
                          </a:solidFill>
                          <a:effectLst/>
                          <a:latin typeface="맑은 고딕"/>
                          <a:ea typeface="맑은 고딕"/>
                        </a:rPr>
                        <a:t> </a:t>
                      </a:r>
                      <a:r>
                        <a:rPr lang="en-US" altLang="ko-KR" sz="1050" b="0" i="0" u="none" strike="noStrike" noProof="0">
                          <a:solidFill>
                            <a:srgbClr val="243447"/>
                          </a:solidFill>
                          <a:effectLst/>
                          <a:latin typeface="맑은 고딕"/>
                          <a:ea typeface="맑은 고딕"/>
                        </a:rPr>
                        <a:t>stored</a:t>
                      </a:r>
                      <a:r>
                        <a:rPr lang="ko-KR" altLang="en-US" sz="1050" b="0" i="0" u="none" strike="noStrike" noProof="0">
                          <a:solidFill>
                            <a:srgbClr val="243447"/>
                          </a:solidFill>
                          <a:effectLst/>
                          <a:latin typeface="맑은 고딕"/>
                          <a:ea typeface="맑은 고딕"/>
                        </a:rPr>
                        <a:t> </a:t>
                      </a:r>
                      <a:r>
                        <a:rPr lang="en-US" altLang="ko-KR" sz="1050" b="0" i="0" u="none" strike="noStrike" noProof="0">
                          <a:solidFill>
                            <a:srgbClr val="243447"/>
                          </a:solidFill>
                          <a:effectLst/>
                          <a:latin typeface="맑은 고딕"/>
                          <a:ea typeface="맑은 고딕"/>
                        </a:rPr>
                        <a:t>on</a:t>
                      </a:r>
                      <a:r>
                        <a:rPr lang="ko-KR" sz="1050" b="0" i="0" u="none" strike="noStrike" noProof="0">
                          <a:solidFill>
                            <a:srgbClr val="243447"/>
                          </a:solidFill>
                          <a:effectLst/>
                          <a:latin typeface="맑은 고딕"/>
                          <a:ea typeface="맑은 고딕"/>
                        </a:rPr>
                        <a:t> </a:t>
                      </a:r>
                      <a:r>
                        <a:rPr lang="en-US" altLang="ko-KR" sz="1050" b="0" i="0" u="none" strike="noStrike" noProof="0">
                          <a:solidFill>
                            <a:srgbClr val="243447"/>
                          </a:solidFill>
                          <a:effectLst/>
                          <a:latin typeface="맑은 고딕"/>
                          <a:ea typeface="맑은 고딕"/>
                        </a:rPr>
                        <a:t>user</a:t>
                      </a:r>
                      <a:r>
                        <a:rPr lang="ko-KR" altLang="en-US" sz="1050" b="0" i="0" u="none" strike="noStrike" noProof="0">
                          <a:solidFill>
                            <a:srgbClr val="243447"/>
                          </a:solidFill>
                          <a:effectLst/>
                          <a:latin typeface="맑은 고딕"/>
                          <a:ea typeface="맑은 고딕"/>
                        </a:rPr>
                        <a:t> </a:t>
                      </a:r>
                      <a:r>
                        <a:rPr lang="en-US" altLang="ko-KR" sz="1050" b="0" i="0" u="none" strike="noStrike" noProof="0">
                          <a:solidFill>
                            <a:srgbClr val="243447"/>
                          </a:solidFill>
                          <a:effectLst/>
                          <a:latin typeface="맑은 고딕"/>
                          <a:ea typeface="맑은 고딕"/>
                        </a:rPr>
                        <a:t>PCs</a:t>
                      </a:r>
                      <a:r>
                        <a:rPr lang="ko-KR" altLang="en-US" sz="1050" b="0" i="0" u="none" strike="noStrike" noProof="0">
                          <a:solidFill>
                            <a:srgbClr val="243447"/>
                          </a:solidFill>
                          <a:effectLst/>
                          <a:latin typeface="맑은 고딕"/>
                          <a:ea typeface="맑은 고딕"/>
                        </a:rPr>
                        <a:t> </a:t>
                      </a:r>
                      <a:r>
                        <a:rPr lang="en-US" altLang="ko-KR" sz="1050" b="0" i="0" u="none" strike="noStrike" noProof="0">
                          <a:solidFill>
                            <a:srgbClr val="243447"/>
                          </a:solidFill>
                          <a:effectLst/>
                          <a:latin typeface="맑은 고딕"/>
                          <a:ea typeface="맑은 고딕"/>
                        </a:rPr>
                        <a:t>and</a:t>
                      </a:r>
                      <a:r>
                        <a:rPr lang="ko-KR" altLang="en-US" sz="1050" b="0" i="0" u="none" strike="noStrike" noProof="0">
                          <a:solidFill>
                            <a:srgbClr val="243447"/>
                          </a:solidFill>
                          <a:effectLst/>
                          <a:latin typeface="맑은 고딕"/>
                          <a:ea typeface="맑은 고딕"/>
                        </a:rPr>
                        <a:t> </a:t>
                      </a:r>
                      <a:r>
                        <a:rPr lang="en-US" altLang="ko-KR" sz="1050" b="0" i="0" u="none" strike="noStrike" noProof="0">
                          <a:solidFill>
                            <a:srgbClr val="243447"/>
                          </a:solidFill>
                          <a:effectLst/>
                          <a:latin typeface="맑은 고딕"/>
                          <a:ea typeface="맑은 고딕"/>
                        </a:rPr>
                        <a:t>performs</a:t>
                      </a:r>
                      <a:r>
                        <a:rPr lang="ko-KR" altLang="en-US" sz="1050" b="0" i="0" u="none" strike="noStrike" noProof="0">
                          <a:solidFill>
                            <a:srgbClr val="243447"/>
                          </a:solidFill>
                          <a:effectLst/>
                          <a:latin typeface="맑은 고딕"/>
                          <a:ea typeface="맑은 고딕"/>
                        </a:rPr>
                        <a:t> </a:t>
                      </a:r>
                      <a:r>
                        <a:rPr lang="en-US" altLang="ko-KR" sz="1050" b="0" i="0" u="none" strike="noStrike" noProof="0">
                          <a:solidFill>
                            <a:srgbClr val="243447"/>
                          </a:solidFill>
                          <a:effectLst/>
                          <a:latin typeface="맑은 고딕"/>
                          <a:ea typeface="맑은 고딕"/>
                        </a:rPr>
                        <a:t>encryption</a:t>
                      </a:r>
                      <a:r>
                        <a:rPr lang="ko-KR" sz="1050" b="0" i="0" u="none" strike="noStrike" noProof="0">
                          <a:solidFill>
                            <a:srgbClr val="243447"/>
                          </a:solidFill>
                          <a:effectLst/>
                          <a:latin typeface="맑은 고딕"/>
                          <a:ea typeface="맑은 고딕"/>
                        </a:rPr>
                        <a:t>/</a:t>
                      </a:r>
                      <a:r>
                        <a:rPr lang="en-US" altLang="ko-KR" sz="1050" b="0" i="0" u="none" strike="noStrike" noProof="0">
                          <a:solidFill>
                            <a:srgbClr val="243447"/>
                          </a:solidFill>
                          <a:effectLst/>
                          <a:latin typeface="맑은 고딕"/>
                          <a:ea typeface="맑은 고딕"/>
                        </a:rPr>
                        <a:t>deletion</a:t>
                      </a:r>
                      <a:r>
                        <a:rPr lang="ko-KR" altLang="en-US" sz="1050" b="0" i="0" u="none" strike="noStrike" noProof="0">
                          <a:solidFill>
                            <a:srgbClr val="243447"/>
                          </a:solidFill>
                          <a:effectLst/>
                          <a:latin typeface="맑은 고딕"/>
                          <a:ea typeface="맑은 고딕"/>
                        </a:rPr>
                        <a:t> </a:t>
                      </a:r>
                      <a:r>
                        <a:rPr lang="en-US" altLang="ko-KR" sz="1050" b="0" i="0" u="none" strike="noStrike" noProof="0">
                          <a:solidFill>
                            <a:srgbClr val="243447"/>
                          </a:solidFill>
                          <a:effectLst/>
                          <a:latin typeface="맑은 고딕"/>
                          <a:ea typeface="맑은 고딕"/>
                        </a:rPr>
                        <a:t>actions.</a:t>
                      </a:r>
                      <a:r>
                        <a:rPr lang="ko-KR" altLang="en-US" sz="1050" b="0" i="0" u="none" strike="noStrike" noProof="0">
                          <a:solidFill>
                            <a:srgbClr val="243447"/>
                          </a:solidFill>
                          <a:effectLst/>
                          <a:latin typeface="맑은 고딕"/>
                          <a:ea typeface="맑은 고딕"/>
                        </a:rPr>
                        <a:t> </a:t>
                      </a:r>
                      <a:r>
                        <a:rPr lang="en-US" altLang="ko-KR" sz="1050" b="0" i="0" u="none" strike="noStrike" noProof="0">
                          <a:solidFill>
                            <a:srgbClr val="243447"/>
                          </a:solidFill>
                          <a:effectLst/>
                          <a:latin typeface="맑은 고딕"/>
                          <a:ea typeface="맑은 고딕"/>
                        </a:rPr>
                        <a:t>Public</a:t>
                      </a:r>
                      <a:r>
                        <a:rPr lang="ko-KR" altLang="en-US" sz="1050" b="0" i="0" u="none" strike="noStrike" noProof="0">
                          <a:solidFill>
                            <a:srgbClr val="243447"/>
                          </a:solidFill>
                          <a:effectLst/>
                          <a:latin typeface="맑은 고딕"/>
                          <a:ea typeface="맑은 고딕"/>
                        </a:rPr>
                        <a:t> </a:t>
                      </a:r>
                      <a:r>
                        <a:rPr lang="en-US" altLang="ko-KR" sz="1050" b="0" i="0" u="none" strike="noStrike" noProof="0">
                          <a:solidFill>
                            <a:srgbClr val="243447"/>
                          </a:solidFill>
                          <a:effectLst/>
                          <a:latin typeface="맑은 고딕"/>
                          <a:ea typeface="맑은 고딕"/>
                        </a:rPr>
                        <a:t>evidence</a:t>
                      </a:r>
                      <a:r>
                        <a:rPr lang="ko-KR" altLang="en-US" sz="1050" b="0" i="0" u="none" strike="noStrike" noProof="0">
                          <a:solidFill>
                            <a:srgbClr val="243447"/>
                          </a:solidFill>
                          <a:effectLst/>
                          <a:latin typeface="맑은 고딕"/>
                          <a:ea typeface="맑은 고딕"/>
                        </a:rPr>
                        <a:t> </a:t>
                      </a:r>
                      <a:r>
                        <a:rPr lang="en-US" altLang="ko-KR" sz="1050" b="0" i="0" u="none" strike="noStrike" noProof="0">
                          <a:solidFill>
                            <a:srgbClr val="243447"/>
                          </a:solidFill>
                          <a:effectLst/>
                          <a:latin typeface="맑은 고딕"/>
                          <a:ea typeface="맑은 고딕"/>
                        </a:rPr>
                        <a:t>for</a:t>
                      </a:r>
                      <a:r>
                        <a:rPr lang="ko-KR" altLang="en-US" sz="1050" b="0" i="0" u="none" strike="noStrike" noProof="0">
                          <a:solidFill>
                            <a:srgbClr val="243447"/>
                          </a:solidFill>
                          <a:effectLst/>
                          <a:latin typeface="맑은 고딕"/>
                          <a:ea typeface="맑은 고딕"/>
                        </a:rPr>
                        <a:t> </a:t>
                      </a:r>
                      <a:r>
                        <a:rPr lang="en-US" altLang="ko-KR" sz="1050" b="0" i="0" u="none" strike="noStrike" noProof="0">
                          <a:solidFill>
                            <a:srgbClr val="243447"/>
                          </a:solidFill>
                          <a:effectLst/>
                          <a:latin typeface="맑은 고딕"/>
                          <a:ea typeface="맑은 고딕"/>
                        </a:rPr>
                        <a:t>broad</a:t>
                      </a:r>
                      <a:r>
                        <a:rPr lang="ko-KR" altLang="en-US" sz="1050" b="0" i="0" u="none" strike="noStrike" noProof="0">
                          <a:solidFill>
                            <a:srgbClr val="243447"/>
                          </a:solidFill>
                          <a:effectLst/>
                          <a:latin typeface="맑은 고딕"/>
                          <a:ea typeface="맑은 고딕"/>
                        </a:rPr>
                        <a:t> </a:t>
                      </a:r>
                      <a:r>
                        <a:rPr lang="en-US" altLang="ko-KR" sz="1050" b="0" i="0" u="none" strike="noStrike" noProof="0">
                          <a:solidFill>
                            <a:srgbClr val="243447"/>
                          </a:solidFill>
                          <a:effectLst/>
                          <a:latin typeface="맑은 고딕"/>
                          <a:ea typeface="맑은 고딕"/>
                        </a:rPr>
                        <a:t>server-side</a:t>
                      </a:r>
                      <a:r>
                        <a:rPr lang="ko-KR" altLang="en-US" sz="1050" b="0" i="0" u="none" strike="noStrike" noProof="0">
                          <a:solidFill>
                            <a:srgbClr val="243447"/>
                          </a:solidFill>
                          <a:effectLst/>
                          <a:latin typeface="맑은 고딕"/>
                          <a:ea typeface="맑은 고딕"/>
                        </a:rPr>
                        <a:t> </a:t>
                      </a:r>
                      <a:r>
                        <a:rPr lang="en-US" altLang="ko-KR" sz="1050" b="0" i="0" u="none" strike="noStrike" noProof="0">
                          <a:solidFill>
                            <a:srgbClr val="243447"/>
                          </a:solidFill>
                          <a:effectLst/>
                          <a:latin typeface="맑은 고딕"/>
                          <a:ea typeface="맑은 고딕"/>
                        </a:rPr>
                        <a:t>discovery</a:t>
                      </a:r>
                      <a:r>
                        <a:rPr lang="ko-KR" altLang="en-US" sz="1050" b="0" i="0" u="none" strike="noStrike" noProof="0">
                          <a:solidFill>
                            <a:srgbClr val="243447"/>
                          </a:solidFill>
                          <a:effectLst/>
                          <a:latin typeface="맑은 고딕"/>
                          <a:ea typeface="맑은 고딕"/>
                        </a:rPr>
                        <a:t> </a:t>
                      </a:r>
                      <a:r>
                        <a:rPr lang="en-US" altLang="ko-KR" sz="1050" b="0" i="0" u="none" strike="noStrike" noProof="0">
                          <a:solidFill>
                            <a:srgbClr val="243447"/>
                          </a:solidFill>
                          <a:effectLst/>
                          <a:latin typeface="맑은 고딕"/>
                          <a:ea typeface="맑은 고딕"/>
                        </a:rPr>
                        <a:t>comparable</a:t>
                      </a:r>
                      <a:r>
                        <a:rPr lang="ko-KR" altLang="en-US" sz="1050" b="0" i="0" u="none" strike="noStrike" noProof="0">
                          <a:solidFill>
                            <a:srgbClr val="243447"/>
                          </a:solidFill>
                          <a:effectLst/>
                          <a:latin typeface="맑은 고딕"/>
                          <a:ea typeface="맑은 고딕"/>
                        </a:rPr>
                        <a:t> </a:t>
                      </a:r>
                      <a:r>
                        <a:rPr lang="en-US" altLang="ko-KR" sz="1050" b="0" i="0" u="none" strike="noStrike" noProof="0">
                          <a:solidFill>
                            <a:srgbClr val="243447"/>
                          </a:solidFill>
                          <a:effectLst/>
                          <a:latin typeface="맑은 고딕"/>
                          <a:ea typeface="맑은 고딕"/>
                        </a:rPr>
                        <a:t>to</a:t>
                      </a:r>
                      <a:r>
                        <a:rPr lang="ko-KR" altLang="en-US" sz="1050" b="0" i="0" u="none" strike="noStrike" noProof="0">
                          <a:solidFill>
                            <a:srgbClr val="243447"/>
                          </a:solidFill>
                          <a:effectLst/>
                          <a:latin typeface="맑은 고딕"/>
                          <a:ea typeface="맑은 고딕"/>
                        </a:rPr>
                        <a:t> </a:t>
                      </a:r>
                      <a:r>
                        <a:rPr lang="en-US" altLang="ko-KR" sz="1050" b="0" i="0" u="none" strike="noStrike" noProof="0">
                          <a:solidFill>
                            <a:srgbClr val="243447"/>
                          </a:solidFill>
                          <a:effectLst/>
                          <a:latin typeface="맑은 고딕"/>
                          <a:ea typeface="맑은 고딕"/>
                        </a:rPr>
                        <a:t>a</a:t>
                      </a:r>
                      <a:r>
                        <a:rPr lang="ko-KR" altLang="en-US" sz="1050" b="0" i="0" u="none" strike="noStrike" noProof="0">
                          <a:solidFill>
                            <a:srgbClr val="243447"/>
                          </a:solidFill>
                          <a:effectLst/>
                          <a:latin typeface="맑은 고딕"/>
                          <a:ea typeface="맑은 고딕"/>
                        </a:rPr>
                        <a:t> </a:t>
                      </a:r>
                      <a:r>
                        <a:rPr lang="en-US" altLang="ko-KR" sz="1050" b="0" i="0" u="none" strike="noStrike" noProof="0">
                          <a:solidFill>
                            <a:srgbClr val="243447"/>
                          </a:solidFill>
                          <a:effectLst/>
                          <a:latin typeface="맑은 고딕"/>
                          <a:ea typeface="맑은 고딕"/>
                        </a:rPr>
                        <a:t>dedicated</a:t>
                      </a:r>
                      <a:r>
                        <a:rPr lang="ko-KR" altLang="en-US" sz="1050" b="0" i="0" u="none" strike="noStrike" noProof="0">
                          <a:solidFill>
                            <a:srgbClr val="243447"/>
                          </a:solidFill>
                          <a:effectLst/>
                          <a:latin typeface="맑은 고딕"/>
                          <a:ea typeface="맑은 고딕"/>
                        </a:rPr>
                        <a:t> </a:t>
                      </a:r>
                      <a:r>
                        <a:rPr lang="en-US" altLang="ko-KR" sz="1050" b="0" i="0" u="none" strike="noStrike" noProof="0">
                          <a:solidFill>
                            <a:srgbClr val="243447"/>
                          </a:solidFill>
                          <a:effectLst/>
                          <a:latin typeface="맑은 고딕"/>
                          <a:ea typeface="맑은 고딕"/>
                        </a:rPr>
                        <a:t>discovery</a:t>
                      </a:r>
                      <a:r>
                        <a:rPr lang="ko-KR" altLang="en-US" sz="1050" b="0" i="0" u="none" strike="noStrike" noProof="0">
                          <a:solidFill>
                            <a:srgbClr val="243447"/>
                          </a:solidFill>
                          <a:effectLst/>
                          <a:latin typeface="맑은 고딕"/>
                          <a:ea typeface="맑은 고딕"/>
                        </a:rPr>
                        <a:t> </a:t>
                      </a:r>
                      <a:r>
                        <a:rPr lang="en-US" altLang="ko-KR" sz="1050" b="0" i="0" u="none" strike="noStrike" noProof="0">
                          <a:solidFill>
                            <a:srgbClr val="243447"/>
                          </a:solidFill>
                          <a:effectLst/>
                          <a:latin typeface="맑은 고딕"/>
                          <a:ea typeface="맑은 고딕"/>
                        </a:rPr>
                        <a:t>product</a:t>
                      </a:r>
                      <a:r>
                        <a:rPr lang="ko-KR" altLang="en-US" sz="1050" b="0" i="0" u="none" strike="noStrike" noProof="0">
                          <a:solidFill>
                            <a:srgbClr val="243447"/>
                          </a:solidFill>
                          <a:effectLst/>
                          <a:latin typeface="맑은 고딕"/>
                          <a:ea typeface="맑은 고딕"/>
                        </a:rPr>
                        <a:t> </a:t>
                      </a:r>
                      <a:r>
                        <a:rPr lang="en-US" altLang="ko-KR" sz="1050" b="0" i="0" u="none" strike="noStrike" noProof="0">
                          <a:solidFill>
                            <a:srgbClr val="243447"/>
                          </a:solidFill>
                          <a:effectLst/>
                          <a:latin typeface="맑은 고딕"/>
                          <a:ea typeface="맑은 고딕"/>
                        </a:rPr>
                        <a:t>was</a:t>
                      </a:r>
                      <a:r>
                        <a:rPr lang="ko-KR" sz="1050" b="0" i="0" u="none" strike="noStrike" noProof="0">
                          <a:solidFill>
                            <a:srgbClr val="243447"/>
                          </a:solidFill>
                          <a:effectLst/>
                          <a:latin typeface="맑은 고딕"/>
                          <a:ea typeface="맑은 고딕"/>
                        </a:rPr>
                        <a:t> </a:t>
                      </a:r>
                      <a:r>
                        <a:rPr lang="en-US" altLang="ko-KR" sz="1050" b="0" i="0" u="none" strike="noStrike" noProof="0">
                          <a:solidFill>
                            <a:srgbClr val="243447"/>
                          </a:solidFill>
                          <a:effectLst/>
                          <a:latin typeface="맑은 고딕"/>
                          <a:ea typeface="맑은 고딕"/>
                        </a:rPr>
                        <a:t>not</a:t>
                      </a:r>
                      <a:r>
                        <a:rPr lang="ko-KR" altLang="en-US" sz="1050" b="0" i="0" u="none" strike="noStrike" noProof="0">
                          <a:solidFill>
                            <a:srgbClr val="243447"/>
                          </a:solidFill>
                          <a:effectLst/>
                          <a:latin typeface="맑은 고딕"/>
                          <a:ea typeface="맑은 고딕"/>
                        </a:rPr>
                        <a:t> </a:t>
                      </a:r>
                      <a:r>
                        <a:rPr lang="en-US" altLang="ko-KR" sz="1050" b="0" i="0" u="none" strike="noStrike" noProof="0">
                          <a:solidFill>
                            <a:srgbClr val="243447"/>
                          </a:solidFill>
                          <a:effectLst/>
                          <a:latin typeface="맑은 고딕"/>
                          <a:ea typeface="맑은 고딕"/>
                        </a:rPr>
                        <a:t>established</a:t>
                      </a:r>
                      <a:r>
                        <a:rPr lang="ko-KR" sz="1050" b="0" i="0" u="none" strike="noStrike" noProof="0">
                          <a:solidFill>
                            <a:srgbClr val="243447"/>
                          </a:solidFill>
                          <a:effectLst/>
                          <a:latin typeface="맑은 고딕"/>
                          <a:ea typeface="맑은 고딕"/>
                        </a:rPr>
                        <a:t>. [</a:t>
                      </a:r>
                      <a:r>
                        <a:rPr lang="en-US" altLang="ko-KR" sz="1050" b="0" i="0" u="none" strike="noStrike" noProof="0">
                          <a:solidFill>
                            <a:srgbClr val="243447"/>
                          </a:solidFill>
                          <a:effectLst/>
                          <a:latin typeface="맑은 고딕"/>
                          <a:ea typeface="맑은 고딕"/>
                        </a:rPr>
                        <a:t>S1</a:t>
                      </a:r>
                      <a:r>
                        <a:rPr lang="ko-KR" sz="1050" b="0" i="0" u="none" strike="noStrike" noProof="0">
                          <a:solidFill>
                            <a:srgbClr val="243447"/>
                          </a:solidFill>
                          <a:effectLst/>
                          <a:latin typeface="맑은 고딕"/>
                          <a:ea typeface="맑은 고딕"/>
                        </a:rPr>
                        <a:t>]</a:t>
                      </a:r>
                      <a:endParaRPr lang="en-US">
                        <a:latin typeface="맑은 고딕"/>
                        <a:ea typeface="맑은 고딕"/>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296895632"/>
                  </a:ext>
                </a:extLst>
              </a:tr>
              <a:tr h="399290">
                <a:tc>
                  <a:txBody>
                    <a:bodyPr/>
                    <a:lstStyle/>
                    <a:p>
                      <a:pPr lvl="0" algn="l">
                        <a:buNone/>
                      </a:pPr>
                      <a:r>
                        <a:rPr lang="en-US" altLang="ko-KR" sz="1050" b="1">
                          <a:solidFill>
                            <a:srgbClr val="243447"/>
                          </a:solidFill>
                          <a:effectLst/>
                          <a:latin typeface="Arial"/>
                        </a:rPr>
                        <a:t>D1-11</a:t>
                      </a:r>
                      <a:endParaRPr lang="ko-KR" altLang="en-US" sz="1050" b="1">
                        <a:solidFill>
                          <a:srgbClr val="243447"/>
                        </a:solidFill>
                        <a:effectLst/>
                        <a:latin typeface="Arial"/>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lvl="0" algn="l">
                        <a:buNone/>
                      </a:pPr>
                      <a:r>
                        <a:rPr lang="en-US" altLang="ko-KR" sz="1050">
                          <a:solidFill>
                            <a:srgbClr val="243447"/>
                          </a:solidFill>
                          <a:effectLst/>
                          <a:latin typeface="Arial"/>
                        </a:rPr>
                        <a:t>GenAI</a:t>
                      </a:r>
                      <a:r>
                        <a:rPr lang="ko-KR" altLang="en-US" sz="1050">
                          <a:solidFill>
                            <a:srgbClr val="243447"/>
                          </a:solidFill>
                          <a:effectLst/>
                          <a:latin typeface="Arial"/>
                        </a:rPr>
                        <a:t> </a:t>
                      </a:r>
                      <a:r>
                        <a:rPr lang="en-US" altLang="ko-KR" sz="1050">
                          <a:solidFill>
                            <a:srgbClr val="243447"/>
                          </a:solidFill>
                          <a:effectLst/>
                          <a:latin typeface="Arial"/>
                        </a:rPr>
                        <a:t>web</a:t>
                      </a:r>
                      <a:r>
                        <a:rPr lang="ko-KR" altLang="en-US" sz="1050">
                          <a:solidFill>
                            <a:srgbClr val="243447"/>
                          </a:solidFill>
                          <a:effectLst/>
                          <a:latin typeface="Arial"/>
                        </a:rPr>
                        <a:t> </a:t>
                      </a:r>
                      <a:r>
                        <a:rPr lang="ko-KR" sz="1050">
                          <a:solidFill>
                            <a:srgbClr val="243447"/>
                          </a:solidFill>
                          <a:effectLst/>
                          <a:latin typeface="Arial"/>
                        </a:rPr>
                        <a:t>/</a:t>
                      </a:r>
                      <a:r>
                        <a:rPr lang="ko-KR" altLang="en-US" sz="1050">
                          <a:solidFill>
                            <a:srgbClr val="243447"/>
                          </a:solidFill>
                          <a:effectLst/>
                          <a:latin typeface="Arial"/>
                        </a:rPr>
                        <a:t> </a:t>
                      </a:r>
                      <a:r>
                        <a:rPr lang="en-US" altLang="ko-KR" sz="1050">
                          <a:solidFill>
                            <a:srgbClr val="243447"/>
                          </a:solidFill>
                          <a:effectLst/>
                          <a:latin typeface="Arial"/>
                        </a:rPr>
                        <a:t>desktop</a:t>
                      </a:r>
                      <a:r>
                        <a:rPr lang="ko-KR" altLang="en-US" sz="1050">
                          <a:solidFill>
                            <a:srgbClr val="243447"/>
                          </a:solidFill>
                          <a:effectLst/>
                          <a:latin typeface="Arial"/>
                        </a:rPr>
                        <a:t> </a:t>
                      </a:r>
                      <a:r>
                        <a:rPr lang="en-US" altLang="ko-KR" sz="1050">
                          <a:solidFill>
                            <a:srgbClr val="243447"/>
                          </a:solidFill>
                          <a:effectLst/>
                          <a:latin typeface="Arial"/>
                        </a:rPr>
                        <a:t>clients</a:t>
                      </a:r>
                      <a:endParaRPr lang="ko-KR" altLang="en-US" sz="1050">
                        <a:solidFill>
                          <a:srgbClr val="243447"/>
                        </a:solidFill>
                        <a:effectLst/>
                        <a:latin typeface="Arial"/>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lvl="0" algn="l">
                        <a:lnSpc>
                          <a:spcPct val="100000"/>
                        </a:lnSpc>
                        <a:spcBef>
                          <a:spcPts val="0"/>
                        </a:spcBef>
                        <a:spcAft>
                          <a:spcPts val="0"/>
                        </a:spcAft>
                        <a:buNone/>
                      </a:pPr>
                      <a:r>
                        <a:rPr lang="ko-KR" altLang="en-US" sz="1100" b="1" i="0" u="none" strike="noStrike" noProof="0">
                          <a:solidFill>
                            <a:srgbClr val="956319"/>
                          </a:solidFill>
                          <a:effectLst/>
                          <a:latin typeface="Arial"/>
                          <a:cs typeface="Arial"/>
                        </a:rPr>
                        <a:t>◐</a:t>
                      </a:r>
                      <a:endParaRPr lang="ko-KR" altLang="en-US" sz="1100" b="0" i="0" u="none" strike="noStrike" noProof="0">
                        <a:solidFill>
                          <a:srgbClr val="000000"/>
                        </a:solidFill>
                        <a:effectLst/>
                        <a:latin typeface="Arial"/>
                        <a:cs typeface="Arial"/>
                      </a:endParaRPr>
                    </a:p>
                    <a:p>
                      <a:pPr lvl="0" algn="l">
                        <a:lnSpc>
                          <a:spcPct val="100000"/>
                        </a:lnSpc>
                        <a:spcBef>
                          <a:spcPts val="0"/>
                        </a:spcBef>
                        <a:spcAft>
                          <a:spcPts val="0"/>
                        </a:spcAft>
                        <a:buNone/>
                      </a:pPr>
                      <a:endParaRPr lang="ko-KR" sz="1050" b="1" i="0" u="none" strike="noStrike" noProof="0">
                        <a:solidFill>
                          <a:srgbClr val="136F73"/>
                        </a:solidFill>
                        <a:effectLst/>
                        <a:latin typeface="Arial"/>
                        <a:cs typeface="Arial"/>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lvl="0" algn="l">
                        <a:buNone/>
                      </a:pPr>
                      <a:r>
                        <a:rPr lang="en-US" altLang="ko-KR" sz="1050" b="0" i="0" u="none" strike="noStrike" noProof="0">
                          <a:solidFill>
                            <a:srgbClr val="243447"/>
                          </a:solidFill>
                          <a:effectLst/>
                          <a:latin typeface="맑은 고딕"/>
                          <a:ea typeface="맑은 고딕"/>
                        </a:rPr>
                        <a:t>SaferZone</a:t>
                      </a:r>
                      <a:r>
                        <a:rPr lang="ko-KR" altLang="en-US" sz="1050" b="0" i="0" u="none" strike="noStrike" noProof="0">
                          <a:solidFill>
                            <a:srgbClr val="243447"/>
                          </a:solidFill>
                          <a:effectLst/>
                          <a:latin typeface="맑은 고딕"/>
                          <a:ea typeface="맑은 고딕"/>
                        </a:rPr>
                        <a:t> </a:t>
                      </a:r>
                      <a:r>
                        <a:rPr lang="en-US" altLang="ko-KR" sz="1050" b="0" i="0" u="none" strike="noStrike" noProof="0">
                          <a:solidFill>
                            <a:srgbClr val="243447"/>
                          </a:solidFill>
                          <a:effectLst/>
                          <a:latin typeface="맑은 고딕"/>
                          <a:ea typeface="맑은 고딕"/>
                        </a:rPr>
                        <a:t>currently</a:t>
                      </a:r>
                      <a:r>
                        <a:rPr lang="ko-KR" altLang="en-US" sz="1050" b="0" i="0" u="none" strike="noStrike" noProof="0">
                          <a:solidFill>
                            <a:srgbClr val="243447"/>
                          </a:solidFill>
                          <a:effectLst/>
                          <a:latin typeface="맑은 고딕"/>
                          <a:ea typeface="맑은 고딕"/>
                        </a:rPr>
                        <a:t> </a:t>
                      </a:r>
                      <a:r>
                        <a:rPr lang="en-US" altLang="ko-KR" sz="1050" b="0" i="0" u="none" strike="noStrike" noProof="0">
                          <a:solidFill>
                            <a:srgbClr val="243447"/>
                          </a:solidFill>
                          <a:effectLst/>
                          <a:latin typeface="맑은 고딕"/>
                          <a:ea typeface="맑은 고딕"/>
                        </a:rPr>
                        <a:t>lists</a:t>
                      </a:r>
                      <a:r>
                        <a:rPr lang="ko-KR" altLang="en-US" sz="1050" b="0" i="0" u="none" strike="noStrike" noProof="0">
                          <a:solidFill>
                            <a:srgbClr val="243447"/>
                          </a:solidFill>
                          <a:effectLst/>
                          <a:latin typeface="맑은 고딕"/>
                          <a:ea typeface="맑은 고딕"/>
                        </a:rPr>
                        <a:t> </a:t>
                      </a:r>
                      <a:r>
                        <a:rPr lang="en-US" altLang="ko-KR" sz="1050" b="0" i="0" u="none" strike="noStrike" noProof="0">
                          <a:solidFill>
                            <a:srgbClr val="243447"/>
                          </a:solidFill>
                          <a:effectLst/>
                          <a:latin typeface="맑은 고딕"/>
                          <a:ea typeface="맑은 고딕"/>
                        </a:rPr>
                        <a:t>a</a:t>
                      </a:r>
                      <a:r>
                        <a:rPr lang="ko-KR" altLang="en-US" sz="1050" b="0" i="0" u="none" strike="noStrike" noProof="0">
                          <a:solidFill>
                            <a:srgbClr val="243447"/>
                          </a:solidFill>
                          <a:effectLst/>
                          <a:latin typeface="맑은 고딕"/>
                          <a:ea typeface="맑은 고딕"/>
                        </a:rPr>
                        <a:t> </a:t>
                      </a:r>
                      <a:r>
                        <a:rPr lang="en-US" altLang="ko-KR" sz="1050" b="0" i="0" u="none" strike="noStrike" noProof="0">
                          <a:solidFill>
                            <a:srgbClr val="243447"/>
                          </a:solidFill>
                          <a:effectLst/>
                          <a:latin typeface="맑은 고딕"/>
                          <a:ea typeface="맑은 고딕"/>
                        </a:rPr>
                        <a:t>dedicated</a:t>
                      </a:r>
                      <a:r>
                        <a:rPr lang="ko-KR" altLang="en-US" sz="1050" b="0" i="0" u="none" strike="noStrike" noProof="0">
                          <a:solidFill>
                            <a:srgbClr val="243447"/>
                          </a:solidFill>
                          <a:effectLst/>
                          <a:latin typeface="맑은 고딕"/>
                          <a:ea typeface="맑은 고딕"/>
                        </a:rPr>
                        <a:t> </a:t>
                      </a:r>
                      <a:r>
                        <a:rPr lang="en-US" altLang="ko-KR" sz="1050" b="1" i="0" u="none" strike="noStrike" noProof="0">
                          <a:solidFill>
                            <a:srgbClr val="243447"/>
                          </a:solidFill>
                          <a:effectLst/>
                          <a:latin typeface="맑은 고딕"/>
                          <a:ea typeface="맑은 고딕"/>
                        </a:rPr>
                        <a:t>AI</a:t>
                      </a:r>
                      <a:r>
                        <a:rPr lang="ko-KR" altLang="en-US" sz="1050" b="1" i="0" u="none" strike="noStrike" noProof="0">
                          <a:solidFill>
                            <a:srgbClr val="243447"/>
                          </a:solidFill>
                          <a:effectLst/>
                          <a:latin typeface="맑은 고딕"/>
                          <a:ea typeface="맑은 고딕"/>
                        </a:rPr>
                        <a:t> </a:t>
                      </a:r>
                      <a:r>
                        <a:rPr lang="en-US" altLang="ko-KR" sz="1050" b="1" i="0" u="none" strike="noStrike" noProof="0">
                          <a:solidFill>
                            <a:srgbClr val="243447"/>
                          </a:solidFill>
                          <a:effectLst/>
                          <a:latin typeface="맑은 고딕"/>
                          <a:ea typeface="맑은 고딕"/>
                        </a:rPr>
                        <a:t>DLP</a:t>
                      </a:r>
                      <a:r>
                        <a:rPr lang="ko-KR" altLang="en-US" sz="1050" b="0" i="0" u="none" strike="noStrike" noProof="0">
                          <a:solidFill>
                            <a:srgbClr val="243447"/>
                          </a:solidFill>
                          <a:effectLst/>
                          <a:latin typeface="맑은 고딕"/>
                          <a:ea typeface="맑은 고딕"/>
                        </a:rPr>
                        <a:t> </a:t>
                      </a:r>
                      <a:r>
                        <a:rPr lang="en-US" altLang="ko-KR" sz="1050" b="0" i="0" u="none" strike="noStrike" noProof="0">
                          <a:solidFill>
                            <a:srgbClr val="243447"/>
                          </a:solidFill>
                          <a:effectLst/>
                          <a:latin typeface="맑은 고딕"/>
                          <a:ea typeface="맑은 고딕"/>
                        </a:rPr>
                        <a:t>product</a:t>
                      </a:r>
                      <a:r>
                        <a:rPr lang="ko-KR" altLang="en-US" sz="1050" b="0" i="0" u="none" strike="noStrike" noProof="0">
                          <a:solidFill>
                            <a:srgbClr val="243447"/>
                          </a:solidFill>
                          <a:effectLst/>
                          <a:latin typeface="맑은 고딕"/>
                          <a:ea typeface="맑은 고딕"/>
                        </a:rPr>
                        <a:t> </a:t>
                      </a:r>
                      <a:r>
                        <a:rPr lang="en-US" altLang="ko-KR" sz="1050" b="0" i="0" u="none" strike="noStrike" noProof="0">
                          <a:solidFill>
                            <a:srgbClr val="243447"/>
                          </a:solidFill>
                          <a:effectLst/>
                          <a:latin typeface="맑은 고딕"/>
                          <a:ea typeface="맑은 고딕"/>
                        </a:rPr>
                        <a:t>within</a:t>
                      </a:r>
                      <a:r>
                        <a:rPr lang="ko-KR" altLang="en-US" sz="1050" b="0" i="0" u="none" strike="noStrike" noProof="0">
                          <a:solidFill>
                            <a:srgbClr val="243447"/>
                          </a:solidFill>
                          <a:effectLst/>
                          <a:latin typeface="맑은 고딕"/>
                          <a:ea typeface="맑은 고딕"/>
                        </a:rPr>
                        <a:t> </a:t>
                      </a:r>
                      <a:r>
                        <a:rPr lang="en-US" altLang="ko-KR" sz="1050" b="0" i="0" u="none" strike="noStrike" noProof="0">
                          <a:solidFill>
                            <a:srgbClr val="243447"/>
                          </a:solidFill>
                          <a:effectLst/>
                          <a:latin typeface="맑은 고딕"/>
                          <a:ea typeface="맑은 고딕"/>
                        </a:rPr>
                        <a:t>its</a:t>
                      </a:r>
                      <a:r>
                        <a:rPr lang="ko-KR" altLang="en-US" sz="1050" b="0" i="0" u="none" strike="noStrike" noProof="0">
                          <a:solidFill>
                            <a:srgbClr val="243447"/>
                          </a:solidFill>
                          <a:effectLst/>
                          <a:latin typeface="맑은 고딕"/>
                          <a:ea typeface="맑은 고딕"/>
                        </a:rPr>
                        <a:t> </a:t>
                      </a:r>
                      <a:r>
                        <a:rPr lang="en-US" altLang="ko-KR" sz="1050" b="0" i="0" u="none" strike="noStrike" noProof="0">
                          <a:solidFill>
                            <a:srgbClr val="243447"/>
                          </a:solidFill>
                          <a:effectLst/>
                          <a:latin typeface="맑은 고딕"/>
                          <a:ea typeface="맑은 고딕"/>
                        </a:rPr>
                        <a:t>endpoint-security</a:t>
                      </a:r>
                      <a:r>
                        <a:rPr lang="ko-KR" altLang="en-US" sz="1050" b="0" i="0" u="none" strike="noStrike" noProof="0">
                          <a:solidFill>
                            <a:srgbClr val="243447"/>
                          </a:solidFill>
                          <a:effectLst/>
                          <a:latin typeface="맑은 고딕"/>
                          <a:ea typeface="맑은 고딕"/>
                        </a:rPr>
                        <a:t> </a:t>
                      </a:r>
                      <a:r>
                        <a:rPr lang="en-US" altLang="ko-KR" sz="1050" b="0" i="0" u="none" strike="noStrike" noProof="0">
                          <a:solidFill>
                            <a:srgbClr val="243447"/>
                          </a:solidFill>
                          <a:effectLst/>
                          <a:latin typeface="맑은 고딕"/>
                          <a:ea typeface="맑은 고딕"/>
                        </a:rPr>
                        <a:t>portfolio</a:t>
                      </a:r>
                      <a:r>
                        <a:rPr lang="ko-KR" sz="1050" b="0" i="0" u="none" strike="noStrike" noProof="0">
                          <a:solidFill>
                            <a:srgbClr val="243447"/>
                          </a:solidFill>
                          <a:effectLst/>
                          <a:latin typeface="맑은 고딕"/>
                          <a:ea typeface="맑은 고딕"/>
                        </a:rPr>
                        <a:t>, </a:t>
                      </a:r>
                      <a:r>
                        <a:rPr lang="en-US" altLang="ko-KR" sz="1050" b="0" i="0" u="none" strike="noStrike" noProof="0">
                          <a:solidFill>
                            <a:srgbClr val="243447"/>
                          </a:solidFill>
                          <a:effectLst/>
                          <a:latin typeface="맑은 고딕"/>
                          <a:ea typeface="맑은 고딕"/>
                        </a:rPr>
                        <a:t>but</a:t>
                      </a:r>
                      <a:r>
                        <a:rPr lang="ko-KR" altLang="en-US" sz="1050" b="0" i="0" u="none" strike="noStrike" noProof="0">
                          <a:solidFill>
                            <a:srgbClr val="243447"/>
                          </a:solidFill>
                          <a:effectLst/>
                          <a:latin typeface="맑은 고딕"/>
                          <a:ea typeface="맑은 고딕"/>
                        </a:rPr>
                        <a:t> </a:t>
                      </a:r>
                      <a:r>
                        <a:rPr lang="en-US" altLang="ko-KR" sz="1050" b="0" i="0" u="none" strike="noStrike" noProof="0">
                          <a:solidFill>
                            <a:srgbClr val="243447"/>
                          </a:solidFill>
                          <a:effectLst/>
                          <a:latin typeface="맑은 고딕"/>
                          <a:ea typeface="맑은 고딕"/>
                        </a:rPr>
                        <a:t>the</a:t>
                      </a:r>
                      <a:r>
                        <a:rPr lang="ko-KR" altLang="en-US" sz="1050" b="0" i="0" u="none" strike="noStrike" noProof="0">
                          <a:solidFill>
                            <a:srgbClr val="243447"/>
                          </a:solidFill>
                          <a:effectLst/>
                          <a:latin typeface="맑은 고딕"/>
                          <a:ea typeface="맑은 고딕"/>
                        </a:rPr>
                        <a:t> </a:t>
                      </a:r>
                      <a:r>
                        <a:rPr lang="en-US" altLang="ko-KR" sz="1050" b="0" i="0" u="none" strike="noStrike" noProof="0">
                          <a:solidFill>
                            <a:srgbClr val="243447"/>
                          </a:solidFill>
                          <a:effectLst/>
                          <a:latin typeface="맑은 고딕"/>
                          <a:ea typeface="맑은 고딕"/>
                        </a:rPr>
                        <a:t>public</a:t>
                      </a:r>
                      <a:r>
                        <a:rPr lang="ko-KR" altLang="en-US" sz="1050" b="0" i="0" u="none" strike="noStrike" noProof="0">
                          <a:solidFill>
                            <a:srgbClr val="243447"/>
                          </a:solidFill>
                          <a:effectLst/>
                          <a:latin typeface="맑은 고딕"/>
                          <a:ea typeface="맑은 고딕"/>
                        </a:rPr>
                        <a:t> </a:t>
                      </a:r>
                      <a:r>
                        <a:rPr lang="en-US" altLang="ko-KR" sz="1050" b="0" i="0" u="none" strike="noStrike" noProof="0">
                          <a:solidFill>
                            <a:srgbClr val="243447"/>
                          </a:solidFill>
                          <a:effectLst/>
                          <a:latin typeface="맑은 고딕"/>
                          <a:ea typeface="맑은 고딕"/>
                        </a:rPr>
                        <a:t>material</a:t>
                      </a:r>
                      <a:r>
                        <a:rPr lang="ko-KR" altLang="en-US" sz="1050" b="0" i="0" u="none" strike="noStrike" noProof="0">
                          <a:solidFill>
                            <a:srgbClr val="243447"/>
                          </a:solidFill>
                          <a:effectLst/>
                          <a:latin typeface="맑은 고딕"/>
                          <a:ea typeface="맑은 고딕"/>
                        </a:rPr>
                        <a:t> </a:t>
                      </a:r>
                      <a:r>
                        <a:rPr lang="en-US" altLang="ko-KR" sz="1050" b="0" i="0" u="none" strike="noStrike" noProof="0">
                          <a:solidFill>
                            <a:srgbClr val="243447"/>
                          </a:solidFill>
                          <a:effectLst/>
                          <a:latin typeface="맑은 고딕"/>
                          <a:ea typeface="맑은 고딕"/>
                        </a:rPr>
                        <a:t>reviewed</a:t>
                      </a:r>
                      <a:r>
                        <a:rPr lang="ko-KR" altLang="en-US" sz="1050" b="0" i="0" u="none" strike="noStrike" noProof="0">
                          <a:solidFill>
                            <a:srgbClr val="243447"/>
                          </a:solidFill>
                          <a:effectLst/>
                          <a:latin typeface="맑은 고딕"/>
                          <a:ea typeface="맑은 고딕"/>
                        </a:rPr>
                        <a:t> </a:t>
                      </a:r>
                      <a:r>
                        <a:rPr lang="en-US" altLang="ko-KR" sz="1050" b="0" i="0" u="none" strike="noStrike" noProof="0">
                          <a:solidFill>
                            <a:srgbClr val="243447"/>
                          </a:solidFill>
                          <a:effectLst/>
                          <a:latin typeface="맑은 고딕"/>
                          <a:ea typeface="맑은 고딕"/>
                        </a:rPr>
                        <a:t>did</a:t>
                      </a:r>
                      <a:r>
                        <a:rPr lang="ko-KR" altLang="en-US" sz="1050" b="0" i="0" u="none" strike="noStrike" noProof="0">
                          <a:solidFill>
                            <a:srgbClr val="243447"/>
                          </a:solidFill>
                          <a:effectLst/>
                          <a:latin typeface="맑은 고딕"/>
                          <a:ea typeface="맑은 고딕"/>
                        </a:rPr>
                        <a:t> </a:t>
                      </a:r>
                      <a:r>
                        <a:rPr lang="en-US" altLang="ko-KR" sz="1050" b="0" i="0" u="none" strike="noStrike" noProof="0">
                          <a:solidFill>
                            <a:srgbClr val="243447"/>
                          </a:solidFill>
                          <a:effectLst/>
                          <a:latin typeface="맑은 고딕"/>
                          <a:ea typeface="맑은 고딕"/>
                        </a:rPr>
                        <a:t>not</a:t>
                      </a:r>
                      <a:r>
                        <a:rPr lang="ko-KR" altLang="en-US" sz="1050" b="0" i="0" u="none" strike="noStrike" noProof="0">
                          <a:solidFill>
                            <a:srgbClr val="243447"/>
                          </a:solidFill>
                          <a:effectLst/>
                          <a:latin typeface="맑은 고딕"/>
                          <a:ea typeface="맑은 고딕"/>
                        </a:rPr>
                        <a:t> </a:t>
                      </a:r>
                      <a:r>
                        <a:rPr lang="en-US" altLang="ko-KR" sz="1050" b="0" i="0" u="none" strike="noStrike" noProof="0">
                          <a:solidFill>
                            <a:srgbClr val="243447"/>
                          </a:solidFill>
                          <a:effectLst/>
                          <a:latin typeface="맑은 고딕"/>
                          <a:ea typeface="맑은 고딕"/>
                        </a:rPr>
                        <a:t>establish</a:t>
                      </a:r>
                      <a:r>
                        <a:rPr lang="ko-KR" altLang="en-US" sz="1050" b="0" i="0" u="none" strike="noStrike" noProof="0">
                          <a:solidFill>
                            <a:srgbClr val="243447"/>
                          </a:solidFill>
                          <a:effectLst/>
                          <a:latin typeface="맑은 고딕"/>
                          <a:ea typeface="맑은 고딕"/>
                        </a:rPr>
                        <a:t> </a:t>
                      </a:r>
                      <a:r>
                        <a:rPr lang="en-US" altLang="ko-KR" sz="1050" b="0" i="0" u="none" strike="noStrike" noProof="0">
                          <a:solidFill>
                            <a:srgbClr val="243447"/>
                          </a:solidFill>
                          <a:effectLst/>
                          <a:latin typeface="맑은 고딕"/>
                          <a:ea typeface="맑은 고딕"/>
                        </a:rPr>
                        <a:t>a</a:t>
                      </a:r>
                      <a:r>
                        <a:rPr lang="ko-KR" altLang="en-US" sz="1050" b="0" i="0" u="none" strike="noStrike" noProof="0">
                          <a:solidFill>
                            <a:srgbClr val="243447"/>
                          </a:solidFill>
                          <a:effectLst/>
                          <a:latin typeface="맑은 고딕"/>
                          <a:ea typeface="맑은 고딕"/>
                        </a:rPr>
                        <a:t> </a:t>
                      </a:r>
                      <a:r>
                        <a:rPr lang="en-US" altLang="ko-KR" sz="1050" b="0" i="0" u="none" strike="noStrike" noProof="0">
                          <a:solidFill>
                            <a:srgbClr val="243447"/>
                          </a:solidFill>
                          <a:effectLst/>
                          <a:latin typeface="맑은 고딕"/>
                          <a:ea typeface="맑은 고딕"/>
                        </a:rPr>
                        <a:t>complete</a:t>
                      </a:r>
                      <a:r>
                        <a:rPr lang="ko-KR" altLang="en-US" sz="1050" b="0" i="0" u="none" strike="noStrike" noProof="0">
                          <a:solidFill>
                            <a:srgbClr val="243447"/>
                          </a:solidFill>
                          <a:effectLst/>
                          <a:latin typeface="맑은 고딕"/>
                          <a:ea typeface="맑은 고딕"/>
                        </a:rPr>
                        <a:t> </a:t>
                      </a:r>
                      <a:r>
                        <a:rPr lang="en-US" altLang="ko-KR" sz="1050" b="0" i="0" u="none" strike="noStrike" noProof="0">
                          <a:solidFill>
                            <a:srgbClr val="243447"/>
                          </a:solidFill>
                          <a:effectLst/>
                          <a:latin typeface="맑은 고딕"/>
                          <a:ea typeface="맑은 고딕"/>
                        </a:rPr>
                        <a:t>web/desktop</a:t>
                      </a:r>
                      <a:r>
                        <a:rPr lang="ko-KR" altLang="en-US" sz="1050" b="0" i="0" u="none" strike="noStrike" noProof="0">
                          <a:solidFill>
                            <a:srgbClr val="243447"/>
                          </a:solidFill>
                          <a:effectLst/>
                          <a:latin typeface="맑은 고딕"/>
                          <a:ea typeface="맑은 고딕"/>
                        </a:rPr>
                        <a:t> </a:t>
                      </a:r>
                      <a:r>
                        <a:rPr lang="ko-KR" sz="1050" b="0" i="0" u="none" strike="noStrike" noProof="0">
                          <a:solidFill>
                            <a:srgbClr val="243447"/>
                          </a:solidFill>
                          <a:effectLst/>
                          <a:latin typeface="맑은 고딕"/>
                          <a:ea typeface="맑은 고딕"/>
                        </a:rPr>
                        <a:t>GenAI </a:t>
                      </a:r>
                      <a:r>
                        <a:rPr lang="en-US" altLang="ko-KR" sz="1050" b="0" i="0" u="none" strike="noStrike" noProof="0">
                          <a:solidFill>
                            <a:srgbClr val="243447"/>
                          </a:solidFill>
                          <a:effectLst/>
                          <a:latin typeface="맑은 고딕"/>
                          <a:ea typeface="맑은 고딕"/>
                        </a:rPr>
                        <a:t>application</a:t>
                      </a:r>
                      <a:r>
                        <a:rPr lang="ko-KR" sz="1050" b="0" i="0" u="none" strike="noStrike" noProof="0">
                          <a:solidFill>
                            <a:srgbClr val="243447"/>
                          </a:solidFill>
                          <a:effectLst/>
                          <a:latin typeface="맑은 고딕"/>
                          <a:ea typeface="맑은 고딕"/>
                        </a:rPr>
                        <a:t> coverage</a:t>
                      </a:r>
                      <a:r>
                        <a:rPr lang="ko-KR" altLang="en-US" sz="1050" b="0" i="0" u="none" strike="noStrike" noProof="0">
                          <a:solidFill>
                            <a:srgbClr val="243447"/>
                          </a:solidFill>
                          <a:effectLst/>
                          <a:latin typeface="맑은 고딕"/>
                          <a:ea typeface="맑은 고딕"/>
                        </a:rPr>
                        <a:t> </a:t>
                      </a:r>
                      <a:r>
                        <a:rPr lang="en-US" altLang="ko-KR" sz="1050" b="0" i="0" u="none" strike="noStrike" noProof="0">
                          <a:solidFill>
                            <a:srgbClr val="243447"/>
                          </a:solidFill>
                          <a:effectLst/>
                          <a:latin typeface="맑은 고딕"/>
                          <a:ea typeface="맑은 고딕"/>
                        </a:rPr>
                        <a:t>matrix</a:t>
                      </a:r>
                      <a:r>
                        <a:rPr lang="ko-KR" sz="1050" b="0" i="0" u="none" strike="noStrike" noProof="0">
                          <a:solidFill>
                            <a:srgbClr val="243447"/>
                          </a:solidFill>
                          <a:effectLst/>
                          <a:latin typeface="맑은 고딕"/>
                          <a:ea typeface="맑은 고딕"/>
                        </a:rPr>
                        <a:t>. [</a:t>
                      </a:r>
                      <a:r>
                        <a:rPr lang="en-US" altLang="ko-KR" sz="1050" b="0" i="0" u="none" strike="noStrike" noProof="0">
                          <a:solidFill>
                            <a:srgbClr val="243447"/>
                          </a:solidFill>
                          <a:effectLst/>
                          <a:latin typeface="맑은 고딕"/>
                          <a:ea typeface="맑은 고딕"/>
                        </a:rPr>
                        <a:t>S2</a:t>
                      </a:r>
                      <a:r>
                        <a:rPr lang="ko-KR" sz="1050" b="0" i="0" u="none" strike="noStrike" noProof="0">
                          <a:solidFill>
                            <a:srgbClr val="243447"/>
                          </a:solidFill>
                          <a:effectLst/>
                          <a:latin typeface="맑은 고딕"/>
                          <a:ea typeface="맑은 고딕"/>
                        </a:rPr>
                        <a:t>]</a:t>
                      </a:r>
                      <a:endParaRPr lang="en-US">
                        <a:latin typeface="맑은 고딕"/>
                        <a:ea typeface="맑은 고딕"/>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3600356436"/>
                  </a:ext>
                </a:extLst>
              </a:tr>
              <a:tr h="399290">
                <a:tc>
                  <a:txBody>
                    <a:bodyPr/>
                    <a:lstStyle/>
                    <a:p>
                      <a:pPr lvl="0" algn="l">
                        <a:buNone/>
                      </a:pPr>
                      <a:r>
                        <a:rPr lang="en-US" altLang="ko-KR" sz="1050" b="1">
                          <a:solidFill>
                            <a:srgbClr val="243447"/>
                          </a:solidFill>
                          <a:effectLst/>
                          <a:latin typeface="Arial"/>
                        </a:rPr>
                        <a:t>D1-12</a:t>
                      </a:r>
                      <a:endParaRPr lang="ko-KR" altLang="en-US" sz="1050" b="1">
                        <a:solidFill>
                          <a:srgbClr val="243447"/>
                        </a:solidFill>
                        <a:effectLst/>
                        <a:latin typeface="Arial"/>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lvl="0" algn="l">
                        <a:buNone/>
                      </a:pPr>
                      <a:r>
                        <a:rPr lang="en-US" altLang="ko-KR" sz="1050">
                          <a:solidFill>
                            <a:srgbClr val="243447"/>
                          </a:solidFill>
                          <a:effectLst/>
                          <a:latin typeface="Arial"/>
                        </a:rPr>
                        <a:t>LLM</a:t>
                      </a:r>
                      <a:r>
                        <a:rPr lang="ko-KR" altLang="en-US" sz="1050">
                          <a:solidFill>
                            <a:srgbClr val="243447"/>
                          </a:solidFill>
                          <a:effectLst/>
                          <a:latin typeface="Arial"/>
                        </a:rPr>
                        <a:t> </a:t>
                      </a:r>
                      <a:r>
                        <a:rPr lang="en-US" altLang="ko-KR" sz="1050">
                          <a:solidFill>
                            <a:srgbClr val="243447"/>
                          </a:solidFill>
                          <a:effectLst/>
                          <a:latin typeface="Arial"/>
                        </a:rPr>
                        <a:t>API</a:t>
                      </a:r>
                      <a:r>
                        <a:rPr lang="ko-KR" altLang="en-US" sz="1050">
                          <a:solidFill>
                            <a:srgbClr val="243447"/>
                          </a:solidFill>
                          <a:effectLst/>
                          <a:latin typeface="Arial"/>
                        </a:rPr>
                        <a:t> </a:t>
                      </a:r>
                      <a:r>
                        <a:rPr lang="en-US" altLang="ko-KR" sz="1050">
                          <a:solidFill>
                            <a:srgbClr val="243447"/>
                          </a:solidFill>
                          <a:effectLst/>
                          <a:latin typeface="Arial"/>
                        </a:rPr>
                        <a:t>traffic</a:t>
                      </a:r>
                      <a:endParaRPr lang="ko-KR" altLang="en-US" sz="1050">
                        <a:solidFill>
                          <a:srgbClr val="243447"/>
                        </a:solidFill>
                        <a:effectLst/>
                        <a:latin typeface="Arial"/>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lvl="0" algn="l">
                        <a:buNone/>
                      </a:pPr>
                      <a:r>
                        <a:rPr lang="en-US" altLang="ko-KR" sz="1050" b="1">
                          <a:solidFill>
                            <a:srgbClr val="5E6C7A"/>
                          </a:solidFill>
                          <a:effectLst/>
                          <a:latin typeface="Arial"/>
                        </a:rPr>
                        <a:t>?</a:t>
                      </a:r>
                      <a:endParaRPr lang="ko-KR" altLang="en-US" sz="1050" b="1">
                        <a:solidFill>
                          <a:srgbClr val="5E6C7A"/>
                        </a:solidFill>
                        <a:effectLst/>
                        <a:latin typeface="Arial"/>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lvl="0" algn="l">
                        <a:buNone/>
                      </a:pPr>
                      <a:r>
                        <a:rPr lang="en-US" altLang="ko-KR" sz="1050" b="0" i="0" u="none" strike="noStrike" noProof="0">
                          <a:solidFill>
                            <a:srgbClr val="243447"/>
                          </a:solidFill>
                          <a:effectLst/>
                          <a:latin typeface="맑은 고딕"/>
                          <a:ea typeface="맑은 고딕"/>
                        </a:rPr>
                        <a:t>No</a:t>
                      </a:r>
                      <a:r>
                        <a:rPr lang="ko-KR" sz="1050" b="0" i="0" u="none" strike="noStrike" noProof="0">
                          <a:solidFill>
                            <a:srgbClr val="243447"/>
                          </a:solidFill>
                          <a:effectLst/>
                          <a:latin typeface="맑은 고딕"/>
                          <a:ea typeface="맑은 고딕"/>
                        </a:rPr>
                        <a:t> </a:t>
                      </a:r>
                      <a:r>
                        <a:rPr lang="en-US" altLang="ko-KR" sz="1050" b="0" i="0" u="none" strike="noStrike" noProof="0">
                          <a:solidFill>
                            <a:srgbClr val="243447"/>
                          </a:solidFill>
                          <a:effectLst/>
                          <a:latin typeface="맑은 고딕"/>
                          <a:ea typeface="맑은 고딕"/>
                        </a:rPr>
                        <a:t>explicit</a:t>
                      </a:r>
                      <a:r>
                        <a:rPr lang="ko-KR" altLang="en-US" sz="1050" b="0" i="0" u="none" strike="noStrike" noProof="0">
                          <a:solidFill>
                            <a:srgbClr val="243447"/>
                          </a:solidFill>
                          <a:effectLst/>
                          <a:latin typeface="맑은 고딕"/>
                          <a:ea typeface="맑은 고딕"/>
                        </a:rPr>
                        <a:t> </a:t>
                      </a:r>
                      <a:r>
                        <a:rPr lang="en-US" altLang="ko-KR" sz="1050" b="0" i="0" u="none" strike="noStrike" noProof="0">
                          <a:solidFill>
                            <a:srgbClr val="243447"/>
                          </a:solidFill>
                          <a:effectLst/>
                          <a:latin typeface="맑은 고딕"/>
                          <a:ea typeface="맑은 고딕"/>
                        </a:rPr>
                        <a:t>system-to-system</a:t>
                      </a:r>
                      <a:r>
                        <a:rPr lang="ko-KR" sz="1050" b="0" i="0" u="none" strike="noStrike" noProof="0">
                          <a:solidFill>
                            <a:srgbClr val="243447"/>
                          </a:solidFill>
                          <a:effectLst/>
                          <a:latin typeface="맑은 고딕"/>
                          <a:ea typeface="맑은 고딕"/>
                        </a:rPr>
                        <a:t> </a:t>
                      </a:r>
                      <a:r>
                        <a:rPr lang="en-US" altLang="ko-KR" sz="1050" b="0" i="0" u="none" strike="noStrike" noProof="0">
                          <a:solidFill>
                            <a:srgbClr val="243447"/>
                          </a:solidFill>
                          <a:effectLst/>
                          <a:latin typeface="맑은 고딕"/>
                          <a:ea typeface="맑은 고딕"/>
                        </a:rPr>
                        <a:t>LLM</a:t>
                      </a:r>
                      <a:r>
                        <a:rPr lang="ko-KR" sz="1050" b="0" i="0" u="none" strike="noStrike" noProof="0">
                          <a:solidFill>
                            <a:srgbClr val="243447"/>
                          </a:solidFill>
                          <a:effectLst/>
                          <a:latin typeface="맑은 고딕"/>
                          <a:ea typeface="맑은 고딕"/>
                        </a:rPr>
                        <a:t> </a:t>
                      </a:r>
                      <a:r>
                        <a:rPr lang="en-US" altLang="ko-KR" sz="1050" b="0" i="0" u="none" strike="noStrike" noProof="0">
                          <a:solidFill>
                            <a:srgbClr val="243447"/>
                          </a:solidFill>
                          <a:effectLst/>
                          <a:latin typeface="맑은 고딕"/>
                          <a:ea typeface="맑은 고딕"/>
                        </a:rPr>
                        <a:t>API</a:t>
                      </a:r>
                      <a:r>
                        <a:rPr lang="ko-KR" sz="1050" b="0" i="0" u="none" strike="noStrike" noProof="0">
                          <a:solidFill>
                            <a:srgbClr val="243447"/>
                          </a:solidFill>
                          <a:effectLst/>
                          <a:latin typeface="맑은 고딕"/>
                          <a:ea typeface="맑은 고딕"/>
                        </a:rPr>
                        <a:t> </a:t>
                      </a:r>
                      <a:r>
                        <a:rPr lang="en-US" altLang="ko-KR" sz="1050" b="0" i="0" u="none" strike="noStrike" noProof="0">
                          <a:solidFill>
                            <a:srgbClr val="243447"/>
                          </a:solidFill>
                          <a:effectLst/>
                          <a:latin typeface="맑은 고딕"/>
                          <a:ea typeface="맑은 고딕"/>
                        </a:rPr>
                        <a:t>inspection/gateway</a:t>
                      </a:r>
                      <a:r>
                        <a:rPr lang="ko-KR" sz="1050" b="0" i="0" u="none" strike="noStrike" noProof="0">
                          <a:solidFill>
                            <a:srgbClr val="243447"/>
                          </a:solidFill>
                          <a:effectLst/>
                          <a:latin typeface="맑은 고딕"/>
                          <a:ea typeface="맑은 고딕"/>
                        </a:rPr>
                        <a:t> </a:t>
                      </a:r>
                      <a:r>
                        <a:rPr lang="en-US" altLang="ko-KR" sz="1050" b="0" i="0" u="none" strike="noStrike" noProof="0">
                          <a:solidFill>
                            <a:srgbClr val="243447"/>
                          </a:solidFill>
                          <a:effectLst/>
                          <a:latin typeface="맑은 고딕"/>
                          <a:ea typeface="맑은 고딕"/>
                        </a:rPr>
                        <a:t>capability</a:t>
                      </a:r>
                      <a:r>
                        <a:rPr lang="ko-KR" sz="1050" b="0" i="0" u="none" strike="noStrike" noProof="0">
                          <a:solidFill>
                            <a:srgbClr val="243447"/>
                          </a:solidFill>
                          <a:effectLst/>
                          <a:latin typeface="맑은 고딕"/>
                          <a:ea typeface="맑은 고딕"/>
                        </a:rPr>
                        <a:t> </a:t>
                      </a:r>
                      <a:r>
                        <a:rPr lang="en-US" altLang="ko-KR" sz="1050" b="0" i="0" u="none" strike="noStrike" noProof="0">
                          <a:solidFill>
                            <a:srgbClr val="243447"/>
                          </a:solidFill>
                          <a:effectLst/>
                          <a:latin typeface="맑은 고딕"/>
                          <a:ea typeface="맑은 고딕"/>
                        </a:rPr>
                        <a:t>was</a:t>
                      </a:r>
                      <a:r>
                        <a:rPr lang="ko-KR" sz="1050" b="0" i="0" u="none" strike="noStrike" noProof="0">
                          <a:solidFill>
                            <a:srgbClr val="243447"/>
                          </a:solidFill>
                          <a:effectLst/>
                          <a:latin typeface="맑은 고딕"/>
                          <a:ea typeface="맑은 고딕"/>
                        </a:rPr>
                        <a:t> </a:t>
                      </a:r>
                      <a:r>
                        <a:rPr lang="en-US" altLang="ko-KR" sz="1050" b="0" i="0" u="none" strike="noStrike" noProof="0">
                          <a:solidFill>
                            <a:srgbClr val="243447"/>
                          </a:solidFill>
                          <a:effectLst/>
                          <a:latin typeface="맑은 고딕"/>
                          <a:ea typeface="맑은 고딕"/>
                        </a:rPr>
                        <a:t>identified</a:t>
                      </a:r>
                      <a:r>
                        <a:rPr lang="ko-KR" sz="1050" b="0" i="0" u="none" strike="noStrike" noProof="0">
                          <a:solidFill>
                            <a:srgbClr val="243447"/>
                          </a:solidFill>
                          <a:effectLst/>
                          <a:latin typeface="맑은 고딕"/>
                          <a:ea typeface="맑은 고딕"/>
                        </a:rPr>
                        <a:t> </a:t>
                      </a:r>
                      <a:r>
                        <a:rPr lang="en-US" altLang="ko-KR" sz="1050" b="0" i="0" u="none" strike="noStrike" noProof="0">
                          <a:solidFill>
                            <a:srgbClr val="243447"/>
                          </a:solidFill>
                          <a:effectLst/>
                          <a:latin typeface="맑은 고딕"/>
                          <a:ea typeface="맑은 고딕"/>
                        </a:rPr>
                        <a:t>in</a:t>
                      </a:r>
                      <a:r>
                        <a:rPr lang="ko-KR" sz="1050" b="0" i="0" u="none" strike="noStrike" noProof="0">
                          <a:solidFill>
                            <a:srgbClr val="243447"/>
                          </a:solidFill>
                          <a:effectLst/>
                          <a:latin typeface="맑은 고딕"/>
                          <a:ea typeface="맑은 고딕"/>
                        </a:rPr>
                        <a:t> </a:t>
                      </a:r>
                      <a:r>
                        <a:rPr lang="en-US" altLang="ko-KR" sz="1050" b="0" i="0" u="none" strike="noStrike" noProof="0">
                          <a:solidFill>
                            <a:srgbClr val="243447"/>
                          </a:solidFill>
                          <a:effectLst/>
                          <a:latin typeface="맑은 고딕"/>
                          <a:ea typeface="맑은 고딕"/>
                        </a:rPr>
                        <a:t>reviewed</a:t>
                      </a:r>
                      <a:r>
                        <a:rPr lang="ko-KR" sz="1050" b="0" i="0" u="none" strike="noStrike" noProof="0">
                          <a:solidFill>
                            <a:srgbClr val="243447"/>
                          </a:solidFill>
                          <a:effectLst/>
                          <a:latin typeface="맑은 고딕"/>
                          <a:ea typeface="맑은 고딕"/>
                        </a:rPr>
                        <a:t> </a:t>
                      </a:r>
                      <a:r>
                        <a:rPr lang="en-US" altLang="ko-KR" sz="1050" b="0" i="0" u="none" strike="noStrike" noProof="0">
                          <a:solidFill>
                            <a:srgbClr val="243447"/>
                          </a:solidFill>
                          <a:effectLst/>
                          <a:latin typeface="맑은 고딕"/>
                          <a:ea typeface="맑은 고딕"/>
                        </a:rPr>
                        <a:t>public</a:t>
                      </a:r>
                      <a:r>
                        <a:rPr lang="ko-KR" sz="1050" b="0" i="0" u="none" strike="noStrike" noProof="0">
                          <a:solidFill>
                            <a:srgbClr val="243447"/>
                          </a:solidFill>
                          <a:effectLst/>
                          <a:latin typeface="맑은 고딕"/>
                          <a:ea typeface="맑은 고딕"/>
                        </a:rPr>
                        <a:t> </a:t>
                      </a:r>
                      <a:r>
                        <a:rPr lang="en-US" altLang="ko-KR" sz="1050" b="0" i="0" u="none" strike="noStrike" noProof="0">
                          <a:solidFill>
                            <a:srgbClr val="243447"/>
                          </a:solidFill>
                          <a:effectLst/>
                          <a:latin typeface="맑은 고딕"/>
                          <a:ea typeface="맑은 고딕"/>
                        </a:rPr>
                        <a:t>material</a:t>
                      </a:r>
                      <a:r>
                        <a:rPr lang="ko-KR" sz="1050" b="0" i="0" u="none" strike="noStrike" noProof="0">
                          <a:solidFill>
                            <a:srgbClr val="243447"/>
                          </a:solidFill>
                          <a:effectLst/>
                          <a:latin typeface="맑은 고딕"/>
                          <a:ea typeface="맑은 고딕"/>
                        </a:rPr>
                        <a:t>.</a:t>
                      </a:r>
                      <a:endParaRPr lang="en-US">
                        <a:latin typeface="맑은 고딕"/>
                        <a:ea typeface="맑은 고딕"/>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06554365"/>
                  </a:ext>
                </a:extLst>
              </a:tr>
              <a:tr h="399290">
                <a:tc>
                  <a:txBody>
                    <a:bodyPr/>
                    <a:lstStyle/>
                    <a:p>
                      <a:pPr lvl="0" algn="l">
                        <a:buNone/>
                      </a:pPr>
                      <a:r>
                        <a:rPr lang="en-US" altLang="ko-KR" sz="1050" b="1">
                          <a:solidFill>
                            <a:srgbClr val="243447"/>
                          </a:solidFill>
                          <a:effectLst/>
                          <a:latin typeface="Arial"/>
                        </a:rPr>
                        <a:t>D1-13</a:t>
                      </a:r>
                      <a:endParaRPr lang="ko-KR" altLang="en-US" sz="1050" b="1">
                        <a:solidFill>
                          <a:srgbClr val="243447"/>
                        </a:solidFill>
                        <a:effectLst/>
                        <a:latin typeface="Arial"/>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lvl="0" algn="l">
                        <a:buNone/>
                      </a:pPr>
                      <a:r>
                        <a:rPr lang="en-US" altLang="ko-KR" sz="1050">
                          <a:solidFill>
                            <a:srgbClr val="243447"/>
                          </a:solidFill>
                          <a:effectLst/>
                          <a:latin typeface="Arial"/>
                        </a:rPr>
                        <a:t>Agent</a:t>
                      </a:r>
                      <a:r>
                        <a:rPr lang="ko-KR" altLang="en-US" sz="1050">
                          <a:solidFill>
                            <a:srgbClr val="243447"/>
                          </a:solidFill>
                          <a:effectLst/>
                          <a:latin typeface="Arial"/>
                        </a:rPr>
                        <a:t> </a:t>
                      </a:r>
                      <a:r>
                        <a:rPr lang="en-US" altLang="ko-KR" sz="1050">
                          <a:solidFill>
                            <a:srgbClr val="243447"/>
                          </a:solidFill>
                          <a:effectLst/>
                          <a:latin typeface="Arial"/>
                        </a:rPr>
                        <a:t>tools</a:t>
                      </a:r>
                      <a:r>
                        <a:rPr lang="ko-KR" altLang="en-US" sz="1050">
                          <a:solidFill>
                            <a:srgbClr val="243447"/>
                          </a:solidFill>
                          <a:effectLst/>
                          <a:latin typeface="Arial"/>
                        </a:rPr>
                        <a:t> </a:t>
                      </a:r>
                      <a:r>
                        <a:rPr lang="ko-KR" sz="1050">
                          <a:solidFill>
                            <a:srgbClr val="243447"/>
                          </a:solidFill>
                          <a:effectLst/>
                          <a:latin typeface="Arial"/>
                        </a:rPr>
                        <a:t>/</a:t>
                      </a:r>
                      <a:r>
                        <a:rPr lang="ko-KR" altLang="en-US" sz="1050">
                          <a:solidFill>
                            <a:srgbClr val="243447"/>
                          </a:solidFill>
                          <a:effectLst/>
                          <a:latin typeface="Arial"/>
                        </a:rPr>
                        <a:t> </a:t>
                      </a:r>
                      <a:r>
                        <a:rPr lang="en-US" altLang="ko-KR" sz="1050">
                          <a:solidFill>
                            <a:srgbClr val="243447"/>
                          </a:solidFill>
                          <a:effectLst/>
                          <a:latin typeface="Arial"/>
                        </a:rPr>
                        <a:t>MCP</a:t>
                      </a:r>
                      <a:endParaRPr lang="ko-KR" altLang="en-US" sz="1050">
                        <a:solidFill>
                          <a:srgbClr val="243447"/>
                        </a:solidFill>
                        <a:effectLst/>
                        <a:latin typeface="Arial"/>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lvl="0" algn="l">
                        <a:buNone/>
                      </a:pPr>
                      <a:r>
                        <a:rPr lang="en-US" altLang="ko-KR" sz="1050" b="1">
                          <a:solidFill>
                            <a:srgbClr val="5E6C7A"/>
                          </a:solidFill>
                          <a:effectLst/>
                          <a:latin typeface="Arial"/>
                        </a:rPr>
                        <a:t>?</a:t>
                      </a:r>
                      <a:endParaRPr lang="ko-KR" altLang="en-US" sz="1050" b="1">
                        <a:solidFill>
                          <a:srgbClr val="5E6C7A"/>
                        </a:solidFill>
                        <a:effectLst/>
                        <a:latin typeface="Arial"/>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lvl="0" algn="l">
                        <a:buNone/>
                      </a:pPr>
                      <a:r>
                        <a:rPr lang="en-US" altLang="ko-KR" sz="1050" b="0" i="0" u="none" strike="noStrike" noProof="0">
                          <a:solidFill>
                            <a:srgbClr val="243447"/>
                          </a:solidFill>
                          <a:effectLst/>
                          <a:latin typeface="맑은 고딕"/>
                          <a:ea typeface="맑은 고딕"/>
                        </a:rPr>
                        <a:t>No</a:t>
                      </a:r>
                      <a:r>
                        <a:rPr lang="ko-KR" sz="1050" b="0" i="0" u="none" strike="noStrike" noProof="0">
                          <a:solidFill>
                            <a:srgbClr val="243447"/>
                          </a:solidFill>
                          <a:effectLst/>
                          <a:latin typeface="맑은 고딕"/>
                          <a:ea typeface="맑은 고딕"/>
                        </a:rPr>
                        <a:t> </a:t>
                      </a:r>
                      <a:r>
                        <a:rPr lang="en-US" altLang="ko-KR" sz="1050" b="0" i="0" u="none" strike="noStrike" noProof="0">
                          <a:solidFill>
                            <a:srgbClr val="243447"/>
                          </a:solidFill>
                          <a:effectLst/>
                          <a:latin typeface="맑은 고딕"/>
                          <a:ea typeface="맑은 고딕"/>
                        </a:rPr>
                        <a:t>explicit</a:t>
                      </a:r>
                      <a:r>
                        <a:rPr lang="ko-KR" sz="1050" b="0" i="0" u="none" strike="noStrike" noProof="0">
                          <a:solidFill>
                            <a:srgbClr val="243447"/>
                          </a:solidFill>
                          <a:effectLst/>
                          <a:latin typeface="맑은 고딕"/>
                          <a:ea typeface="맑은 고딕"/>
                        </a:rPr>
                        <a:t> </a:t>
                      </a:r>
                      <a:r>
                        <a:rPr lang="en-US" altLang="ko-KR" sz="1050" b="0" i="0" u="none" strike="noStrike" noProof="0">
                          <a:solidFill>
                            <a:srgbClr val="243447"/>
                          </a:solidFill>
                          <a:effectLst/>
                          <a:latin typeface="맑은 고딕"/>
                          <a:ea typeface="맑은 고딕"/>
                        </a:rPr>
                        <a:t>AI-agent</a:t>
                      </a:r>
                      <a:r>
                        <a:rPr lang="ko-KR" sz="1050" b="0" i="0" u="none" strike="noStrike" noProof="0">
                          <a:solidFill>
                            <a:srgbClr val="243447"/>
                          </a:solidFill>
                          <a:effectLst/>
                          <a:latin typeface="맑은 고딕"/>
                          <a:ea typeface="맑은 고딕"/>
                        </a:rPr>
                        <a:t> </a:t>
                      </a:r>
                      <a:r>
                        <a:rPr lang="en-US" altLang="ko-KR" sz="1050" b="0" i="0" u="none" strike="noStrike" noProof="0">
                          <a:solidFill>
                            <a:srgbClr val="243447"/>
                          </a:solidFill>
                          <a:effectLst/>
                          <a:latin typeface="맑은 고딕"/>
                          <a:ea typeface="맑은 고딕"/>
                        </a:rPr>
                        <a:t>tool-call</a:t>
                      </a:r>
                      <a:r>
                        <a:rPr lang="ko-KR" sz="1050" b="0" i="0" u="none" strike="noStrike" noProof="0">
                          <a:solidFill>
                            <a:srgbClr val="243447"/>
                          </a:solidFill>
                          <a:effectLst/>
                          <a:latin typeface="맑은 고딕"/>
                          <a:ea typeface="맑은 고딕"/>
                        </a:rPr>
                        <a:t> </a:t>
                      </a:r>
                      <a:r>
                        <a:rPr lang="en-US" altLang="ko-KR" sz="1050" b="0" i="0" u="none" strike="noStrike" noProof="0">
                          <a:solidFill>
                            <a:srgbClr val="243447"/>
                          </a:solidFill>
                          <a:effectLst/>
                          <a:latin typeface="맑은 고딕"/>
                          <a:ea typeface="맑은 고딕"/>
                        </a:rPr>
                        <a:t>or</a:t>
                      </a:r>
                      <a:r>
                        <a:rPr lang="ko-KR" sz="1050" b="0" i="0" u="none" strike="noStrike" noProof="0">
                          <a:solidFill>
                            <a:srgbClr val="243447"/>
                          </a:solidFill>
                          <a:effectLst/>
                          <a:latin typeface="맑은 고딕"/>
                          <a:ea typeface="맑은 고딕"/>
                        </a:rPr>
                        <a:t> </a:t>
                      </a:r>
                      <a:r>
                        <a:rPr lang="en-US" altLang="ko-KR" sz="1050" b="0" i="0" u="none" strike="noStrike" noProof="0">
                          <a:solidFill>
                            <a:srgbClr val="243447"/>
                          </a:solidFill>
                          <a:effectLst/>
                          <a:latin typeface="맑은 고딕"/>
                          <a:ea typeface="맑은 고딕"/>
                        </a:rPr>
                        <a:t>MCP</a:t>
                      </a:r>
                      <a:r>
                        <a:rPr lang="ko-KR" sz="1050" b="0" i="0" u="none" strike="noStrike" noProof="0">
                          <a:solidFill>
                            <a:srgbClr val="243447"/>
                          </a:solidFill>
                          <a:effectLst/>
                          <a:latin typeface="맑은 고딕"/>
                          <a:ea typeface="맑은 고딕"/>
                        </a:rPr>
                        <a:t> </a:t>
                      </a:r>
                      <a:r>
                        <a:rPr lang="en-US" altLang="ko-KR" sz="1050" b="0" i="0" u="none" strike="noStrike" noProof="0">
                          <a:solidFill>
                            <a:srgbClr val="243447"/>
                          </a:solidFill>
                          <a:effectLst/>
                          <a:latin typeface="맑은 고딕"/>
                          <a:ea typeface="맑은 고딕"/>
                        </a:rPr>
                        <a:t>mediation</a:t>
                      </a:r>
                      <a:r>
                        <a:rPr lang="ko-KR" sz="1050" b="0" i="0" u="none" strike="noStrike" noProof="0">
                          <a:solidFill>
                            <a:srgbClr val="243447"/>
                          </a:solidFill>
                          <a:effectLst/>
                          <a:latin typeface="맑은 고딕"/>
                          <a:ea typeface="맑은 고딕"/>
                        </a:rPr>
                        <a:t> </a:t>
                      </a:r>
                      <a:r>
                        <a:rPr lang="en-US" altLang="ko-KR" sz="1050" b="0" i="0" u="none" strike="noStrike" noProof="0">
                          <a:solidFill>
                            <a:srgbClr val="243447"/>
                          </a:solidFill>
                          <a:effectLst/>
                          <a:latin typeface="맑은 고딕"/>
                          <a:ea typeface="맑은 고딕"/>
                        </a:rPr>
                        <a:t>capability</a:t>
                      </a:r>
                      <a:r>
                        <a:rPr lang="ko-KR" sz="1050" b="0" i="0" u="none" strike="noStrike" noProof="0">
                          <a:solidFill>
                            <a:srgbClr val="243447"/>
                          </a:solidFill>
                          <a:effectLst/>
                          <a:latin typeface="맑은 고딕"/>
                          <a:ea typeface="맑은 고딕"/>
                        </a:rPr>
                        <a:t> </a:t>
                      </a:r>
                      <a:r>
                        <a:rPr lang="en-US" altLang="ko-KR" sz="1050" b="0" i="0" u="none" strike="noStrike" noProof="0">
                          <a:solidFill>
                            <a:srgbClr val="243447"/>
                          </a:solidFill>
                          <a:effectLst/>
                          <a:latin typeface="맑은 고딕"/>
                          <a:ea typeface="맑은 고딕"/>
                        </a:rPr>
                        <a:t>was</a:t>
                      </a:r>
                      <a:r>
                        <a:rPr lang="ko-KR" sz="1050" b="0" i="0" u="none" strike="noStrike" noProof="0">
                          <a:solidFill>
                            <a:srgbClr val="243447"/>
                          </a:solidFill>
                          <a:effectLst/>
                          <a:latin typeface="맑은 고딕"/>
                          <a:ea typeface="맑은 고딕"/>
                        </a:rPr>
                        <a:t> </a:t>
                      </a:r>
                      <a:r>
                        <a:rPr lang="en-US" altLang="ko-KR" sz="1050" b="0" i="0" u="none" strike="noStrike" noProof="0">
                          <a:solidFill>
                            <a:srgbClr val="243447"/>
                          </a:solidFill>
                          <a:effectLst/>
                          <a:latin typeface="맑은 고딕"/>
                          <a:ea typeface="맑은 고딕"/>
                        </a:rPr>
                        <a:t>identified</a:t>
                      </a:r>
                      <a:r>
                        <a:rPr lang="ko-KR" sz="1050" b="0" i="0" u="none" strike="noStrike" noProof="0">
                          <a:solidFill>
                            <a:srgbClr val="243447"/>
                          </a:solidFill>
                          <a:effectLst/>
                          <a:latin typeface="맑은 고딕"/>
                          <a:ea typeface="맑은 고딕"/>
                        </a:rPr>
                        <a:t> </a:t>
                      </a:r>
                      <a:r>
                        <a:rPr lang="en-US" altLang="ko-KR" sz="1050" b="0" i="0" u="none" strike="noStrike" noProof="0">
                          <a:solidFill>
                            <a:srgbClr val="243447"/>
                          </a:solidFill>
                          <a:effectLst/>
                          <a:latin typeface="맑은 고딕"/>
                          <a:ea typeface="맑은 고딕"/>
                        </a:rPr>
                        <a:t>in</a:t>
                      </a:r>
                      <a:r>
                        <a:rPr lang="ko-KR" sz="1050" b="0" i="0" u="none" strike="noStrike" noProof="0">
                          <a:solidFill>
                            <a:srgbClr val="243447"/>
                          </a:solidFill>
                          <a:effectLst/>
                          <a:latin typeface="맑은 고딕"/>
                          <a:ea typeface="맑은 고딕"/>
                        </a:rPr>
                        <a:t> </a:t>
                      </a:r>
                      <a:r>
                        <a:rPr lang="en-US" altLang="ko-KR" sz="1050" b="0" i="0" u="none" strike="noStrike" noProof="0">
                          <a:solidFill>
                            <a:srgbClr val="243447"/>
                          </a:solidFill>
                          <a:effectLst/>
                          <a:latin typeface="맑은 고딕"/>
                          <a:ea typeface="맑은 고딕"/>
                        </a:rPr>
                        <a:t>reviewed</a:t>
                      </a:r>
                      <a:r>
                        <a:rPr lang="ko-KR" sz="1050" b="0" i="0" u="none" strike="noStrike" noProof="0">
                          <a:solidFill>
                            <a:srgbClr val="243447"/>
                          </a:solidFill>
                          <a:effectLst/>
                          <a:latin typeface="맑은 고딕"/>
                          <a:ea typeface="맑은 고딕"/>
                        </a:rPr>
                        <a:t> </a:t>
                      </a:r>
                      <a:r>
                        <a:rPr lang="en-US" altLang="ko-KR" sz="1050" b="0" i="0" u="none" strike="noStrike" noProof="0">
                          <a:solidFill>
                            <a:srgbClr val="243447"/>
                          </a:solidFill>
                          <a:effectLst/>
                          <a:latin typeface="맑은 고딕"/>
                          <a:ea typeface="맑은 고딕"/>
                        </a:rPr>
                        <a:t>public</a:t>
                      </a:r>
                      <a:r>
                        <a:rPr lang="ko-KR" sz="1050" b="0" i="0" u="none" strike="noStrike" noProof="0">
                          <a:solidFill>
                            <a:srgbClr val="243447"/>
                          </a:solidFill>
                          <a:effectLst/>
                          <a:latin typeface="맑은 고딕"/>
                          <a:ea typeface="맑은 고딕"/>
                        </a:rPr>
                        <a:t> </a:t>
                      </a:r>
                      <a:r>
                        <a:rPr lang="en-US" altLang="ko-KR" sz="1050" b="0" i="0" u="none" strike="noStrike" noProof="0">
                          <a:solidFill>
                            <a:srgbClr val="243447"/>
                          </a:solidFill>
                          <a:effectLst/>
                          <a:latin typeface="맑은 고딕"/>
                          <a:ea typeface="맑은 고딕"/>
                        </a:rPr>
                        <a:t>material</a:t>
                      </a:r>
                      <a:r>
                        <a:rPr lang="ko-KR" sz="1050" b="0" i="0" u="none" strike="noStrike" noProof="0">
                          <a:solidFill>
                            <a:srgbClr val="243447"/>
                          </a:solidFill>
                          <a:effectLst/>
                          <a:latin typeface="맑은 고딕"/>
                          <a:ea typeface="맑은 고딕"/>
                        </a:rPr>
                        <a:t>.</a:t>
                      </a:r>
                      <a:endParaRPr lang="en-US">
                        <a:latin typeface="맑은 고딕"/>
                        <a:ea typeface="맑은 고딕"/>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493460200"/>
                  </a:ext>
                </a:extLst>
              </a:tr>
            </a:tbl>
          </a:graphicData>
        </a:graphic>
      </p:graphicFrame>
    </p:spTree>
    <p:extLst>
      <p:ext uri="{BB962C8B-B14F-4D97-AF65-F5344CB8AC3E}">
        <p14:creationId xmlns:p14="http://schemas.microsoft.com/office/powerpoint/2010/main" val="88989319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80695A-31EC-0DA6-AAB1-7EC43C8C1F82}"/>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C76268F-BE3E-C2EA-81D4-6628547CC9B1}"/>
              </a:ext>
            </a:extLst>
          </p:cNvPr>
          <p:cNvSpPr>
            <a:spLocks noGrp="1"/>
          </p:cNvSpPr>
          <p:nvPr>
            <p:ph type="sldNum" sz="quarter" idx="4"/>
          </p:nvPr>
        </p:nvSpPr>
        <p:spPr/>
        <p:txBody>
          <a:bodyPr/>
          <a:lstStyle/>
          <a:p>
            <a:fld id="{4EA1E582-E1CC-4474-812F-1657BC5920B7}" type="slidenum">
              <a:rPr lang="ko-KR" altLang="en-US" smtClean="0"/>
              <a:t>39</a:t>
            </a:fld>
            <a:endParaRPr lang="ko-KR" altLang="en-US"/>
          </a:p>
        </p:txBody>
      </p:sp>
      <p:sp>
        <p:nvSpPr>
          <p:cNvPr id="7" name="제목 3">
            <a:extLst>
              <a:ext uri="{FF2B5EF4-FFF2-40B4-BE49-F238E27FC236}">
                <a16:creationId xmlns:a16="http://schemas.microsoft.com/office/drawing/2014/main" id="{DF36D549-3821-3288-09E4-A8425B0B05F8}"/>
              </a:ext>
            </a:extLst>
          </p:cNvPr>
          <p:cNvSpPr txBox="1">
            <a:spLocks/>
          </p:cNvSpPr>
          <p:nvPr/>
        </p:nvSpPr>
        <p:spPr>
          <a:xfrm>
            <a:off x="299562" y="252336"/>
            <a:ext cx="10666268" cy="464670"/>
          </a:xfrm>
          <a:prstGeom prst="rect">
            <a:avLst/>
          </a:prstGeom>
        </p:spPr>
        <p:txBody>
          <a:bodyPr lIns="91440" tIns="45720" rIns="91440" bIns="45720" anchor="ctr" anchorCtr="0"/>
          <a:lstStyle>
            <a:lvl1pPr algn="l" rtl="0" eaLnBrk="1" fontAlgn="base" latinLnBrk="1" hangingPunct="1">
              <a:spcBef>
                <a:spcPct val="0"/>
              </a:spcBef>
              <a:spcAft>
                <a:spcPct val="0"/>
              </a:spcAft>
              <a:defRPr lang="ko-KR" altLang="en-US" sz="2400" b="1" kern="1200" baseline="0" dirty="0">
                <a:ln>
                  <a:solidFill>
                    <a:schemeClr val="accent1">
                      <a:alpha val="0"/>
                    </a:schemeClr>
                  </a:solidFill>
                </a:ln>
                <a:solidFill>
                  <a:srgbClr val="144772"/>
                </a:solidFill>
                <a:effectLst>
                  <a:glow rad="127000">
                    <a:schemeClr val="bg1"/>
                  </a:glow>
                  <a:outerShdw blurRad="38100" dist="38100" dir="2700000" algn="tl" rotWithShape="0">
                    <a:prstClr val="black">
                      <a:alpha val="40000"/>
                    </a:prstClr>
                  </a:outerShdw>
                </a:effectLst>
                <a:latin typeface="Pretendard Black" panose="02000A03000000020004" pitchFamily="50" charset="-127"/>
                <a:ea typeface="Pretendard Black" panose="02000A03000000020004" pitchFamily="50" charset="-127"/>
                <a:cs typeface="Pretendard Black" panose="02000A03000000020004" pitchFamily="50" charset="-127"/>
              </a:defRPr>
            </a:lvl1pPr>
            <a:lvl2pPr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2pPr>
            <a:lvl3pPr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3pPr>
            <a:lvl4pPr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4pPr>
            <a:lvl5pPr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5pPr>
            <a:lvl6pPr marL="457200"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6pPr>
            <a:lvl7pPr marL="914400"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7pPr>
            <a:lvl8pPr marL="1371600"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8pPr>
            <a:lvl9pPr marL="1828800"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9pPr>
          </a:lstStyle>
          <a:p>
            <a:r>
              <a:rPr lang="ko-KR" err="1">
                <a:ln>
                  <a:solidFill>
                    <a:srgbClr val="4F81BD">
                      <a:alpha val="0"/>
                    </a:srgbClr>
                  </a:solidFill>
                </a:ln>
                <a:effectLst>
                  <a:glow rad="127000">
                    <a:prstClr val="white"/>
                  </a:glow>
                  <a:outerShdw blurRad="38100" dist="38100" dir="2700000" algn="tl" rotWithShape="0">
                    <a:prstClr val="black">
                      <a:alpha val="40000"/>
                    </a:prstClr>
                  </a:outerShdw>
                </a:effectLst>
                <a:latin typeface="Arial"/>
                <a:ea typeface="Pretendard Black"/>
                <a:cs typeface="Arial"/>
              </a:rPr>
              <a:t>세이퍼존</a:t>
            </a:r>
            <a:r>
              <a:rPr lang="ko-KR">
                <a:ln>
                  <a:solidFill>
                    <a:srgbClr val="4F81BD">
                      <a:alpha val="0"/>
                    </a:srgbClr>
                  </a:solidFill>
                </a:ln>
                <a:effectLst>
                  <a:glow rad="127000">
                    <a:prstClr val="white"/>
                  </a:glow>
                  <a:outerShdw blurRad="38100" dist="38100" dir="2700000" algn="tl" rotWithShape="0">
                    <a:prstClr val="black">
                      <a:alpha val="40000"/>
                    </a:prstClr>
                  </a:outerShdw>
                </a:effectLst>
                <a:latin typeface="Arial"/>
                <a:ea typeface="Pretendard Black"/>
                <a:cs typeface="Arial"/>
              </a:rPr>
              <a:t> </a:t>
            </a:r>
            <a:r>
              <a:rPr lang="ko-KR" altLang="en-US">
                <a:ln>
                  <a:solidFill>
                    <a:srgbClr val="4F81BD">
                      <a:alpha val="0"/>
                    </a:srgbClr>
                  </a:solidFill>
                </a:ln>
                <a:effectLst>
                  <a:glow rad="127000">
                    <a:prstClr val="white"/>
                  </a:glow>
                  <a:outerShdw blurRad="38100" dist="38100" dir="2700000" algn="tl" rotWithShape="0">
                    <a:prstClr val="black">
                      <a:alpha val="40000"/>
                    </a:prstClr>
                  </a:outerShdw>
                </a:effectLst>
                <a:latin typeface="Arial"/>
                <a:ea typeface="Pretendard Black"/>
                <a:cs typeface="Arial"/>
              </a:rPr>
              <a:t>(</a:t>
            </a:r>
            <a:r>
              <a:rPr lang="ko-KR" altLang="en-US">
                <a:ln>
                  <a:solidFill>
                    <a:srgbClr val="4F81BD">
                      <a:alpha val="0"/>
                    </a:srgbClr>
                  </a:solidFill>
                </a:ln>
                <a:effectLst>
                  <a:glow rad="127000">
                    <a:prstClr val="white"/>
                  </a:glow>
                  <a:outerShdw blurRad="38100" dist="38100" dir="2700000" algn="tl" rotWithShape="0">
                    <a:prstClr val="black">
                      <a:alpha val="40000"/>
                    </a:prstClr>
                  </a:outerShdw>
                </a:effectLst>
                <a:latin typeface="Arial"/>
                <a:ea typeface="Pretendard Black"/>
              </a:rPr>
              <a:t>Sercan): </a:t>
            </a:r>
            <a:r>
              <a:rPr lang="ko-KR" b="0">
                <a:ln>
                  <a:solidFill>
                    <a:srgbClr val="4F81BD">
                      <a:alpha val="0"/>
                    </a:srgbClr>
                  </a:solidFill>
                </a:ln>
                <a:effectLst>
                  <a:glow rad="127000">
                    <a:prstClr val="white"/>
                  </a:glow>
                  <a:outerShdw blurRad="38100" dist="38100" dir="2700000" algn="tl" rotWithShape="0">
                    <a:prstClr val="black">
                      <a:alpha val="40000"/>
                    </a:prstClr>
                  </a:outerShdw>
                </a:effectLst>
                <a:latin typeface="Arial"/>
                <a:ea typeface="Pretendard Black"/>
              </a:rPr>
              <a:t>D2 Detection</a:t>
            </a:r>
            <a:endParaRPr lang="en-US" altLang="ko-KR">
              <a:ln>
                <a:solidFill>
                  <a:srgbClr val="4F81BD">
                    <a:alpha val="0"/>
                  </a:srgbClr>
                </a:solidFill>
              </a:ln>
              <a:effectLst>
                <a:glow rad="127000">
                  <a:prstClr val="white"/>
                </a:glow>
                <a:outerShdw blurRad="38100" dist="38100" dir="2700000" algn="tl" rotWithShape="0">
                  <a:prstClr val="black">
                    <a:alpha val="40000"/>
                  </a:prstClr>
                </a:outerShdw>
              </a:effectLst>
              <a:latin typeface="Pretendard Black"/>
            </a:endParaRPr>
          </a:p>
        </p:txBody>
      </p:sp>
      <p:graphicFrame>
        <p:nvGraphicFramePr>
          <p:cNvPr id="4" name="표 5">
            <a:extLst>
              <a:ext uri="{FF2B5EF4-FFF2-40B4-BE49-F238E27FC236}">
                <a16:creationId xmlns:a16="http://schemas.microsoft.com/office/drawing/2014/main" id="{22584C46-583E-CCF3-664F-B3CD47AAF2CC}"/>
              </a:ext>
            </a:extLst>
          </p:cNvPr>
          <p:cNvGraphicFramePr>
            <a:graphicFrameLocks noGrp="1"/>
          </p:cNvGraphicFramePr>
          <p:nvPr/>
        </p:nvGraphicFramePr>
        <p:xfrm>
          <a:off x="297522" y="998926"/>
          <a:ext cx="11049000" cy="5268159"/>
        </p:xfrm>
        <a:graphic>
          <a:graphicData uri="http://schemas.openxmlformats.org/drawingml/2006/table">
            <a:tbl>
              <a:tblPr bandRow="1">
                <a:tableStyleId>{5C22544A-7EE6-4342-B048-85BDC9FD1C3A}</a:tableStyleId>
              </a:tblPr>
              <a:tblGrid>
                <a:gridCol w="762000">
                  <a:extLst>
                    <a:ext uri="{9D8B030D-6E8A-4147-A177-3AD203B41FA5}">
                      <a16:colId xmlns:a16="http://schemas.microsoft.com/office/drawing/2014/main" val="1446836300"/>
                    </a:ext>
                  </a:extLst>
                </a:gridCol>
                <a:gridCol w="3143250">
                  <a:extLst>
                    <a:ext uri="{9D8B030D-6E8A-4147-A177-3AD203B41FA5}">
                      <a16:colId xmlns:a16="http://schemas.microsoft.com/office/drawing/2014/main" val="2404490883"/>
                    </a:ext>
                  </a:extLst>
                </a:gridCol>
                <a:gridCol w="571500">
                  <a:extLst>
                    <a:ext uri="{9D8B030D-6E8A-4147-A177-3AD203B41FA5}">
                      <a16:colId xmlns:a16="http://schemas.microsoft.com/office/drawing/2014/main" val="2520159304"/>
                    </a:ext>
                  </a:extLst>
                </a:gridCol>
                <a:gridCol w="6572250">
                  <a:extLst>
                    <a:ext uri="{9D8B030D-6E8A-4147-A177-3AD203B41FA5}">
                      <a16:colId xmlns:a16="http://schemas.microsoft.com/office/drawing/2014/main" val="3721237348"/>
                    </a:ext>
                  </a:extLst>
                </a:gridCol>
              </a:tblGrid>
              <a:tr h="323850">
                <a:tc>
                  <a:txBody>
                    <a:bodyPr/>
                    <a:lstStyle/>
                    <a:p>
                      <a:pPr algn="l">
                        <a:buNone/>
                      </a:pPr>
                      <a:r>
                        <a:rPr lang="ko-KR" sz="1050" b="1">
                          <a:solidFill>
                            <a:srgbClr val="144772"/>
                          </a:solidFill>
                          <a:effectLst/>
                          <a:latin typeface="Arial"/>
                          <a:ea typeface="Arial" panose="020B0604020202020204" pitchFamily="34" charset="0"/>
                        </a:rPr>
                        <a:t>ID</a:t>
                      </a:r>
                      <a:endParaRPr lang="ko-KR" sz="1050" b="1">
                        <a:solidFill>
                          <a:srgbClr val="144772"/>
                        </a:solidFill>
                        <a:effectLst/>
                        <a:latin typeface="Arial"/>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DDECF2"/>
                    </a:solidFill>
                  </a:tcPr>
                </a:tc>
                <a:tc>
                  <a:txBody>
                    <a:bodyPr/>
                    <a:lstStyle/>
                    <a:p>
                      <a:pPr algn="l">
                        <a:buNone/>
                      </a:pPr>
                      <a:r>
                        <a:rPr lang="ko-KR" sz="1050" b="1">
                          <a:solidFill>
                            <a:srgbClr val="144772"/>
                          </a:solidFill>
                          <a:effectLst/>
                          <a:latin typeface="Arial"/>
                          <a:ea typeface="Arial" panose="020B0604020202020204" pitchFamily="34" charset="0"/>
                        </a:rPr>
                        <a:t>Capability</a:t>
                      </a:r>
                      <a:endParaRPr lang="ko-KR" sz="1050" b="1">
                        <a:solidFill>
                          <a:srgbClr val="144772"/>
                        </a:solidFill>
                        <a:effectLst/>
                        <a:latin typeface="Arial"/>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DDECF2"/>
                    </a:solidFill>
                  </a:tcPr>
                </a:tc>
                <a:tc>
                  <a:txBody>
                    <a:bodyPr/>
                    <a:lstStyle/>
                    <a:p>
                      <a:pPr algn="l">
                        <a:buNone/>
                      </a:pPr>
                      <a:r>
                        <a:rPr lang="ko-KR" sz="1050" b="1">
                          <a:solidFill>
                            <a:srgbClr val="144772"/>
                          </a:solidFill>
                          <a:effectLst/>
                          <a:latin typeface="Arial"/>
                          <a:ea typeface="Arial" panose="020B0604020202020204" pitchFamily="34" charset="0"/>
                        </a:rPr>
                        <a:t>Flag</a:t>
                      </a:r>
                      <a:endParaRPr lang="ko-KR" sz="1050" b="1">
                        <a:solidFill>
                          <a:srgbClr val="144772"/>
                        </a:solidFill>
                        <a:effectLst/>
                        <a:latin typeface="Arial"/>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DDECF2"/>
                    </a:solidFill>
                  </a:tcPr>
                </a:tc>
                <a:tc>
                  <a:txBody>
                    <a:bodyPr/>
                    <a:lstStyle/>
                    <a:p>
                      <a:pPr algn="l">
                        <a:buNone/>
                      </a:pPr>
                      <a:r>
                        <a:rPr lang="ko-KR" sz="1050" b="1">
                          <a:solidFill>
                            <a:srgbClr val="144772"/>
                          </a:solidFill>
                          <a:effectLst/>
                          <a:latin typeface="Arial"/>
                          <a:ea typeface="Arial" panose="020B0604020202020204" pitchFamily="34" charset="0"/>
                        </a:rPr>
                        <a:t>Documented scope and evidence</a:t>
                      </a:r>
                      <a:endParaRPr lang="ko-KR" sz="1050" b="1">
                        <a:solidFill>
                          <a:srgbClr val="144772"/>
                        </a:solidFill>
                        <a:effectLst/>
                        <a:latin typeface="Arial"/>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DDECF2"/>
                    </a:solidFill>
                  </a:tcPr>
                </a:tc>
                <a:extLst>
                  <a:ext uri="{0D108BD9-81ED-4DB2-BD59-A6C34878D82A}">
                    <a16:rowId xmlns:a16="http://schemas.microsoft.com/office/drawing/2014/main" val="3491905111"/>
                  </a:ext>
                </a:extLst>
              </a:tr>
              <a:tr h="314325">
                <a:tc>
                  <a:txBody>
                    <a:bodyPr/>
                    <a:lstStyle/>
                    <a:p>
                      <a:pPr algn="l">
                        <a:buNone/>
                      </a:pPr>
                      <a:r>
                        <a:rPr lang="ko-KR" sz="1100" b="1">
                          <a:solidFill>
                            <a:srgbClr val="243447"/>
                          </a:solidFill>
                          <a:effectLst/>
                          <a:latin typeface="Arial"/>
                          <a:ea typeface="Arial" panose="020B0604020202020204" pitchFamily="34" charset="0"/>
                        </a:rPr>
                        <a:t>D2-01</a:t>
                      </a:r>
                      <a:endParaRPr lang="ko-KR" sz="1100" b="1">
                        <a:solidFill>
                          <a:srgbClr val="243447"/>
                        </a:solidFill>
                        <a:effectLst/>
                        <a:latin typeface="Arial"/>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100">
                          <a:solidFill>
                            <a:srgbClr val="243447"/>
                          </a:solidFill>
                          <a:effectLst/>
                          <a:latin typeface="Arial"/>
                          <a:ea typeface="Arial" panose="020B0604020202020204" pitchFamily="34" charset="0"/>
                        </a:rPr>
                        <a:t>Regex / Korean ID checks</a:t>
                      </a:r>
                      <a:endParaRPr lang="ko-KR" sz="1100">
                        <a:solidFill>
                          <a:srgbClr val="243447"/>
                        </a:solidFill>
                        <a:effectLst/>
                        <a:latin typeface="Arial"/>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100" b="1">
                          <a:solidFill>
                            <a:srgbClr val="956319"/>
                          </a:solidFill>
                          <a:effectLst/>
                          <a:latin typeface="Arial"/>
                          <a:ea typeface="Arial" panose="020B0604020202020204" pitchFamily="34" charset="0"/>
                        </a:rPr>
                        <a:t>◐</a:t>
                      </a:r>
                      <a:endParaRPr lang="ko-KR" sz="1100" b="1">
                        <a:solidFill>
                          <a:srgbClr val="956319"/>
                        </a:solidFill>
                        <a:effectLst/>
                        <a:latin typeface="Arial"/>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lvl="0" algn="l">
                        <a:buNone/>
                      </a:pPr>
                      <a:r>
                        <a:rPr lang="en-US" altLang="ko-KR" sz="1100" b="0" i="0" u="none" strike="noStrike" noProof="0">
                          <a:solidFill>
                            <a:srgbClr val="243447"/>
                          </a:solidFill>
                          <a:effectLst/>
                          <a:latin typeface="맑은 고딕"/>
                          <a:ea typeface="맑은 고딕"/>
                        </a:rPr>
                        <a:t>SaferZone</a:t>
                      </a:r>
                      <a:r>
                        <a:rPr lang="ko-KR" altLang="en-US" sz="1100" b="0" i="0" u="none" strike="noStrike" noProof="0">
                          <a:solidFill>
                            <a:srgbClr val="243447"/>
                          </a:solidFill>
                          <a:effectLst/>
                          <a:latin typeface="맑은 고딕"/>
                          <a:ea typeface="맑은 고딕"/>
                        </a:rPr>
                        <a:t> </a:t>
                      </a:r>
                      <a:r>
                        <a:rPr lang="en-US" altLang="ko-KR" sz="1100" b="0" i="0" u="none" strike="noStrike" noProof="0">
                          <a:solidFill>
                            <a:srgbClr val="243447"/>
                          </a:solidFill>
                          <a:effectLst/>
                          <a:latin typeface="맑은 고딕"/>
                          <a:ea typeface="맑은 고딕"/>
                        </a:rPr>
                        <a:t>DLP</a:t>
                      </a:r>
                      <a:r>
                        <a:rPr lang="ko-KR" altLang="en-US" sz="1100" b="0" i="0" u="none" strike="noStrike" noProof="0">
                          <a:solidFill>
                            <a:srgbClr val="243447"/>
                          </a:solidFill>
                          <a:effectLst/>
                          <a:latin typeface="맑은 고딕"/>
                          <a:ea typeface="맑은 고딕"/>
                        </a:rPr>
                        <a:t> </a:t>
                      </a:r>
                      <a:r>
                        <a:rPr lang="en-US" altLang="ko-KR" sz="1100" b="0" i="0" u="none" strike="noStrike" noProof="0">
                          <a:solidFill>
                            <a:srgbClr val="243447"/>
                          </a:solidFill>
                          <a:effectLst/>
                          <a:latin typeface="맑은 고딕"/>
                          <a:ea typeface="맑은 고딕"/>
                        </a:rPr>
                        <a:t>searches</a:t>
                      </a:r>
                      <a:r>
                        <a:rPr lang="ko-KR" altLang="en-US" sz="1100" b="0" i="0" u="none" strike="noStrike" noProof="0">
                          <a:solidFill>
                            <a:srgbClr val="243447"/>
                          </a:solidFill>
                          <a:effectLst/>
                          <a:latin typeface="맑은 고딕"/>
                          <a:ea typeface="맑은 고딕"/>
                        </a:rPr>
                        <a:t> </a:t>
                      </a:r>
                      <a:r>
                        <a:rPr lang="en-US" altLang="ko-KR" sz="1100" b="0" i="0" u="none" strike="noStrike" noProof="0">
                          <a:solidFill>
                            <a:srgbClr val="243447"/>
                          </a:solidFill>
                          <a:effectLst/>
                          <a:latin typeface="맑은 고딕"/>
                          <a:ea typeface="맑은 고딕"/>
                        </a:rPr>
                        <a:t>for</a:t>
                      </a:r>
                      <a:r>
                        <a:rPr lang="ko-KR" altLang="en-US" sz="1100" b="0" i="0" u="none" strike="noStrike" noProof="0">
                          <a:solidFill>
                            <a:srgbClr val="243447"/>
                          </a:solidFill>
                          <a:effectLst/>
                          <a:latin typeface="맑은 고딕"/>
                          <a:ea typeface="맑은 고딕"/>
                        </a:rPr>
                        <a:t> </a:t>
                      </a:r>
                      <a:r>
                        <a:rPr lang="en-US" altLang="ko-KR" sz="1100" b="0" i="0" u="none" strike="noStrike" noProof="0">
                          <a:solidFill>
                            <a:srgbClr val="243447"/>
                          </a:solidFill>
                          <a:effectLst/>
                          <a:latin typeface="맑은 고딕"/>
                          <a:ea typeface="맑은 고딕"/>
                        </a:rPr>
                        <a:t>important/personal</a:t>
                      </a:r>
                      <a:r>
                        <a:rPr lang="ko-KR" altLang="en-US" sz="1100" b="0" i="0" u="none" strike="noStrike" noProof="0">
                          <a:solidFill>
                            <a:srgbClr val="243447"/>
                          </a:solidFill>
                          <a:effectLst/>
                          <a:latin typeface="맑은 고딕"/>
                          <a:ea typeface="맑은 고딕"/>
                        </a:rPr>
                        <a:t> </a:t>
                      </a:r>
                      <a:r>
                        <a:rPr lang="en-US" altLang="ko-KR" sz="1100" b="0" i="0" u="none" strike="noStrike" noProof="0">
                          <a:solidFill>
                            <a:srgbClr val="243447"/>
                          </a:solidFill>
                          <a:effectLst/>
                          <a:latin typeface="맑은 고딕"/>
                          <a:ea typeface="맑은 고딕"/>
                        </a:rPr>
                        <a:t>information,</a:t>
                      </a:r>
                      <a:r>
                        <a:rPr lang="ko-KR" altLang="en-US" sz="1100" b="0" i="0" u="none" strike="noStrike" noProof="0">
                          <a:solidFill>
                            <a:srgbClr val="243447"/>
                          </a:solidFill>
                          <a:effectLst/>
                          <a:latin typeface="맑은 고딕"/>
                          <a:ea typeface="맑은 고딕"/>
                        </a:rPr>
                        <a:t> </a:t>
                      </a:r>
                      <a:r>
                        <a:rPr lang="en-US" altLang="ko-KR" sz="1100" b="0" i="0" u="none" strike="noStrike" noProof="0">
                          <a:solidFill>
                            <a:srgbClr val="243447"/>
                          </a:solidFill>
                          <a:effectLst/>
                          <a:latin typeface="맑은 고딕"/>
                          <a:ea typeface="맑은 고딕"/>
                        </a:rPr>
                        <a:t>but</a:t>
                      </a:r>
                      <a:r>
                        <a:rPr lang="ko-KR" altLang="en-US" sz="1100" b="0" i="0" u="none" strike="noStrike" noProof="0">
                          <a:solidFill>
                            <a:srgbClr val="243447"/>
                          </a:solidFill>
                          <a:effectLst/>
                          <a:latin typeface="맑은 고딕"/>
                          <a:ea typeface="맑은 고딕"/>
                        </a:rPr>
                        <a:t> </a:t>
                      </a:r>
                      <a:r>
                        <a:rPr lang="en-US" altLang="ko-KR" sz="1100" b="0" i="0" u="none" strike="noStrike" noProof="0">
                          <a:solidFill>
                            <a:srgbClr val="243447"/>
                          </a:solidFill>
                          <a:effectLst/>
                          <a:latin typeface="맑은 고딕"/>
                          <a:ea typeface="맑은 고딕"/>
                        </a:rPr>
                        <a:t>the</a:t>
                      </a:r>
                      <a:r>
                        <a:rPr lang="ko-KR" altLang="en-US" sz="1100" b="0" i="0" u="none" strike="noStrike" noProof="0">
                          <a:solidFill>
                            <a:srgbClr val="243447"/>
                          </a:solidFill>
                          <a:effectLst/>
                          <a:latin typeface="맑은 고딕"/>
                          <a:ea typeface="맑은 고딕"/>
                        </a:rPr>
                        <a:t> </a:t>
                      </a:r>
                      <a:r>
                        <a:rPr lang="en-US" altLang="ko-KR" sz="1100" b="0" i="0" u="none" strike="noStrike" noProof="0">
                          <a:solidFill>
                            <a:srgbClr val="243447"/>
                          </a:solidFill>
                          <a:effectLst/>
                          <a:latin typeface="맑은 고딕"/>
                          <a:ea typeface="맑은 고딕"/>
                        </a:rPr>
                        <a:t>reviewed</a:t>
                      </a:r>
                      <a:r>
                        <a:rPr lang="ko-KR" altLang="en-US" sz="1100" b="0" i="0" u="none" strike="noStrike" noProof="0">
                          <a:solidFill>
                            <a:srgbClr val="243447"/>
                          </a:solidFill>
                          <a:effectLst/>
                          <a:latin typeface="맑은 고딕"/>
                          <a:ea typeface="맑은 고딕"/>
                        </a:rPr>
                        <a:t> </a:t>
                      </a:r>
                      <a:r>
                        <a:rPr lang="en-US" altLang="ko-KR" sz="1100" b="0" i="0" u="none" strike="noStrike" noProof="0">
                          <a:solidFill>
                            <a:srgbClr val="243447"/>
                          </a:solidFill>
                          <a:effectLst/>
                          <a:latin typeface="맑은 고딕"/>
                          <a:ea typeface="맑은 고딕"/>
                        </a:rPr>
                        <a:t>public</a:t>
                      </a:r>
                      <a:r>
                        <a:rPr lang="ko-KR" altLang="en-US" sz="1100" b="0" i="0" u="none" strike="noStrike" noProof="0">
                          <a:solidFill>
                            <a:srgbClr val="243447"/>
                          </a:solidFill>
                          <a:effectLst/>
                          <a:latin typeface="맑은 고딕"/>
                          <a:ea typeface="맑은 고딕"/>
                        </a:rPr>
                        <a:t> </a:t>
                      </a:r>
                      <a:r>
                        <a:rPr lang="en-US" altLang="ko-KR" sz="1100" b="0" i="0" u="none" strike="noStrike" noProof="0">
                          <a:solidFill>
                            <a:srgbClr val="243447"/>
                          </a:solidFill>
                          <a:effectLst/>
                          <a:latin typeface="맑은 고딕"/>
                          <a:ea typeface="맑은 고딕"/>
                        </a:rPr>
                        <a:t>material</a:t>
                      </a:r>
                      <a:r>
                        <a:rPr lang="ko-KR" altLang="en-US" sz="1100" b="0" i="0" u="none" strike="noStrike" noProof="0">
                          <a:solidFill>
                            <a:srgbClr val="243447"/>
                          </a:solidFill>
                          <a:effectLst/>
                          <a:latin typeface="맑은 고딕"/>
                          <a:ea typeface="맑은 고딕"/>
                        </a:rPr>
                        <a:t> </a:t>
                      </a:r>
                      <a:r>
                        <a:rPr lang="en-US" altLang="ko-KR" sz="1100" b="0" i="0" u="none" strike="noStrike" noProof="0">
                          <a:solidFill>
                            <a:srgbClr val="243447"/>
                          </a:solidFill>
                          <a:effectLst/>
                          <a:latin typeface="맑은 고딕"/>
                          <a:ea typeface="맑은 고딕"/>
                        </a:rPr>
                        <a:t>does</a:t>
                      </a:r>
                      <a:r>
                        <a:rPr lang="ko-KR" altLang="en-US" sz="1100" b="0" i="0" u="none" strike="noStrike" noProof="0">
                          <a:solidFill>
                            <a:srgbClr val="243447"/>
                          </a:solidFill>
                          <a:effectLst/>
                          <a:latin typeface="맑은 고딕"/>
                          <a:ea typeface="맑은 고딕"/>
                        </a:rPr>
                        <a:t> </a:t>
                      </a:r>
                      <a:r>
                        <a:rPr lang="en-US" altLang="ko-KR" sz="1100" b="0" i="0" u="none" strike="noStrike" noProof="0">
                          <a:solidFill>
                            <a:srgbClr val="243447"/>
                          </a:solidFill>
                          <a:effectLst/>
                          <a:latin typeface="맑은 고딕"/>
                          <a:ea typeface="맑은 고딕"/>
                        </a:rPr>
                        <a:t>not</a:t>
                      </a:r>
                      <a:r>
                        <a:rPr lang="ko-KR" sz="1100" b="0" i="0" u="none" strike="noStrike" noProof="0">
                          <a:solidFill>
                            <a:srgbClr val="243447"/>
                          </a:solidFill>
                          <a:effectLst/>
                          <a:latin typeface="맑은 고딕"/>
                          <a:ea typeface="맑은 고딕"/>
                        </a:rPr>
                        <a:t> </a:t>
                      </a:r>
                      <a:r>
                        <a:rPr lang="en-US" altLang="ko-KR" sz="1100" b="0" i="0" u="none" strike="noStrike" noProof="0">
                          <a:solidFill>
                            <a:srgbClr val="243447"/>
                          </a:solidFill>
                          <a:effectLst/>
                          <a:latin typeface="맑은 고딕"/>
                          <a:ea typeface="맑은 고딕"/>
                        </a:rPr>
                        <a:t>explicitly</a:t>
                      </a:r>
                      <a:r>
                        <a:rPr lang="ko-KR" sz="1100" b="0" i="0" u="none" strike="noStrike" noProof="0">
                          <a:solidFill>
                            <a:srgbClr val="243447"/>
                          </a:solidFill>
                          <a:effectLst/>
                          <a:latin typeface="맑은 고딕"/>
                          <a:ea typeface="맑은 고딕"/>
                        </a:rPr>
                        <a:t> </a:t>
                      </a:r>
                      <a:r>
                        <a:rPr lang="en-US" altLang="ko-KR" sz="1100" b="0" i="0" u="none" strike="noStrike" noProof="0">
                          <a:solidFill>
                            <a:srgbClr val="243447"/>
                          </a:solidFill>
                          <a:effectLst/>
                          <a:latin typeface="맑은 고딕"/>
                          <a:ea typeface="맑은 고딕"/>
                        </a:rPr>
                        <a:t>document</a:t>
                      </a:r>
                      <a:r>
                        <a:rPr lang="ko-KR" altLang="en-US" sz="1100" b="0" i="0" u="none" strike="noStrike" noProof="0">
                          <a:solidFill>
                            <a:srgbClr val="243447"/>
                          </a:solidFill>
                          <a:effectLst/>
                          <a:latin typeface="맑은 고딕"/>
                          <a:ea typeface="맑은 고딕"/>
                        </a:rPr>
                        <a:t> </a:t>
                      </a:r>
                      <a:r>
                        <a:rPr lang="en-US" altLang="ko-KR" sz="1100" b="0" i="0" u="none" strike="noStrike" noProof="0">
                          <a:solidFill>
                            <a:srgbClr val="243447"/>
                          </a:solidFill>
                          <a:effectLst/>
                          <a:latin typeface="맑은 고딕"/>
                          <a:ea typeface="맑은 고딕"/>
                        </a:rPr>
                        <a:t>regex</a:t>
                      </a:r>
                      <a:r>
                        <a:rPr lang="ko-KR" altLang="en-US" sz="1100" b="0" i="0" u="none" strike="noStrike" noProof="0">
                          <a:solidFill>
                            <a:srgbClr val="243447"/>
                          </a:solidFill>
                          <a:effectLst/>
                          <a:latin typeface="맑은 고딕"/>
                          <a:ea typeface="맑은 고딕"/>
                        </a:rPr>
                        <a:t> </a:t>
                      </a:r>
                      <a:r>
                        <a:rPr lang="en-US" altLang="ko-KR" sz="1100" b="0" i="0" u="none" strike="noStrike" noProof="0">
                          <a:solidFill>
                            <a:srgbClr val="243447"/>
                          </a:solidFill>
                          <a:effectLst/>
                          <a:latin typeface="맑은 고딕"/>
                          <a:ea typeface="맑은 고딕"/>
                        </a:rPr>
                        <a:t>syntax</a:t>
                      </a:r>
                      <a:r>
                        <a:rPr lang="ko-KR" altLang="en-US" sz="1100" b="0" i="0" u="none" strike="noStrike" noProof="0">
                          <a:solidFill>
                            <a:srgbClr val="243447"/>
                          </a:solidFill>
                          <a:effectLst/>
                          <a:latin typeface="맑은 고딕"/>
                          <a:ea typeface="맑은 고딕"/>
                        </a:rPr>
                        <a:t> </a:t>
                      </a:r>
                      <a:r>
                        <a:rPr lang="en-US" altLang="ko-KR" sz="1100" b="0" i="0" u="none" strike="noStrike" noProof="0">
                          <a:solidFill>
                            <a:srgbClr val="243447"/>
                          </a:solidFill>
                          <a:effectLst/>
                          <a:latin typeface="맑은 고딕"/>
                          <a:ea typeface="맑은 고딕"/>
                        </a:rPr>
                        <a:t>or</a:t>
                      </a:r>
                      <a:r>
                        <a:rPr lang="ko-KR" altLang="en-US" sz="1100" b="0" i="0" u="none" strike="noStrike" noProof="0">
                          <a:solidFill>
                            <a:srgbClr val="243447"/>
                          </a:solidFill>
                          <a:effectLst/>
                          <a:latin typeface="맑은 고딕"/>
                          <a:ea typeface="맑은 고딕"/>
                        </a:rPr>
                        <a:t> </a:t>
                      </a:r>
                      <a:r>
                        <a:rPr lang="en-US" altLang="ko-KR" sz="1100" b="0" i="0" u="none" strike="noStrike" noProof="0">
                          <a:solidFill>
                            <a:srgbClr val="243447"/>
                          </a:solidFill>
                          <a:effectLst/>
                          <a:latin typeface="맑은 고딕"/>
                          <a:ea typeface="맑은 고딕"/>
                        </a:rPr>
                        <a:t>Korean-ID</a:t>
                      </a:r>
                      <a:r>
                        <a:rPr lang="ko-KR" altLang="en-US" sz="1100" b="0" i="0" u="none" strike="noStrike" noProof="0">
                          <a:solidFill>
                            <a:srgbClr val="243447"/>
                          </a:solidFill>
                          <a:effectLst/>
                          <a:latin typeface="맑은 고딕"/>
                          <a:ea typeface="맑은 고딕"/>
                        </a:rPr>
                        <a:t> </a:t>
                      </a:r>
                      <a:r>
                        <a:rPr lang="en-US" altLang="ko-KR" sz="1100" b="0" i="0" u="none" strike="noStrike" noProof="0">
                          <a:solidFill>
                            <a:srgbClr val="243447"/>
                          </a:solidFill>
                          <a:effectLst/>
                          <a:latin typeface="맑은 고딕"/>
                          <a:ea typeface="맑은 고딕"/>
                        </a:rPr>
                        <a:t>validity</a:t>
                      </a:r>
                      <a:r>
                        <a:rPr lang="ko-KR" altLang="en-US" sz="1100" b="0" i="0" u="none" strike="noStrike" noProof="0">
                          <a:solidFill>
                            <a:srgbClr val="243447"/>
                          </a:solidFill>
                          <a:effectLst/>
                          <a:latin typeface="맑은 고딕"/>
                          <a:ea typeface="맑은 고딕"/>
                        </a:rPr>
                        <a:t> </a:t>
                      </a:r>
                      <a:r>
                        <a:rPr lang="en-US" altLang="ko-KR" sz="1100" b="0" i="0" u="none" strike="noStrike" noProof="0">
                          <a:solidFill>
                            <a:srgbClr val="243447"/>
                          </a:solidFill>
                          <a:effectLst/>
                          <a:latin typeface="맑은 고딕"/>
                          <a:ea typeface="맑은 고딕"/>
                        </a:rPr>
                        <a:t>checks.</a:t>
                      </a:r>
                      <a:r>
                        <a:rPr lang="ko-KR" sz="1100" b="0" i="0" u="none" strike="noStrike" noProof="0">
                          <a:solidFill>
                            <a:srgbClr val="243447"/>
                          </a:solidFill>
                          <a:effectLst/>
                          <a:latin typeface="맑은 고딕"/>
                          <a:ea typeface="맑은 고딕"/>
                        </a:rPr>
                        <a:t> </a:t>
                      </a:r>
                      <a:r>
                        <a:rPr lang="en-US" altLang="ko-KR" sz="1100" b="0" i="0" u="none" strike="noStrike" noProof="0">
                          <a:solidFill>
                            <a:srgbClr val="243447"/>
                          </a:solidFill>
                          <a:effectLst/>
                          <a:latin typeface="맑은 고딕"/>
                          <a:ea typeface="맑은 고딕"/>
                        </a:rPr>
                        <a:t>[S1</a:t>
                      </a:r>
                      <a:r>
                        <a:rPr lang="ko-KR" sz="1100" b="0" i="0" u="none" strike="noStrike" noProof="0">
                          <a:solidFill>
                            <a:srgbClr val="243447"/>
                          </a:solidFill>
                          <a:effectLst/>
                          <a:latin typeface="맑은 고딕"/>
                          <a:ea typeface="맑은 고딕"/>
                        </a:rPr>
                        <a:t>]</a:t>
                      </a:r>
                      <a:endParaRPr lang="en-US">
                        <a:latin typeface="맑은 고딕"/>
                        <a:ea typeface="맑은 고딕"/>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118286590"/>
                  </a:ext>
                </a:extLst>
              </a:tr>
              <a:tr h="314325">
                <a:tc>
                  <a:txBody>
                    <a:bodyPr/>
                    <a:lstStyle/>
                    <a:p>
                      <a:pPr algn="l">
                        <a:buNone/>
                      </a:pPr>
                      <a:r>
                        <a:rPr lang="ko-KR" sz="1100" b="1">
                          <a:solidFill>
                            <a:srgbClr val="243447"/>
                          </a:solidFill>
                          <a:effectLst/>
                          <a:latin typeface="Arial"/>
                          <a:ea typeface="Arial" panose="020B0604020202020204" pitchFamily="34" charset="0"/>
                        </a:rPr>
                        <a:t>D2-02</a:t>
                      </a:r>
                      <a:endParaRPr lang="ko-KR" sz="1100" b="1">
                        <a:solidFill>
                          <a:srgbClr val="243447"/>
                        </a:solidFill>
                        <a:effectLst/>
                        <a:latin typeface="Arial"/>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100">
                          <a:solidFill>
                            <a:srgbClr val="243447"/>
                          </a:solidFill>
                          <a:effectLst/>
                          <a:latin typeface="Arial"/>
                          <a:ea typeface="Arial" panose="020B0604020202020204" pitchFamily="34" charset="0"/>
                        </a:rPr>
                        <a:t>Keyword / dictionary rules</a:t>
                      </a:r>
                      <a:endParaRPr lang="ko-KR" sz="1100">
                        <a:solidFill>
                          <a:srgbClr val="243447"/>
                        </a:solidFill>
                        <a:effectLst/>
                        <a:latin typeface="Arial"/>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en-US" altLang="ko-KR" sz="1100" b="1">
                          <a:solidFill>
                            <a:srgbClr val="136F73"/>
                          </a:solidFill>
                          <a:effectLst/>
                          <a:latin typeface="Arial"/>
                        </a:rPr>
                        <a:t>?</a:t>
                      </a:r>
                      <a:endParaRPr lang="ko-KR" sz="1100" b="1">
                        <a:solidFill>
                          <a:srgbClr val="136F73"/>
                        </a:solidFill>
                        <a:effectLst/>
                        <a:latin typeface="Arial"/>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lvl="0" algn="l">
                        <a:buNone/>
                      </a:pPr>
                      <a:r>
                        <a:rPr lang="en-US" altLang="ko-KR" sz="1100" b="0" i="0" u="none" strike="noStrike" noProof="0">
                          <a:solidFill>
                            <a:srgbClr val="243447"/>
                          </a:solidFill>
                          <a:effectLst/>
                          <a:latin typeface="맑은 고딕"/>
                          <a:ea typeface="맑은 고딕"/>
                        </a:rPr>
                        <a:t>Content-based</a:t>
                      </a:r>
                      <a:r>
                        <a:rPr lang="ko-KR" altLang="en-US" sz="1100" b="0" i="0" u="none" strike="noStrike" noProof="0">
                          <a:solidFill>
                            <a:srgbClr val="243447"/>
                          </a:solidFill>
                          <a:effectLst/>
                          <a:latin typeface="맑은 고딕"/>
                          <a:ea typeface="맑은 고딕"/>
                        </a:rPr>
                        <a:t> </a:t>
                      </a:r>
                      <a:r>
                        <a:rPr lang="en-US" altLang="ko-KR" sz="1100" b="0" i="0" u="none" strike="noStrike" noProof="0">
                          <a:solidFill>
                            <a:srgbClr val="243447"/>
                          </a:solidFill>
                          <a:effectLst/>
                          <a:latin typeface="맑은 고딕"/>
                          <a:ea typeface="맑은 고딕"/>
                        </a:rPr>
                        <a:t>detection</a:t>
                      </a:r>
                      <a:r>
                        <a:rPr lang="ko-KR" sz="1100" b="0" i="0" u="none" strike="noStrike" noProof="0">
                          <a:solidFill>
                            <a:srgbClr val="243447"/>
                          </a:solidFill>
                          <a:effectLst/>
                          <a:latin typeface="맑은 고딕"/>
                          <a:ea typeface="맑은 고딕"/>
                        </a:rPr>
                        <a:t> </a:t>
                      </a:r>
                      <a:r>
                        <a:rPr lang="en-US" altLang="ko-KR" sz="1100" b="0" i="0" u="none" strike="noStrike" noProof="0">
                          <a:solidFill>
                            <a:srgbClr val="243447"/>
                          </a:solidFill>
                          <a:effectLst/>
                          <a:latin typeface="맑은 고딕"/>
                          <a:ea typeface="맑은 고딕"/>
                        </a:rPr>
                        <a:t>is</a:t>
                      </a:r>
                      <a:r>
                        <a:rPr lang="ko-KR" altLang="en-US" sz="1100" b="0" i="0" u="none" strike="noStrike" noProof="0">
                          <a:solidFill>
                            <a:srgbClr val="243447"/>
                          </a:solidFill>
                          <a:effectLst/>
                          <a:latin typeface="맑은 고딕"/>
                          <a:ea typeface="맑은 고딕"/>
                        </a:rPr>
                        <a:t> </a:t>
                      </a:r>
                      <a:r>
                        <a:rPr lang="en-US" altLang="ko-KR" sz="1100" b="0" i="0" u="none" strike="noStrike" noProof="0">
                          <a:solidFill>
                            <a:srgbClr val="243447"/>
                          </a:solidFill>
                          <a:effectLst/>
                          <a:latin typeface="맑은 고딕"/>
                          <a:ea typeface="맑은 고딕"/>
                        </a:rPr>
                        <a:t>documented,</a:t>
                      </a:r>
                      <a:r>
                        <a:rPr lang="ko-KR" altLang="en-US" sz="1100" b="0" i="0" u="none" strike="noStrike" noProof="0">
                          <a:solidFill>
                            <a:srgbClr val="243447"/>
                          </a:solidFill>
                          <a:effectLst/>
                          <a:latin typeface="맑은 고딕"/>
                          <a:ea typeface="맑은 고딕"/>
                        </a:rPr>
                        <a:t> </a:t>
                      </a:r>
                      <a:r>
                        <a:rPr lang="en-US" altLang="ko-KR" sz="1100" b="0" i="0" u="none" strike="noStrike" noProof="0">
                          <a:solidFill>
                            <a:srgbClr val="243447"/>
                          </a:solidFill>
                          <a:effectLst/>
                          <a:latin typeface="맑은 고딕"/>
                          <a:ea typeface="맑은 고딕"/>
                        </a:rPr>
                        <a:t>but</a:t>
                      </a:r>
                      <a:r>
                        <a:rPr lang="ko-KR" altLang="en-US" sz="1100" b="0" i="0" u="none" strike="noStrike" noProof="0">
                          <a:solidFill>
                            <a:srgbClr val="243447"/>
                          </a:solidFill>
                          <a:effectLst/>
                          <a:latin typeface="맑은 고딕"/>
                          <a:ea typeface="맑은 고딕"/>
                        </a:rPr>
                        <a:t> </a:t>
                      </a:r>
                      <a:r>
                        <a:rPr lang="en-US" altLang="ko-KR" sz="1100" b="0" i="0" u="none" strike="noStrike" noProof="0">
                          <a:solidFill>
                            <a:srgbClr val="243447"/>
                          </a:solidFill>
                          <a:effectLst/>
                          <a:latin typeface="맑은 고딕"/>
                          <a:ea typeface="맑은 고딕"/>
                        </a:rPr>
                        <a:t>a</a:t>
                      </a:r>
                      <a:r>
                        <a:rPr lang="ko-KR" altLang="en-US" sz="1100" b="0" i="0" u="none" strike="noStrike" noProof="0">
                          <a:solidFill>
                            <a:srgbClr val="243447"/>
                          </a:solidFill>
                          <a:effectLst/>
                          <a:latin typeface="맑은 고딕"/>
                          <a:ea typeface="맑은 고딕"/>
                        </a:rPr>
                        <a:t> </a:t>
                      </a:r>
                      <a:r>
                        <a:rPr lang="en-US" altLang="ko-KR" sz="1100" b="0" i="0" u="none" strike="noStrike" noProof="0">
                          <a:solidFill>
                            <a:srgbClr val="243447"/>
                          </a:solidFill>
                          <a:effectLst/>
                          <a:latin typeface="맑은 고딕"/>
                          <a:ea typeface="맑은 고딕"/>
                        </a:rPr>
                        <a:t>current</a:t>
                      </a:r>
                      <a:r>
                        <a:rPr lang="ko-KR" altLang="en-US" sz="1100" b="0" i="0" u="none" strike="noStrike" noProof="0">
                          <a:solidFill>
                            <a:srgbClr val="243447"/>
                          </a:solidFill>
                          <a:effectLst/>
                          <a:latin typeface="맑은 고딕"/>
                          <a:ea typeface="맑은 고딕"/>
                        </a:rPr>
                        <a:t> </a:t>
                      </a:r>
                      <a:r>
                        <a:rPr lang="en-US" altLang="ko-KR" sz="1100" b="0" i="0" u="none" strike="noStrike" noProof="0">
                          <a:solidFill>
                            <a:srgbClr val="243447"/>
                          </a:solidFill>
                          <a:effectLst/>
                          <a:latin typeface="맑은 고딕"/>
                          <a:ea typeface="맑은 고딕"/>
                        </a:rPr>
                        <a:t>keyword/dictionary</a:t>
                      </a:r>
                      <a:r>
                        <a:rPr lang="ko-KR" altLang="en-US" sz="1100" b="0" i="0" u="none" strike="noStrike" noProof="0">
                          <a:solidFill>
                            <a:srgbClr val="243447"/>
                          </a:solidFill>
                          <a:effectLst/>
                          <a:latin typeface="맑은 고딕"/>
                          <a:ea typeface="맑은 고딕"/>
                        </a:rPr>
                        <a:t> </a:t>
                      </a:r>
                      <a:r>
                        <a:rPr lang="en-US" altLang="ko-KR" sz="1100" b="0" i="0" u="none" strike="noStrike" noProof="0">
                          <a:solidFill>
                            <a:srgbClr val="243447"/>
                          </a:solidFill>
                          <a:effectLst/>
                          <a:latin typeface="맑은 고딕"/>
                          <a:ea typeface="맑은 고딕"/>
                        </a:rPr>
                        <a:t>policy</a:t>
                      </a:r>
                      <a:r>
                        <a:rPr lang="ko-KR" altLang="en-US" sz="1100" b="0" i="0" u="none" strike="noStrike" noProof="0">
                          <a:solidFill>
                            <a:srgbClr val="243447"/>
                          </a:solidFill>
                          <a:effectLst/>
                          <a:latin typeface="맑은 고딕"/>
                          <a:ea typeface="맑은 고딕"/>
                        </a:rPr>
                        <a:t> </a:t>
                      </a:r>
                      <a:r>
                        <a:rPr lang="en-US" altLang="ko-KR" sz="1100" b="0" i="0" u="none" strike="noStrike" noProof="0">
                          <a:solidFill>
                            <a:srgbClr val="243447"/>
                          </a:solidFill>
                          <a:effectLst/>
                          <a:latin typeface="맑은 고딕"/>
                          <a:ea typeface="맑은 고딕"/>
                        </a:rPr>
                        <a:t>engine</a:t>
                      </a:r>
                      <a:r>
                        <a:rPr lang="ko-KR" altLang="en-US" sz="1100" b="0" i="0" u="none" strike="noStrike" noProof="0">
                          <a:solidFill>
                            <a:srgbClr val="243447"/>
                          </a:solidFill>
                          <a:effectLst/>
                          <a:latin typeface="맑은 고딕"/>
                          <a:ea typeface="맑은 고딕"/>
                        </a:rPr>
                        <a:t> </a:t>
                      </a:r>
                      <a:r>
                        <a:rPr lang="en-US" altLang="ko-KR" sz="1100" b="0" i="0" u="none" strike="noStrike" noProof="0">
                          <a:solidFill>
                            <a:srgbClr val="243447"/>
                          </a:solidFill>
                          <a:effectLst/>
                          <a:latin typeface="맑은 고딕"/>
                          <a:ea typeface="맑은 고딕"/>
                        </a:rPr>
                        <a:t>was</a:t>
                      </a:r>
                      <a:r>
                        <a:rPr lang="ko-KR" altLang="en-US" sz="1100" b="0" i="0" u="none" strike="noStrike" noProof="0">
                          <a:solidFill>
                            <a:srgbClr val="243447"/>
                          </a:solidFill>
                          <a:effectLst/>
                          <a:latin typeface="맑은 고딕"/>
                          <a:ea typeface="맑은 고딕"/>
                        </a:rPr>
                        <a:t> </a:t>
                      </a:r>
                      <a:r>
                        <a:rPr lang="en-US" altLang="ko-KR" sz="1100" b="0" i="0" u="none" strike="noStrike" noProof="0">
                          <a:solidFill>
                            <a:srgbClr val="243447"/>
                          </a:solidFill>
                          <a:effectLst/>
                          <a:latin typeface="맑은 고딕"/>
                          <a:ea typeface="맑은 고딕"/>
                        </a:rPr>
                        <a:t>not</a:t>
                      </a:r>
                      <a:r>
                        <a:rPr lang="ko-KR" altLang="en-US" sz="1100" b="0" i="0" u="none" strike="noStrike" noProof="0">
                          <a:solidFill>
                            <a:srgbClr val="243447"/>
                          </a:solidFill>
                          <a:effectLst/>
                          <a:latin typeface="맑은 고딕"/>
                          <a:ea typeface="맑은 고딕"/>
                        </a:rPr>
                        <a:t> </a:t>
                      </a:r>
                      <a:r>
                        <a:rPr lang="en-US" altLang="ko-KR" sz="1100" b="0" i="0" u="none" strike="noStrike" noProof="0">
                          <a:solidFill>
                            <a:srgbClr val="243447"/>
                          </a:solidFill>
                          <a:effectLst/>
                          <a:latin typeface="맑은 고딕"/>
                          <a:ea typeface="맑은 고딕"/>
                        </a:rPr>
                        <a:t>explicitly</a:t>
                      </a:r>
                      <a:r>
                        <a:rPr lang="ko-KR" altLang="en-US" sz="1100" b="0" i="0" u="none" strike="noStrike" noProof="0">
                          <a:solidFill>
                            <a:srgbClr val="243447"/>
                          </a:solidFill>
                          <a:effectLst/>
                          <a:latin typeface="맑은 고딕"/>
                          <a:ea typeface="맑은 고딕"/>
                        </a:rPr>
                        <a:t> </a:t>
                      </a:r>
                      <a:r>
                        <a:rPr lang="en-US" altLang="ko-KR" sz="1100" b="0" i="0" u="none" strike="noStrike" noProof="0">
                          <a:solidFill>
                            <a:srgbClr val="243447"/>
                          </a:solidFill>
                          <a:effectLst/>
                          <a:latin typeface="맑은 고딕"/>
                          <a:ea typeface="맑은 고딕"/>
                        </a:rPr>
                        <a:t>described</a:t>
                      </a:r>
                      <a:r>
                        <a:rPr lang="ko-KR" altLang="en-US" sz="1100" b="0" i="0" u="none" strike="noStrike" noProof="0">
                          <a:solidFill>
                            <a:srgbClr val="243447"/>
                          </a:solidFill>
                          <a:effectLst/>
                          <a:latin typeface="맑은 고딕"/>
                          <a:ea typeface="맑은 고딕"/>
                        </a:rPr>
                        <a:t> </a:t>
                      </a:r>
                      <a:r>
                        <a:rPr lang="en-US" altLang="ko-KR" sz="1100" b="0" i="0" u="none" strike="noStrike" noProof="0">
                          <a:solidFill>
                            <a:srgbClr val="243447"/>
                          </a:solidFill>
                          <a:effectLst/>
                          <a:latin typeface="맑은 고딕"/>
                          <a:ea typeface="맑은 고딕"/>
                        </a:rPr>
                        <a:t>in</a:t>
                      </a:r>
                      <a:r>
                        <a:rPr lang="ko-KR" altLang="en-US" sz="1100" b="0" i="0" u="none" strike="noStrike" noProof="0">
                          <a:solidFill>
                            <a:srgbClr val="243447"/>
                          </a:solidFill>
                          <a:effectLst/>
                          <a:latin typeface="맑은 고딕"/>
                          <a:ea typeface="맑은 고딕"/>
                        </a:rPr>
                        <a:t> </a:t>
                      </a:r>
                      <a:r>
                        <a:rPr lang="en-US" altLang="ko-KR" sz="1100" b="0" i="0" u="none" strike="noStrike" noProof="0">
                          <a:solidFill>
                            <a:srgbClr val="243447"/>
                          </a:solidFill>
                          <a:effectLst/>
                          <a:latin typeface="맑은 고딕"/>
                          <a:ea typeface="맑은 고딕"/>
                        </a:rPr>
                        <a:t>reviewed</a:t>
                      </a:r>
                      <a:r>
                        <a:rPr lang="ko-KR" altLang="en-US" sz="1100" b="0" i="0" u="none" strike="noStrike" noProof="0">
                          <a:solidFill>
                            <a:srgbClr val="243447"/>
                          </a:solidFill>
                          <a:effectLst/>
                          <a:latin typeface="맑은 고딕"/>
                          <a:ea typeface="맑은 고딕"/>
                        </a:rPr>
                        <a:t> </a:t>
                      </a:r>
                      <a:r>
                        <a:rPr lang="en-US" altLang="ko-KR" sz="1100" b="0" i="0" u="none" strike="noStrike" noProof="0">
                          <a:solidFill>
                            <a:srgbClr val="243447"/>
                          </a:solidFill>
                          <a:effectLst/>
                          <a:latin typeface="맑은 고딕"/>
                          <a:ea typeface="맑은 고딕"/>
                        </a:rPr>
                        <a:t>sources</a:t>
                      </a:r>
                      <a:r>
                        <a:rPr lang="ko-KR" sz="1100" b="0" i="0" u="none" strike="noStrike" noProof="0">
                          <a:solidFill>
                            <a:srgbClr val="243447"/>
                          </a:solidFill>
                          <a:effectLst/>
                          <a:latin typeface="맑은 고딕"/>
                          <a:ea typeface="맑은 고딕"/>
                        </a:rPr>
                        <a:t>.</a:t>
                      </a:r>
                      <a:endParaRPr lang="en-US">
                        <a:latin typeface="맑은 고딕"/>
                        <a:ea typeface="맑은 고딕"/>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3188854429"/>
                  </a:ext>
                </a:extLst>
              </a:tr>
              <a:tr h="314325">
                <a:tc>
                  <a:txBody>
                    <a:bodyPr/>
                    <a:lstStyle/>
                    <a:p>
                      <a:pPr algn="l">
                        <a:buNone/>
                      </a:pPr>
                      <a:r>
                        <a:rPr lang="ko-KR" sz="1100" b="1">
                          <a:solidFill>
                            <a:srgbClr val="243447"/>
                          </a:solidFill>
                          <a:effectLst/>
                          <a:latin typeface="Arial"/>
                          <a:ea typeface="Arial" panose="020B0604020202020204" pitchFamily="34" charset="0"/>
                        </a:rPr>
                        <a:t>D2-03</a:t>
                      </a:r>
                      <a:endParaRPr lang="ko-KR" sz="1100" b="1">
                        <a:solidFill>
                          <a:srgbClr val="243447"/>
                        </a:solidFill>
                        <a:effectLst/>
                        <a:latin typeface="Arial"/>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100">
                          <a:solidFill>
                            <a:srgbClr val="243447"/>
                          </a:solidFill>
                          <a:effectLst/>
                          <a:latin typeface="Arial"/>
                          <a:ea typeface="Arial" panose="020B0604020202020204" pitchFamily="34" charset="0"/>
                        </a:rPr>
                        <a:t>Exact data matching (EDM)</a:t>
                      </a:r>
                      <a:endParaRPr lang="ko-KR" sz="1100">
                        <a:solidFill>
                          <a:srgbClr val="243447"/>
                        </a:solidFill>
                        <a:effectLst/>
                        <a:latin typeface="Arial"/>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100" b="1">
                          <a:solidFill>
                            <a:srgbClr val="5E6C7A"/>
                          </a:solidFill>
                          <a:effectLst/>
                          <a:latin typeface="Arial"/>
                          <a:ea typeface="Arial" panose="020B0604020202020204" pitchFamily="34" charset="0"/>
                        </a:rPr>
                        <a:t>?</a:t>
                      </a:r>
                      <a:endParaRPr lang="ko-KR" sz="1100" b="1">
                        <a:solidFill>
                          <a:srgbClr val="5E6C7A"/>
                        </a:solidFill>
                        <a:effectLst/>
                        <a:latin typeface="Arial"/>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lvl="0" algn="l">
                        <a:buNone/>
                      </a:pPr>
                      <a:r>
                        <a:rPr lang="en-US" sz="1100" b="0" i="0" u="none" strike="noStrike" noProof="0">
                          <a:solidFill>
                            <a:srgbClr val="243447"/>
                          </a:solidFill>
                          <a:effectLst/>
                          <a:latin typeface="맑은 고딕"/>
                          <a:ea typeface="맑은 고딕"/>
                        </a:rPr>
                        <a:t>No explicit database</a:t>
                      </a:r>
                      <a:r>
                        <a:rPr lang="en-US" altLang="ko-KR" sz="1100" b="0" i="0" u="none" strike="noStrike" noProof="0">
                          <a:solidFill>
                            <a:srgbClr val="243447"/>
                          </a:solidFill>
                          <a:effectLst/>
                          <a:latin typeface="맑은 고딕"/>
                          <a:ea typeface="맑은 고딕"/>
                        </a:rPr>
                        <a:t> fingerprint </a:t>
                      </a:r>
                      <a:r>
                        <a:rPr lang="en-US" sz="1100" b="0" i="0" u="none" strike="noStrike" noProof="0">
                          <a:solidFill>
                            <a:srgbClr val="243447"/>
                          </a:solidFill>
                          <a:effectLst/>
                          <a:latin typeface="맑은 고딕"/>
                          <a:ea typeface="맑은 고딕"/>
                        </a:rPr>
                        <a:t>/</a:t>
                      </a:r>
                      <a:r>
                        <a:rPr lang="en-US" altLang="ko-KR" sz="1100" b="0" i="0" u="none" strike="noStrike" noProof="0">
                          <a:solidFill>
                            <a:srgbClr val="243447"/>
                          </a:solidFill>
                          <a:effectLst/>
                          <a:latin typeface="맑은 고딕"/>
                          <a:ea typeface="맑은 고딕"/>
                        </a:rPr>
                        <a:t> </a:t>
                      </a:r>
                      <a:r>
                        <a:rPr lang="en-US" sz="1100" b="0" i="0" u="none" strike="noStrike" noProof="0">
                          <a:solidFill>
                            <a:srgbClr val="243447"/>
                          </a:solidFill>
                          <a:effectLst/>
                          <a:latin typeface="맑은 고딕"/>
                          <a:ea typeface="맑은 고딕"/>
                        </a:rPr>
                        <a:t>exact-data-matching capability was</a:t>
                      </a:r>
                      <a:r>
                        <a:rPr lang="en-US" altLang="ko-KR" sz="1100" b="0" i="0" u="none" strike="noStrike" noProof="0">
                          <a:solidFill>
                            <a:srgbClr val="243447"/>
                          </a:solidFill>
                          <a:effectLst/>
                          <a:latin typeface="맑은 고딕"/>
                          <a:ea typeface="맑은 고딕"/>
                        </a:rPr>
                        <a:t> identified.</a:t>
                      </a:r>
                      <a:endParaRPr lang="en-US">
                        <a:latin typeface="맑은 고딕"/>
                        <a:ea typeface="맑은 고딕"/>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961593320"/>
                  </a:ext>
                </a:extLst>
              </a:tr>
              <a:tr h="475179">
                <a:tc>
                  <a:txBody>
                    <a:bodyPr/>
                    <a:lstStyle/>
                    <a:p>
                      <a:pPr algn="l">
                        <a:buNone/>
                      </a:pPr>
                      <a:r>
                        <a:rPr lang="ko-KR" sz="1100" b="1">
                          <a:solidFill>
                            <a:srgbClr val="243447"/>
                          </a:solidFill>
                          <a:effectLst/>
                          <a:latin typeface="Arial"/>
                          <a:ea typeface="Arial" panose="020B0604020202020204" pitchFamily="34" charset="0"/>
                        </a:rPr>
                        <a:t>D2-04</a:t>
                      </a:r>
                      <a:endParaRPr lang="ko-KR" sz="1100" b="1">
                        <a:solidFill>
                          <a:srgbClr val="243447"/>
                        </a:solidFill>
                        <a:effectLst/>
                        <a:latin typeface="Arial"/>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100">
                          <a:solidFill>
                            <a:srgbClr val="243447"/>
                          </a:solidFill>
                          <a:effectLst/>
                          <a:latin typeface="Arial"/>
                          <a:ea typeface="Arial" panose="020B0604020202020204" pitchFamily="34" charset="0"/>
                        </a:rPr>
                        <a:t>Registered document matching</a:t>
                      </a:r>
                      <a:endParaRPr lang="ko-KR" sz="1100">
                        <a:solidFill>
                          <a:srgbClr val="243447"/>
                        </a:solidFill>
                        <a:effectLst/>
                        <a:latin typeface="Arial"/>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100" b="1">
                          <a:solidFill>
                            <a:srgbClr val="5E6C7A"/>
                          </a:solidFill>
                          <a:effectLst/>
                          <a:latin typeface="Arial"/>
                          <a:ea typeface="Arial" panose="020B0604020202020204" pitchFamily="34" charset="0"/>
                        </a:rPr>
                        <a:t>?</a:t>
                      </a:r>
                      <a:endParaRPr lang="ko-KR" sz="1100" b="1">
                        <a:solidFill>
                          <a:srgbClr val="5E6C7A"/>
                        </a:solidFill>
                        <a:effectLst/>
                        <a:latin typeface="Arial"/>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lvl="0" algn="l">
                        <a:buNone/>
                      </a:pPr>
                      <a:r>
                        <a:rPr lang="en-US" altLang="ko-KR" sz="1100" b="0" i="0" u="none" strike="noStrike" noProof="0">
                          <a:solidFill>
                            <a:srgbClr val="243447"/>
                          </a:solidFill>
                          <a:effectLst/>
                          <a:latin typeface="맑은 고딕"/>
                          <a:ea typeface="맑은 고딕"/>
                        </a:rPr>
                        <a:t>Important-file</a:t>
                      </a:r>
                      <a:r>
                        <a:rPr lang="ko-KR" altLang="en-US" sz="1100" b="0" i="0" u="none" strike="noStrike" noProof="0">
                          <a:solidFill>
                            <a:srgbClr val="243447"/>
                          </a:solidFill>
                          <a:effectLst/>
                          <a:latin typeface="맑은 고딕"/>
                          <a:ea typeface="맑은 고딕"/>
                        </a:rPr>
                        <a:t> </a:t>
                      </a:r>
                      <a:r>
                        <a:rPr lang="en-US" altLang="ko-KR" sz="1100" b="0" i="0" u="none" strike="noStrike" noProof="0">
                          <a:solidFill>
                            <a:srgbClr val="243447"/>
                          </a:solidFill>
                          <a:effectLst/>
                          <a:latin typeface="맑은 고딕"/>
                          <a:ea typeface="맑은 고딕"/>
                        </a:rPr>
                        <a:t>tracking</a:t>
                      </a:r>
                      <a:r>
                        <a:rPr lang="ko-KR" altLang="en-US" sz="1100" b="0" i="0" u="none" strike="noStrike" noProof="0">
                          <a:solidFill>
                            <a:srgbClr val="243447"/>
                          </a:solidFill>
                          <a:effectLst/>
                          <a:latin typeface="맑은 고딕"/>
                          <a:ea typeface="맑은 고딕"/>
                        </a:rPr>
                        <a:t> </a:t>
                      </a:r>
                      <a:r>
                        <a:rPr lang="en-US" altLang="ko-KR" sz="1100" b="0" i="0" u="none" strike="noStrike" noProof="0">
                          <a:solidFill>
                            <a:srgbClr val="243447"/>
                          </a:solidFill>
                          <a:effectLst/>
                          <a:latin typeface="맑은 고딕"/>
                          <a:ea typeface="맑은 고딕"/>
                        </a:rPr>
                        <a:t>is</a:t>
                      </a:r>
                      <a:r>
                        <a:rPr lang="ko-KR" sz="1100" b="0" i="0" u="none" strike="noStrike" noProof="0">
                          <a:solidFill>
                            <a:srgbClr val="243447"/>
                          </a:solidFill>
                          <a:effectLst/>
                          <a:latin typeface="맑은 고딕"/>
                          <a:ea typeface="맑은 고딕"/>
                        </a:rPr>
                        <a:t> </a:t>
                      </a:r>
                      <a:r>
                        <a:rPr lang="en-US" altLang="ko-KR" sz="1100" b="0" i="0" u="none" strike="noStrike" noProof="0">
                          <a:solidFill>
                            <a:srgbClr val="243447"/>
                          </a:solidFill>
                          <a:effectLst/>
                          <a:latin typeface="맑은 고딕"/>
                          <a:ea typeface="맑은 고딕"/>
                        </a:rPr>
                        <a:t>documented,</a:t>
                      </a:r>
                      <a:r>
                        <a:rPr lang="ko-KR" sz="1100" b="0" i="0" u="none" strike="noStrike" noProof="0">
                          <a:solidFill>
                            <a:srgbClr val="243447"/>
                          </a:solidFill>
                          <a:effectLst/>
                          <a:latin typeface="맑은 고딕"/>
                          <a:ea typeface="맑은 고딕"/>
                        </a:rPr>
                        <a:t> </a:t>
                      </a:r>
                      <a:r>
                        <a:rPr lang="en-US" altLang="ko-KR" sz="1100" b="0" i="0" u="none" strike="noStrike" noProof="0">
                          <a:solidFill>
                            <a:srgbClr val="243447"/>
                          </a:solidFill>
                          <a:effectLst/>
                          <a:latin typeface="맑은 고딕"/>
                          <a:ea typeface="맑은 고딕"/>
                        </a:rPr>
                        <a:t>but</a:t>
                      </a:r>
                      <a:r>
                        <a:rPr lang="ko-KR" sz="1100" b="0" i="0" u="none" strike="noStrike" noProof="0">
                          <a:solidFill>
                            <a:srgbClr val="243447"/>
                          </a:solidFill>
                          <a:effectLst/>
                          <a:latin typeface="맑은 고딕"/>
                          <a:ea typeface="맑은 고딕"/>
                        </a:rPr>
                        <a:t> </a:t>
                      </a:r>
                      <a:r>
                        <a:rPr lang="en-US" altLang="ko-KR" sz="1100" b="0" i="0" u="none" strike="noStrike" noProof="0">
                          <a:solidFill>
                            <a:srgbClr val="243447"/>
                          </a:solidFill>
                          <a:effectLst/>
                          <a:latin typeface="맑은 고딕"/>
                          <a:ea typeface="맑은 고딕"/>
                        </a:rPr>
                        <a:t>registered-document</a:t>
                      </a:r>
                      <a:r>
                        <a:rPr lang="ko-KR" sz="1100" b="0" i="0" u="none" strike="noStrike" noProof="0">
                          <a:solidFill>
                            <a:srgbClr val="243447"/>
                          </a:solidFill>
                          <a:effectLst/>
                          <a:latin typeface="맑은 고딕"/>
                          <a:ea typeface="맑은 고딕"/>
                        </a:rPr>
                        <a:t> fingerprint</a:t>
                      </a:r>
                      <a:r>
                        <a:rPr lang="ko-KR" altLang="en-US" sz="1100" b="0" i="0" u="none" strike="noStrike" noProof="0">
                          <a:solidFill>
                            <a:srgbClr val="243447"/>
                          </a:solidFill>
                          <a:effectLst/>
                          <a:latin typeface="맑은 고딕"/>
                          <a:ea typeface="맑은 고딕"/>
                        </a:rPr>
                        <a:t> </a:t>
                      </a:r>
                      <a:r>
                        <a:rPr lang="en-US" altLang="ko-KR" sz="1100" b="0" i="0" u="none" strike="noStrike" noProof="0">
                          <a:solidFill>
                            <a:srgbClr val="243447"/>
                          </a:solidFill>
                          <a:effectLst/>
                          <a:latin typeface="맑은 고딕"/>
                          <a:ea typeface="맑은 고딕"/>
                        </a:rPr>
                        <a:t>or</a:t>
                      </a:r>
                      <a:r>
                        <a:rPr lang="ko-KR" altLang="en-US" sz="1100" b="0" i="0" u="none" strike="noStrike" noProof="0">
                          <a:solidFill>
                            <a:srgbClr val="243447"/>
                          </a:solidFill>
                          <a:effectLst/>
                          <a:latin typeface="맑은 고딕"/>
                          <a:ea typeface="맑은 고딕"/>
                        </a:rPr>
                        <a:t> </a:t>
                      </a:r>
                      <a:r>
                        <a:rPr lang="en-US" altLang="ko-KR" sz="1100" b="0" i="0" u="none" strike="noStrike" noProof="0">
                          <a:solidFill>
                            <a:srgbClr val="243447"/>
                          </a:solidFill>
                          <a:effectLst/>
                          <a:latin typeface="맑은 고딕"/>
                          <a:ea typeface="맑은 고딕"/>
                        </a:rPr>
                        <a:t>similarity</a:t>
                      </a:r>
                      <a:r>
                        <a:rPr lang="ko-KR" sz="1100" b="0" i="0" u="none" strike="noStrike" noProof="0">
                          <a:solidFill>
                            <a:srgbClr val="243447"/>
                          </a:solidFill>
                          <a:effectLst/>
                          <a:latin typeface="맑은 고딕"/>
                          <a:ea typeface="맑은 고딕"/>
                        </a:rPr>
                        <a:t> </a:t>
                      </a:r>
                      <a:r>
                        <a:rPr lang="en-US" altLang="ko-KR" sz="1100" b="0" i="0" u="none" strike="noStrike" noProof="0">
                          <a:solidFill>
                            <a:srgbClr val="243447"/>
                          </a:solidFill>
                          <a:effectLst/>
                          <a:latin typeface="맑은 고딕"/>
                          <a:ea typeface="맑은 고딕"/>
                        </a:rPr>
                        <a:t>matching</a:t>
                      </a:r>
                      <a:r>
                        <a:rPr lang="ko-KR" sz="1100" b="0" i="0" u="none" strike="noStrike" noProof="0">
                          <a:solidFill>
                            <a:srgbClr val="243447"/>
                          </a:solidFill>
                          <a:effectLst/>
                          <a:latin typeface="맑은 고딕"/>
                          <a:ea typeface="맑은 고딕"/>
                        </a:rPr>
                        <a:t> </a:t>
                      </a:r>
                      <a:r>
                        <a:rPr lang="en-US" altLang="ko-KR" sz="1100" b="0" i="0" u="none" strike="noStrike" noProof="0">
                          <a:solidFill>
                            <a:srgbClr val="243447"/>
                          </a:solidFill>
                          <a:effectLst/>
                          <a:latin typeface="맑은 고딕"/>
                          <a:ea typeface="맑은 고딕"/>
                        </a:rPr>
                        <a:t>was</a:t>
                      </a:r>
                      <a:r>
                        <a:rPr lang="ko-KR" sz="1100" b="0" i="0" u="none" strike="noStrike" noProof="0">
                          <a:solidFill>
                            <a:srgbClr val="243447"/>
                          </a:solidFill>
                          <a:effectLst/>
                          <a:latin typeface="맑은 고딕"/>
                          <a:ea typeface="맑은 고딕"/>
                        </a:rPr>
                        <a:t> </a:t>
                      </a:r>
                      <a:r>
                        <a:rPr lang="en-US" altLang="ko-KR" sz="1100" b="0" i="0" u="none" strike="noStrike" noProof="0">
                          <a:solidFill>
                            <a:srgbClr val="243447"/>
                          </a:solidFill>
                          <a:effectLst/>
                          <a:latin typeface="맑은 고딕"/>
                          <a:ea typeface="맑은 고딕"/>
                        </a:rPr>
                        <a:t>not</a:t>
                      </a:r>
                      <a:r>
                        <a:rPr lang="ko-KR" sz="1100" b="0" i="0" u="none" strike="noStrike" noProof="0">
                          <a:solidFill>
                            <a:srgbClr val="243447"/>
                          </a:solidFill>
                          <a:effectLst/>
                          <a:latin typeface="맑은 고딕"/>
                          <a:ea typeface="맑은 고딕"/>
                        </a:rPr>
                        <a:t> </a:t>
                      </a:r>
                      <a:r>
                        <a:rPr lang="en-US" altLang="ko-KR" sz="1100" b="0" i="0" u="none" strike="noStrike" noProof="0">
                          <a:solidFill>
                            <a:srgbClr val="243447"/>
                          </a:solidFill>
                          <a:effectLst/>
                          <a:latin typeface="맑은 고딕"/>
                          <a:ea typeface="맑은 고딕"/>
                        </a:rPr>
                        <a:t>established</a:t>
                      </a:r>
                      <a:r>
                        <a:rPr lang="ko-KR" sz="1100" b="0" i="0" u="none" strike="noStrike" noProof="0">
                          <a:solidFill>
                            <a:srgbClr val="243447"/>
                          </a:solidFill>
                          <a:effectLst/>
                          <a:latin typeface="맑은 고딕"/>
                          <a:ea typeface="맑은 고딕"/>
                        </a:rPr>
                        <a:t>.</a:t>
                      </a:r>
                      <a:r>
                        <a:rPr lang="ko-KR" altLang="en-US" sz="1100" b="0" i="0" u="none" strike="noStrike" noProof="0">
                          <a:solidFill>
                            <a:srgbClr val="243447"/>
                          </a:solidFill>
                          <a:effectLst/>
                          <a:latin typeface="맑은 고딕"/>
                          <a:ea typeface="맑은 고딕"/>
                        </a:rPr>
                        <a:t> </a:t>
                      </a:r>
                      <a:r>
                        <a:rPr lang="en-US" altLang="ko-KR" sz="1100" b="0" i="0" u="none" strike="noStrike" noProof="0">
                          <a:solidFill>
                            <a:srgbClr val="243447"/>
                          </a:solidFill>
                          <a:effectLst/>
                          <a:latin typeface="맑은 고딕"/>
                          <a:ea typeface="맑은 고딕"/>
                        </a:rPr>
                        <a:t>[S2]</a:t>
                      </a:r>
                      <a:endParaRPr lang="en-US"/>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135230095"/>
                  </a:ext>
                </a:extLst>
              </a:tr>
              <a:tr h="314325">
                <a:tc>
                  <a:txBody>
                    <a:bodyPr/>
                    <a:lstStyle/>
                    <a:p>
                      <a:pPr algn="l">
                        <a:buNone/>
                      </a:pPr>
                      <a:r>
                        <a:rPr lang="ko-KR" sz="1100" b="1">
                          <a:solidFill>
                            <a:srgbClr val="243447"/>
                          </a:solidFill>
                          <a:effectLst/>
                          <a:latin typeface="Arial"/>
                          <a:ea typeface="Arial" panose="020B0604020202020204" pitchFamily="34" charset="0"/>
                        </a:rPr>
                        <a:t>D2-05</a:t>
                      </a:r>
                      <a:endParaRPr lang="ko-KR" sz="1100" b="1">
                        <a:solidFill>
                          <a:srgbClr val="243447"/>
                        </a:solidFill>
                        <a:effectLst/>
                        <a:latin typeface="Arial"/>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100">
                          <a:solidFill>
                            <a:srgbClr val="243447"/>
                          </a:solidFill>
                          <a:effectLst/>
                          <a:latin typeface="Arial"/>
                          <a:ea typeface="Arial" panose="020B0604020202020204" pitchFamily="34" charset="0"/>
                        </a:rPr>
                        <a:t>True file-type identification</a:t>
                      </a:r>
                      <a:endParaRPr lang="ko-KR" sz="1100">
                        <a:solidFill>
                          <a:srgbClr val="243447"/>
                        </a:solidFill>
                        <a:effectLst/>
                        <a:latin typeface="Arial"/>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100" b="1">
                          <a:solidFill>
                            <a:srgbClr val="5E6C7A"/>
                          </a:solidFill>
                          <a:effectLst/>
                          <a:latin typeface="Arial"/>
                          <a:ea typeface="Arial" panose="020B0604020202020204" pitchFamily="34" charset="0"/>
                        </a:rPr>
                        <a:t>?</a:t>
                      </a:r>
                      <a:endParaRPr lang="ko-KR" sz="1100" b="1">
                        <a:solidFill>
                          <a:srgbClr val="5E6C7A"/>
                        </a:solidFill>
                        <a:effectLst/>
                        <a:latin typeface="Arial"/>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lvl="0" algn="l">
                        <a:buNone/>
                      </a:pPr>
                      <a:r>
                        <a:rPr lang="en-US" altLang="ko-KR" sz="1100" b="0" i="0" u="none" strike="noStrike" noProof="0">
                          <a:solidFill>
                            <a:srgbClr val="243447"/>
                          </a:solidFill>
                          <a:effectLst/>
                          <a:latin typeface="맑은 고딕"/>
                          <a:ea typeface="맑은 고딕"/>
                        </a:rPr>
                        <a:t>File</a:t>
                      </a:r>
                      <a:r>
                        <a:rPr lang="ko-KR" altLang="en-US" sz="1100" b="0" i="0" u="none" strike="noStrike" noProof="0">
                          <a:solidFill>
                            <a:srgbClr val="243447"/>
                          </a:solidFill>
                          <a:effectLst/>
                          <a:latin typeface="맑은 고딕"/>
                          <a:ea typeface="맑은 고딕"/>
                        </a:rPr>
                        <a:t> </a:t>
                      </a:r>
                      <a:r>
                        <a:rPr lang="en-US" altLang="ko-KR" sz="1100" b="0" i="0" u="none" strike="noStrike" noProof="0">
                          <a:solidFill>
                            <a:srgbClr val="243447"/>
                          </a:solidFill>
                          <a:effectLst/>
                          <a:latin typeface="맑은 고딕"/>
                          <a:ea typeface="맑은 고딕"/>
                        </a:rPr>
                        <a:t>and</a:t>
                      </a:r>
                      <a:r>
                        <a:rPr lang="ko-KR" altLang="en-US" sz="1100" b="0" i="0" u="none" strike="noStrike" noProof="0">
                          <a:solidFill>
                            <a:srgbClr val="243447"/>
                          </a:solidFill>
                          <a:effectLst/>
                          <a:latin typeface="맑은 고딕"/>
                          <a:ea typeface="맑은 고딕"/>
                        </a:rPr>
                        <a:t> </a:t>
                      </a:r>
                      <a:r>
                        <a:rPr lang="ko-KR" sz="1100" b="0" i="0" u="none" strike="noStrike" noProof="0">
                          <a:solidFill>
                            <a:srgbClr val="243447"/>
                          </a:solidFill>
                          <a:effectLst/>
                          <a:latin typeface="맑은 고딕"/>
                          <a:ea typeface="맑은 고딕"/>
                        </a:rPr>
                        <a:t>attachment</a:t>
                      </a:r>
                      <a:r>
                        <a:rPr lang="ko-KR" altLang="en-US" sz="1100" b="0" i="0" u="none" strike="noStrike" noProof="0">
                          <a:solidFill>
                            <a:srgbClr val="243447"/>
                          </a:solidFill>
                          <a:effectLst/>
                          <a:latin typeface="맑은 고딕"/>
                          <a:ea typeface="맑은 고딕"/>
                        </a:rPr>
                        <a:t> </a:t>
                      </a:r>
                      <a:r>
                        <a:rPr lang="en-US" altLang="ko-KR" sz="1100" b="0" i="0" u="none" strike="noStrike" noProof="0">
                          <a:solidFill>
                            <a:srgbClr val="243447"/>
                          </a:solidFill>
                          <a:effectLst/>
                          <a:latin typeface="맑은 고딕"/>
                          <a:ea typeface="맑은 고딕"/>
                        </a:rPr>
                        <a:t>controls</a:t>
                      </a:r>
                      <a:r>
                        <a:rPr lang="ko-KR" altLang="en-US" sz="1100" b="0" i="0" u="none" strike="noStrike" noProof="0">
                          <a:solidFill>
                            <a:srgbClr val="243447"/>
                          </a:solidFill>
                          <a:effectLst/>
                          <a:latin typeface="맑은 고딕"/>
                          <a:ea typeface="맑은 고딕"/>
                        </a:rPr>
                        <a:t> </a:t>
                      </a:r>
                      <a:r>
                        <a:rPr lang="en-US" altLang="ko-KR" sz="1100" b="0" i="0" u="none" strike="noStrike" noProof="0">
                          <a:solidFill>
                            <a:srgbClr val="243447"/>
                          </a:solidFill>
                          <a:effectLst/>
                          <a:latin typeface="맑은 고딕"/>
                          <a:ea typeface="맑은 고딕"/>
                        </a:rPr>
                        <a:t>are</a:t>
                      </a:r>
                      <a:r>
                        <a:rPr lang="ko-KR" sz="1100" b="0" i="0" u="none" strike="noStrike" noProof="0">
                          <a:solidFill>
                            <a:srgbClr val="243447"/>
                          </a:solidFill>
                          <a:effectLst/>
                          <a:latin typeface="맑은 고딕"/>
                          <a:ea typeface="맑은 고딕"/>
                        </a:rPr>
                        <a:t> </a:t>
                      </a:r>
                      <a:r>
                        <a:rPr lang="en-US" altLang="ko-KR" sz="1100" b="0" i="0" u="none" strike="noStrike" noProof="0">
                          <a:solidFill>
                            <a:srgbClr val="243447"/>
                          </a:solidFill>
                          <a:effectLst/>
                          <a:latin typeface="맑은 고딕"/>
                          <a:ea typeface="맑은 고딕"/>
                        </a:rPr>
                        <a:t>documented,</a:t>
                      </a:r>
                      <a:r>
                        <a:rPr lang="ko-KR" sz="1100" b="0" i="0" u="none" strike="noStrike" noProof="0">
                          <a:solidFill>
                            <a:srgbClr val="243447"/>
                          </a:solidFill>
                          <a:effectLst/>
                          <a:latin typeface="맑은 고딕"/>
                          <a:ea typeface="맑은 고딕"/>
                        </a:rPr>
                        <a:t> </a:t>
                      </a:r>
                      <a:r>
                        <a:rPr lang="en-US" altLang="ko-KR" sz="1100" b="0" i="0" u="none" strike="noStrike" noProof="0">
                          <a:solidFill>
                            <a:srgbClr val="243447"/>
                          </a:solidFill>
                          <a:effectLst/>
                          <a:latin typeface="맑은 고딕"/>
                          <a:ea typeface="맑은 고딕"/>
                        </a:rPr>
                        <a:t>but</a:t>
                      </a:r>
                      <a:r>
                        <a:rPr lang="ko-KR" sz="1100" b="0" i="0" u="none" strike="noStrike" noProof="0">
                          <a:solidFill>
                            <a:srgbClr val="243447"/>
                          </a:solidFill>
                          <a:effectLst/>
                          <a:latin typeface="맑은 고딕"/>
                          <a:ea typeface="맑은 고딕"/>
                        </a:rPr>
                        <a:t> </a:t>
                      </a:r>
                      <a:r>
                        <a:rPr lang="en-US" altLang="ko-KR" sz="1100" b="0" i="0" u="none" strike="noStrike" noProof="0">
                          <a:solidFill>
                            <a:srgbClr val="243447"/>
                          </a:solidFill>
                          <a:effectLst/>
                          <a:latin typeface="맑은 고딕"/>
                          <a:ea typeface="맑은 고딕"/>
                        </a:rPr>
                        <a:t>file-signature</a:t>
                      </a:r>
                      <a:r>
                        <a:rPr lang="ko-KR" sz="1100" b="0" i="0" u="none" strike="noStrike" noProof="0">
                          <a:solidFill>
                            <a:srgbClr val="243447"/>
                          </a:solidFill>
                          <a:effectLst/>
                          <a:latin typeface="맑은 고딕"/>
                          <a:ea typeface="맑은 고딕"/>
                        </a:rPr>
                        <a:t> </a:t>
                      </a:r>
                      <a:r>
                        <a:rPr lang="en-US" altLang="ko-KR" sz="1100" b="0" i="0" u="none" strike="noStrike" noProof="0">
                          <a:solidFill>
                            <a:srgbClr val="243447"/>
                          </a:solidFill>
                          <a:effectLst/>
                          <a:latin typeface="맑은 고딕"/>
                          <a:ea typeface="맑은 고딕"/>
                        </a:rPr>
                        <a:t>/</a:t>
                      </a:r>
                      <a:r>
                        <a:rPr lang="ko-KR" altLang="en-US" sz="1100" b="0" i="0" u="none" strike="noStrike" noProof="0">
                          <a:solidFill>
                            <a:srgbClr val="243447"/>
                          </a:solidFill>
                          <a:effectLst/>
                          <a:latin typeface="맑은 고딕"/>
                          <a:ea typeface="맑은 고딕"/>
                        </a:rPr>
                        <a:t> </a:t>
                      </a:r>
                      <a:r>
                        <a:rPr lang="ko-KR" sz="1100" b="0" i="0" u="none" strike="noStrike" noProof="0">
                          <a:solidFill>
                            <a:srgbClr val="243447"/>
                          </a:solidFill>
                          <a:effectLst/>
                          <a:latin typeface="맑은 고딕"/>
                          <a:ea typeface="맑은 고딕"/>
                        </a:rPr>
                        <a:t>extension-spoofing </a:t>
                      </a:r>
                      <a:r>
                        <a:rPr lang="en-US" altLang="ko-KR" sz="1100" b="0" i="0" u="none" strike="noStrike" noProof="0">
                          <a:solidFill>
                            <a:srgbClr val="243447"/>
                          </a:solidFill>
                          <a:effectLst/>
                          <a:latin typeface="맑은 고딕"/>
                          <a:ea typeface="맑은 고딕"/>
                        </a:rPr>
                        <a:t>detection</a:t>
                      </a:r>
                      <a:r>
                        <a:rPr lang="ko-KR" sz="1100" b="0" i="0" u="none" strike="noStrike" noProof="0">
                          <a:solidFill>
                            <a:srgbClr val="243447"/>
                          </a:solidFill>
                          <a:effectLst/>
                          <a:latin typeface="맑은 고딕"/>
                          <a:ea typeface="맑은 고딕"/>
                        </a:rPr>
                        <a:t> </a:t>
                      </a:r>
                      <a:r>
                        <a:rPr lang="en-US" altLang="ko-KR" sz="1100" b="0" i="0" u="none" strike="noStrike" noProof="0">
                          <a:solidFill>
                            <a:srgbClr val="243447"/>
                          </a:solidFill>
                          <a:effectLst/>
                          <a:latin typeface="맑은 고딕"/>
                          <a:ea typeface="맑은 고딕"/>
                        </a:rPr>
                        <a:t>was</a:t>
                      </a:r>
                      <a:r>
                        <a:rPr lang="ko-KR" altLang="en-US" sz="1100" b="0" i="0" u="none" strike="noStrike" noProof="0">
                          <a:solidFill>
                            <a:srgbClr val="243447"/>
                          </a:solidFill>
                          <a:effectLst/>
                          <a:latin typeface="맑은 고딕"/>
                          <a:ea typeface="맑은 고딕"/>
                        </a:rPr>
                        <a:t> </a:t>
                      </a:r>
                      <a:r>
                        <a:rPr lang="ko-KR" sz="1100" b="0" i="0" u="none" strike="noStrike" noProof="0">
                          <a:solidFill>
                            <a:srgbClr val="243447"/>
                          </a:solidFill>
                          <a:effectLst/>
                          <a:latin typeface="맑은 고딕"/>
                          <a:ea typeface="맑은 고딕"/>
                        </a:rPr>
                        <a:t>not </a:t>
                      </a:r>
                      <a:r>
                        <a:rPr lang="en-US" altLang="ko-KR" sz="1100" b="0" i="0" u="none" strike="noStrike" noProof="0">
                          <a:solidFill>
                            <a:srgbClr val="243447"/>
                          </a:solidFill>
                          <a:effectLst/>
                          <a:latin typeface="맑은 고딕"/>
                          <a:ea typeface="맑은 고딕"/>
                        </a:rPr>
                        <a:t>explicitly</a:t>
                      </a:r>
                      <a:r>
                        <a:rPr lang="ko-KR" sz="1100" b="0" i="0" u="none" strike="noStrike" noProof="0">
                          <a:solidFill>
                            <a:srgbClr val="243447"/>
                          </a:solidFill>
                          <a:effectLst/>
                          <a:latin typeface="맑은 고딕"/>
                          <a:ea typeface="맑은 고딕"/>
                        </a:rPr>
                        <a:t> </a:t>
                      </a:r>
                      <a:r>
                        <a:rPr lang="en-US" altLang="ko-KR" sz="1100" b="0" i="0" u="none" strike="noStrike" noProof="0">
                          <a:solidFill>
                            <a:srgbClr val="243447"/>
                          </a:solidFill>
                          <a:effectLst/>
                          <a:latin typeface="맑은 고딕"/>
                          <a:ea typeface="맑은 고딕"/>
                        </a:rPr>
                        <a:t>stated</a:t>
                      </a:r>
                      <a:r>
                        <a:rPr lang="ko-KR" sz="1100" b="0" i="0" u="none" strike="noStrike" noProof="0">
                          <a:solidFill>
                            <a:srgbClr val="243447"/>
                          </a:solidFill>
                          <a:effectLst/>
                          <a:latin typeface="맑은 고딕"/>
                          <a:ea typeface="맑은 고딕"/>
                        </a:rPr>
                        <a:t>.</a:t>
                      </a:r>
                      <a:endParaRPr lang="en-US">
                        <a:latin typeface="맑은 고딕"/>
                        <a:ea typeface="맑은 고딕"/>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3039004042"/>
                  </a:ext>
                </a:extLst>
              </a:tr>
              <a:tr h="314325">
                <a:tc>
                  <a:txBody>
                    <a:bodyPr/>
                    <a:lstStyle/>
                    <a:p>
                      <a:pPr algn="l">
                        <a:buNone/>
                      </a:pPr>
                      <a:r>
                        <a:rPr lang="ko-KR" sz="1100" b="1">
                          <a:solidFill>
                            <a:srgbClr val="243447"/>
                          </a:solidFill>
                          <a:effectLst/>
                          <a:latin typeface="Arial"/>
                          <a:ea typeface="Arial" panose="020B0604020202020204" pitchFamily="34" charset="0"/>
                        </a:rPr>
                        <a:t>D2-06</a:t>
                      </a:r>
                      <a:endParaRPr lang="ko-KR" sz="1100" b="1">
                        <a:solidFill>
                          <a:srgbClr val="243447"/>
                        </a:solidFill>
                        <a:effectLst/>
                        <a:latin typeface="Arial"/>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100">
                          <a:solidFill>
                            <a:srgbClr val="243447"/>
                          </a:solidFill>
                          <a:effectLst/>
                          <a:latin typeface="Arial"/>
                          <a:ea typeface="Arial" panose="020B0604020202020204" pitchFamily="34" charset="0"/>
                        </a:rPr>
                        <a:t>OCR on images / scans</a:t>
                      </a:r>
                      <a:endParaRPr lang="ko-KR" sz="1100">
                        <a:solidFill>
                          <a:srgbClr val="243447"/>
                        </a:solidFill>
                        <a:effectLst/>
                        <a:latin typeface="Arial"/>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en-US" altLang="ko-KR" sz="1100" b="1">
                          <a:solidFill>
                            <a:srgbClr val="136F73"/>
                          </a:solidFill>
                          <a:effectLst/>
                          <a:latin typeface="Arial"/>
                        </a:rPr>
                        <a:t>?</a:t>
                      </a:r>
                      <a:endParaRPr lang="ko-KR" sz="1100" b="1">
                        <a:solidFill>
                          <a:srgbClr val="136F73"/>
                        </a:solidFill>
                        <a:effectLst/>
                        <a:latin typeface="Arial"/>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lvl="0" algn="l">
                        <a:buNone/>
                      </a:pPr>
                      <a:r>
                        <a:rPr lang="en-US" altLang="ko-KR" sz="1100" b="0" i="0" u="none" strike="noStrike" noProof="0">
                          <a:solidFill>
                            <a:srgbClr val="243447"/>
                          </a:solidFill>
                          <a:effectLst/>
                          <a:latin typeface="맑은 고딕"/>
                          <a:ea typeface="맑은 고딕"/>
                        </a:rPr>
                        <a:t>No</a:t>
                      </a:r>
                      <a:r>
                        <a:rPr lang="ko-KR" altLang="en-US" sz="1100" b="0" i="0" u="none" strike="noStrike" noProof="0">
                          <a:solidFill>
                            <a:srgbClr val="243447"/>
                          </a:solidFill>
                          <a:effectLst/>
                          <a:latin typeface="맑은 고딕"/>
                          <a:ea typeface="맑은 고딕"/>
                        </a:rPr>
                        <a:t> </a:t>
                      </a:r>
                      <a:r>
                        <a:rPr lang="en-US" altLang="ko-KR" sz="1100" b="0" i="0" u="none" strike="noStrike" noProof="0">
                          <a:solidFill>
                            <a:srgbClr val="243447"/>
                          </a:solidFill>
                          <a:effectLst/>
                          <a:latin typeface="맑은 고딕"/>
                          <a:ea typeface="맑은 고딕"/>
                        </a:rPr>
                        <a:t>explicit</a:t>
                      </a:r>
                      <a:r>
                        <a:rPr lang="ko-KR" altLang="en-US" sz="1100" b="0" i="0" u="none" strike="noStrike" noProof="0">
                          <a:solidFill>
                            <a:srgbClr val="243447"/>
                          </a:solidFill>
                          <a:effectLst/>
                          <a:latin typeface="맑은 고딕"/>
                          <a:ea typeface="맑은 고딕"/>
                        </a:rPr>
                        <a:t> </a:t>
                      </a:r>
                      <a:r>
                        <a:rPr lang="en-US" altLang="ko-KR" sz="1100" b="0" i="0" u="none" strike="noStrike" noProof="0">
                          <a:solidFill>
                            <a:srgbClr val="243447"/>
                          </a:solidFill>
                          <a:effectLst/>
                          <a:latin typeface="맑은 고딕"/>
                          <a:ea typeface="맑은 고딕"/>
                        </a:rPr>
                        <a:t>OCR-based</a:t>
                      </a:r>
                      <a:r>
                        <a:rPr lang="ko-KR" altLang="en-US" sz="1100" b="0" i="0" u="none" strike="noStrike" noProof="0">
                          <a:solidFill>
                            <a:srgbClr val="243447"/>
                          </a:solidFill>
                          <a:effectLst/>
                          <a:latin typeface="맑은 고딕"/>
                          <a:ea typeface="맑은 고딕"/>
                        </a:rPr>
                        <a:t> </a:t>
                      </a:r>
                      <a:r>
                        <a:rPr lang="ko-KR" sz="1100" b="0" i="0" u="none" strike="noStrike" noProof="0">
                          <a:solidFill>
                            <a:srgbClr val="243447"/>
                          </a:solidFill>
                          <a:effectLst/>
                          <a:latin typeface="맑은 고딕"/>
                          <a:ea typeface="맑은 고딕"/>
                        </a:rPr>
                        <a:t>personal-information</a:t>
                      </a:r>
                      <a:r>
                        <a:rPr lang="ko-KR" altLang="en-US" sz="1100" b="0" i="0" u="none" strike="noStrike" noProof="0">
                          <a:solidFill>
                            <a:srgbClr val="243447"/>
                          </a:solidFill>
                          <a:effectLst/>
                          <a:latin typeface="맑은 고딕"/>
                          <a:ea typeface="맑은 고딕"/>
                        </a:rPr>
                        <a:t> </a:t>
                      </a:r>
                      <a:r>
                        <a:rPr lang="en-US" altLang="ko-KR" sz="1100" b="0" i="0" u="none" strike="noStrike" noProof="0">
                          <a:solidFill>
                            <a:srgbClr val="243447"/>
                          </a:solidFill>
                          <a:effectLst/>
                          <a:latin typeface="맑은 고딕"/>
                          <a:ea typeface="맑은 고딕"/>
                        </a:rPr>
                        <a:t>detection</a:t>
                      </a:r>
                      <a:r>
                        <a:rPr lang="ko-KR" altLang="en-US" sz="1100" b="0" i="0" u="none" strike="noStrike" noProof="0">
                          <a:solidFill>
                            <a:srgbClr val="243447"/>
                          </a:solidFill>
                          <a:effectLst/>
                          <a:latin typeface="맑은 고딕"/>
                          <a:ea typeface="맑은 고딕"/>
                        </a:rPr>
                        <a:t> </a:t>
                      </a:r>
                      <a:r>
                        <a:rPr lang="en-US" altLang="ko-KR" sz="1100" b="0" i="0" u="none" strike="noStrike" noProof="0">
                          <a:solidFill>
                            <a:srgbClr val="243447"/>
                          </a:solidFill>
                          <a:effectLst/>
                          <a:latin typeface="맑은 고딕"/>
                          <a:ea typeface="맑은 고딕"/>
                        </a:rPr>
                        <a:t>was</a:t>
                      </a:r>
                      <a:r>
                        <a:rPr lang="ko-KR" altLang="en-US" sz="1100" b="0" i="0" u="none" strike="noStrike" noProof="0">
                          <a:solidFill>
                            <a:srgbClr val="243447"/>
                          </a:solidFill>
                          <a:effectLst/>
                          <a:latin typeface="맑은 고딕"/>
                          <a:ea typeface="맑은 고딕"/>
                        </a:rPr>
                        <a:t> </a:t>
                      </a:r>
                      <a:r>
                        <a:rPr lang="en-US" altLang="ko-KR" sz="1100" b="0" i="0" u="none" strike="noStrike" noProof="0">
                          <a:solidFill>
                            <a:srgbClr val="243447"/>
                          </a:solidFill>
                          <a:effectLst/>
                          <a:latin typeface="맑은 고딕"/>
                          <a:ea typeface="맑은 고딕"/>
                        </a:rPr>
                        <a:t>identified</a:t>
                      </a:r>
                      <a:r>
                        <a:rPr lang="ko-KR" altLang="en-US" sz="1100" b="0" i="0" u="none" strike="noStrike" noProof="0">
                          <a:solidFill>
                            <a:srgbClr val="243447"/>
                          </a:solidFill>
                          <a:effectLst/>
                          <a:latin typeface="맑은 고딕"/>
                          <a:ea typeface="맑은 고딕"/>
                        </a:rPr>
                        <a:t> </a:t>
                      </a:r>
                      <a:r>
                        <a:rPr lang="en-US" altLang="ko-KR" sz="1100" b="0" i="0" u="none" strike="noStrike" noProof="0">
                          <a:solidFill>
                            <a:srgbClr val="243447"/>
                          </a:solidFill>
                          <a:effectLst/>
                          <a:latin typeface="맑은 고딕"/>
                          <a:ea typeface="맑은 고딕"/>
                        </a:rPr>
                        <a:t>in</a:t>
                      </a:r>
                      <a:r>
                        <a:rPr lang="ko-KR" altLang="en-US" sz="1100" b="0" i="0" u="none" strike="noStrike" noProof="0">
                          <a:solidFill>
                            <a:srgbClr val="243447"/>
                          </a:solidFill>
                          <a:effectLst/>
                          <a:latin typeface="맑은 고딕"/>
                          <a:ea typeface="맑은 고딕"/>
                        </a:rPr>
                        <a:t> </a:t>
                      </a:r>
                      <a:r>
                        <a:rPr lang="en-US" altLang="ko-KR" sz="1100" b="0" i="0" u="none" strike="noStrike" noProof="0">
                          <a:solidFill>
                            <a:srgbClr val="243447"/>
                          </a:solidFill>
                          <a:effectLst/>
                          <a:latin typeface="맑은 고딕"/>
                          <a:ea typeface="맑은 고딕"/>
                        </a:rPr>
                        <a:t>reviewed</a:t>
                      </a:r>
                      <a:r>
                        <a:rPr lang="ko-KR" altLang="en-US" sz="1100" b="0" i="0" u="none" strike="noStrike" noProof="0">
                          <a:solidFill>
                            <a:srgbClr val="243447"/>
                          </a:solidFill>
                          <a:effectLst/>
                          <a:latin typeface="맑은 고딕"/>
                          <a:ea typeface="맑은 고딕"/>
                        </a:rPr>
                        <a:t> </a:t>
                      </a:r>
                      <a:r>
                        <a:rPr lang="en-US" altLang="ko-KR" sz="1100" b="0" i="0" u="none" strike="noStrike" noProof="0">
                          <a:solidFill>
                            <a:srgbClr val="243447"/>
                          </a:solidFill>
                          <a:effectLst/>
                          <a:latin typeface="맑은 고딕"/>
                          <a:ea typeface="맑은 고딕"/>
                        </a:rPr>
                        <a:t>SaferZone</a:t>
                      </a:r>
                      <a:r>
                        <a:rPr lang="ko-KR" altLang="en-US" sz="1100" b="0" i="0" u="none" strike="noStrike" noProof="0">
                          <a:solidFill>
                            <a:srgbClr val="243447"/>
                          </a:solidFill>
                          <a:effectLst/>
                          <a:latin typeface="맑은 고딕"/>
                          <a:ea typeface="맑은 고딕"/>
                        </a:rPr>
                        <a:t> </a:t>
                      </a:r>
                      <a:r>
                        <a:rPr lang="en-US" altLang="ko-KR" sz="1100" b="0" i="0" u="none" strike="noStrike" noProof="0">
                          <a:solidFill>
                            <a:srgbClr val="243447"/>
                          </a:solidFill>
                          <a:effectLst/>
                          <a:latin typeface="맑은 고딕"/>
                          <a:ea typeface="맑은 고딕"/>
                        </a:rPr>
                        <a:t>DLP</a:t>
                      </a:r>
                      <a:r>
                        <a:rPr lang="ko-KR" altLang="en-US" sz="1100" b="0" i="0" u="none" strike="noStrike" noProof="0">
                          <a:solidFill>
                            <a:srgbClr val="243447"/>
                          </a:solidFill>
                          <a:effectLst/>
                          <a:latin typeface="맑은 고딕"/>
                          <a:ea typeface="맑은 고딕"/>
                        </a:rPr>
                        <a:t> </a:t>
                      </a:r>
                      <a:r>
                        <a:rPr lang="en-US" altLang="ko-KR" sz="1100" b="0" i="0" u="none" strike="noStrike" noProof="0">
                          <a:solidFill>
                            <a:srgbClr val="243447"/>
                          </a:solidFill>
                          <a:effectLst/>
                          <a:latin typeface="맑은 고딕"/>
                          <a:ea typeface="맑은 고딕"/>
                        </a:rPr>
                        <a:t>material</a:t>
                      </a:r>
                      <a:r>
                        <a:rPr lang="ko-KR" sz="1100" b="0" i="0" u="none" strike="noStrike" noProof="0">
                          <a:solidFill>
                            <a:srgbClr val="243447"/>
                          </a:solidFill>
                          <a:effectLst/>
                          <a:latin typeface="맑은 고딕"/>
                          <a:ea typeface="맑은 고딕"/>
                        </a:rPr>
                        <a:t>.</a:t>
                      </a:r>
                      <a:endParaRPr lang="en-US">
                        <a:latin typeface="맑은 고딕"/>
                        <a:ea typeface="맑은 고딕"/>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3181381941"/>
                  </a:ext>
                </a:extLst>
              </a:tr>
              <a:tr h="314325">
                <a:tc>
                  <a:txBody>
                    <a:bodyPr/>
                    <a:lstStyle/>
                    <a:p>
                      <a:pPr algn="l">
                        <a:buNone/>
                      </a:pPr>
                      <a:r>
                        <a:rPr lang="ko-KR" sz="1100" b="1">
                          <a:solidFill>
                            <a:srgbClr val="243447"/>
                          </a:solidFill>
                          <a:effectLst/>
                          <a:latin typeface="Arial"/>
                          <a:ea typeface="Arial" panose="020B0604020202020204" pitchFamily="34" charset="0"/>
                        </a:rPr>
                        <a:t>D2-07</a:t>
                      </a:r>
                      <a:endParaRPr lang="ko-KR" sz="1100" b="1">
                        <a:solidFill>
                          <a:srgbClr val="243447"/>
                        </a:solidFill>
                        <a:effectLst/>
                        <a:latin typeface="Arial"/>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100">
                          <a:solidFill>
                            <a:srgbClr val="243447"/>
                          </a:solidFill>
                          <a:effectLst/>
                          <a:latin typeface="Arial"/>
                          <a:ea typeface="Arial" panose="020B0604020202020204" pitchFamily="34" charset="0"/>
                        </a:rPr>
                        <a:t>HWP / HWPX parsing</a:t>
                      </a:r>
                      <a:endParaRPr lang="ko-KR" sz="1100">
                        <a:solidFill>
                          <a:srgbClr val="243447"/>
                        </a:solidFill>
                        <a:effectLst/>
                        <a:latin typeface="Arial"/>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lvl="0" algn="l">
                        <a:lnSpc>
                          <a:spcPct val="100000"/>
                        </a:lnSpc>
                        <a:spcBef>
                          <a:spcPts val="0"/>
                        </a:spcBef>
                        <a:spcAft>
                          <a:spcPts val="0"/>
                        </a:spcAft>
                        <a:buNone/>
                      </a:pPr>
                      <a:r>
                        <a:rPr lang="ko-KR" altLang="en-US" sz="1100" b="1" i="0" u="none" strike="noStrike" noProof="0">
                          <a:solidFill>
                            <a:srgbClr val="136F73"/>
                          </a:solidFill>
                          <a:effectLst/>
                          <a:latin typeface="Arial"/>
                          <a:cs typeface="Arial"/>
                        </a:rPr>
                        <a:t>?</a:t>
                      </a:r>
                    </a:p>
                    <a:p>
                      <a:pPr lvl="0" algn="l">
                        <a:buNone/>
                      </a:pPr>
                      <a:endParaRPr lang="ko-KR" altLang="en-US" sz="1100" b="1">
                        <a:solidFill>
                          <a:srgbClr val="5E6C7A"/>
                        </a:solidFill>
                        <a:effectLst/>
                        <a:latin typeface="Arial"/>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lvl="0" algn="l">
                        <a:buNone/>
                      </a:pPr>
                      <a:r>
                        <a:rPr lang="en-US" altLang="ko-KR" sz="1100" b="0" i="0" u="none" strike="noStrike" noProof="0">
                          <a:solidFill>
                            <a:srgbClr val="243447"/>
                          </a:solidFill>
                          <a:effectLst/>
                          <a:latin typeface="맑은 고딕"/>
                          <a:ea typeface="맑은 고딕"/>
                        </a:rPr>
                        <a:t>No</a:t>
                      </a:r>
                      <a:r>
                        <a:rPr lang="ko-KR" altLang="en-US" sz="1100" b="0" i="0" u="none" strike="noStrike" noProof="0">
                          <a:solidFill>
                            <a:srgbClr val="243447"/>
                          </a:solidFill>
                          <a:effectLst/>
                          <a:latin typeface="맑은 고딕"/>
                          <a:ea typeface="맑은 고딕"/>
                        </a:rPr>
                        <a:t> </a:t>
                      </a:r>
                      <a:r>
                        <a:rPr lang="en-US" altLang="ko-KR" sz="1100" b="0" i="0" u="none" strike="noStrike" noProof="0">
                          <a:solidFill>
                            <a:srgbClr val="243447"/>
                          </a:solidFill>
                          <a:effectLst/>
                          <a:latin typeface="맑은 고딕"/>
                          <a:ea typeface="맑은 고딕"/>
                        </a:rPr>
                        <a:t>current</a:t>
                      </a:r>
                      <a:r>
                        <a:rPr lang="ko-KR" altLang="en-US" sz="1100" b="0" i="0" u="none" strike="noStrike" noProof="0">
                          <a:solidFill>
                            <a:srgbClr val="243447"/>
                          </a:solidFill>
                          <a:effectLst/>
                          <a:latin typeface="맑은 고딕"/>
                          <a:ea typeface="맑은 고딕"/>
                        </a:rPr>
                        <a:t> </a:t>
                      </a:r>
                      <a:r>
                        <a:rPr lang="ko-KR" sz="1100" b="0" i="0" u="none" strike="noStrike" noProof="0">
                          <a:solidFill>
                            <a:srgbClr val="243447"/>
                          </a:solidFill>
                          <a:effectLst/>
                          <a:latin typeface="맑은 고딕"/>
                          <a:ea typeface="맑은 고딕"/>
                        </a:rPr>
                        <a:t>HWP/</a:t>
                      </a:r>
                      <a:r>
                        <a:rPr lang="en-US" altLang="ko-KR" sz="1100" b="0" i="0" u="none" strike="noStrike" noProof="0">
                          <a:solidFill>
                            <a:srgbClr val="243447"/>
                          </a:solidFill>
                          <a:effectLst/>
                          <a:latin typeface="맑은 고딕"/>
                          <a:ea typeface="맑은 고딕"/>
                        </a:rPr>
                        <a:t>HWPX</a:t>
                      </a:r>
                      <a:r>
                        <a:rPr lang="ko-KR" altLang="en-US" sz="1100" b="0" i="0" u="none" strike="noStrike" noProof="0">
                          <a:solidFill>
                            <a:srgbClr val="243447"/>
                          </a:solidFill>
                          <a:effectLst/>
                          <a:latin typeface="맑은 고딕"/>
                          <a:ea typeface="맑은 고딕"/>
                        </a:rPr>
                        <a:t> </a:t>
                      </a:r>
                      <a:r>
                        <a:rPr lang="en-US" altLang="ko-KR" sz="1100" b="0" i="0" u="none" strike="noStrike" noProof="0">
                          <a:solidFill>
                            <a:srgbClr val="243447"/>
                          </a:solidFill>
                          <a:effectLst/>
                          <a:latin typeface="맑은 고딕"/>
                          <a:ea typeface="맑은 고딕"/>
                        </a:rPr>
                        <a:t>parser-support</a:t>
                      </a:r>
                      <a:r>
                        <a:rPr lang="ko-KR" altLang="en-US" sz="1100" b="0" i="0" u="none" strike="noStrike" noProof="0">
                          <a:solidFill>
                            <a:srgbClr val="243447"/>
                          </a:solidFill>
                          <a:effectLst/>
                          <a:latin typeface="맑은 고딕"/>
                          <a:ea typeface="맑은 고딕"/>
                        </a:rPr>
                        <a:t> </a:t>
                      </a:r>
                      <a:r>
                        <a:rPr lang="en-US" altLang="ko-KR" sz="1100" b="0" i="0" u="none" strike="noStrike" noProof="0">
                          <a:solidFill>
                            <a:srgbClr val="243447"/>
                          </a:solidFill>
                          <a:effectLst/>
                          <a:latin typeface="맑은 고딕"/>
                          <a:ea typeface="맑은 고딕"/>
                        </a:rPr>
                        <a:t>matrix</a:t>
                      </a:r>
                      <a:r>
                        <a:rPr lang="ko-KR" altLang="en-US" sz="1100" b="0" i="0" u="none" strike="noStrike" noProof="0">
                          <a:solidFill>
                            <a:srgbClr val="243447"/>
                          </a:solidFill>
                          <a:effectLst/>
                          <a:latin typeface="맑은 고딕"/>
                          <a:ea typeface="맑은 고딕"/>
                        </a:rPr>
                        <a:t> </a:t>
                      </a:r>
                      <a:r>
                        <a:rPr lang="en-US" altLang="ko-KR" sz="1100" b="0" i="0" u="none" strike="noStrike" noProof="0">
                          <a:solidFill>
                            <a:srgbClr val="243447"/>
                          </a:solidFill>
                          <a:effectLst/>
                          <a:latin typeface="맑은 고딕"/>
                          <a:ea typeface="맑은 고딕"/>
                        </a:rPr>
                        <a:t>was</a:t>
                      </a:r>
                      <a:r>
                        <a:rPr lang="ko-KR" altLang="en-US" sz="1100" b="0" i="0" u="none" strike="noStrike" noProof="0">
                          <a:solidFill>
                            <a:srgbClr val="243447"/>
                          </a:solidFill>
                          <a:effectLst/>
                          <a:latin typeface="맑은 고딕"/>
                          <a:ea typeface="맑은 고딕"/>
                        </a:rPr>
                        <a:t> </a:t>
                      </a:r>
                      <a:r>
                        <a:rPr lang="en-US" altLang="ko-KR" sz="1100" b="0" i="0" u="none" strike="noStrike" noProof="0">
                          <a:solidFill>
                            <a:srgbClr val="243447"/>
                          </a:solidFill>
                          <a:effectLst/>
                          <a:latin typeface="맑은 고딕"/>
                          <a:ea typeface="맑은 고딕"/>
                        </a:rPr>
                        <a:t>found</a:t>
                      </a:r>
                      <a:r>
                        <a:rPr lang="ko-KR" altLang="en-US" sz="1100" b="0" i="0" u="none" strike="noStrike" noProof="0">
                          <a:solidFill>
                            <a:srgbClr val="243447"/>
                          </a:solidFill>
                          <a:effectLst/>
                          <a:latin typeface="맑은 고딕"/>
                          <a:ea typeface="맑은 고딕"/>
                        </a:rPr>
                        <a:t> </a:t>
                      </a:r>
                      <a:r>
                        <a:rPr lang="en-US" altLang="ko-KR" sz="1100" b="0" i="0" u="none" strike="noStrike" noProof="0">
                          <a:solidFill>
                            <a:srgbClr val="243447"/>
                          </a:solidFill>
                          <a:effectLst/>
                          <a:latin typeface="맑은 고딕"/>
                          <a:ea typeface="맑은 고딕"/>
                        </a:rPr>
                        <a:t>in</a:t>
                      </a:r>
                      <a:r>
                        <a:rPr lang="ko-KR" altLang="en-US" sz="1100" b="0" i="0" u="none" strike="noStrike" noProof="0">
                          <a:solidFill>
                            <a:srgbClr val="243447"/>
                          </a:solidFill>
                          <a:effectLst/>
                          <a:latin typeface="맑은 고딕"/>
                          <a:ea typeface="맑은 고딕"/>
                        </a:rPr>
                        <a:t> </a:t>
                      </a:r>
                      <a:r>
                        <a:rPr lang="en-US" altLang="ko-KR" sz="1100" b="0" i="0" u="none" strike="noStrike" noProof="0">
                          <a:solidFill>
                            <a:srgbClr val="243447"/>
                          </a:solidFill>
                          <a:effectLst/>
                          <a:latin typeface="맑은 고딕"/>
                          <a:ea typeface="맑은 고딕"/>
                        </a:rPr>
                        <a:t>reviewed</a:t>
                      </a:r>
                      <a:r>
                        <a:rPr lang="ko-KR" altLang="en-US" sz="1100" b="0" i="0" u="none" strike="noStrike" noProof="0">
                          <a:solidFill>
                            <a:srgbClr val="243447"/>
                          </a:solidFill>
                          <a:effectLst/>
                          <a:latin typeface="맑은 고딕"/>
                          <a:ea typeface="맑은 고딕"/>
                        </a:rPr>
                        <a:t> </a:t>
                      </a:r>
                      <a:r>
                        <a:rPr lang="en-US" altLang="ko-KR" sz="1100" b="0" i="0" u="none" strike="noStrike" noProof="0">
                          <a:solidFill>
                            <a:srgbClr val="243447"/>
                          </a:solidFill>
                          <a:effectLst/>
                          <a:latin typeface="맑은 고딕"/>
                          <a:ea typeface="맑은 고딕"/>
                        </a:rPr>
                        <a:t>public</a:t>
                      </a:r>
                      <a:r>
                        <a:rPr lang="ko-KR" altLang="en-US" sz="1100" b="0" i="0" u="none" strike="noStrike" noProof="0">
                          <a:solidFill>
                            <a:srgbClr val="243447"/>
                          </a:solidFill>
                          <a:effectLst/>
                          <a:latin typeface="맑은 고딕"/>
                          <a:ea typeface="맑은 고딕"/>
                        </a:rPr>
                        <a:t> </a:t>
                      </a:r>
                      <a:r>
                        <a:rPr lang="en-US" altLang="ko-KR" sz="1100" b="0" i="0" u="none" strike="noStrike" noProof="0">
                          <a:solidFill>
                            <a:srgbClr val="243447"/>
                          </a:solidFill>
                          <a:effectLst/>
                          <a:latin typeface="맑은 고딕"/>
                          <a:ea typeface="맑은 고딕"/>
                        </a:rPr>
                        <a:t>material</a:t>
                      </a:r>
                      <a:r>
                        <a:rPr lang="ko-KR" sz="1100" b="0" i="0" u="none" strike="noStrike" noProof="0">
                          <a:solidFill>
                            <a:srgbClr val="243447"/>
                          </a:solidFill>
                          <a:effectLst/>
                          <a:latin typeface="맑은 고딕"/>
                          <a:ea typeface="맑은 고딕"/>
                        </a:rPr>
                        <a:t>.</a:t>
                      </a:r>
                      <a:endParaRPr lang="en-US">
                        <a:latin typeface="맑은 고딕"/>
                        <a:ea typeface="맑은 고딕"/>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700866823"/>
                  </a:ext>
                </a:extLst>
              </a:tr>
              <a:tr h="314325">
                <a:tc>
                  <a:txBody>
                    <a:bodyPr/>
                    <a:lstStyle/>
                    <a:p>
                      <a:pPr algn="l">
                        <a:buNone/>
                      </a:pPr>
                      <a:r>
                        <a:rPr lang="ko-KR" sz="1100" b="1">
                          <a:solidFill>
                            <a:srgbClr val="243447"/>
                          </a:solidFill>
                          <a:effectLst/>
                          <a:latin typeface="Arial"/>
                          <a:ea typeface="Arial" panose="020B0604020202020204" pitchFamily="34" charset="0"/>
                        </a:rPr>
                        <a:t>D2-08</a:t>
                      </a:r>
                      <a:endParaRPr lang="ko-KR" sz="1100" b="1">
                        <a:solidFill>
                          <a:srgbClr val="243447"/>
                        </a:solidFill>
                        <a:effectLst/>
                        <a:latin typeface="Arial"/>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100">
                          <a:solidFill>
                            <a:srgbClr val="243447"/>
                          </a:solidFill>
                          <a:effectLst/>
                          <a:latin typeface="Arial"/>
                          <a:ea typeface="Arial" panose="020B0604020202020204" pitchFamily="34" charset="0"/>
                        </a:rPr>
                        <a:t>Archive recursion</a:t>
                      </a:r>
                      <a:endParaRPr lang="ko-KR" sz="1100">
                        <a:solidFill>
                          <a:srgbClr val="243447"/>
                        </a:solidFill>
                        <a:effectLst/>
                        <a:latin typeface="Arial"/>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lvl="0" algn="l">
                        <a:lnSpc>
                          <a:spcPct val="100000"/>
                        </a:lnSpc>
                        <a:spcBef>
                          <a:spcPts val="0"/>
                        </a:spcBef>
                        <a:spcAft>
                          <a:spcPts val="0"/>
                        </a:spcAft>
                        <a:buNone/>
                      </a:pPr>
                      <a:r>
                        <a:rPr lang="ko-KR" altLang="en-US" sz="1100" b="1" i="0" u="none" strike="noStrike" noProof="0">
                          <a:solidFill>
                            <a:srgbClr val="956319"/>
                          </a:solidFill>
                          <a:effectLst/>
                          <a:latin typeface="Arial"/>
                          <a:cs typeface="Arial"/>
                        </a:rPr>
                        <a:t>◐</a:t>
                      </a:r>
                      <a:endParaRPr lang="ko-KR" altLang="en-US" sz="1100" b="0" i="0" u="none" strike="noStrike" noProof="0">
                        <a:solidFill>
                          <a:srgbClr val="000000"/>
                        </a:solidFill>
                        <a:effectLst/>
                        <a:latin typeface="Arial"/>
                        <a:cs typeface="Arial"/>
                      </a:endParaRPr>
                    </a:p>
                    <a:p>
                      <a:pPr lvl="0" algn="l">
                        <a:buNone/>
                      </a:pPr>
                      <a:endParaRPr lang="ko-KR" sz="1100" b="1">
                        <a:solidFill>
                          <a:srgbClr val="5E6C7A"/>
                        </a:solidFill>
                        <a:effectLst/>
                        <a:latin typeface="Arial"/>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lvl="0" algn="l">
                        <a:buNone/>
                      </a:pPr>
                      <a:r>
                        <a:rPr lang="en-US" sz="1100" b="0" i="0" u="none" strike="noStrike" noProof="0">
                          <a:solidFill>
                            <a:srgbClr val="243447"/>
                          </a:solidFill>
                          <a:effectLst/>
                          <a:latin typeface="맑은 고딕"/>
                          <a:ea typeface="맑은 고딕"/>
                        </a:rPr>
                        <a:t>SaferZone Email DLP explicitly</a:t>
                      </a:r>
                      <a:r>
                        <a:rPr lang="en-US" altLang="ko-KR" sz="1100" b="0" i="0" u="none" strike="noStrike" noProof="0">
                          <a:solidFill>
                            <a:srgbClr val="243447"/>
                          </a:solidFill>
                          <a:effectLst/>
                          <a:latin typeface="맑은 고딕"/>
                          <a:ea typeface="맑은 고딕"/>
                        </a:rPr>
                        <a:t> </a:t>
                      </a:r>
                      <a:r>
                        <a:rPr lang="en-US" sz="1100" b="0" i="0" u="none" strike="noStrike" noProof="0">
                          <a:solidFill>
                            <a:srgbClr val="243447"/>
                          </a:solidFill>
                          <a:effectLst/>
                          <a:latin typeface="맑은 고딕"/>
                          <a:ea typeface="맑은 고딕"/>
                        </a:rPr>
                        <a:t>detects confidential information inside </a:t>
                      </a:r>
                      <a:r>
                        <a:rPr lang="en-US" sz="1100" b="1" i="0" u="none" strike="noStrike" noProof="0">
                          <a:solidFill>
                            <a:srgbClr val="243447"/>
                          </a:solidFill>
                          <a:effectLst/>
                          <a:latin typeface="맑은 고딕"/>
                          <a:ea typeface="맑은 고딕"/>
                        </a:rPr>
                        <a:t>multi-compressed</a:t>
                      </a:r>
                      <a:r>
                        <a:rPr lang="en-US" altLang="ko-KR" sz="1100" b="1" i="0" u="none" strike="noStrike" noProof="0">
                          <a:solidFill>
                            <a:srgbClr val="243447"/>
                          </a:solidFill>
                          <a:effectLst/>
                          <a:latin typeface="맑은 고딕"/>
                          <a:ea typeface="맑은 고딕"/>
                        </a:rPr>
                        <a:t> files</a:t>
                      </a:r>
                      <a:r>
                        <a:rPr lang="en-US" altLang="ko-KR" sz="1100" b="0" i="0" u="none" strike="noStrike" noProof="0">
                          <a:solidFill>
                            <a:srgbClr val="243447"/>
                          </a:solidFill>
                          <a:effectLst/>
                          <a:latin typeface="맑은 고딕"/>
                          <a:ea typeface="맑은 고딕"/>
                        </a:rPr>
                        <a:t>, but archive </a:t>
                      </a:r>
                      <a:r>
                        <a:rPr lang="en-US" sz="1100" b="0" i="0" u="none" strike="noStrike" noProof="0">
                          <a:solidFill>
                            <a:srgbClr val="243447"/>
                          </a:solidFill>
                          <a:effectLst/>
                          <a:latin typeface="맑은 고딕"/>
                          <a:ea typeface="맑은 고딕"/>
                        </a:rPr>
                        <a:t>formats</a:t>
                      </a:r>
                      <a:r>
                        <a:rPr lang="en-US" altLang="ko-KR" sz="1100" b="0" i="0" u="none" strike="noStrike" noProof="0">
                          <a:solidFill>
                            <a:srgbClr val="243447"/>
                          </a:solidFill>
                          <a:effectLst/>
                          <a:latin typeface="맑은 고딕"/>
                          <a:ea typeface="맑은 고딕"/>
                        </a:rPr>
                        <a:t>, recursion </a:t>
                      </a:r>
                      <a:r>
                        <a:rPr lang="en-US" sz="1100" b="0" i="0" u="none" strike="noStrike" noProof="0">
                          <a:solidFill>
                            <a:srgbClr val="243447"/>
                          </a:solidFill>
                          <a:effectLst/>
                          <a:latin typeface="맑은 고딕"/>
                          <a:ea typeface="맑은 고딕"/>
                        </a:rPr>
                        <a:t>depth</a:t>
                      </a:r>
                      <a:r>
                        <a:rPr lang="en-US" altLang="ko-KR" sz="1100" b="0" i="0" u="none" strike="noStrike" noProof="0">
                          <a:solidFill>
                            <a:srgbClr val="243447"/>
                          </a:solidFill>
                          <a:effectLst/>
                          <a:latin typeface="맑은 고딕"/>
                          <a:ea typeface="맑은 고딕"/>
                        </a:rPr>
                        <a:t> and </a:t>
                      </a:r>
                      <a:r>
                        <a:rPr lang="en-US" sz="1100" b="0" i="0" u="none" strike="noStrike" noProof="0">
                          <a:solidFill>
                            <a:srgbClr val="243447"/>
                          </a:solidFill>
                          <a:effectLst/>
                          <a:latin typeface="맑은 고딕"/>
                          <a:ea typeface="맑은 고딕"/>
                        </a:rPr>
                        <a:t>encrypted-archive</a:t>
                      </a:r>
                      <a:r>
                        <a:rPr lang="en-US" altLang="ko-KR" sz="1100" b="0" i="0" u="none" strike="noStrike" noProof="0">
                          <a:solidFill>
                            <a:srgbClr val="243447"/>
                          </a:solidFill>
                          <a:effectLst/>
                          <a:latin typeface="맑은 고딕"/>
                          <a:ea typeface="맑은 고딕"/>
                        </a:rPr>
                        <a:t> </a:t>
                      </a:r>
                      <a:r>
                        <a:rPr lang="en-US" sz="1100" b="0" i="0" u="none" strike="noStrike" noProof="0">
                          <a:solidFill>
                            <a:srgbClr val="243447"/>
                          </a:solidFill>
                          <a:effectLst/>
                          <a:latin typeface="맑은 고딕"/>
                          <a:ea typeface="맑은 고딕"/>
                        </a:rPr>
                        <a:t>behavior</a:t>
                      </a:r>
                      <a:r>
                        <a:rPr lang="en-US" altLang="ko-KR" sz="1100" b="0" i="0" u="none" strike="noStrike" noProof="0">
                          <a:solidFill>
                            <a:srgbClr val="243447"/>
                          </a:solidFill>
                          <a:effectLst/>
                          <a:latin typeface="맑은 고딕"/>
                          <a:ea typeface="맑은 고딕"/>
                        </a:rPr>
                        <a:t> </a:t>
                      </a:r>
                      <a:r>
                        <a:rPr lang="en-US" sz="1100" b="0" i="0" u="none" strike="noStrike" noProof="0">
                          <a:solidFill>
                            <a:srgbClr val="243447"/>
                          </a:solidFill>
                          <a:effectLst/>
                          <a:latin typeface="맑은 고딕"/>
                          <a:ea typeface="맑은 고딕"/>
                        </a:rPr>
                        <a:t>are</a:t>
                      </a:r>
                      <a:r>
                        <a:rPr lang="en-US" altLang="ko-KR" sz="1100" b="0" i="0" u="none" strike="noStrike" noProof="0">
                          <a:solidFill>
                            <a:srgbClr val="243447"/>
                          </a:solidFill>
                          <a:effectLst/>
                          <a:latin typeface="맑은 고딕"/>
                          <a:ea typeface="맑은 고딕"/>
                        </a:rPr>
                        <a:t> </a:t>
                      </a:r>
                      <a:r>
                        <a:rPr lang="en-US" sz="1100" b="0" i="0" u="none" strike="noStrike" noProof="0">
                          <a:solidFill>
                            <a:srgbClr val="243447"/>
                          </a:solidFill>
                          <a:effectLst/>
                          <a:latin typeface="맑은 고딕"/>
                          <a:ea typeface="맑은 고딕"/>
                        </a:rPr>
                        <a:t>not</a:t>
                      </a:r>
                      <a:r>
                        <a:rPr lang="en-US" altLang="ko-KR" sz="1100" b="0" i="0" u="none" strike="noStrike" noProof="0">
                          <a:solidFill>
                            <a:srgbClr val="243447"/>
                          </a:solidFill>
                          <a:effectLst/>
                          <a:latin typeface="맑은 고딕"/>
                          <a:ea typeface="맑은 고딕"/>
                        </a:rPr>
                        <a:t> </a:t>
                      </a:r>
                      <a:r>
                        <a:rPr lang="en-US" sz="1100" b="0" i="0" u="none" strike="noStrike" noProof="0">
                          <a:solidFill>
                            <a:srgbClr val="243447"/>
                          </a:solidFill>
                          <a:effectLst/>
                          <a:latin typeface="맑은 고딕"/>
                          <a:ea typeface="맑은 고딕"/>
                        </a:rPr>
                        <a:t>specified</a:t>
                      </a:r>
                      <a:r>
                        <a:rPr lang="en-US" altLang="ko-KR" sz="1100" b="0" i="0" u="none" strike="noStrike" noProof="0">
                          <a:solidFill>
                            <a:srgbClr val="243447"/>
                          </a:solidFill>
                          <a:effectLst/>
                          <a:latin typeface="맑은 고딕"/>
                          <a:ea typeface="맑은 고딕"/>
                        </a:rPr>
                        <a:t>. </a:t>
                      </a:r>
                      <a:r>
                        <a:rPr lang="en-US" sz="1100" b="0" i="0" u="none" strike="noStrike" noProof="0">
                          <a:solidFill>
                            <a:srgbClr val="243447"/>
                          </a:solidFill>
                          <a:effectLst/>
                          <a:latin typeface="맑은 고딕"/>
                          <a:ea typeface="맑은 고딕"/>
                        </a:rPr>
                        <a:t>[S3]</a:t>
                      </a:r>
                      <a:endParaRPr lang="en-US">
                        <a:latin typeface="맑은 고딕"/>
                        <a:ea typeface="맑은 고딕"/>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3397961330"/>
                  </a:ext>
                </a:extLst>
              </a:tr>
              <a:tr h="314325">
                <a:tc>
                  <a:txBody>
                    <a:bodyPr/>
                    <a:lstStyle/>
                    <a:p>
                      <a:pPr algn="l">
                        <a:buNone/>
                      </a:pPr>
                      <a:r>
                        <a:rPr lang="ko-KR" sz="1100" b="1">
                          <a:solidFill>
                            <a:srgbClr val="243447"/>
                          </a:solidFill>
                          <a:effectLst/>
                          <a:latin typeface="Arial"/>
                          <a:ea typeface="Arial" panose="020B0604020202020204" pitchFamily="34" charset="0"/>
                        </a:rPr>
                        <a:t>D2-09</a:t>
                      </a:r>
                      <a:endParaRPr lang="ko-KR" sz="1100" b="1">
                        <a:solidFill>
                          <a:srgbClr val="243447"/>
                        </a:solidFill>
                        <a:effectLst/>
                        <a:latin typeface="Arial"/>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100">
                          <a:solidFill>
                            <a:srgbClr val="243447"/>
                          </a:solidFill>
                          <a:effectLst/>
                          <a:latin typeface="Arial"/>
                          <a:ea typeface="Arial" panose="020B0604020202020204" pitchFamily="34" charset="0"/>
                        </a:rPr>
                        <a:t>ML / NLP / LLM classification</a:t>
                      </a:r>
                      <a:endParaRPr lang="ko-KR" sz="1100">
                        <a:solidFill>
                          <a:srgbClr val="243447"/>
                        </a:solidFill>
                        <a:effectLst/>
                        <a:latin typeface="Arial"/>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en-US" altLang="ko-KR" sz="1100" b="1">
                          <a:solidFill>
                            <a:srgbClr val="136F73"/>
                          </a:solidFill>
                          <a:effectLst/>
                          <a:latin typeface="Arial"/>
                        </a:rPr>
                        <a:t>?</a:t>
                      </a:r>
                      <a:endParaRPr lang="ko-KR" sz="1100" b="1">
                        <a:solidFill>
                          <a:srgbClr val="136F73"/>
                        </a:solidFill>
                        <a:effectLst/>
                        <a:latin typeface="Arial"/>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lvl="0" algn="l">
                        <a:buNone/>
                      </a:pPr>
                      <a:r>
                        <a:rPr lang="en-US" altLang="ko-KR" sz="1100" b="0" i="0" u="none" strike="noStrike" noProof="0">
                          <a:solidFill>
                            <a:srgbClr val="243447"/>
                          </a:solidFill>
                          <a:effectLst/>
                          <a:latin typeface="맑은 고딕"/>
                          <a:ea typeface="맑은 고딕"/>
                        </a:rPr>
                        <a:t>SaferZone</a:t>
                      </a:r>
                      <a:r>
                        <a:rPr lang="ko-KR" altLang="en-US" sz="1100" b="0" i="0" u="none" strike="noStrike" noProof="0">
                          <a:solidFill>
                            <a:srgbClr val="243447"/>
                          </a:solidFill>
                          <a:effectLst/>
                          <a:latin typeface="맑은 고딕"/>
                          <a:ea typeface="맑은 고딕"/>
                        </a:rPr>
                        <a:t> </a:t>
                      </a:r>
                      <a:r>
                        <a:rPr lang="en-US" altLang="ko-KR" sz="1100" b="0" i="0" u="none" strike="noStrike" noProof="0">
                          <a:solidFill>
                            <a:srgbClr val="243447"/>
                          </a:solidFill>
                          <a:effectLst/>
                          <a:latin typeface="맑은 고딕"/>
                          <a:ea typeface="맑은 고딕"/>
                        </a:rPr>
                        <a:t>documents</a:t>
                      </a:r>
                      <a:r>
                        <a:rPr lang="ko-KR" altLang="en-US" sz="1100" b="0" i="0" u="none" strike="noStrike" noProof="0">
                          <a:solidFill>
                            <a:srgbClr val="243447"/>
                          </a:solidFill>
                          <a:effectLst/>
                          <a:latin typeface="맑은 고딕"/>
                          <a:ea typeface="맑은 고딕"/>
                        </a:rPr>
                        <a:t> </a:t>
                      </a:r>
                      <a:r>
                        <a:rPr lang="en-US" altLang="ko-KR" sz="1100" b="0" i="0" u="none" strike="noStrike" noProof="0">
                          <a:solidFill>
                            <a:srgbClr val="243447"/>
                          </a:solidFill>
                          <a:effectLst/>
                          <a:latin typeface="맑은 고딕"/>
                          <a:ea typeface="맑은 고딕"/>
                        </a:rPr>
                        <a:t>AI-based</a:t>
                      </a:r>
                      <a:r>
                        <a:rPr lang="ko-KR" sz="1100" b="0" i="0" u="none" strike="noStrike" noProof="0">
                          <a:solidFill>
                            <a:srgbClr val="243447"/>
                          </a:solidFill>
                          <a:effectLst/>
                          <a:latin typeface="맑은 고딕"/>
                          <a:ea typeface="맑은 고딕"/>
                        </a:rPr>
                        <a:t> detection </a:t>
                      </a:r>
                      <a:r>
                        <a:rPr lang="en-US" altLang="ko-KR" sz="1100" b="0" i="0" u="none" strike="noStrike" noProof="0">
                          <a:solidFill>
                            <a:srgbClr val="243447"/>
                          </a:solidFill>
                          <a:effectLst/>
                          <a:latin typeface="맑은 고딕"/>
                          <a:ea typeface="맑은 고딕"/>
                        </a:rPr>
                        <a:t>in</a:t>
                      </a:r>
                      <a:r>
                        <a:rPr lang="ko-KR" altLang="en-US" sz="1100" b="0" i="0" u="none" strike="noStrike" noProof="0">
                          <a:solidFill>
                            <a:srgbClr val="243447"/>
                          </a:solidFill>
                          <a:effectLst/>
                          <a:latin typeface="맑은 고딕"/>
                          <a:ea typeface="맑은 고딕"/>
                        </a:rPr>
                        <a:t> </a:t>
                      </a:r>
                      <a:r>
                        <a:rPr lang="en-US" altLang="ko-KR" sz="1100" b="0" i="0" u="none" strike="noStrike" noProof="0">
                          <a:solidFill>
                            <a:srgbClr val="243447"/>
                          </a:solidFill>
                          <a:effectLst/>
                          <a:latin typeface="맑은 고딕"/>
                          <a:ea typeface="맑은 고딕"/>
                        </a:rPr>
                        <a:t>its</a:t>
                      </a:r>
                      <a:r>
                        <a:rPr lang="ko-KR" altLang="en-US" sz="1100" b="0" i="0" u="none" strike="noStrike" noProof="0">
                          <a:solidFill>
                            <a:srgbClr val="243447"/>
                          </a:solidFill>
                          <a:effectLst/>
                          <a:latin typeface="맑은 고딕"/>
                          <a:ea typeface="맑은 고딕"/>
                        </a:rPr>
                        <a:t> </a:t>
                      </a:r>
                      <a:r>
                        <a:rPr lang="en-US" altLang="ko-KR" sz="1100" b="0" i="0" u="none" strike="noStrike" noProof="0">
                          <a:solidFill>
                            <a:srgbClr val="243447"/>
                          </a:solidFill>
                          <a:effectLst/>
                          <a:latin typeface="맑은 고딕"/>
                          <a:ea typeface="맑은 고딕"/>
                        </a:rPr>
                        <a:t>anti-spam/ransomware</a:t>
                      </a:r>
                      <a:r>
                        <a:rPr lang="ko-KR" altLang="en-US" sz="1100" b="0" i="0" u="none" strike="noStrike" noProof="0">
                          <a:solidFill>
                            <a:srgbClr val="243447"/>
                          </a:solidFill>
                          <a:effectLst/>
                          <a:latin typeface="맑은 고딕"/>
                          <a:ea typeface="맑은 고딕"/>
                        </a:rPr>
                        <a:t> </a:t>
                      </a:r>
                      <a:r>
                        <a:rPr lang="en-US" altLang="ko-KR" sz="1100" b="0" i="0" u="none" strike="noStrike" noProof="0">
                          <a:solidFill>
                            <a:srgbClr val="243447"/>
                          </a:solidFill>
                          <a:effectLst/>
                          <a:latin typeface="맑은 고딕"/>
                          <a:ea typeface="맑은 고딕"/>
                        </a:rPr>
                        <a:t>products,</a:t>
                      </a:r>
                      <a:r>
                        <a:rPr lang="ko-KR" altLang="en-US" sz="1100" b="0" i="0" u="none" strike="noStrike" noProof="0">
                          <a:solidFill>
                            <a:srgbClr val="243447"/>
                          </a:solidFill>
                          <a:effectLst/>
                          <a:latin typeface="맑은 고딕"/>
                          <a:ea typeface="맑은 고딕"/>
                        </a:rPr>
                        <a:t> </a:t>
                      </a:r>
                      <a:r>
                        <a:rPr lang="en-US" altLang="ko-KR" sz="1100" b="0" i="0" u="none" strike="noStrike" noProof="0">
                          <a:solidFill>
                            <a:srgbClr val="243447"/>
                          </a:solidFill>
                          <a:effectLst/>
                          <a:latin typeface="맑은 고딕"/>
                          <a:ea typeface="맑은 고딕"/>
                        </a:rPr>
                        <a:t>but</a:t>
                      </a:r>
                      <a:r>
                        <a:rPr lang="ko-KR" sz="1100" b="0" i="0" u="none" strike="noStrike" noProof="0">
                          <a:solidFill>
                            <a:srgbClr val="243447"/>
                          </a:solidFill>
                          <a:effectLst/>
                          <a:latin typeface="맑은 고딕"/>
                          <a:ea typeface="맑은 고딕"/>
                        </a:rPr>
                        <a:t> </a:t>
                      </a:r>
                      <a:r>
                        <a:rPr lang="en-US" altLang="ko-KR" sz="1100" b="0" i="0" u="none" strike="noStrike" noProof="0">
                          <a:solidFill>
                            <a:srgbClr val="243447"/>
                          </a:solidFill>
                          <a:effectLst/>
                          <a:latin typeface="맑은 고딕"/>
                          <a:ea typeface="맑은 고딕"/>
                        </a:rPr>
                        <a:t>no</a:t>
                      </a:r>
                      <a:r>
                        <a:rPr lang="ko-KR" altLang="en-US" sz="1100" b="0" i="0" u="none" strike="noStrike" noProof="0">
                          <a:solidFill>
                            <a:srgbClr val="243447"/>
                          </a:solidFill>
                          <a:effectLst/>
                          <a:latin typeface="맑은 고딕"/>
                          <a:ea typeface="맑은 고딕"/>
                        </a:rPr>
                        <a:t> </a:t>
                      </a:r>
                      <a:r>
                        <a:rPr lang="en-US" altLang="ko-KR" sz="1100" b="0" i="0" u="none" strike="noStrike" noProof="0">
                          <a:solidFill>
                            <a:srgbClr val="243447"/>
                          </a:solidFill>
                          <a:effectLst/>
                          <a:latin typeface="맑은 고딕"/>
                          <a:ea typeface="맑은 고딕"/>
                        </a:rPr>
                        <a:t>explicit</a:t>
                      </a:r>
                      <a:r>
                        <a:rPr lang="ko-KR" altLang="en-US" sz="1100" b="0" i="0" u="none" strike="noStrike" noProof="0">
                          <a:solidFill>
                            <a:srgbClr val="243447"/>
                          </a:solidFill>
                          <a:effectLst/>
                          <a:latin typeface="맑은 고딕"/>
                          <a:ea typeface="맑은 고딕"/>
                        </a:rPr>
                        <a:t> </a:t>
                      </a:r>
                      <a:r>
                        <a:rPr lang="en-US" altLang="ko-KR" sz="1100" b="0" i="0" u="none" strike="noStrike" noProof="0">
                          <a:solidFill>
                            <a:srgbClr val="243447"/>
                          </a:solidFill>
                          <a:effectLst/>
                          <a:latin typeface="맑은 고딕"/>
                          <a:ea typeface="맑은 고딕"/>
                        </a:rPr>
                        <a:t>ML/NLP/LLM</a:t>
                      </a:r>
                      <a:r>
                        <a:rPr lang="ko-KR" altLang="en-US" sz="1100" b="0" i="0" u="none" strike="noStrike" noProof="0">
                          <a:solidFill>
                            <a:srgbClr val="243447"/>
                          </a:solidFill>
                          <a:effectLst/>
                          <a:latin typeface="맑은 고딕"/>
                          <a:ea typeface="맑은 고딕"/>
                        </a:rPr>
                        <a:t> </a:t>
                      </a:r>
                      <a:r>
                        <a:rPr lang="en-US" altLang="ko-KR" sz="1100" b="0" i="0" u="none" strike="noStrike" noProof="0">
                          <a:solidFill>
                            <a:srgbClr val="243447"/>
                          </a:solidFill>
                          <a:effectLst/>
                          <a:latin typeface="맑은 고딕"/>
                          <a:ea typeface="맑은 고딕"/>
                        </a:rPr>
                        <a:t>content-classification</a:t>
                      </a:r>
                      <a:r>
                        <a:rPr lang="ko-KR" altLang="en-US" sz="1100" b="0" i="0" u="none" strike="noStrike" noProof="0">
                          <a:solidFill>
                            <a:srgbClr val="243447"/>
                          </a:solidFill>
                          <a:effectLst/>
                          <a:latin typeface="맑은 고딕"/>
                          <a:ea typeface="맑은 고딕"/>
                        </a:rPr>
                        <a:t> </a:t>
                      </a:r>
                      <a:r>
                        <a:rPr lang="en-US" altLang="ko-KR" sz="1100" b="0" i="0" u="none" strike="noStrike" noProof="0">
                          <a:solidFill>
                            <a:srgbClr val="243447"/>
                          </a:solidFill>
                          <a:effectLst/>
                          <a:latin typeface="맑은 고딕"/>
                          <a:ea typeface="맑은 고딕"/>
                        </a:rPr>
                        <a:t>capability</a:t>
                      </a:r>
                      <a:r>
                        <a:rPr lang="ko-KR" altLang="en-US" sz="1100" b="0" i="0" u="none" strike="noStrike" noProof="0">
                          <a:solidFill>
                            <a:srgbClr val="243447"/>
                          </a:solidFill>
                          <a:effectLst/>
                          <a:latin typeface="맑은 고딕"/>
                          <a:ea typeface="맑은 고딕"/>
                        </a:rPr>
                        <a:t> </a:t>
                      </a:r>
                      <a:r>
                        <a:rPr lang="en-US" altLang="ko-KR" sz="1100" b="0" i="0" u="none" strike="noStrike" noProof="0">
                          <a:solidFill>
                            <a:srgbClr val="243447"/>
                          </a:solidFill>
                          <a:effectLst/>
                          <a:latin typeface="맑은 고딕"/>
                          <a:ea typeface="맑은 고딕"/>
                        </a:rPr>
                        <a:t>was</a:t>
                      </a:r>
                      <a:r>
                        <a:rPr lang="ko-KR" altLang="en-US" sz="1100" b="0" i="0" u="none" strike="noStrike" noProof="0">
                          <a:solidFill>
                            <a:srgbClr val="243447"/>
                          </a:solidFill>
                          <a:effectLst/>
                          <a:latin typeface="맑은 고딕"/>
                          <a:ea typeface="맑은 고딕"/>
                        </a:rPr>
                        <a:t> </a:t>
                      </a:r>
                      <a:r>
                        <a:rPr lang="en-US" altLang="ko-KR" sz="1100" b="0" i="0" u="none" strike="noStrike" noProof="0">
                          <a:solidFill>
                            <a:srgbClr val="243447"/>
                          </a:solidFill>
                          <a:effectLst/>
                          <a:latin typeface="맑은 고딕"/>
                          <a:ea typeface="맑은 고딕"/>
                        </a:rPr>
                        <a:t>established</a:t>
                      </a:r>
                      <a:r>
                        <a:rPr lang="ko-KR" altLang="en-US" sz="1100" b="0" i="0" u="none" strike="noStrike" noProof="0">
                          <a:solidFill>
                            <a:srgbClr val="243447"/>
                          </a:solidFill>
                          <a:effectLst/>
                          <a:latin typeface="맑은 고딕"/>
                          <a:ea typeface="맑은 고딕"/>
                        </a:rPr>
                        <a:t> </a:t>
                      </a:r>
                      <a:r>
                        <a:rPr lang="en-US" altLang="ko-KR" sz="1100" b="0" i="0" u="none" strike="noStrike" noProof="0">
                          <a:solidFill>
                            <a:srgbClr val="243447"/>
                          </a:solidFill>
                          <a:effectLst/>
                          <a:latin typeface="맑은 고딕"/>
                          <a:ea typeface="맑은 고딕"/>
                        </a:rPr>
                        <a:t>for</a:t>
                      </a:r>
                      <a:r>
                        <a:rPr lang="ko-KR" altLang="en-US" sz="1100" b="0" i="0" u="none" strike="noStrike" noProof="0">
                          <a:solidFill>
                            <a:srgbClr val="243447"/>
                          </a:solidFill>
                          <a:effectLst/>
                          <a:latin typeface="맑은 고딕"/>
                          <a:ea typeface="맑은 고딕"/>
                        </a:rPr>
                        <a:t> </a:t>
                      </a:r>
                      <a:r>
                        <a:rPr lang="en-US" altLang="ko-KR" sz="1100" b="0" i="0" u="none" strike="noStrike" noProof="0">
                          <a:solidFill>
                            <a:srgbClr val="243447"/>
                          </a:solidFill>
                          <a:effectLst/>
                          <a:latin typeface="맑은 고딕"/>
                          <a:ea typeface="맑은 고딕"/>
                        </a:rPr>
                        <a:t>DLP</a:t>
                      </a:r>
                      <a:r>
                        <a:rPr lang="ko-KR" altLang="en-US" sz="1100" b="0" i="0" u="none" strike="noStrike" noProof="0">
                          <a:solidFill>
                            <a:srgbClr val="243447"/>
                          </a:solidFill>
                          <a:effectLst/>
                          <a:latin typeface="맑은 고딕"/>
                          <a:ea typeface="맑은 고딕"/>
                        </a:rPr>
                        <a:t> </a:t>
                      </a:r>
                      <a:r>
                        <a:rPr lang="en-US" altLang="ko-KR" sz="1100" b="0" i="0" u="none" strike="noStrike" noProof="0">
                          <a:solidFill>
                            <a:srgbClr val="243447"/>
                          </a:solidFill>
                          <a:effectLst/>
                          <a:latin typeface="맑은 고딕"/>
                          <a:ea typeface="맑은 고딕"/>
                        </a:rPr>
                        <a:t>itself</a:t>
                      </a:r>
                      <a:r>
                        <a:rPr lang="ko-KR" sz="1100" b="0" i="0" u="none" strike="noStrike" noProof="0">
                          <a:solidFill>
                            <a:srgbClr val="243447"/>
                          </a:solidFill>
                          <a:effectLst/>
                          <a:latin typeface="맑은 고딕"/>
                          <a:ea typeface="맑은 고딕"/>
                        </a:rPr>
                        <a:t>. [</a:t>
                      </a:r>
                      <a:r>
                        <a:rPr lang="en-US" altLang="ko-KR" sz="1100" b="0" i="0" u="none" strike="noStrike" noProof="0">
                          <a:solidFill>
                            <a:srgbClr val="243447"/>
                          </a:solidFill>
                          <a:effectLst/>
                          <a:latin typeface="맑은 고딕"/>
                          <a:ea typeface="맑은 고딕"/>
                        </a:rPr>
                        <a:t>S4</a:t>
                      </a:r>
                      <a:r>
                        <a:rPr lang="ko-KR" sz="1100" b="0" i="0" u="none" strike="noStrike" noProof="0">
                          <a:solidFill>
                            <a:srgbClr val="243447"/>
                          </a:solidFill>
                          <a:effectLst/>
                          <a:latin typeface="맑은 고딕"/>
                          <a:ea typeface="맑은 고딕"/>
                        </a:rPr>
                        <a:t>]</a:t>
                      </a:r>
                      <a:endParaRPr lang="en-US">
                        <a:latin typeface="맑은 고딕"/>
                        <a:ea typeface="맑은 고딕"/>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51310576"/>
                  </a:ext>
                </a:extLst>
              </a:tr>
              <a:tr h="314325">
                <a:tc>
                  <a:txBody>
                    <a:bodyPr/>
                    <a:lstStyle/>
                    <a:p>
                      <a:pPr algn="l">
                        <a:buNone/>
                      </a:pPr>
                      <a:r>
                        <a:rPr lang="ko-KR" sz="1100" b="1">
                          <a:solidFill>
                            <a:srgbClr val="243447"/>
                          </a:solidFill>
                          <a:effectLst/>
                          <a:latin typeface="Arial"/>
                          <a:ea typeface="Arial" panose="020B0604020202020204" pitchFamily="34" charset="0"/>
                        </a:rPr>
                        <a:t>D2-10</a:t>
                      </a:r>
                      <a:endParaRPr lang="ko-KR" sz="1100" b="1">
                        <a:solidFill>
                          <a:srgbClr val="243447"/>
                        </a:solidFill>
                        <a:effectLst/>
                        <a:latin typeface="Arial"/>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100">
                          <a:solidFill>
                            <a:srgbClr val="243447"/>
                          </a:solidFill>
                          <a:effectLst/>
                          <a:latin typeface="Arial"/>
                          <a:ea typeface="Arial" panose="020B0604020202020204" pitchFamily="34" charset="0"/>
                        </a:rPr>
                        <a:t>Source code / API keys</a:t>
                      </a:r>
                      <a:endParaRPr lang="ko-KR" sz="1100">
                        <a:solidFill>
                          <a:srgbClr val="243447"/>
                        </a:solidFill>
                        <a:effectLst/>
                        <a:latin typeface="Arial"/>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lvl="0" algn="l">
                        <a:lnSpc>
                          <a:spcPct val="100000"/>
                        </a:lnSpc>
                        <a:spcBef>
                          <a:spcPts val="0"/>
                        </a:spcBef>
                        <a:spcAft>
                          <a:spcPts val="0"/>
                        </a:spcAft>
                        <a:buNone/>
                      </a:pPr>
                      <a:r>
                        <a:rPr lang="en-US" altLang="ko-KR" sz="1100" b="1" i="0" u="none" strike="noStrike" noProof="0">
                          <a:solidFill>
                            <a:srgbClr val="5E6C7A"/>
                          </a:solidFill>
                          <a:effectLst/>
                          <a:latin typeface="Arial"/>
                          <a:cs typeface="Arial"/>
                        </a:rPr>
                        <a:t>?</a:t>
                      </a:r>
                      <a:endParaRPr lang="ko-KR" altLang="en-US" sz="1100" b="0" i="0" u="none" strike="noStrike" noProof="0">
                        <a:solidFill>
                          <a:srgbClr val="000000"/>
                        </a:solidFill>
                        <a:effectLst/>
                        <a:latin typeface="Arial"/>
                        <a:cs typeface="Arial"/>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lvl="0" algn="l">
                        <a:buNone/>
                      </a:pPr>
                      <a:r>
                        <a:rPr lang="en-US" altLang="ko-KR" sz="1100" b="0" i="0" u="none" strike="noStrike" noProof="0">
                          <a:solidFill>
                            <a:srgbClr val="243447"/>
                          </a:solidFill>
                          <a:effectLst/>
                          <a:latin typeface="맑은 고딕"/>
                          <a:ea typeface="맑은 고딕"/>
                        </a:rPr>
                        <a:t>No</a:t>
                      </a:r>
                      <a:r>
                        <a:rPr lang="ko-KR" sz="1100" b="0" i="0" u="none" strike="noStrike" noProof="0">
                          <a:solidFill>
                            <a:srgbClr val="243447"/>
                          </a:solidFill>
                          <a:effectLst/>
                          <a:latin typeface="맑은 고딕"/>
                          <a:ea typeface="맑은 고딕"/>
                        </a:rPr>
                        <a:t> </a:t>
                      </a:r>
                      <a:r>
                        <a:rPr lang="en-US" altLang="ko-KR" sz="1100" b="0" i="0" u="none" strike="noStrike" noProof="0">
                          <a:solidFill>
                            <a:srgbClr val="243447"/>
                          </a:solidFill>
                          <a:effectLst/>
                          <a:latin typeface="맑은 고딕"/>
                          <a:ea typeface="맑은 고딕"/>
                        </a:rPr>
                        <a:t>dedicated</a:t>
                      </a:r>
                      <a:r>
                        <a:rPr lang="ko-KR" sz="1100" b="0" i="0" u="none" strike="noStrike" noProof="0">
                          <a:solidFill>
                            <a:srgbClr val="243447"/>
                          </a:solidFill>
                          <a:effectLst/>
                          <a:latin typeface="맑은 고딕"/>
                          <a:ea typeface="맑은 고딕"/>
                        </a:rPr>
                        <a:t> </a:t>
                      </a:r>
                      <a:r>
                        <a:rPr lang="en-US" altLang="ko-KR" sz="1100" b="0" i="0" u="none" strike="noStrike" noProof="0">
                          <a:solidFill>
                            <a:srgbClr val="243447"/>
                          </a:solidFill>
                          <a:effectLst/>
                          <a:latin typeface="맑은 고딕"/>
                          <a:ea typeface="맑은 고딕"/>
                        </a:rPr>
                        <a:t>source-code,</a:t>
                      </a:r>
                      <a:r>
                        <a:rPr lang="ko-KR" sz="1100" b="0" i="0" u="none" strike="noStrike" noProof="0">
                          <a:solidFill>
                            <a:srgbClr val="243447"/>
                          </a:solidFill>
                          <a:effectLst/>
                          <a:latin typeface="맑은 고딕"/>
                          <a:ea typeface="맑은 고딕"/>
                        </a:rPr>
                        <a:t> </a:t>
                      </a:r>
                      <a:r>
                        <a:rPr lang="en-US" altLang="ko-KR" sz="1100" b="0" i="0" u="none" strike="noStrike" noProof="0">
                          <a:solidFill>
                            <a:srgbClr val="243447"/>
                          </a:solidFill>
                          <a:effectLst/>
                          <a:latin typeface="맑은 고딕"/>
                          <a:ea typeface="맑은 고딕"/>
                        </a:rPr>
                        <a:t>credential</a:t>
                      </a:r>
                      <a:r>
                        <a:rPr lang="ko-KR" sz="1100" b="0" i="0" u="none" strike="noStrike" noProof="0">
                          <a:solidFill>
                            <a:srgbClr val="243447"/>
                          </a:solidFill>
                          <a:effectLst/>
                          <a:latin typeface="맑은 고딕"/>
                          <a:ea typeface="맑은 고딕"/>
                        </a:rPr>
                        <a:t> </a:t>
                      </a:r>
                      <a:r>
                        <a:rPr lang="en-US" altLang="ko-KR" sz="1100" b="0" i="0" u="none" strike="noStrike" noProof="0">
                          <a:solidFill>
                            <a:srgbClr val="243447"/>
                          </a:solidFill>
                          <a:effectLst/>
                          <a:latin typeface="맑은 고딕"/>
                          <a:ea typeface="맑은 고딕"/>
                        </a:rPr>
                        <a:t>or</a:t>
                      </a:r>
                      <a:r>
                        <a:rPr lang="ko-KR" sz="1100" b="0" i="0" u="none" strike="noStrike" noProof="0">
                          <a:solidFill>
                            <a:srgbClr val="243447"/>
                          </a:solidFill>
                          <a:effectLst/>
                          <a:latin typeface="맑은 고딕"/>
                          <a:ea typeface="맑은 고딕"/>
                        </a:rPr>
                        <a:t> API-key detector </a:t>
                      </a:r>
                      <a:r>
                        <a:rPr lang="en-US" altLang="ko-KR" sz="1100" b="0" i="0" u="none" strike="noStrike" noProof="0">
                          <a:solidFill>
                            <a:srgbClr val="243447"/>
                          </a:solidFill>
                          <a:effectLst/>
                          <a:latin typeface="맑은 고딕"/>
                          <a:ea typeface="맑은 고딕"/>
                        </a:rPr>
                        <a:t>was</a:t>
                      </a:r>
                      <a:r>
                        <a:rPr lang="ko-KR" sz="1100" b="0" i="0" u="none" strike="noStrike" noProof="0">
                          <a:solidFill>
                            <a:srgbClr val="243447"/>
                          </a:solidFill>
                          <a:effectLst/>
                          <a:latin typeface="맑은 고딕"/>
                          <a:ea typeface="맑은 고딕"/>
                        </a:rPr>
                        <a:t> </a:t>
                      </a:r>
                      <a:r>
                        <a:rPr lang="en-US" altLang="ko-KR" sz="1100" b="0" i="0" u="none" strike="noStrike" noProof="0">
                          <a:solidFill>
                            <a:srgbClr val="243447"/>
                          </a:solidFill>
                          <a:effectLst/>
                          <a:latin typeface="맑은 고딕"/>
                          <a:ea typeface="맑은 고딕"/>
                        </a:rPr>
                        <a:t>identified</a:t>
                      </a:r>
                      <a:r>
                        <a:rPr lang="ko-KR" sz="1100" b="0" i="0" u="none" strike="noStrike" noProof="0">
                          <a:solidFill>
                            <a:srgbClr val="243447"/>
                          </a:solidFill>
                          <a:effectLst/>
                          <a:latin typeface="맑은 고딕"/>
                          <a:ea typeface="맑은 고딕"/>
                        </a:rPr>
                        <a:t>.</a:t>
                      </a:r>
                      <a:endParaRPr lang="en-US">
                        <a:latin typeface="맑은 고딕"/>
                        <a:ea typeface="맑은 고딕"/>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538971960"/>
                  </a:ext>
                </a:extLst>
              </a:tr>
              <a:tr h="314325">
                <a:tc>
                  <a:txBody>
                    <a:bodyPr/>
                    <a:lstStyle/>
                    <a:p>
                      <a:pPr algn="l">
                        <a:buNone/>
                      </a:pPr>
                      <a:r>
                        <a:rPr lang="ko-KR" sz="1100" b="1">
                          <a:solidFill>
                            <a:srgbClr val="243447"/>
                          </a:solidFill>
                          <a:effectLst/>
                          <a:latin typeface="Arial"/>
                          <a:ea typeface="Arial" panose="020B0604020202020204" pitchFamily="34" charset="0"/>
                        </a:rPr>
                        <a:t>D2-11</a:t>
                      </a:r>
                      <a:endParaRPr lang="ko-KR" sz="1100" b="1">
                        <a:solidFill>
                          <a:srgbClr val="243447"/>
                        </a:solidFill>
                        <a:effectLst/>
                        <a:latin typeface="Arial"/>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100">
                          <a:solidFill>
                            <a:srgbClr val="243447"/>
                          </a:solidFill>
                          <a:effectLst/>
                          <a:latin typeface="Arial"/>
                          <a:ea typeface="Arial" panose="020B0604020202020204" pitchFamily="34" charset="0"/>
                        </a:rPr>
                        <a:t>Custom patterns / trainable model</a:t>
                      </a:r>
                      <a:endParaRPr lang="ko-KR" sz="1100">
                        <a:solidFill>
                          <a:srgbClr val="243447"/>
                        </a:solidFill>
                        <a:effectLst/>
                        <a:latin typeface="Arial"/>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lvl="0" algn="l">
                        <a:lnSpc>
                          <a:spcPct val="100000"/>
                        </a:lnSpc>
                        <a:spcBef>
                          <a:spcPts val="0"/>
                        </a:spcBef>
                        <a:spcAft>
                          <a:spcPts val="0"/>
                        </a:spcAft>
                        <a:buNone/>
                      </a:pPr>
                      <a:r>
                        <a:rPr lang="ko-KR" altLang="en-US" sz="1100" b="1" i="0" u="none" strike="noStrike" noProof="0">
                          <a:solidFill>
                            <a:srgbClr val="136F73"/>
                          </a:solidFill>
                          <a:effectLst/>
                          <a:latin typeface="Arial"/>
                          <a:cs typeface="Arial"/>
                        </a:rPr>
                        <a:t>?</a:t>
                      </a:r>
                    </a:p>
                    <a:p>
                      <a:pPr lvl="0" algn="l">
                        <a:buNone/>
                      </a:pPr>
                      <a:endParaRPr lang="ko-KR" sz="1100" b="1">
                        <a:solidFill>
                          <a:srgbClr val="5E6C7A"/>
                        </a:solidFill>
                        <a:effectLst/>
                        <a:latin typeface="Arial"/>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lvl="0" algn="l">
                        <a:buNone/>
                      </a:pPr>
                      <a:r>
                        <a:rPr lang="en-US" sz="1100" b="0" i="0" u="none" strike="noStrike" noProof="0">
                          <a:solidFill>
                            <a:srgbClr val="243447"/>
                          </a:solidFill>
                          <a:effectLst/>
                          <a:latin typeface="맑은 고딕"/>
                          <a:ea typeface="맑은 고딕"/>
                        </a:rPr>
                        <a:t>User/group security policies</a:t>
                      </a:r>
                      <a:r>
                        <a:rPr lang="en-US" altLang="ko-KR" sz="1100" b="0" i="0" u="none" strike="noStrike" noProof="0">
                          <a:solidFill>
                            <a:srgbClr val="243447"/>
                          </a:solidFill>
                          <a:effectLst/>
                          <a:latin typeface="맑은 고딕"/>
                          <a:ea typeface="맑은 고딕"/>
                        </a:rPr>
                        <a:t> </a:t>
                      </a:r>
                      <a:r>
                        <a:rPr lang="en-US" sz="1100" b="0" i="0" u="none" strike="noStrike" noProof="0">
                          <a:solidFill>
                            <a:srgbClr val="243447"/>
                          </a:solidFill>
                          <a:effectLst/>
                          <a:latin typeface="맑은 고딕"/>
                          <a:ea typeface="맑은 고딕"/>
                        </a:rPr>
                        <a:t>are documented, but customer-defined detection models</a:t>
                      </a:r>
                      <a:r>
                        <a:rPr lang="en-US" altLang="ko-KR" sz="1100" b="0" i="0" u="none" strike="noStrike" noProof="0">
                          <a:solidFill>
                            <a:srgbClr val="243447"/>
                          </a:solidFill>
                          <a:effectLst/>
                          <a:latin typeface="맑은 고딕"/>
                          <a:ea typeface="맑은 고딕"/>
                        </a:rPr>
                        <a:t> </a:t>
                      </a:r>
                      <a:r>
                        <a:rPr lang="en-US" sz="1100" b="0" i="0" u="none" strike="noStrike" noProof="0">
                          <a:solidFill>
                            <a:srgbClr val="243447"/>
                          </a:solidFill>
                          <a:effectLst/>
                          <a:latin typeface="맑은 고딕"/>
                          <a:ea typeface="맑은 고딕"/>
                        </a:rPr>
                        <a:t>or trainable classification models were not verified.</a:t>
                      </a:r>
                      <a:endParaRPr lang="en-US">
                        <a:latin typeface="맑은 고딕"/>
                        <a:ea typeface="맑은 고딕"/>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507676895"/>
                  </a:ext>
                </a:extLst>
              </a:tr>
              <a:tr h="314325">
                <a:tc>
                  <a:txBody>
                    <a:bodyPr/>
                    <a:lstStyle/>
                    <a:p>
                      <a:pPr algn="l">
                        <a:buNone/>
                      </a:pPr>
                      <a:r>
                        <a:rPr lang="ko-KR" sz="1100" b="1">
                          <a:solidFill>
                            <a:srgbClr val="243447"/>
                          </a:solidFill>
                          <a:effectLst/>
                          <a:latin typeface="Arial"/>
                          <a:ea typeface="Arial" panose="020B0604020202020204" pitchFamily="34" charset="0"/>
                        </a:rPr>
                        <a:t>D2-12</a:t>
                      </a:r>
                      <a:endParaRPr lang="ko-KR" sz="1100" b="1">
                        <a:solidFill>
                          <a:srgbClr val="243447"/>
                        </a:solidFill>
                        <a:effectLst/>
                        <a:latin typeface="Arial"/>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100">
                          <a:solidFill>
                            <a:srgbClr val="243447"/>
                          </a:solidFill>
                          <a:effectLst/>
                          <a:latin typeface="Arial"/>
                          <a:ea typeface="Arial" panose="020B0604020202020204" pitchFamily="34" charset="0"/>
                        </a:rPr>
                        <a:t>False-positive tuning</a:t>
                      </a:r>
                      <a:endParaRPr lang="ko-KR" sz="1100">
                        <a:solidFill>
                          <a:srgbClr val="243447"/>
                        </a:solidFill>
                        <a:effectLst/>
                        <a:latin typeface="Arial"/>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lvl="0" algn="l">
                        <a:lnSpc>
                          <a:spcPct val="100000"/>
                        </a:lnSpc>
                        <a:spcBef>
                          <a:spcPts val="0"/>
                        </a:spcBef>
                        <a:spcAft>
                          <a:spcPts val="0"/>
                        </a:spcAft>
                        <a:buNone/>
                      </a:pPr>
                      <a:r>
                        <a:rPr lang="ko-KR" altLang="en-US" sz="1100" b="1" i="0" u="none" strike="noStrike" noProof="0">
                          <a:solidFill>
                            <a:srgbClr val="956319"/>
                          </a:solidFill>
                          <a:effectLst/>
                          <a:latin typeface="Arial"/>
                          <a:cs typeface="Arial"/>
                        </a:rPr>
                        <a:t>◐</a:t>
                      </a:r>
                      <a:endParaRPr lang="ko-KR" altLang="en-US" sz="1100" b="0" i="0" u="none" strike="noStrike" noProof="0">
                        <a:solidFill>
                          <a:srgbClr val="000000"/>
                        </a:solidFill>
                        <a:effectLst/>
                        <a:latin typeface="Arial"/>
                        <a:cs typeface="Arial"/>
                      </a:endParaRPr>
                    </a:p>
                    <a:p>
                      <a:pPr lvl="0" algn="l">
                        <a:buNone/>
                      </a:pPr>
                      <a:endParaRPr lang="ko-KR" sz="1100" b="1">
                        <a:solidFill>
                          <a:srgbClr val="136F73"/>
                        </a:solidFill>
                        <a:effectLst/>
                        <a:latin typeface="Arial"/>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lvl="0" algn="l">
                        <a:buNone/>
                      </a:pPr>
                      <a:r>
                        <a:rPr lang="en-US" altLang="ko-KR" sz="1100" b="0" i="0" u="none" strike="noStrike" noProof="0">
                          <a:solidFill>
                            <a:srgbClr val="243447"/>
                          </a:solidFill>
                          <a:effectLst/>
                          <a:latin typeface="맑은 고딕"/>
                          <a:ea typeface="맑은 고딕"/>
                        </a:rPr>
                        <a:t>User/group</a:t>
                      </a:r>
                      <a:r>
                        <a:rPr lang="ko-KR" altLang="en-US" sz="1100" b="0" i="0" u="none" strike="noStrike" noProof="0">
                          <a:solidFill>
                            <a:srgbClr val="243447"/>
                          </a:solidFill>
                          <a:effectLst/>
                          <a:latin typeface="맑은 고딕"/>
                          <a:ea typeface="맑은 고딕"/>
                        </a:rPr>
                        <a:t> </a:t>
                      </a:r>
                      <a:r>
                        <a:rPr lang="en-US" altLang="ko-KR" sz="1100" b="0" i="0" u="none" strike="noStrike" noProof="0">
                          <a:solidFill>
                            <a:srgbClr val="243447"/>
                          </a:solidFill>
                          <a:effectLst/>
                          <a:latin typeface="맑은 고딕"/>
                          <a:ea typeface="맑은 고딕"/>
                        </a:rPr>
                        <a:t>policy</a:t>
                      </a:r>
                      <a:r>
                        <a:rPr lang="ko-KR" altLang="en-US" sz="1100" b="0" i="0" u="none" strike="noStrike" noProof="0">
                          <a:solidFill>
                            <a:srgbClr val="243447"/>
                          </a:solidFill>
                          <a:effectLst/>
                          <a:latin typeface="맑은 고딕"/>
                          <a:ea typeface="맑은 고딕"/>
                        </a:rPr>
                        <a:t> </a:t>
                      </a:r>
                      <a:r>
                        <a:rPr lang="en-US" altLang="ko-KR" sz="1100" b="0" i="0" u="none" strike="noStrike" noProof="0">
                          <a:solidFill>
                            <a:srgbClr val="243447"/>
                          </a:solidFill>
                          <a:effectLst/>
                          <a:latin typeface="맑은 고딕"/>
                          <a:ea typeface="맑은 고딕"/>
                        </a:rPr>
                        <a:t>assignment</a:t>
                      </a:r>
                      <a:r>
                        <a:rPr lang="ko-KR" altLang="en-US" sz="1100" b="0" i="0" u="none" strike="noStrike" noProof="0">
                          <a:solidFill>
                            <a:srgbClr val="243447"/>
                          </a:solidFill>
                          <a:effectLst/>
                          <a:latin typeface="맑은 고딕"/>
                          <a:ea typeface="맑은 고딕"/>
                        </a:rPr>
                        <a:t> </a:t>
                      </a:r>
                      <a:r>
                        <a:rPr lang="ko-KR" sz="1100" b="0" i="0" u="none" strike="noStrike" noProof="0">
                          <a:solidFill>
                            <a:srgbClr val="243447"/>
                          </a:solidFill>
                          <a:effectLst/>
                          <a:latin typeface="맑은 고딕"/>
                          <a:ea typeface="맑은 고딕"/>
                        </a:rPr>
                        <a:t>and </a:t>
                      </a:r>
                      <a:r>
                        <a:rPr lang="en-US" altLang="ko-KR" sz="1100" b="0" i="0" u="none" strike="noStrike" noProof="0">
                          <a:solidFill>
                            <a:srgbClr val="243447"/>
                          </a:solidFill>
                          <a:effectLst/>
                          <a:latin typeface="맑은 고딕"/>
                          <a:ea typeface="맑은 고딕"/>
                        </a:rPr>
                        <a:t>whitelist</a:t>
                      </a:r>
                      <a:r>
                        <a:rPr lang="ko-KR" altLang="en-US" sz="1100" b="0" i="0" u="none" strike="noStrike" noProof="0">
                          <a:solidFill>
                            <a:srgbClr val="243447"/>
                          </a:solidFill>
                          <a:effectLst/>
                          <a:latin typeface="맑은 고딕"/>
                          <a:ea typeface="맑은 고딕"/>
                        </a:rPr>
                        <a:t> </a:t>
                      </a:r>
                      <a:r>
                        <a:rPr lang="en-US" altLang="ko-KR" sz="1100" b="0" i="0" u="none" strike="noStrike" noProof="0">
                          <a:solidFill>
                            <a:srgbClr val="243447"/>
                          </a:solidFill>
                          <a:effectLst/>
                          <a:latin typeface="맑은 고딕"/>
                          <a:ea typeface="맑은 고딕"/>
                        </a:rPr>
                        <a:t>mechanisms</a:t>
                      </a:r>
                      <a:r>
                        <a:rPr lang="ko-KR" altLang="en-US" sz="1100" b="0" i="0" u="none" strike="noStrike" noProof="0">
                          <a:solidFill>
                            <a:srgbClr val="243447"/>
                          </a:solidFill>
                          <a:effectLst/>
                          <a:latin typeface="맑은 고딕"/>
                          <a:ea typeface="맑은 고딕"/>
                        </a:rPr>
                        <a:t> </a:t>
                      </a:r>
                      <a:r>
                        <a:rPr lang="en-US" altLang="ko-KR" sz="1100" b="0" i="0" u="none" strike="noStrike" noProof="0">
                          <a:solidFill>
                            <a:srgbClr val="243447"/>
                          </a:solidFill>
                          <a:effectLst/>
                          <a:latin typeface="맑은 고딕"/>
                          <a:ea typeface="맑은 고딕"/>
                        </a:rPr>
                        <a:t>exist</a:t>
                      </a:r>
                      <a:r>
                        <a:rPr lang="ko-KR" sz="1100" b="0" i="0" u="none" strike="noStrike" noProof="0">
                          <a:solidFill>
                            <a:srgbClr val="243447"/>
                          </a:solidFill>
                          <a:effectLst/>
                          <a:latin typeface="맑은 고딕"/>
                          <a:ea typeface="맑은 고딕"/>
                        </a:rPr>
                        <a:t> </a:t>
                      </a:r>
                      <a:r>
                        <a:rPr lang="en-US" altLang="ko-KR" sz="1100" b="0" i="0" u="none" strike="noStrike" noProof="0">
                          <a:solidFill>
                            <a:srgbClr val="243447"/>
                          </a:solidFill>
                          <a:effectLst/>
                          <a:latin typeface="맑은 고딕"/>
                          <a:ea typeface="맑은 고딕"/>
                        </a:rPr>
                        <a:t>in</a:t>
                      </a:r>
                      <a:r>
                        <a:rPr lang="ko-KR" altLang="en-US" sz="1100" b="0" i="0" u="none" strike="noStrike" noProof="0">
                          <a:solidFill>
                            <a:srgbClr val="243447"/>
                          </a:solidFill>
                          <a:effectLst/>
                          <a:latin typeface="맑은 고딕"/>
                          <a:ea typeface="맑은 고딕"/>
                        </a:rPr>
                        <a:t> </a:t>
                      </a:r>
                      <a:r>
                        <a:rPr lang="en-US" altLang="ko-KR" sz="1100" b="0" i="0" u="none" strike="noStrike" noProof="0">
                          <a:solidFill>
                            <a:srgbClr val="243447"/>
                          </a:solidFill>
                          <a:effectLst/>
                          <a:latin typeface="맑은 고딕"/>
                          <a:ea typeface="맑은 고딕"/>
                        </a:rPr>
                        <a:t>related</a:t>
                      </a:r>
                      <a:r>
                        <a:rPr lang="ko-KR" altLang="en-US" sz="1100" b="0" i="0" u="none" strike="noStrike" noProof="0">
                          <a:solidFill>
                            <a:srgbClr val="243447"/>
                          </a:solidFill>
                          <a:effectLst/>
                          <a:latin typeface="맑은 고딕"/>
                          <a:ea typeface="맑은 고딕"/>
                        </a:rPr>
                        <a:t> </a:t>
                      </a:r>
                      <a:r>
                        <a:rPr lang="en-US" altLang="ko-KR" sz="1100" b="0" i="0" u="none" strike="noStrike" noProof="0">
                          <a:solidFill>
                            <a:srgbClr val="243447"/>
                          </a:solidFill>
                          <a:effectLst/>
                          <a:latin typeface="맑은 고딕"/>
                          <a:ea typeface="맑은 고딕"/>
                        </a:rPr>
                        <a:t>products,</a:t>
                      </a:r>
                      <a:r>
                        <a:rPr lang="ko-KR" sz="1100" b="0" i="0" u="none" strike="noStrike" noProof="0">
                          <a:solidFill>
                            <a:srgbClr val="243447"/>
                          </a:solidFill>
                          <a:effectLst/>
                          <a:latin typeface="맑은 고딕"/>
                          <a:ea typeface="맑은 고딕"/>
                        </a:rPr>
                        <a:t> </a:t>
                      </a:r>
                      <a:r>
                        <a:rPr lang="en-US" altLang="ko-KR" sz="1100" b="0" i="0" u="none" strike="noStrike" noProof="0">
                          <a:solidFill>
                            <a:srgbClr val="243447"/>
                          </a:solidFill>
                          <a:effectLst/>
                          <a:latin typeface="맑은 고딕"/>
                          <a:ea typeface="맑은 고딕"/>
                        </a:rPr>
                        <a:t>but</a:t>
                      </a:r>
                      <a:r>
                        <a:rPr lang="ko-KR" sz="1100" b="0" i="0" u="none" strike="noStrike" noProof="0">
                          <a:solidFill>
                            <a:srgbClr val="243447"/>
                          </a:solidFill>
                          <a:effectLst/>
                          <a:latin typeface="맑은 고딕"/>
                          <a:ea typeface="맑은 고딕"/>
                        </a:rPr>
                        <a:t> </a:t>
                      </a:r>
                      <a:r>
                        <a:rPr lang="en-US" altLang="ko-KR" sz="1100" b="0" i="0" u="none" strike="noStrike" noProof="0">
                          <a:solidFill>
                            <a:srgbClr val="243447"/>
                          </a:solidFill>
                          <a:effectLst/>
                          <a:latin typeface="맑은 고딕"/>
                          <a:ea typeface="맑은 고딕"/>
                        </a:rPr>
                        <a:t>a</a:t>
                      </a:r>
                      <a:r>
                        <a:rPr lang="ko-KR" sz="1100" b="0" i="0" u="none" strike="noStrike" noProof="0">
                          <a:solidFill>
                            <a:srgbClr val="243447"/>
                          </a:solidFill>
                          <a:effectLst/>
                          <a:latin typeface="맑은 고딕"/>
                          <a:ea typeface="맑은 고딕"/>
                        </a:rPr>
                        <a:t> </a:t>
                      </a:r>
                      <a:r>
                        <a:rPr lang="en-US" altLang="ko-KR" sz="1100" b="0" i="0" u="none" strike="noStrike" noProof="0">
                          <a:solidFill>
                            <a:srgbClr val="243447"/>
                          </a:solidFill>
                          <a:effectLst/>
                          <a:latin typeface="맑은 고딕"/>
                          <a:ea typeface="맑은 고딕"/>
                        </a:rPr>
                        <a:t>DLP-specific</a:t>
                      </a:r>
                      <a:r>
                        <a:rPr lang="ko-KR" altLang="en-US" sz="1100" b="0" i="0" u="none" strike="noStrike" noProof="0">
                          <a:solidFill>
                            <a:srgbClr val="243447"/>
                          </a:solidFill>
                          <a:effectLst/>
                          <a:latin typeface="맑은 고딕"/>
                          <a:ea typeface="맑은 고딕"/>
                        </a:rPr>
                        <a:t> </a:t>
                      </a:r>
                      <a:r>
                        <a:rPr lang="en-US" altLang="ko-KR" sz="1100" b="0" i="0" u="none" strike="noStrike" noProof="0">
                          <a:solidFill>
                            <a:srgbClr val="243447"/>
                          </a:solidFill>
                          <a:effectLst/>
                          <a:latin typeface="맑은 고딕"/>
                          <a:ea typeface="맑은 고딕"/>
                        </a:rPr>
                        <a:t>false-positive</a:t>
                      </a:r>
                      <a:r>
                        <a:rPr lang="ko-KR" sz="1100" b="0" i="0" u="none" strike="noStrike" noProof="0">
                          <a:solidFill>
                            <a:srgbClr val="243447"/>
                          </a:solidFill>
                          <a:effectLst/>
                          <a:latin typeface="맑은 고딕"/>
                          <a:ea typeface="맑은 고딕"/>
                        </a:rPr>
                        <a:t> </a:t>
                      </a:r>
                      <a:r>
                        <a:rPr lang="en-US" altLang="ko-KR" sz="1100" b="0" i="0" u="none" strike="noStrike" noProof="0">
                          <a:solidFill>
                            <a:srgbClr val="243447"/>
                          </a:solidFill>
                          <a:effectLst/>
                          <a:latin typeface="맑은 고딕"/>
                          <a:ea typeface="맑은 고딕"/>
                        </a:rPr>
                        <a:t>tuning</a:t>
                      </a:r>
                      <a:r>
                        <a:rPr lang="ko-KR" sz="1100" b="0" i="0" u="none" strike="noStrike" noProof="0">
                          <a:solidFill>
                            <a:srgbClr val="243447"/>
                          </a:solidFill>
                          <a:effectLst/>
                          <a:latin typeface="맑은 고딕"/>
                          <a:ea typeface="맑은 고딕"/>
                        </a:rPr>
                        <a:t> </a:t>
                      </a:r>
                      <a:r>
                        <a:rPr lang="en-US" altLang="ko-KR" sz="1100" b="0" i="0" u="none" strike="noStrike" noProof="0">
                          <a:solidFill>
                            <a:srgbClr val="243447"/>
                          </a:solidFill>
                          <a:effectLst/>
                          <a:latin typeface="맑은 고딕"/>
                          <a:ea typeface="맑은 고딕"/>
                        </a:rPr>
                        <a:t>workflow</a:t>
                      </a:r>
                      <a:r>
                        <a:rPr lang="ko-KR" sz="1100" b="0" i="0" u="none" strike="noStrike" noProof="0">
                          <a:solidFill>
                            <a:srgbClr val="243447"/>
                          </a:solidFill>
                          <a:effectLst/>
                          <a:latin typeface="맑은 고딕"/>
                          <a:ea typeface="맑은 고딕"/>
                        </a:rPr>
                        <a:t> </a:t>
                      </a:r>
                      <a:r>
                        <a:rPr lang="en-US" altLang="ko-KR" sz="1100" b="0" i="0" u="none" strike="noStrike" noProof="0">
                          <a:solidFill>
                            <a:srgbClr val="243447"/>
                          </a:solidFill>
                          <a:effectLst/>
                          <a:latin typeface="맑은 고딕"/>
                          <a:ea typeface="맑은 고딕"/>
                        </a:rPr>
                        <a:t>was</a:t>
                      </a:r>
                      <a:r>
                        <a:rPr lang="ko-KR" sz="1100" b="0" i="0" u="none" strike="noStrike" noProof="0">
                          <a:solidFill>
                            <a:srgbClr val="243447"/>
                          </a:solidFill>
                          <a:effectLst/>
                          <a:latin typeface="맑은 고딕"/>
                          <a:ea typeface="맑은 고딕"/>
                        </a:rPr>
                        <a:t> </a:t>
                      </a:r>
                      <a:r>
                        <a:rPr lang="en-US" altLang="ko-KR" sz="1100" b="0" i="0" u="none" strike="noStrike" noProof="0">
                          <a:solidFill>
                            <a:srgbClr val="243447"/>
                          </a:solidFill>
                          <a:effectLst/>
                          <a:latin typeface="맑은 고딕"/>
                          <a:ea typeface="맑은 고딕"/>
                        </a:rPr>
                        <a:t>not</a:t>
                      </a:r>
                      <a:r>
                        <a:rPr lang="ko-KR" sz="1100" b="0" i="0" u="none" strike="noStrike" noProof="0">
                          <a:solidFill>
                            <a:srgbClr val="243447"/>
                          </a:solidFill>
                          <a:effectLst/>
                          <a:latin typeface="맑은 고딕"/>
                          <a:ea typeface="맑은 고딕"/>
                        </a:rPr>
                        <a:t> </a:t>
                      </a:r>
                      <a:r>
                        <a:rPr lang="en-US" altLang="ko-KR" sz="1100" b="0" i="0" u="none" strike="noStrike" noProof="0">
                          <a:solidFill>
                            <a:srgbClr val="243447"/>
                          </a:solidFill>
                          <a:effectLst/>
                          <a:latin typeface="맑은 고딕"/>
                          <a:ea typeface="맑은 고딕"/>
                        </a:rPr>
                        <a:t>explicitly</a:t>
                      </a:r>
                      <a:r>
                        <a:rPr lang="ko-KR" altLang="en-US" sz="1100" b="0" i="0" u="none" strike="noStrike" noProof="0">
                          <a:solidFill>
                            <a:srgbClr val="243447"/>
                          </a:solidFill>
                          <a:effectLst/>
                          <a:latin typeface="맑은 고딕"/>
                          <a:ea typeface="맑은 고딕"/>
                        </a:rPr>
                        <a:t> </a:t>
                      </a:r>
                      <a:r>
                        <a:rPr lang="en-US" altLang="ko-KR" sz="1100" b="0" i="0" u="none" strike="noStrike" noProof="0">
                          <a:solidFill>
                            <a:srgbClr val="243447"/>
                          </a:solidFill>
                          <a:effectLst/>
                          <a:latin typeface="맑은 고딕"/>
                          <a:ea typeface="맑은 고딕"/>
                        </a:rPr>
                        <a:t>documented</a:t>
                      </a:r>
                      <a:r>
                        <a:rPr lang="ko-KR" sz="1100" b="0" i="0" u="none" strike="noStrike" noProof="0">
                          <a:solidFill>
                            <a:srgbClr val="243447"/>
                          </a:solidFill>
                          <a:effectLst/>
                          <a:latin typeface="맑은 고딕"/>
                          <a:ea typeface="맑은 고딕"/>
                        </a:rPr>
                        <a:t>. [</a:t>
                      </a:r>
                      <a:r>
                        <a:rPr lang="en-US" altLang="ko-KR" sz="1100" b="0" i="0" u="none" strike="noStrike" noProof="0">
                          <a:solidFill>
                            <a:srgbClr val="243447"/>
                          </a:solidFill>
                          <a:effectLst/>
                          <a:latin typeface="맑은 고딕"/>
                          <a:ea typeface="맑은 고딕"/>
                        </a:rPr>
                        <a:t>S5</a:t>
                      </a:r>
                      <a:r>
                        <a:rPr lang="ko-KR" sz="1100" b="0" i="0" u="none" strike="noStrike" noProof="0">
                          <a:solidFill>
                            <a:srgbClr val="243447"/>
                          </a:solidFill>
                          <a:effectLst/>
                          <a:latin typeface="맑은 고딕"/>
                          <a:ea typeface="맑은 고딕"/>
                        </a:rPr>
                        <a:t>]</a:t>
                      </a:r>
                      <a:endParaRPr lang="en-US">
                        <a:latin typeface="맑은 고딕"/>
                        <a:ea typeface="맑은 고딕"/>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372052216"/>
                  </a:ext>
                </a:extLst>
              </a:tr>
            </a:tbl>
          </a:graphicData>
        </a:graphic>
      </p:graphicFrame>
    </p:spTree>
    <p:extLst>
      <p:ext uri="{BB962C8B-B14F-4D97-AF65-F5344CB8AC3E}">
        <p14:creationId xmlns:p14="http://schemas.microsoft.com/office/powerpoint/2010/main" val="223038641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3CFD16-7CAB-CBCA-B684-E807D67ED3AF}"/>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2018763-2616-2942-2B81-7F27026AB0AC}"/>
              </a:ext>
            </a:extLst>
          </p:cNvPr>
          <p:cNvSpPr>
            <a:spLocks noGrp="1"/>
          </p:cNvSpPr>
          <p:nvPr>
            <p:ph type="sldNum" sz="quarter" idx="4"/>
          </p:nvPr>
        </p:nvSpPr>
        <p:spPr/>
        <p:txBody>
          <a:bodyPr/>
          <a:lstStyle/>
          <a:p>
            <a:fld id="{4EA1E582-E1CC-4474-812F-1657BC5920B7}" type="slidenum">
              <a:rPr lang="ko-KR" altLang="en-US" smtClean="0"/>
              <a:t>40</a:t>
            </a:fld>
            <a:endParaRPr lang="ko-KR" altLang="en-US"/>
          </a:p>
        </p:txBody>
      </p:sp>
      <p:sp>
        <p:nvSpPr>
          <p:cNvPr id="5" name="Text Placeholder 4">
            <a:extLst>
              <a:ext uri="{FF2B5EF4-FFF2-40B4-BE49-F238E27FC236}">
                <a16:creationId xmlns:a16="http://schemas.microsoft.com/office/drawing/2014/main" id="{65E0A089-5A34-3B4D-48CC-38B72D88843C}"/>
              </a:ext>
            </a:extLst>
          </p:cNvPr>
          <p:cNvSpPr>
            <a:spLocks noGrp="1"/>
          </p:cNvSpPr>
          <p:nvPr>
            <p:ph type="body" sz="quarter" idx="11"/>
          </p:nvPr>
        </p:nvSpPr>
        <p:spPr/>
        <p:txBody>
          <a:bodyPr/>
          <a:lstStyle/>
          <a:p>
            <a:endParaRPr lang="en-US"/>
          </a:p>
        </p:txBody>
      </p:sp>
      <p:sp>
        <p:nvSpPr>
          <p:cNvPr id="7" name="제목 3">
            <a:extLst>
              <a:ext uri="{FF2B5EF4-FFF2-40B4-BE49-F238E27FC236}">
                <a16:creationId xmlns:a16="http://schemas.microsoft.com/office/drawing/2014/main" id="{21BBBCC8-92EE-B8DF-4C32-4AF124AF2890}"/>
              </a:ext>
            </a:extLst>
          </p:cNvPr>
          <p:cNvSpPr txBox="1">
            <a:spLocks/>
          </p:cNvSpPr>
          <p:nvPr/>
        </p:nvSpPr>
        <p:spPr>
          <a:xfrm>
            <a:off x="299562" y="252336"/>
            <a:ext cx="10666268" cy="464670"/>
          </a:xfrm>
          <a:prstGeom prst="rect">
            <a:avLst/>
          </a:prstGeom>
        </p:spPr>
        <p:txBody>
          <a:bodyPr lIns="91440" tIns="45720" rIns="91440" bIns="45720" anchor="ctr" anchorCtr="0"/>
          <a:lstStyle>
            <a:lvl1pPr algn="l" rtl="0" eaLnBrk="1" fontAlgn="base" latinLnBrk="1" hangingPunct="1">
              <a:spcBef>
                <a:spcPct val="0"/>
              </a:spcBef>
              <a:spcAft>
                <a:spcPct val="0"/>
              </a:spcAft>
              <a:defRPr lang="ko-KR" altLang="en-US" sz="2400" b="1" kern="1200" baseline="0" dirty="0">
                <a:ln>
                  <a:solidFill>
                    <a:schemeClr val="accent1">
                      <a:alpha val="0"/>
                    </a:schemeClr>
                  </a:solidFill>
                </a:ln>
                <a:solidFill>
                  <a:srgbClr val="144772"/>
                </a:solidFill>
                <a:effectLst>
                  <a:glow rad="127000">
                    <a:schemeClr val="bg1"/>
                  </a:glow>
                  <a:outerShdw blurRad="38100" dist="38100" dir="2700000" algn="tl" rotWithShape="0">
                    <a:prstClr val="black">
                      <a:alpha val="40000"/>
                    </a:prstClr>
                  </a:outerShdw>
                </a:effectLst>
                <a:latin typeface="Pretendard Black" panose="02000A03000000020004" pitchFamily="50" charset="-127"/>
                <a:ea typeface="Pretendard Black" panose="02000A03000000020004" pitchFamily="50" charset="-127"/>
                <a:cs typeface="Pretendard Black" panose="02000A03000000020004" pitchFamily="50" charset="-127"/>
              </a:defRPr>
            </a:lvl1pPr>
            <a:lvl2pPr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2pPr>
            <a:lvl3pPr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3pPr>
            <a:lvl4pPr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4pPr>
            <a:lvl5pPr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5pPr>
            <a:lvl6pPr marL="457200"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6pPr>
            <a:lvl7pPr marL="914400"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7pPr>
            <a:lvl8pPr marL="1371600"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8pPr>
            <a:lvl9pPr marL="1828800"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9pPr>
          </a:lstStyle>
          <a:p>
            <a:r>
              <a:rPr lang="ko-KR">
                <a:ln>
                  <a:solidFill>
                    <a:srgbClr val="4F81BD">
                      <a:alpha val="0"/>
                    </a:srgbClr>
                  </a:solidFill>
                </a:ln>
                <a:effectLst>
                  <a:glow rad="127000">
                    <a:prstClr val="white"/>
                  </a:glow>
                  <a:outerShdw blurRad="38100" dist="38100" dir="2700000" algn="tl" rotWithShape="0">
                    <a:prstClr val="black">
                      <a:alpha val="40000"/>
                    </a:prstClr>
                  </a:outerShdw>
                </a:effectLst>
                <a:latin typeface="Arial"/>
                <a:ea typeface="Pretendard Black"/>
                <a:cs typeface="Arial"/>
              </a:rPr>
              <a:t>세이퍼존 </a:t>
            </a:r>
            <a:r>
              <a:rPr lang="ko-KR" altLang="en-US">
                <a:ln>
                  <a:solidFill>
                    <a:srgbClr val="4F81BD">
                      <a:alpha val="0"/>
                    </a:srgbClr>
                  </a:solidFill>
                </a:ln>
                <a:effectLst>
                  <a:glow rad="127000">
                    <a:prstClr val="white"/>
                  </a:glow>
                  <a:outerShdw blurRad="38100" dist="38100" dir="2700000" algn="tl" rotWithShape="0">
                    <a:prstClr val="black">
                      <a:alpha val="40000"/>
                    </a:prstClr>
                  </a:outerShdw>
                </a:effectLst>
                <a:latin typeface="Arial"/>
                <a:ea typeface="Pretendard Black"/>
                <a:cs typeface="Arial"/>
              </a:rPr>
              <a:t>(</a:t>
            </a:r>
            <a:r>
              <a:rPr lang="ko-KR" altLang="en-US">
                <a:ln>
                  <a:solidFill>
                    <a:srgbClr val="4F81BD">
                      <a:alpha val="0"/>
                    </a:srgbClr>
                  </a:solidFill>
                </a:ln>
                <a:effectLst>
                  <a:glow rad="127000">
                    <a:prstClr val="white"/>
                  </a:glow>
                  <a:outerShdw blurRad="38100" dist="38100" dir="2700000" algn="tl" rotWithShape="0">
                    <a:prstClr val="black">
                      <a:alpha val="40000"/>
                    </a:prstClr>
                  </a:outerShdw>
                </a:effectLst>
                <a:latin typeface="Arial"/>
                <a:ea typeface="Pretendard Black"/>
              </a:rPr>
              <a:t>Sercan): </a:t>
            </a:r>
            <a:r>
              <a:rPr lang="ko-KR" b="0">
                <a:ln>
                  <a:solidFill>
                    <a:srgbClr val="4F81BD">
                      <a:alpha val="0"/>
                    </a:srgbClr>
                  </a:solidFill>
                </a:ln>
                <a:effectLst>
                  <a:glow rad="127000">
                    <a:prstClr val="white"/>
                  </a:glow>
                  <a:outerShdw blurRad="38100" dist="38100" dir="2700000" algn="tl" rotWithShape="0">
                    <a:prstClr val="black">
                      <a:alpha val="40000"/>
                    </a:prstClr>
                  </a:outerShdw>
                </a:effectLst>
                <a:latin typeface="Arial"/>
                <a:ea typeface="Pretendard Black"/>
              </a:rPr>
              <a:t>D3 Enforcement</a:t>
            </a:r>
            <a:endParaRPr lang="en-US" altLang="ko-KR">
              <a:ln>
                <a:solidFill>
                  <a:srgbClr val="4F81BD">
                    <a:alpha val="0"/>
                  </a:srgbClr>
                </a:solidFill>
              </a:ln>
              <a:effectLst>
                <a:glow rad="127000">
                  <a:prstClr val="white"/>
                </a:glow>
                <a:outerShdw blurRad="38100" dist="38100" dir="2700000" algn="tl" rotWithShape="0">
                  <a:prstClr val="black">
                    <a:alpha val="40000"/>
                  </a:prstClr>
                </a:outerShdw>
              </a:effectLst>
              <a:latin typeface="Pretendard Black"/>
            </a:endParaRPr>
          </a:p>
        </p:txBody>
      </p:sp>
      <p:graphicFrame>
        <p:nvGraphicFramePr>
          <p:cNvPr id="4" name="표 3">
            <a:extLst>
              <a:ext uri="{FF2B5EF4-FFF2-40B4-BE49-F238E27FC236}">
                <a16:creationId xmlns:a16="http://schemas.microsoft.com/office/drawing/2014/main" id="{D98A6CB5-07BF-0AF5-26F0-C7C47B2BA9F3}"/>
              </a:ext>
            </a:extLst>
          </p:cNvPr>
          <p:cNvGraphicFramePr>
            <a:graphicFrameLocks noGrp="1"/>
          </p:cNvGraphicFramePr>
          <p:nvPr/>
        </p:nvGraphicFramePr>
        <p:xfrm>
          <a:off x="571500" y="1710372"/>
          <a:ext cx="11049000" cy="4924275"/>
        </p:xfrm>
        <a:graphic>
          <a:graphicData uri="http://schemas.openxmlformats.org/drawingml/2006/table">
            <a:tbl>
              <a:tblPr bandRow="1">
                <a:tableStyleId>{5C22544A-7EE6-4342-B048-85BDC9FD1C3A}</a:tableStyleId>
              </a:tblPr>
              <a:tblGrid>
                <a:gridCol w="762000">
                  <a:extLst>
                    <a:ext uri="{9D8B030D-6E8A-4147-A177-3AD203B41FA5}">
                      <a16:colId xmlns:a16="http://schemas.microsoft.com/office/drawing/2014/main" val="841214909"/>
                    </a:ext>
                  </a:extLst>
                </a:gridCol>
                <a:gridCol w="3143250">
                  <a:extLst>
                    <a:ext uri="{9D8B030D-6E8A-4147-A177-3AD203B41FA5}">
                      <a16:colId xmlns:a16="http://schemas.microsoft.com/office/drawing/2014/main" val="1333271640"/>
                    </a:ext>
                  </a:extLst>
                </a:gridCol>
                <a:gridCol w="571500">
                  <a:extLst>
                    <a:ext uri="{9D8B030D-6E8A-4147-A177-3AD203B41FA5}">
                      <a16:colId xmlns:a16="http://schemas.microsoft.com/office/drawing/2014/main" val="3010604903"/>
                    </a:ext>
                  </a:extLst>
                </a:gridCol>
                <a:gridCol w="6572250">
                  <a:extLst>
                    <a:ext uri="{9D8B030D-6E8A-4147-A177-3AD203B41FA5}">
                      <a16:colId xmlns:a16="http://schemas.microsoft.com/office/drawing/2014/main" val="1851404859"/>
                    </a:ext>
                  </a:extLst>
                </a:gridCol>
              </a:tblGrid>
              <a:tr h="323850">
                <a:tc>
                  <a:txBody>
                    <a:bodyPr/>
                    <a:lstStyle/>
                    <a:p>
                      <a:pPr algn="l">
                        <a:buNone/>
                      </a:pPr>
                      <a:r>
                        <a:rPr lang="ko-KR" sz="1200" b="1">
                          <a:solidFill>
                            <a:srgbClr val="144772"/>
                          </a:solidFill>
                          <a:effectLst/>
                          <a:latin typeface="Arial" panose="020B0604020202020204" pitchFamily="34" charset="0"/>
                          <a:ea typeface="Arial" panose="020B0604020202020204" pitchFamily="34" charset="0"/>
                        </a:rPr>
                        <a:t>ID</a:t>
                      </a:r>
                      <a:endParaRPr lang="ko-KR" sz="1200" b="1">
                        <a:solidFill>
                          <a:srgbClr val="144772"/>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DDECF2"/>
                    </a:solidFill>
                  </a:tcPr>
                </a:tc>
                <a:tc>
                  <a:txBody>
                    <a:bodyPr/>
                    <a:lstStyle/>
                    <a:p>
                      <a:pPr algn="l">
                        <a:buNone/>
                      </a:pPr>
                      <a:r>
                        <a:rPr lang="ko-KR" sz="1200" b="1">
                          <a:solidFill>
                            <a:srgbClr val="144772"/>
                          </a:solidFill>
                          <a:effectLst/>
                          <a:latin typeface="Arial" panose="020B0604020202020204" pitchFamily="34" charset="0"/>
                          <a:ea typeface="Arial" panose="020B0604020202020204" pitchFamily="34" charset="0"/>
                        </a:rPr>
                        <a:t>Capability</a:t>
                      </a:r>
                      <a:endParaRPr lang="ko-KR" sz="1200" b="1">
                        <a:solidFill>
                          <a:srgbClr val="144772"/>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DDECF2"/>
                    </a:solidFill>
                  </a:tcPr>
                </a:tc>
                <a:tc>
                  <a:txBody>
                    <a:bodyPr/>
                    <a:lstStyle/>
                    <a:p>
                      <a:pPr algn="l">
                        <a:buNone/>
                      </a:pPr>
                      <a:r>
                        <a:rPr lang="ko-KR" sz="1200" b="1">
                          <a:solidFill>
                            <a:srgbClr val="144772"/>
                          </a:solidFill>
                          <a:effectLst/>
                          <a:latin typeface="Arial" panose="020B0604020202020204" pitchFamily="34" charset="0"/>
                          <a:ea typeface="Arial" panose="020B0604020202020204" pitchFamily="34" charset="0"/>
                        </a:rPr>
                        <a:t>Flag</a:t>
                      </a:r>
                      <a:endParaRPr lang="ko-KR" sz="1200" b="1">
                        <a:solidFill>
                          <a:srgbClr val="144772"/>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DDECF2"/>
                    </a:solidFill>
                  </a:tcPr>
                </a:tc>
                <a:tc>
                  <a:txBody>
                    <a:bodyPr/>
                    <a:lstStyle/>
                    <a:p>
                      <a:pPr algn="l">
                        <a:buNone/>
                      </a:pPr>
                      <a:r>
                        <a:rPr lang="ko-KR" sz="1200" b="1">
                          <a:solidFill>
                            <a:srgbClr val="144772"/>
                          </a:solidFill>
                          <a:effectLst/>
                          <a:latin typeface="Arial" panose="020B0604020202020204" pitchFamily="34" charset="0"/>
                          <a:ea typeface="Arial" panose="020B0604020202020204" pitchFamily="34" charset="0"/>
                        </a:rPr>
                        <a:t>Documented scope and evidence</a:t>
                      </a:r>
                      <a:endParaRPr lang="ko-KR" sz="1200" b="1">
                        <a:solidFill>
                          <a:srgbClr val="144772"/>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DDECF2"/>
                    </a:solidFill>
                  </a:tcPr>
                </a:tc>
                <a:extLst>
                  <a:ext uri="{0D108BD9-81ED-4DB2-BD59-A6C34878D82A}">
                    <a16:rowId xmlns:a16="http://schemas.microsoft.com/office/drawing/2014/main" val="2941565487"/>
                  </a:ext>
                </a:extLst>
              </a:tr>
              <a:tr h="314325">
                <a:tc>
                  <a:txBody>
                    <a:bodyPr/>
                    <a:lstStyle/>
                    <a:p>
                      <a:pPr algn="l">
                        <a:buNone/>
                      </a:pPr>
                      <a:r>
                        <a:rPr lang="ko-KR" sz="1300" b="1">
                          <a:solidFill>
                            <a:srgbClr val="243447"/>
                          </a:solidFill>
                          <a:effectLst/>
                          <a:latin typeface="Arial" panose="020B0604020202020204" pitchFamily="34" charset="0"/>
                          <a:ea typeface="Arial" panose="020B0604020202020204" pitchFamily="34" charset="0"/>
                        </a:rPr>
                        <a:t>D3-01</a:t>
                      </a:r>
                      <a:endParaRPr lang="ko-KR" sz="1300" b="1">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a:solidFill>
                            <a:srgbClr val="243447"/>
                          </a:solidFill>
                          <a:effectLst/>
                          <a:latin typeface="Arial" panose="020B0604020202020204" pitchFamily="34" charset="0"/>
                          <a:ea typeface="Arial" panose="020B0604020202020204" pitchFamily="34" charset="0"/>
                        </a:rPr>
                        <a:t>Monitor and log only</a:t>
                      </a:r>
                      <a:endParaRPr lang="ko-KR" sz="1300">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lvl="0" algn="l">
                        <a:lnSpc>
                          <a:spcPct val="100000"/>
                        </a:lnSpc>
                        <a:spcBef>
                          <a:spcPts val="0"/>
                        </a:spcBef>
                        <a:spcAft>
                          <a:spcPts val="0"/>
                        </a:spcAft>
                        <a:buNone/>
                      </a:pPr>
                      <a:r>
                        <a:rPr lang="ko-KR" sz="1300" b="1" i="0" u="none" strike="noStrike" noProof="0">
                          <a:solidFill>
                            <a:srgbClr val="136F73"/>
                          </a:solidFill>
                          <a:effectLst/>
                          <a:latin typeface="Arial"/>
                          <a:cs typeface="Arial"/>
                        </a:rPr>
                        <a:t>●</a:t>
                      </a:r>
                      <a:endParaRPr lang="ko-KR" sz="1300" b="0" i="0" u="none" strike="noStrike" noProof="0">
                        <a:solidFill>
                          <a:srgbClr val="000000"/>
                        </a:solidFill>
                        <a:effectLst/>
                        <a:latin typeface="Arial"/>
                        <a:cs typeface="Arial"/>
                      </a:endParaRPr>
                    </a:p>
                    <a:p>
                      <a:pPr lvl="0" algn="l">
                        <a:buNone/>
                      </a:pPr>
                      <a:endParaRPr lang="ko-KR" sz="1300" b="1">
                        <a:solidFill>
                          <a:srgbClr val="136F73"/>
                        </a:solidFill>
                        <a:effectLst/>
                        <a:latin typeface="Arial"/>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lvl="0" algn="l">
                        <a:buNone/>
                      </a:pPr>
                      <a:r>
                        <a:rPr lang="en-US" altLang="ko-KR" sz="1300" b="0" i="0" u="none" strike="noStrike" noProof="0">
                          <a:solidFill>
                            <a:srgbClr val="243447"/>
                          </a:solidFill>
                          <a:effectLst/>
                        </a:rPr>
                        <a:t>SaferZone</a:t>
                      </a:r>
                      <a:r>
                        <a:rPr lang="ko-KR" altLang="en-US" sz="1300" b="0" i="0" u="none" strike="noStrike" noProof="0">
                          <a:solidFill>
                            <a:srgbClr val="243447"/>
                          </a:solidFill>
                          <a:effectLst/>
                        </a:rPr>
                        <a:t> </a:t>
                      </a:r>
                      <a:r>
                        <a:rPr lang="en-US" altLang="ko-KR" sz="1300" b="0" i="0" u="none" strike="noStrike" noProof="0">
                          <a:solidFill>
                            <a:srgbClr val="243447"/>
                          </a:solidFill>
                          <a:effectLst/>
                        </a:rPr>
                        <a:t>DLP</a:t>
                      </a:r>
                      <a:r>
                        <a:rPr lang="ko-KR" altLang="en-US" sz="1300" b="0" i="0" u="none" strike="noStrike" noProof="0">
                          <a:solidFill>
                            <a:srgbClr val="243447"/>
                          </a:solidFill>
                          <a:effectLst/>
                        </a:rPr>
                        <a:t> </a:t>
                      </a:r>
                      <a:r>
                        <a:rPr lang="en-US" altLang="ko-KR" sz="1300" b="0" i="0" u="none" strike="noStrike" noProof="0">
                          <a:solidFill>
                            <a:srgbClr val="243447"/>
                          </a:solidFill>
                          <a:effectLst/>
                        </a:rPr>
                        <a:t>logs</a:t>
                      </a:r>
                      <a:r>
                        <a:rPr lang="ko-KR" altLang="en-US" sz="1300" b="0" i="0" u="none" strike="noStrike" noProof="0">
                          <a:solidFill>
                            <a:srgbClr val="243447"/>
                          </a:solidFill>
                          <a:effectLst/>
                        </a:rPr>
                        <a:t> </a:t>
                      </a:r>
                      <a:r>
                        <a:rPr lang="en-US" altLang="ko-KR" sz="1300" b="0" i="0" u="none" strike="noStrike" noProof="0">
                          <a:solidFill>
                            <a:srgbClr val="243447"/>
                          </a:solidFill>
                          <a:effectLst/>
                        </a:rPr>
                        <a:t>Internet</a:t>
                      </a:r>
                      <a:r>
                        <a:rPr lang="ko-KR" altLang="en-US" sz="1300" b="0" i="0" u="none" strike="noStrike" noProof="0">
                          <a:solidFill>
                            <a:srgbClr val="243447"/>
                          </a:solidFill>
                          <a:effectLst/>
                        </a:rPr>
                        <a:t> </a:t>
                      </a:r>
                      <a:r>
                        <a:rPr lang="en-US" altLang="ko-KR" sz="1300" b="0" i="0" u="none" strike="noStrike" noProof="0">
                          <a:solidFill>
                            <a:srgbClr val="243447"/>
                          </a:solidFill>
                          <a:effectLst/>
                        </a:rPr>
                        <a:t>file</a:t>
                      </a:r>
                      <a:r>
                        <a:rPr lang="ko-KR" altLang="en-US" sz="1300" b="0" i="0" u="none" strike="noStrike" noProof="0">
                          <a:solidFill>
                            <a:srgbClr val="243447"/>
                          </a:solidFill>
                          <a:effectLst/>
                        </a:rPr>
                        <a:t> </a:t>
                      </a:r>
                      <a:r>
                        <a:rPr lang="en-US" altLang="ko-KR" sz="1300" b="0" i="0" u="none" strike="noStrike" noProof="0">
                          <a:solidFill>
                            <a:srgbClr val="243447"/>
                          </a:solidFill>
                          <a:effectLst/>
                        </a:rPr>
                        <a:t>transfers</a:t>
                      </a:r>
                      <a:r>
                        <a:rPr lang="ko-KR" altLang="en-US" sz="1300" b="0" i="0" u="none" strike="noStrike" noProof="0">
                          <a:solidFill>
                            <a:srgbClr val="243447"/>
                          </a:solidFill>
                          <a:effectLst/>
                        </a:rPr>
                        <a:t> </a:t>
                      </a:r>
                      <a:r>
                        <a:rPr lang="en-US" altLang="ko-KR" sz="1300" b="0" i="0" u="none" strike="noStrike" noProof="0">
                          <a:solidFill>
                            <a:srgbClr val="243447"/>
                          </a:solidFill>
                          <a:effectLst/>
                        </a:rPr>
                        <a:t>and</a:t>
                      </a:r>
                      <a:r>
                        <a:rPr lang="ko-KR" altLang="en-US" sz="1300" b="0" i="0" u="none" strike="noStrike" noProof="0">
                          <a:solidFill>
                            <a:srgbClr val="243447"/>
                          </a:solidFill>
                          <a:effectLst/>
                        </a:rPr>
                        <a:t> </a:t>
                      </a:r>
                      <a:r>
                        <a:rPr lang="en-US" altLang="ko-KR" sz="1300" b="0" i="0" u="none" strike="noStrike" noProof="0">
                          <a:solidFill>
                            <a:srgbClr val="243447"/>
                          </a:solidFill>
                          <a:effectLst/>
                        </a:rPr>
                        <a:t>supports</a:t>
                      </a:r>
                      <a:r>
                        <a:rPr lang="ko-KR" altLang="en-US" sz="1300" b="0" i="0" u="none" strike="noStrike" noProof="0">
                          <a:solidFill>
                            <a:srgbClr val="243447"/>
                          </a:solidFill>
                          <a:effectLst/>
                        </a:rPr>
                        <a:t> </a:t>
                      </a:r>
                      <a:r>
                        <a:rPr lang="en-US" altLang="ko-KR" sz="1300" b="0" i="0" u="none" strike="noStrike" noProof="0">
                          <a:solidFill>
                            <a:srgbClr val="243447"/>
                          </a:solidFill>
                          <a:effectLst/>
                        </a:rPr>
                        <a:t>centralized</a:t>
                      </a:r>
                      <a:r>
                        <a:rPr lang="ko-KR" altLang="en-US" sz="1300" b="0" i="0" u="none" strike="noStrike" noProof="0">
                          <a:solidFill>
                            <a:srgbClr val="243447"/>
                          </a:solidFill>
                          <a:effectLst/>
                        </a:rPr>
                        <a:t> </a:t>
                      </a:r>
                      <a:r>
                        <a:rPr lang="en-US" altLang="ko-KR" sz="1300" b="0" i="0" u="none" strike="noStrike" noProof="0">
                          <a:solidFill>
                            <a:srgbClr val="243447"/>
                          </a:solidFill>
                          <a:effectLst/>
                        </a:rPr>
                        <a:t>monitoring/reporting</a:t>
                      </a:r>
                      <a:r>
                        <a:rPr lang="ko-KR" altLang="en-US" sz="1300" b="0" i="0" u="none" strike="noStrike" noProof="0">
                          <a:solidFill>
                            <a:srgbClr val="243447"/>
                          </a:solidFill>
                          <a:effectLst/>
                        </a:rPr>
                        <a:t> </a:t>
                      </a:r>
                      <a:r>
                        <a:rPr lang="en-US" altLang="ko-KR" sz="1300" b="0" i="0" u="none" strike="noStrike" noProof="0">
                          <a:solidFill>
                            <a:srgbClr val="243447"/>
                          </a:solidFill>
                          <a:effectLst/>
                        </a:rPr>
                        <a:t>by</a:t>
                      </a:r>
                      <a:r>
                        <a:rPr lang="ko-KR" altLang="en-US" sz="1300" b="0" i="0" u="none" strike="noStrike" noProof="0">
                          <a:solidFill>
                            <a:srgbClr val="243447"/>
                          </a:solidFill>
                          <a:effectLst/>
                        </a:rPr>
                        <a:t> </a:t>
                      </a:r>
                      <a:r>
                        <a:rPr lang="en-US" altLang="ko-KR" sz="1300" b="0" i="0" u="none" strike="noStrike" noProof="0">
                          <a:solidFill>
                            <a:srgbClr val="243447"/>
                          </a:solidFill>
                          <a:effectLst/>
                        </a:rPr>
                        <a:t>user</a:t>
                      </a:r>
                      <a:r>
                        <a:rPr lang="ko-KR" altLang="en-US" sz="1300" b="0" i="0" u="none" strike="noStrike" noProof="0">
                          <a:solidFill>
                            <a:srgbClr val="243447"/>
                          </a:solidFill>
                          <a:effectLst/>
                        </a:rPr>
                        <a:t> </a:t>
                      </a:r>
                      <a:r>
                        <a:rPr lang="en-US" altLang="ko-KR" sz="1300" b="0" i="0" u="none" strike="noStrike" noProof="0">
                          <a:solidFill>
                            <a:srgbClr val="243447"/>
                          </a:solidFill>
                          <a:effectLst/>
                        </a:rPr>
                        <a:t>and</a:t>
                      </a:r>
                      <a:r>
                        <a:rPr lang="ko-KR" sz="1300" b="0" i="0" u="none" strike="noStrike" noProof="0">
                          <a:solidFill>
                            <a:srgbClr val="243447"/>
                          </a:solidFill>
                          <a:effectLst/>
                        </a:rPr>
                        <a:t> </a:t>
                      </a:r>
                      <a:r>
                        <a:rPr lang="en-US" altLang="ko-KR" sz="1300" b="0" i="0" u="none" strike="noStrike" noProof="0">
                          <a:solidFill>
                            <a:srgbClr val="243447"/>
                          </a:solidFill>
                          <a:effectLst/>
                        </a:rPr>
                        <a:t>department</a:t>
                      </a:r>
                      <a:r>
                        <a:rPr lang="ko-KR" sz="1300" b="0" i="0" u="none" strike="noStrike" noProof="0">
                          <a:solidFill>
                            <a:srgbClr val="243447"/>
                          </a:solidFill>
                          <a:effectLst/>
                        </a:rPr>
                        <a:t>. [</a:t>
                      </a:r>
                      <a:r>
                        <a:rPr lang="en-US" altLang="ko-KR" sz="1300" b="0" i="0" u="none" strike="noStrike" noProof="0">
                          <a:solidFill>
                            <a:srgbClr val="243447"/>
                          </a:solidFill>
                          <a:effectLst/>
                        </a:rPr>
                        <a:t>S1</a:t>
                      </a:r>
                      <a:r>
                        <a:rPr lang="ko-KR" sz="1300" b="0" i="0" u="none" strike="noStrike" noProof="0">
                          <a:solidFill>
                            <a:srgbClr val="243447"/>
                          </a:solidFill>
                          <a:effectLst/>
                        </a:rPr>
                        <a:t>]</a:t>
                      </a:r>
                      <a:endParaRPr lang="en-US"/>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322559367"/>
                  </a:ext>
                </a:extLst>
              </a:tr>
              <a:tr h="314325">
                <a:tc>
                  <a:txBody>
                    <a:bodyPr/>
                    <a:lstStyle/>
                    <a:p>
                      <a:pPr algn="l">
                        <a:buNone/>
                      </a:pPr>
                      <a:r>
                        <a:rPr lang="ko-KR" sz="1300" b="1">
                          <a:solidFill>
                            <a:srgbClr val="243447"/>
                          </a:solidFill>
                          <a:effectLst/>
                          <a:latin typeface="Arial" panose="020B0604020202020204" pitchFamily="34" charset="0"/>
                          <a:ea typeface="Arial" panose="020B0604020202020204" pitchFamily="34" charset="0"/>
                        </a:rPr>
                        <a:t>D3-02</a:t>
                      </a:r>
                      <a:endParaRPr lang="ko-KR" sz="1300" b="1">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a:solidFill>
                            <a:srgbClr val="243447"/>
                          </a:solidFill>
                          <a:effectLst/>
                          <a:latin typeface="Arial" panose="020B0604020202020204" pitchFamily="34" charset="0"/>
                          <a:ea typeface="Arial" panose="020B0604020202020204" pitchFamily="34" charset="0"/>
                        </a:rPr>
                        <a:t>Warn / user justification</a:t>
                      </a:r>
                      <a:endParaRPr lang="ko-KR" sz="1300">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b="1">
                          <a:solidFill>
                            <a:srgbClr val="956319"/>
                          </a:solidFill>
                          <a:effectLst/>
                          <a:latin typeface="Arial" panose="020B0604020202020204" pitchFamily="34" charset="0"/>
                          <a:ea typeface="Arial" panose="020B0604020202020204" pitchFamily="34" charset="0"/>
                        </a:rPr>
                        <a:t>◐</a:t>
                      </a:r>
                      <a:endParaRPr lang="ko-KR" sz="1300" b="1">
                        <a:solidFill>
                          <a:srgbClr val="956319"/>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lvl="0" algn="l">
                        <a:buNone/>
                      </a:pPr>
                      <a:r>
                        <a:rPr lang="en-US" altLang="ko-KR" sz="1300" b="0" i="0" u="none" strike="noStrike" noProof="0">
                          <a:solidFill>
                            <a:srgbClr val="243447"/>
                          </a:solidFill>
                          <a:effectLst/>
                          <a:latin typeface="맑은 고딕"/>
                          <a:ea typeface="맑은 고딕"/>
                        </a:rPr>
                        <a:t>Print</a:t>
                      </a:r>
                      <a:r>
                        <a:rPr lang="ko-KR" altLang="en-US" sz="1300" b="0" i="0" u="none" strike="noStrike" noProof="0">
                          <a:solidFill>
                            <a:srgbClr val="243447"/>
                          </a:solidFill>
                          <a:effectLst/>
                          <a:latin typeface="맑은 고딕"/>
                          <a:ea typeface="맑은 고딕"/>
                        </a:rPr>
                        <a:t> </a:t>
                      </a:r>
                      <a:r>
                        <a:rPr lang="en-US" altLang="ko-KR" sz="1300" b="0" i="0" u="none" strike="noStrike" noProof="0">
                          <a:solidFill>
                            <a:srgbClr val="243447"/>
                          </a:solidFill>
                          <a:effectLst/>
                          <a:latin typeface="맑은 고딕"/>
                          <a:ea typeface="맑은 고딕"/>
                        </a:rPr>
                        <a:t>and</a:t>
                      </a:r>
                      <a:r>
                        <a:rPr lang="ko-KR" altLang="en-US" sz="1300" b="0" i="0" u="none" strike="noStrike" noProof="0">
                          <a:solidFill>
                            <a:srgbClr val="243447"/>
                          </a:solidFill>
                          <a:effectLst/>
                          <a:latin typeface="맑은 고딕"/>
                          <a:ea typeface="맑은 고딕"/>
                        </a:rPr>
                        <a:t> </a:t>
                      </a:r>
                      <a:r>
                        <a:rPr lang="en-US" altLang="ko-KR" sz="1300" b="0" i="0" u="none" strike="noStrike" noProof="0">
                          <a:solidFill>
                            <a:srgbClr val="243447"/>
                          </a:solidFill>
                          <a:effectLst/>
                          <a:latin typeface="맑은 고딕"/>
                          <a:ea typeface="맑은 고딕"/>
                        </a:rPr>
                        <a:t>email</a:t>
                      </a:r>
                      <a:r>
                        <a:rPr lang="ko-KR" altLang="en-US" sz="1300" b="0" i="0" u="none" strike="noStrike" noProof="0">
                          <a:solidFill>
                            <a:srgbClr val="243447"/>
                          </a:solidFill>
                          <a:effectLst/>
                          <a:latin typeface="맑은 고딕"/>
                          <a:ea typeface="맑은 고딕"/>
                        </a:rPr>
                        <a:t> </a:t>
                      </a:r>
                      <a:r>
                        <a:rPr lang="en-US" altLang="ko-KR" sz="1300" b="0" i="0" u="none" strike="noStrike" noProof="0">
                          <a:solidFill>
                            <a:srgbClr val="243447"/>
                          </a:solidFill>
                          <a:effectLst/>
                          <a:latin typeface="맑은 고딕"/>
                          <a:ea typeface="맑은 고딕"/>
                        </a:rPr>
                        <a:t>workflows</a:t>
                      </a:r>
                      <a:r>
                        <a:rPr lang="ko-KR" altLang="en-US" sz="1300" b="0" i="0" u="none" strike="noStrike" noProof="0">
                          <a:solidFill>
                            <a:srgbClr val="243447"/>
                          </a:solidFill>
                          <a:effectLst/>
                          <a:latin typeface="맑은 고딕"/>
                          <a:ea typeface="맑은 고딕"/>
                        </a:rPr>
                        <a:t> </a:t>
                      </a:r>
                      <a:r>
                        <a:rPr lang="en-US" altLang="ko-KR" sz="1300" b="0" i="0" u="none" strike="noStrike" noProof="0">
                          <a:solidFill>
                            <a:srgbClr val="243447"/>
                          </a:solidFill>
                          <a:effectLst/>
                          <a:latin typeface="맑은 고딕"/>
                          <a:ea typeface="맑은 고딕"/>
                        </a:rPr>
                        <a:t>support</a:t>
                      </a:r>
                      <a:r>
                        <a:rPr lang="ko-KR" altLang="en-US" sz="1300" b="0" i="0" u="none" strike="noStrike" noProof="0">
                          <a:solidFill>
                            <a:srgbClr val="243447"/>
                          </a:solidFill>
                          <a:effectLst/>
                          <a:latin typeface="맑은 고딕"/>
                          <a:ea typeface="맑은 고딕"/>
                        </a:rPr>
                        <a:t> </a:t>
                      </a:r>
                      <a:r>
                        <a:rPr lang="en-US" altLang="ko-KR" sz="1300" b="0" i="0" u="none" strike="noStrike" noProof="0">
                          <a:solidFill>
                            <a:srgbClr val="243447"/>
                          </a:solidFill>
                          <a:effectLst/>
                          <a:latin typeface="맑은 고딕"/>
                          <a:ea typeface="맑은 고딕"/>
                        </a:rPr>
                        <a:t>approval</a:t>
                      </a:r>
                      <a:r>
                        <a:rPr lang="ko-KR" altLang="en-US" sz="1300" b="0" i="0" u="none" strike="noStrike" noProof="0">
                          <a:solidFill>
                            <a:srgbClr val="243447"/>
                          </a:solidFill>
                          <a:effectLst/>
                          <a:latin typeface="맑은 고딕"/>
                          <a:ea typeface="맑은 고딕"/>
                        </a:rPr>
                        <a:t> </a:t>
                      </a:r>
                      <a:r>
                        <a:rPr lang="en-US" altLang="ko-KR" sz="1300" b="0" i="0" u="none" strike="noStrike" noProof="0">
                          <a:solidFill>
                            <a:srgbClr val="243447"/>
                          </a:solidFill>
                          <a:effectLst/>
                          <a:latin typeface="맑은 고딕"/>
                          <a:ea typeface="맑은 고딕"/>
                        </a:rPr>
                        <a:t>before</a:t>
                      </a:r>
                      <a:r>
                        <a:rPr lang="ko-KR" altLang="en-US" sz="1300" b="0" i="0" u="none" strike="noStrike" noProof="0">
                          <a:solidFill>
                            <a:srgbClr val="243447"/>
                          </a:solidFill>
                          <a:effectLst/>
                          <a:latin typeface="맑은 고딕"/>
                          <a:ea typeface="맑은 고딕"/>
                        </a:rPr>
                        <a:t> </a:t>
                      </a:r>
                      <a:r>
                        <a:rPr lang="en-US" altLang="ko-KR" sz="1300" b="0" i="0" u="none" strike="noStrike" noProof="0">
                          <a:solidFill>
                            <a:srgbClr val="243447"/>
                          </a:solidFill>
                          <a:effectLst/>
                          <a:latin typeface="맑은 고딕"/>
                          <a:ea typeface="맑은 고딕"/>
                        </a:rPr>
                        <a:t>release.</a:t>
                      </a:r>
                      <a:r>
                        <a:rPr lang="ko-KR" altLang="en-US" sz="1300" b="0" i="0" u="none" strike="noStrike" noProof="0">
                          <a:solidFill>
                            <a:srgbClr val="243447"/>
                          </a:solidFill>
                          <a:effectLst/>
                          <a:latin typeface="맑은 고딕"/>
                          <a:ea typeface="맑은 고딕"/>
                        </a:rPr>
                        <a:t> </a:t>
                      </a:r>
                      <a:r>
                        <a:rPr lang="en-US" altLang="ko-KR" sz="1300" b="0" i="0" u="none" strike="noStrike" noProof="0">
                          <a:solidFill>
                            <a:srgbClr val="243447"/>
                          </a:solidFill>
                          <a:effectLst/>
                          <a:latin typeface="맑은 고딕"/>
                          <a:ea typeface="맑은 고딕"/>
                        </a:rPr>
                        <a:t>A</a:t>
                      </a:r>
                      <a:r>
                        <a:rPr lang="ko-KR" altLang="en-US" sz="1300" b="0" i="0" u="none" strike="noStrike" noProof="0">
                          <a:solidFill>
                            <a:srgbClr val="243447"/>
                          </a:solidFill>
                          <a:effectLst/>
                          <a:latin typeface="맑은 고딕"/>
                          <a:ea typeface="맑은 고딕"/>
                        </a:rPr>
                        <a:t> </a:t>
                      </a:r>
                      <a:r>
                        <a:rPr lang="en-US" altLang="ko-KR" sz="1300" b="0" i="0" u="none" strike="noStrike" noProof="0">
                          <a:solidFill>
                            <a:srgbClr val="243447"/>
                          </a:solidFill>
                          <a:effectLst/>
                          <a:latin typeface="맑은 고딕"/>
                          <a:ea typeface="맑은 고딕"/>
                        </a:rPr>
                        <a:t>generic</a:t>
                      </a:r>
                      <a:r>
                        <a:rPr lang="ko-KR" altLang="en-US" sz="1300" b="0" i="0" u="none" strike="noStrike" noProof="0">
                          <a:solidFill>
                            <a:srgbClr val="243447"/>
                          </a:solidFill>
                          <a:effectLst/>
                          <a:latin typeface="맑은 고딕"/>
                          <a:ea typeface="맑은 고딕"/>
                        </a:rPr>
                        <a:t> </a:t>
                      </a:r>
                      <a:r>
                        <a:rPr lang="en-US" altLang="ko-KR" sz="1300" b="0" i="0" u="none" strike="noStrike" noProof="0">
                          <a:solidFill>
                            <a:srgbClr val="243447"/>
                          </a:solidFill>
                          <a:effectLst/>
                          <a:latin typeface="맑은 고딕"/>
                          <a:ea typeface="맑은 고딕"/>
                        </a:rPr>
                        <a:t>user</a:t>
                      </a:r>
                      <a:r>
                        <a:rPr lang="ko-KR" altLang="en-US" sz="1300" b="0" i="0" u="none" strike="noStrike" noProof="0">
                          <a:solidFill>
                            <a:srgbClr val="243447"/>
                          </a:solidFill>
                          <a:effectLst/>
                          <a:latin typeface="맑은 고딕"/>
                          <a:ea typeface="맑은 고딕"/>
                        </a:rPr>
                        <a:t> “</a:t>
                      </a:r>
                      <a:r>
                        <a:rPr lang="en-US" altLang="ko-KR" sz="1300" b="0" i="0" u="none" strike="noStrike" noProof="0">
                          <a:solidFill>
                            <a:srgbClr val="243447"/>
                          </a:solidFill>
                          <a:effectLst/>
                          <a:latin typeface="맑은 고딕"/>
                          <a:ea typeface="맑은 고딕"/>
                        </a:rPr>
                        <a:t>justify</a:t>
                      </a:r>
                      <a:r>
                        <a:rPr lang="ko-KR" altLang="en-US" sz="1300" b="0" i="0" u="none" strike="noStrike" noProof="0">
                          <a:solidFill>
                            <a:srgbClr val="243447"/>
                          </a:solidFill>
                          <a:effectLst/>
                          <a:latin typeface="맑은 고딕"/>
                          <a:ea typeface="맑은 고딕"/>
                        </a:rPr>
                        <a:t> </a:t>
                      </a:r>
                      <a:r>
                        <a:rPr lang="en-US" altLang="ko-KR" sz="1300" b="0" i="0" u="none" strike="noStrike" noProof="0">
                          <a:solidFill>
                            <a:srgbClr val="243447"/>
                          </a:solidFill>
                          <a:effectLst/>
                          <a:latin typeface="맑은 고딕"/>
                          <a:ea typeface="맑은 고딕"/>
                        </a:rPr>
                        <a:t>and</a:t>
                      </a:r>
                      <a:r>
                        <a:rPr lang="ko-KR" altLang="en-US" sz="1300" b="0" i="0" u="none" strike="noStrike" noProof="0">
                          <a:solidFill>
                            <a:srgbClr val="243447"/>
                          </a:solidFill>
                          <a:effectLst/>
                          <a:latin typeface="맑은 고딕"/>
                          <a:ea typeface="맑은 고딕"/>
                        </a:rPr>
                        <a:t> </a:t>
                      </a:r>
                      <a:r>
                        <a:rPr lang="en-US" altLang="ko-KR" sz="1300" b="0" i="0" u="none" strike="noStrike" noProof="0">
                          <a:solidFill>
                            <a:srgbClr val="243447"/>
                          </a:solidFill>
                          <a:effectLst/>
                          <a:latin typeface="맑은 고딕"/>
                          <a:ea typeface="맑은 고딕"/>
                        </a:rPr>
                        <a:t>proceed</a:t>
                      </a:r>
                      <a:r>
                        <a:rPr lang="ko-KR" altLang="en-US" sz="1300" b="0" i="0" u="none" strike="noStrike" noProof="0">
                          <a:solidFill>
                            <a:srgbClr val="243447"/>
                          </a:solidFill>
                          <a:effectLst/>
                          <a:latin typeface="맑은 고딕"/>
                          <a:ea typeface="맑은 고딕"/>
                        </a:rPr>
                        <a:t>” </a:t>
                      </a:r>
                      <a:r>
                        <a:rPr lang="en-US" altLang="ko-KR" sz="1300" b="0" i="0" u="none" strike="noStrike" noProof="0">
                          <a:solidFill>
                            <a:srgbClr val="243447"/>
                          </a:solidFill>
                          <a:effectLst/>
                          <a:latin typeface="맑은 고딕"/>
                          <a:ea typeface="맑은 고딕"/>
                        </a:rPr>
                        <a:t>workflow</a:t>
                      </a:r>
                      <a:r>
                        <a:rPr lang="ko-KR" altLang="en-US" sz="1300" b="0" i="0" u="none" strike="noStrike" noProof="0">
                          <a:solidFill>
                            <a:srgbClr val="243447"/>
                          </a:solidFill>
                          <a:effectLst/>
                          <a:latin typeface="맑은 고딕"/>
                          <a:ea typeface="맑은 고딕"/>
                        </a:rPr>
                        <a:t> </a:t>
                      </a:r>
                      <a:r>
                        <a:rPr lang="en-US" altLang="ko-KR" sz="1300" b="0" i="0" u="none" strike="noStrike" noProof="0">
                          <a:solidFill>
                            <a:srgbClr val="243447"/>
                          </a:solidFill>
                          <a:effectLst/>
                          <a:latin typeface="맑은 고딕"/>
                          <a:ea typeface="맑은 고딕"/>
                        </a:rPr>
                        <a:t>was</a:t>
                      </a:r>
                      <a:r>
                        <a:rPr lang="ko-KR" altLang="en-US" sz="1300" b="0" i="0" u="none" strike="noStrike" noProof="0">
                          <a:solidFill>
                            <a:srgbClr val="243447"/>
                          </a:solidFill>
                          <a:effectLst/>
                          <a:latin typeface="맑은 고딕"/>
                          <a:ea typeface="맑은 고딕"/>
                        </a:rPr>
                        <a:t> </a:t>
                      </a:r>
                      <a:r>
                        <a:rPr lang="en-US" altLang="ko-KR" sz="1300" b="0" i="0" u="none" strike="noStrike" noProof="0">
                          <a:solidFill>
                            <a:srgbClr val="243447"/>
                          </a:solidFill>
                          <a:effectLst/>
                          <a:latin typeface="맑은 고딕"/>
                          <a:ea typeface="맑은 고딕"/>
                        </a:rPr>
                        <a:t>not</a:t>
                      </a:r>
                      <a:r>
                        <a:rPr lang="ko-KR" altLang="en-US" sz="1300" b="0" i="0" u="none" strike="noStrike" noProof="0">
                          <a:solidFill>
                            <a:srgbClr val="243447"/>
                          </a:solidFill>
                          <a:effectLst/>
                          <a:latin typeface="맑은 고딕"/>
                          <a:ea typeface="맑은 고딕"/>
                        </a:rPr>
                        <a:t> </a:t>
                      </a:r>
                      <a:r>
                        <a:rPr lang="en-US" altLang="ko-KR" sz="1300" b="0" i="0" u="none" strike="noStrike" noProof="0">
                          <a:solidFill>
                            <a:srgbClr val="243447"/>
                          </a:solidFill>
                          <a:effectLst/>
                          <a:latin typeface="맑은 고딕"/>
                          <a:ea typeface="맑은 고딕"/>
                        </a:rPr>
                        <a:t>explicitly</a:t>
                      </a:r>
                      <a:r>
                        <a:rPr lang="ko-KR" altLang="en-US" sz="1300" b="0" i="0" u="none" strike="noStrike" noProof="0">
                          <a:solidFill>
                            <a:srgbClr val="243447"/>
                          </a:solidFill>
                          <a:effectLst/>
                          <a:latin typeface="맑은 고딕"/>
                          <a:ea typeface="맑은 고딕"/>
                        </a:rPr>
                        <a:t> </a:t>
                      </a:r>
                      <a:r>
                        <a:rPr lang="en-US" altLang="ko-KR" sz="1300" b="0" i="0" u="none" strike="noStrike" noProof="0">
                          <a:solidFill>
                            <a:srgbClr val="243447"/>
                          </a:solidFill>
                          <a:effectLst/>
                          <a:latin typeface="맑은 고딕"/>
                          <a:ea typeface="맑은 고딕"/>
                        </a:rPr>
                        <a:t>documented.</a:t>
                      </a:r>
                      <a:r>
                        <a:rPr lang="ko-KR" altLang="en-US" sz="1300" b="0" i="0" u="none" strike="noStrike" noProof="0">
                          <a:solidFill>
                            <a:srgbClr val="243447"/>
                          </a:solidFill>
                          <a:effectLst/>
                          <a:latin typeface="맑은 고딕"/>
                          <a:ea typeface="맑은 고딕"/>
                        </a:rPr>
                        <a:t> </a:t>
                      </a:r>
                      <a:r>
                        <a:rPr lang="en-US" altLang="ko-KR" sz="1300" b="0" i="0" u="none" strike="noStrike" noProof="0">
                          <a:solidFill>
                            <a:srgbClr val="243447"/>
                          </a:solidFill>
                          <a:effectLst/>
                          <a:latin typeface="맑은 고딕"/>
                          <a:ea typeface="맑은 고딕"/>
                        </a:rPr>
                        <a:t>[S1,S2</a:t>
                      </a:r>
                      <a:r>
                        <a:rPr lang="ko-KR" sz="1300" b="0" i="0" u="none" strike="noStrike" noProof="0">
                          <a:solidFill>
                            <a:srgbClr val="243447"/>
                          </a:solidFill>
                          <a:effectLst/>
                          <a:latin typeface="맑은 고딕"/>
                          <a:ea typeface="맑은 고딕"/>
                        </a:rPr>
                        <a:t>]</a:t>
                      </a:r>
                      <a:endParaRPr lang="en-US">
                        <a:latin typeface="맑은 고딕"/>
                        <a:ea typeface="맑은 고딕"/>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061139115"/>
                  </a:ext>
                </a:extLst>
              </a:tr>
              <a:tr h="500865">
                <a:tc>
                  <a:txBody>
                    <a:bodyPr/>
                    <a:lstStyle/>
                    <a:p>
                      <a:pPr algn="l">
                        <a:buNone/>
                      </a:pPr>
                      <a:r>
                        <a:rPr lang="ko-KR" sz="1300" b="1">
                          <a:solidFill>
                            <a:srgbClr val="243447"/>
                          </a:solidFill>
                          <a:effectLst/>
                          <a:latin typeface="Arial" panose="020B0604020202020204" pitchFamily="34" charset="0"/>
                          <a:ea typeface="Arial" panose="020B0604020202020204" pitchFamily="34" charset="0"/>
                        </a:rPr>
                        <a:t>D3-03</a:t>
                      </a:r>
                      <a:endParaRPr lang="ko-KR" sz="1300" b="1">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a:solidFill>
                            <a:srgbClr val="243447"/>
                          </a:solidFill>
                          <a:effectLst/>
                          <a:latin typeface="Arial" panose="020B0604020202020204" pitchFamily="34" charset="0"/>
                          <a:ea typeface="Arial" panose="020B0604020202020204" pitchFamily="34" charset="0"/>
                        </a:rPr>
                        <a:t>Hard block</a:t>
                      </a:r>
                      <a:endParaRPr lang="ko-KR" sz="1300">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b="1">
                          <a:solidFill>
                            <a:srgbClr val="136F73"/>
                          </a:solidFill>
                          <a:effectLst/>
                          <a:latin typeface="Arial" panose="020B0604020202020204" pitchFamily="34" charset="0"/>
                          <a:ea typeface="Arial" panose="020B0604020202020204" pitchFamily="34" charset="0"/>
                        </a:rPr>
                        <a:t>●</a:t>
                      </a:r>
                      <a:endParaRPr lang="ko-KR" sz="1300" b="1">
                        <a:solidFill>
                          <a:srgbClr val="136F73"/>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lvl="0" algn="l">
                        <a:buNone/>
                      </a:pPr>
                      <a:r>
                        <a:rPr lang="en-US" altLang="ko-KR" sz="1300" b="0" i="0" u="none" strike="noStrike" noProof="0">
                          <a:solidFill>
                            <a:srgbClr val="243447"/>
                          </a:solidFill>
                          <a:effectLst/>
                          <a:latin typeface="맑은 고딕"/>
                          <a:ea typeface="맑은 고딕"/>
                        </a:rPr>
                        <a:t>SaferZone</a:t>
                      </a:r>
                      <a:r>
                        <a:rPr lang="ko-KR" altLang="en-US" sz="1300" b="0" i="0" u="none" strike="noStrike" noProof="0">
                          <a:solidFill>
                            <a:srgbClr val="243447"/>
                          </a:solidFill>
                          <a:effectLst/>
                          <a:latin typeface="맑은 고딕"/>
                          <a:ea typeface="맑은 고딕"/>
                        </a:rPr>
                        <a:t> </a:t>
                      </a:r>
                      <a:r>
                        <a:rPr lang="en-US" altLang="ko-KR" sz="1300" b="0" i="0" u="none" strike="noStrike" noProof="0">
                          <a:solidFill>
                            <a:srgbClr val="243447"/>
                          </a:solidFill>
                          <a:effectLst/>
                          <a:latin typeface="맑은 고딕"/>
                          <a:ea typeface="맑은 고딕"/>
                        </a:rPr>
                        <a:t>DLP</a:t>
                      </a:r>
                      <a:r>
                        <a:rPr lang="ko-KR" altLang="en-US" sz="1300" b="0" i="0" u="none" strike="noStrike" noProof="0">
                          <a:solidFill>
                            <a:srgbClr val="243447"/>
                          </a:solidFill>
                          <a:effectLst/>
                          <a:latin typeface="맑은 고딕"/>
                          <a:ea typeface="맑은 고딕"/>
                        </a:rPr>
                        <a:t> </a:t>
                      </a:r>
                      <a:r>
                        <a:rPr lang="en-US" altLang="ko-KR" sz="1300" b="0" i="0" u="none" strike="noStrike" noProof="0">
                          <a:solidFill>
                            <a:srgbClr val="243447"/>
                          </a:solidFill>
                          <a:effectLst/>
                          <a:latin typeface="맑은 고딕"/>
                          <a:ea typeface="맑은 고딕"/>
                        </a:rPr>
                        <a:t>blocks</a:t>
                      </a:r>
                      <a:r>
                        <a:rPr lang="ko-KR" sz="1300" b="0" i="0" u="none" strike="noStrike" noProof="0">
                          <a:solidFill>
                            <a:srgbClr val="243447"/>
                          </a:solidFill>
                          <a:effectLst/>
                          <a:latin typeface="맑은 고딕"/>
                          <a:ea typeface="맑은 고딕"/>
                        </a:rPr>
                        <a:t> </a:t>
                      </a:r>
                      <a:r>
                        <a:rPr lang="en-US" altLang="ko-KR" sz="1300" b="0" i="0" u="none" strike="noStrike" noProof="0">
                          <a:solidFill>
                            <a:srgbClr val="243447"/>
                          </a:solidFill>
                          <a:effectLst/>
                          <a:latin typeface="맑은 고딕"/>
                          <a:ea typeface="맑은 고딕"/>
                        </a:rPr>
                        <a:t>USB</a:t>
                      </a:r>
                      <a:r>
                        <a:rPr lang="ko-KR" sz="1300" b="0" i="0" u="none" strike="noStrike" noProof="0">
                          <a:solidFill>
                            <a:srgbClr val="243447"/>
                          </a:solidFill>
                          <a:effectLst/>
                          <a:latin typeface="맑은 고딕"/>
                          <a:ea typeface="맑은 고딕"/>
                        </a:rPr>
                        <a:t>/</a:t>
                      </a:r>
                      <a:r>
                        <a:rPr lang="en-US" altLang="ko-KR" sz="1300" b="0" i="0" u="none" strike="noStrike" noProof="0">
                          <a:solidFill>
                            <a:srgbClr val="243447"/>
                          </a:solidFill>
                          <a:effectLst/>
                          <a:latin typeface="맑은 고딕"/>
                          <a:ea typeface="맑은 고딕"/>
                        </a:rPr>
                        <a:t>media</a:t>
                      </a:r>
                      <a:r>
                        <a:rPr lang="ko-KR" sz="1300" b="0" i="0" u="none" strike="noStrike" noProof="0">
                          <a:solidFill>
                            <a:srgbClr val="243447"/>
                          </a:solidFill>
                          <a:effectLst/>
                          <a:latin typeface="맑은 고딕"/>
                          <a:ea typeface="맑은 고딕"/>
                        </a:rPr>
                        <a:t> </a:t>
                      </a:r>
                      <a:r>
                        <a:rPr lang="en-US" altLang="ko-KR" sz="1300" b="0" i="0" u="none" strike="noStrike" noProof="0">
                          <a:solidFill>
                            <a:srgbClr val="243447"/>
                          </a:solidFill>
                          <a:effectLst/>
                          <a:latin typeface="맑은 고딕"/>
                          <a:ea typeface="맑은 고딕"/>
                        </a:rPr>
                        <a:t>access,</a:t>
                      </a:r>
                      <a:r>
                        <a:rPr lang="ko-KR" sz="1300" b="0" i="0" u="none" strike="noStrike" noProof="0">
                          <a:solidFill>
                            <a:srgbClr val="243447"/>
                          </a:solidFill>
                          <a:effectLst/>
                          <a:latin typeface="맑은 고딕"/>
                          <a:ea typeface="맑은 고딕"/>
                        </a:rPr>
                        <a:t> </a:t>
                      </a:r>
                      <a:r>
                        <a:rPr lang="en-US" altLang="ko-KR" sz="1300" b="0" i="0" u="none" strike="noStrike" noProof="0">
                          <a:solidFill>
                            <a:srgbClr val="243447"/>
                          </a:solidFill>
                          <a:effectLst/>
                          <a:latin typeface="맑은 고딕"/>
                          <a:ea typeface="맑은 고딕"/>
                        </a:rPr>
                        <a:t>Internet</a:t>
                      </a:r>
                      <a:r>
                        <a:rPr lang="ko-KR" altLang="en-US" sz="1300" b="0" i="0" u="none" strike="noStrike" noProof="0">
                          <a:solidFill>
                            <a:srgbClr val="243447"/>
                          </a:solidFill>
                          <a:effectLst/>
                          <a:latin typeface="맑은 고딕"/>
                          <a:ea typeface="맑은 고딕"/>
                        </a:rPr>
                        <a:t> </a:t>
                      </a:r>
                      <a:r>
                        <a:rPr lang="en-US" altLang="ko-KR" sz="1300" b="0" i="0" u="none" strike="noStrike" noProof="0">
                          <a:solidFill>
                            <a:srgbClr val="243447"/>
                          </a:solidFill>
                          <a:effectLst/>
                          <a:latin typeface="맑은 고딕"/>
                          <a:ea typeface="맑은 고딕"/>
                        </a:rPr>
                        <a:t>file</a:t>
                      </a:r>
                      <a:r>
                        <a:rPr lang="ko-KR" sz="1300" b="0" i="0" u="none" strike="noStrike" noProof="0">
                          <a:solidFill>
                            <a:srgbClr val="243447"/>
                          </a:solidFill>
                          <a:effectLst/>
                          <a:latin typeface="맑은 고딕"/>
                          <a:ea typeface="맑은 고딕"/>
                        </a:rPr>
                        <a:t> </a:t>
                      </a:r>
                      <a:r>
                        <a:rPr lang="en-US" altLang="ko-KR" sz="1300" b="0" i="0" u="none" strike="noStrike" noProof="0">
                          <a:solidFill>
                            <a:srgbClr val="243447"/>
                          </a:solidFill>
                          <a:effectLst/>
                          <a:latin typeface="맑은 고딕"/>
                          <a:ea typeface="맑은 고딕"/>
                        </a:rPr>
                        <a:t>transfers,</a:t>
                      </a:r>
                      <a:r>
                        <a:rPr lang="ko-KR" sz="1300" b="0" i="0" u="none" strike="noStrike" noProof="0">
                          <a:solidFill>
                            <a:srgbClr val="243447"/>
                          </a:solidFill>
                          <a:effectLst/>
                          <a:latin typeface="맑은 고딕"/>
                          <a:ea typeface="맑은 고딕"/>
                        </a:rPr>
                        <a:t> </a:t>
                      </a:r>
                      <a:r>
                        <a:rPr lang="en-US" altLang="ko-KR" sz="1300" b="0" i="0" u="none" strike="noStrike" noProof="0">
                          <a:solidFill>
                            <a:srgbClr val="243447"/>
                          </a:solidFill>
                          <a:effectLst/>
                          <a:latin typeface="맑은 고딕"/>
                          <a:ea typeface="맑은 고딕"/>
                        </a:rPr>
                        <a:t>unauthorized</a:t>
                      </a:r>
                      <a:r>
                        <a:rPr lang="ko-KR" altLang="en-US" sz="1300" b="0" i="0" u="none" strike="noStrike" noProof="0">
                          <a:solidFill>
                            <a:srgbClr val="243447"/>
                          </a:solidFill>
                          <a:effectLst/>
                          <a:latin typeface="맑은 고딕"/>
                          <a:ea typeface="맑은 고딕"/>
                        </a:rPr>
                        <a:t> </a:t>
                      </a:r>
                      <a:r>
                        <a:rPr lang="en-US" altLang="ko-KR" sz="1300" b="0" i="0" u="none" strike="noStrike" noProof="0">
                          <a:solidFill>
                            <a:srgbClr val="243447"/>
                          </a:solidFill>
                          <a:effectLst/>
                          <a:latin typeface="맑은 고딕"/>
                          <a:ea typeface="맑은 고딕"/>
                        </a:rPr>
                        <a:t>programs,</a:t>
                      </a:r>
                      <a:r>
                        <a:rPr lang="ko-KR" altLang="en-US" sz="1300" b="0" i="0" u="none" strike="noStrike" noProof="0">
                          <a:solidFill>
                            <a:srgbClr val="243447"/>
                          </a:solidFill>
                          <a:effectLst/>
                          <a:latin typeface="맑은 고딕"/>
                          <a:ea typeface="맑은 고딕"/>
                        </a:rPr>
                        <a:t> </a:t>
                      </a:r>
                      <a:r>
                        <a:rPr lang="en-US" altLang="ko-KR" sz="1300" b="0" i="0" u="none" strike="noStrike" noProof="0">
                          <a:solidFill>
                            <a:srgbClr val="243447"/>
                          </a:solidFill>
                          <a:effectLst/>
                          <a:latin typeface="맑은 고딕"/>
                          <a:ea typeface="맑은 고딕"/>
                        </a:rPr>
                        <a:t>websites</a:t>
                      </a:r>
                      <a:r>
                        <a:rPr lang="ko-KR" sz="1300" b="0" i="0" u="none" strike="noStrike" noProof="0">
                          <a:solidFill>
                            <a:srgbClr val="243447"/>
                          </a:solidFill>
                          <a:effectLst/>
                          <a:latin typeface="맑은 고딕"/>
                          <a:ea typeface="맑은 고딕"/>
                        </a:rPr>
                        <a:t> </a:t>
                      </a:r>
                      <a:r>
                        <a:rPr lang="en-US" altLang="ko-KR" sz="1300" b="0" i="0" u="none" strike="noStrike" noProof="0">
                          <a:solidFill>
                            <a:srgbClr val="243447"/>
                          </a:solidFill>
                          <a:effectLst/>
                          <a:latin typeface="맑은 고딕"/>
                          <a:ea typeface="맑은 고딕"/>
                        </a:rPr>
                        <a:t>and</a:t>
                      </a:r>
                      <a:r>
                        <a:rPr lang="ko-KR" sz="1300" b="0" i="0" u="none" strike="noStrike" noProof="0">
                          <a:solidFill>
                            <a:srgbClr val="243447"/>
                          </a:solidFill>
                          <a:effectLst/>
                          <a:latin typeface="맑은 고딕"/>
                          <a:ea typeface="맑은 고딕"/>
                        </a:rPr>
                        <a:t> </a:t>
                      </a:r>
                      <a:r>
                        <a:rPr lang="en-US" altLang="ko-KR" sz="1300" b="0" i="0" u="none" strike="noStrike" noProof="0">
                          <a:solidFill>
                            <a:srgbClr val="243447"/>
                          </a:solidFill>
                          <a:effectLst/>
                          <a:latin typeface="맑은 고딕"/>
                          <a:ea typeface="맑은 고딕"/>
                        </a:rPr>
                        <a:t>other</a:t>
                      </a:r>
                      <a:r>
                        <a:rPr lang="ko-KR" sz="1300" b="0" i="0" u="none" strike="noStrike" noProof="0">
                          <a:solidFill>
                            <a:srgbClr val="243447"/>
                          </a:solidFill>
                          <a:effectLst/>
                          <a:latin typeface="맑은 고딕"/>
                          <a:ea typeface="맑은 고딕"/>
                        </a:rPr>
                        <a:t> </a:t>
                      </a:r>
                      <a:r>
                        <a:rPr lang="en-US" altLang="ko-KR" sz="1300" b="0" i="0" u="none" strike="noStrike" noProof="0">
                          <a:solidFill>
                            <a:srgbClr val="243447"/>
                          </a:solidFill>
                          <a:effectLst/>
                          <a:latin typeface="맑은 고딕"/>
                          <a:ea typeface="맑은 고딕"/>
                        </a:rPr>
                        <a:t>policy-controlled</a:t>
                      </a:r>
                      <a:r>
                        <a:rPr lang="ko-KR" sz="1300" b="0" i="0" u="none" strike="noStrike" noProof="0">
                          <a:solidFill>
                            <a:srgbClr val="243447"/>
                          </a:solidFill>
                          <a:effectLst/>
                          <a:latin typeface="맑은 고딕"/>
                          <a:ea typeface="맑은 고딕"/>
                        </a:rPr>
                        <a:t> </a:t>
                      </a:r>
                      <a:r>
                        <a:rPr lang="en-US" altLang="ko-KR" sz="1300" b="0" i="0" u="none" strike="noStrike" noProof="0">
                          <a:solidFill>
                            <a:srgbClr val="243447"/>
                          </a:solidFill>
                          <a:effectLst/>
                          <a:latin typeface="맑은 고딕"/>
                          <a:ea typeface="맑은 고딕"/>
                        </a:rPr>
                        <a:t>leakage</a:t>
                      </a:r>
                      <a:r>
                        <a:rPr lang="ko-KR" sz="1300" b="0" i="0" u="none" strike="noStrike" noProof="0">
                          <a:solidFill>
                            <a:srgbClr val="243447"/>
                          </a:solidFill>
                          <a:effectLst/>
                          <a:latin typeface="맑은 고딕"/>
                          <a:ea typeface="맑은 고딕"/>
                        </a:rPr>
                        <a:t> </a:t>
                      </a:r>
                      <a:r>
                        <a:rPr lang="en-US" altLang="ko-KR" sz="1300" b="0" i="0" u="none" strike="noStrike" noProof="0">
                          <a:solidFill>
                            <a:srgbClr val="243447"/>
                          </a:solidFill>
                          <a:effectLst/>
                          <a:latin typeface="맑은 고딕"/>
                          <a:ea typeface="맑은 고딕"/>
                        </a:rPr>
                        <a:t>paths</a:t>
                      </a:r>
                      <a:r>
                        <a:rPr lang="ko-KR" sz="1300" b="0" i="0" u="none" strike="noStrike" noProof="0">
                          <a:solidFill>
                            <a:srgbClr val="243447"/>
                          </a:solidFill>
                          <a:effectLst/>
                          <a:latin typeface="맑은 고딕"/>
                          <a:ea typeface="맑은 고딕"/>
                        </a:rPr>
                        <a:t>. [</a:t>
                      </a:r>
                      <a:r>
                        <a:rPr lang="en-US" altLang="ko-KR" sz="1300" b="0" i="0" u="none" strike="noStrike" noProof="0">
                          <a:solidFill>
                            <a:srgbClr val="243447"/>
                          </a:solidFill>
                          <a:effectLst/>
                          <a:latin typeface="맑은 고딕"/>
                          <a:ea typeface="맑은 고딕"/>
                        </a:rPr>
                        <a:t>S1,S3</a:t>
                      </a:r>
                      <a:r>
                        <a:rPr lang="ko-KR" sz="1300" b="0" i="0" u="none" strike="noStrike" noProof="0">
                          <a:solidFill>
                            <a:srgbClr val="243447"/>
                          </a:solidFill>
                          <a:effectLst/>
                          <a:latin typeface="맑은 고딕"/>
                          <a:ea typeface="맑은 고딕"/>
                        </a:rPr>
                        <a:t>]</a:t>
                      </a:r>
                      <a:endParaRPr lang="en-US">
                        <a:latin typeface="맑은 고딕"/>
                        <a:ea typeface="맑은 고딕"/>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4074017466"/>
                  </a:ext>
                </a:extLst>
              </a:tr>
              <a:tr h="314325">
                <a:tc>
                  <a:txBody>
                    <a:bodyPr/>
                    <a:lstStyle/>
                    <a:p>
                      <a:pPr algn="l">
                        <a:buNone/>
                      </a:pPr>
                      <a:r>
                        <a:rPr lang="ko-KR" sz="1300" b="1">
                          <a:solidFill>
                            <a:srgbClr val="243447"/>
                          </a:solidFill>
                          <a:effectLst/>
                          <a:latin typeface="Arial" panose="020B0604020202020204" pitchFamily="34" charset="0"/>
                          <a:ea typeface="Arial" panose="020B0604020202020204" pitchFamily="34" charset="0"/>
                        </a:rPr>
                        <a:t>D3-04</a:t>
                      </a:r>
                      <a:endParaRPr lang="ko-KR" sz="1300" b="1">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a:solidFill>
                            <a:srgbClr val="243447"/>
                          </a:solidFill>
                          <a:effectLst/>
                          <a:latin typeface="Arial" panose="020B0604020202020204" pitchFamily="34" charset="0"/>
                          <a:ea typeface="Arial" panose="020B0604020202020204" pitchFamily="34" charset="0"/>
                        </a:rPr>
                        <a:t>Redact / mask, then allow</a:t>
                      </a:r>
                      <a:endParaRPr lang="ko-KR" sz="1300">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en-US" altLang="ko-KR" sz="1300" b="1">
                          <a:solidFill>
                            <a:srgbClr val="956319"/>
                          </a:solidFill>
                          <a:effectLst/>
                          <a:latin typeface="Arial"/>
                        </a:rPr>
                        <a:t>?</a:t>
                      </a:r>
                      <a:endParaRPr lang="ko-KR" sz="1300" b="1">
                        <a:solidFill>
                          <a:srgbClr val="956319"/>
                        </a:solidFill>
                        <a:effectLst/>
                        <a:latin typeface="Arial"/>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lvl="0" algn="l">
                        <a:buNone/>
                      </a:pPr>
                      <a:r>
                        <a:rPr lang="en-US" altLang="ko-KR" sz="1300" b="0" i="0" u="none" strike="noStrike" noProof="0">
                          <a:solidFill>
                            <a:srgbClr val="243447"/>
                          </a:solidFill>
                          <a:effectLst/>
                        </a:rPr>
                        <a:t>No</a:t>
                      </a:r>
                      <a:r>
                        <a:rPr lang="ko-KR" altLang="en-US" sz="1300" b="0" i="0" u="none" strike="noStrike" noProof="0">
                          <a:solidFill>
                            <a:srgbClr val="243447"/>
                          </a:solidFill>
                          <a:effectLst/>
                        </a:rPr>
                        <a:t> </a:t>
                      </a:r>
                      <a:r>
                        <a:rPr lang="en-US" altLang="ko-KR" sz="1300" b="0" i="0" u="none" strike="noStrike" noProof="0">
                          <a:solidFill>
                            <a:srgbClr val="243447"/>
                          </a:solidFill>
                          <a:effectLst/>
                        </a:rPr>
                        <a:t>general</a:t>
                      </a:r>
                      <a:r>
                        <a:rPr lang="ko-KR" altLang="en-US" sz="1300" b="0" i="0" u="none" strike="noStrike" noProof="0">
                          <a:solidFill>
                            <a:srgbClr val="243447"/>
                          </a:solidFill>
                          <a:effectLst/>
                        </a:rPr>
                        <a:t> </a:t>
                      </a:r>
                      <a:r>
                        <a:rPr lang="en-US" altLang="ko-KR" sz="1300" b="0" i="0" u="none" strike="noStrike" noProof="0">
                          <a:solidFill>
                            <a:srgbClr val="243447"/>
                          </a:solidFill>
                          <a:effectLst/>
                        </a:rPr>
                        <a:t>content</a:t>
                      </a:r>
                      <a:r>
                        <a:rPr lang="ko-KR" altLang="en-US" sz="1300" b="0" i="0" u="none" strike="noStrike" noProof="0">
                          <a:solidFill>
                            <a:srgbClr val="243447"/>
                          </a:solidFill>
                          <a:effectLst/>
                        </a:rPr>
                        <a:t> </a:t>
                      </a:r>
                      <a:r>
                        <a:rPr lang="en-US" altLang="ko-KR" sz="1300" b="0" i="0" u="none" strike="noStrike" noProof="0">
                          <a:solidFill>
                            <a:srgbClr val="243447"/>
                          </a:solidFill>
                          <a:effectLst/>
                        </a:rPr>
                        <a:t>redaction/masking</a:t>
                      </a:r>
                      <a:r>
                        <a:rPr lang="ko-KR" sz="1300" b="0" i="0" u="none" strike="noStrike" noProof="0">
                          <a:solidFill>
                            <a:srgbClr val="243447"/>
                          </a:solidFill>
                          <a:effectLst/>
                        </a:rPr>
                        <a:t> </a:t>
                      </a:r>
                      <a:r>
                        <a:rPr lang="en-US" altLang="ko-KR" sz="1300" b="0" i="0" u="none" strike="noStrike" noProof="0">
                          <a:solidFill>
                            <a:srgbClr val="243447"/>
                          </a:solidFill>
                          <a:effectLst/>
                        </a:rPr>
                        <a:t>workflow</a:t>
                      </a:r>
                      <a:r>
                        <a:rPr lang="ko-KR" altLang="en-US" sz="1300" b="0" i="0" u="none" strike="noStrike" noProof="0">
                          <a:solidFill>
                            <a:srgbClr val="243447"/>
                          </a:solidFill>
                          <a:effectLst/>
                        </a:rPr>
                        <a:t> </a:t>
                      </a:r>
                      <a:r>
                        <a:rPr lang="en-US" altLang="ko-KR" sz="1300" b="0" i="0" u="none" strike="noStrike" noProof="0">
                          <a:solidFill>
                            <a:srgbClr val="243447"/>
                          </a:solidFill>
                          <a:effectLst/>
                        </a:rPr>
                        <a:t>was</a:t>
                      </a:r>
                      <a:r>
                        <a:rPr lang="ko-KR" altLang="en-US" sz="1300" b="0" i="0" u="none" strike="noStrike" noProof="0">
                          <a:solidFill>
                            <a:srgbClr val="243447"/>
                          </a:solidFill>
                          <a:effectLst/>
                        </a:rPr>
                        <a:t> </a:t>
                      </a:r>
                      <a:r>
                        <a:rPr lang="en-US" altLang="ko-KR" sz="1300" b="0" i="0" u="none" strike="noStrike" noProof="0">
                          <a:solidFill>
                            <a:srgbClr val="243447"/>
                          </a:solidFill>
                          <a:effectLst/>
                        </a:rPr>
                        <a:t>identified</a:t>
                      </a:r>
                      <a:r>
                        <a:rPr lang="ko-KR" altLang="en-US" sz="1300" b="0" i="0" u="none" strike="noStrike" noProof="0">
                          <a:solidFill>
                            <a:srgbClr val="243447"/>
                          </a:solidFill>
                          <a:effectLst/>
                        </a:rPr>
                        <a:t> </a:t>
                      </a:r>
                      <a:r>
                        <a:rPr lang="en-US" altLang="ko-KR" sz="1300" b="0" i="0" u="none" strike="noStrike" noProof="0">
                          <a:solidFill>
                            <a:srgbClr val="243447"/>
                          </a:solidFill>
                          <a:effectLst/>
                        </a:rPr>
                        <a:t>in</a:t>
                      </a:r>
                      <a:r>
                        <a:rPr lang="ko-KR" altLang="en-US" sz="1300" b="0" i="0" u="none" strike="noStrike" noProof="0">
                          <a:solidFill>
                            <a:srgbClr val="243447"/>
                          </a:solidFill>
                          <a:effectLst/>
                        </a:rPr>
                        <a:t> </a:t>
                      </a:r>
                      <a:r>
                        <a:rPr lang="en-US" altLang="ko-KR" sz="1300" b="0" i="0" u="none" strike="noStrike" noProof="0">
                          <a:solidFill>
                            <a:srgbClr val="243447"/>
                          </a:solidFill>
                          <a:effectLst/>
                        </a:rPr>
                        <a:t>reviewed</a:t>
                      </a:r>
                      <a:r>
                        <a:rPr lang="ko-KR" altLang="en-US" sz="1300" b="0" i="0" u="none" strike="noStrike" noProof="0">
                          <a:solidFill>
                            <a:srgbClr val="243447"/>
                          </a:solidFill>
                          <a:effectLst/>
                        </a:rPr>
                        <a:t> </a:t>
                      </a:r>
                      <a:r>
                        <a:rPr lang="ko-KR" sz="1300" b="0" i="0" u="none" strike="noStrike" noProof="0">
                          <a:solidFill>
                            <a:srgbClr val="243447"/>
                          </a:solidFill>
                          <a:effectLst/>
                        </a:rPr>
                        <a:t>DLP</a:t>
                      </a:r>
                      <a:r>
                        <a:rPr lang="ko-KR" altLang="en-US" sz="1300" b="0" i="0" u="none" strike="noStrike" noProof="0">
                          <a:solidFill>
                            <a:srgbClr val="243447"/>
                          </a:solidFill>
                          <a:effectLst/>
                        </a:rPr>
                        <a:t> </a:t>
                      </a:r>
                      <a:r>
                        <a:rPr lang="en-US" altLang="ko-KR" sz="1300" b="0" i="0" u="none" strike="noStrike" noProof="0">
                          <a:solidFill>
                            <a:srgbClr val="243447"/>
                          </a:solidFill>
                          <a:effectLst/>
                        </a:rPr>
                        <a:t>material.</a:t>
                      </a:r>
                      <a:r>
                        <a:rPr lang="ko-KR" sz="1300" b="0" i="0" u="none" strike="noStrike" noProof="0">
                          <a:solidFill>
                            <a:srgbClr val="243447"/>
                          </a:solidFill>
                          <a:effectLst/>
                        </a:rPr>
                        <a:t> Print</a:t>
                      </a:r>
                      <a:r>
                        <a:rPr lang="ko-KR" altLang="en-US" sz="1300" b="0" i="0" u="none" strike="noStrike" noProof="0">
                          <a:solidFill>
                            <a:srgbClr val="243447"/>
                          </a:solidFill>
                          <a:effectLst/>
                        </a:rPr>
                        <a:t> </a:t>
                      </a:r>
                      <a:r>
                        <a:rPr lang="en-US" altLang="ko-KR" sz="1300" b="0" i="0" u="none" strike="noStrike" noProof="0">
                          <a:solidFill>
                            <a:srgbClr val="243447"/>
                          </a:solidFill>
                          <a:effectLst/>
                        </a:rPr>
                        <a:t>watermarking</a:t>
                      </a:r>
                      <a:r>
                        <a:rPr lang="ko-KR" altLang="en-US" sz="1300" b="0" i="0" u="none" strike="noStrike" noProof="0">
                          <a:solidFill>
                            <a:srgbClr val="243447"/>
                          </a:solidFill>
                          <a:effectLst/>
                        </a:rPr>
                        <a:t> </a:t>
                      </a:r>
                      <a:r>
                        <a:rPr lang="en-US" altLang="ko-KR" sz="1300" b="0" i="0" u="none" strike="noStrike" noProof="0">
                          <a:solidFill>
                            <a:srgbClr val="243447"/>
                          </a:solidFill>
                          <a:effectLst/>
                        </a:rPr>
                        <a:t>is</a:t>
                      </a:r>
                      <a:r>
                        <a:rPr lang="ko-KR" altLang="en-US" sz="1300" b="0" i="0" u="none" strike="noStrike" noProof="0">
                          <a:solidFill>
                            <a:srgbClr val="243447"/>
                          </a:solidFill>
                          <a:effectLst/>
                        </a:rPr>
                        <a:t> </a:t>
                      </a:r>
                      <a:r>
                        <a:rPr lang="en-US" altLang="ko-KR" sz="1300" b="0" i="0" u="none" strike="noStrike" noProof="0">
                          <a:solidFill>
                            <a:srgbClr val="243447"/>
                          </a:solidFill>
                          <a:effectLst/>
                        </a:rPr>
                        <a:t>documented,</a:t>
                      </a:r>
                      <a:r>
                        <a:rPr lang="ko-KR" altLang="en-US" sz="1300" b="0" i="0" u="none" strike="noStrike" noProof="0">
                          <a:solidFill>
                            <a:srgbClr val="243447"/>
                          </a:solidFill>
                          <a:effectLst/>
                        </a:rPr>
                        <a:t> </a:t>
                      </a:r>
                      <a:r>
                        <a:rPr lang="en-US" altLang="ko-KR" sz="1300" b="0" i="0" u="none" strike="noStrike" noProof="0">
                          <a:solidFill>
                            <a:srgbClr val="243447"/>
                          </a:solidFill>
                          <a:effectLst/>
                        </a:rPr>
                        <a:t>but</a:t>
                      </a:r>
                      <a:r>
                        <a:rPr lang="ko-KR" altLang="en-US" sz="1300" b="0" i="0" u="none" strike="noStrike" noProof="0">
                          <a:solidFill>
                            <a:srgbClr val="243447"/>
                          </a:solidFill>
                          <a:effectLst/>
                        </a:rPr>
                        <a:t> </a:t>
                      </a:r>
                      <a:r>
                        <a:rPr lang="en-US" altLang="ko-KR" sz="1300" b="0" i="0" u="none" strike="noStrike" noProof="0">
                          <a:solidFill>
                            <a:srgbClr val="243447"/>
                          </a:solidFill>
                          <a:effectLst/>
                        </a:rPr>
                        <a:t>that</a:t>
                      </a:r>
                      <a:r>
                        <a:rPr lang="ko-KR" altLang="en-US" sz="1300" b="0" i="0" u="none" strike="noStrike" noProof="0">
                          <a:solidFill>
                            <a:srgbClr val="243447"/>
                          </a:solidFill>
                          <a:effectLst/>
                        </a:rPr>
                        <a:t> </a:t>
                      </a:r>
                      <a:r>
                        <a:rPr lang="en-US" altLang="ko-KR" sz="1300" b="0" i="0" u="none" strike="noStrike" noProof="0">
                          <a:solidFill>
                            <a:srgbClr val="243447"/>
                          </a:solidFill>
                          <a:effectLst/>
                        </a:rPr>
                        <a:t>is</a:t>
                      </a:r>
                      <a:r>
                        <a:rPr lang="ko-KR" altLang="en-US" sz="1300" b="0" i="0" u="none" strike="noStrike" noProof="0">
                          <a:solidFill>
                            <a:srgbClr val="243447"/>
                          </a:solidFill>
                          <a:effectLst/>
                        </a:rPr>
                        <a:t> </a:t>
                      </a:r>
                      <a:r>
                        <a:rPr lang="en-US" altLang="ko-KR" sz="1300" b="0" i="0" u="none" strike="noStrike" noProof="0">
                          <a:solidFill>
                            <a:srgbClr val="243447"/>
                          </a:solidFill>
                          <a:effectLst/>
                        </a:rPr>
                        <a:t>not</a:t>
                      </a:r>
                      <a:r>
                        <a:rPr lang="ko-KR" sz="1300" b="0" i="0" u="none" strike="noStrike" noProof="0">
                          <a:solidFill>
                            <a:srgbClr val="243447"/>
                          </a:solidFill>
                          <a:effectLst/>
                        </a:rPr>
                        <a:t> </a:t>
                      </a:r>
                      <a:r>
                        <a:rPr lang="en-US" altLang="ko-KR" sz="1300" b="0" i="0" u="none" strike="noStrike" noProof="0">
                          <a:solidFill>
                            <a:srgbClr val="243447"/>
                          </a:solidFill>
                          <a:effectLst/>
                        </a:rPr>
                        <a:t>equivalent</a:t>
                      </a:r>
                      <a:r>
                        <a:rPr lang="ko-KR" altLang="en-US" sz="1300" b="0" i="0" u="none" strike="noStrike" noProof="0">
                          <a:solidFill>
                            <a:srgbClr val="243447"/>
                          </a:solidFill>
                          <a:effectLst/>
                        </a:rPr>
                        <a:t> </a:t>
                      </a:r>
                      <a:r>
                        <a:rPr lang="en-US" altLang="ko-KR" sz="1300" b="0" i="0" u="none" strike="noStrike" noProof="0">
                          <a:solidFill>
                            <a:srgbClr val="243447"/>
                          </a:solidFill>
                          <a:effectLst/>
                        </a:rPr>
                        <a:t>to</a:t>
                      </a:r>
                      <a:r>
                        <a:rPr lang="ko-KR" altLang="en-US" sz="1300" b="0" i="0" u="none" strike="noStrike" noProof="0">
                          <a:solidFill>
                            <a:srgbClr val="243447"/>
                          </a:solidFill>
                          <a:effectLst/>
                        </a:rPr>
                        <a:t> </a:t>
                      </a:r>
                      <a:r>
                        <a:rPr lang="en-US" altLang="ko-KR" sz="1300" b="0" i="0" u="none" strike="noStrike" noProof="0">
                          <a:solidFill>
                            <a:srgbClr val="243447"/>
                          </a:solidFill>
                          <a:effectLst/>
                        </a:rPr>
                        <a:t>masking</a:t>
                      </a:r>
                      <a:r>
                        <a:rPr lang="ko-KR" sz="1300" b="0" i="0" u="none" strike="noStrike" noProof="0">
                          <a:solidFill>
                            <a:srgbClr val="243447"/>
                          </a:solidFill>
                          <a:effectLst/>
                        </a:rPr>
                        <a:t>.</a:t>
                      </a:r>
                      <a:endParaRPr lang="en-US"/>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484487892"/>
                  </a:ext>
                </a:extLst>
              </a:tr>
              <a:tr h="314325">
                <a:tc>
                  <a:txBody>
                    <a:bodyPr/>
                    <a:lstStyle/>
                    <a:p>
                      <a:pPr algn="l">
                        <a:buNone/>
                      </a:pPr>
                      <a:r>
                        <a:rPr lang="ko-KR" sz="1300" b="1">
                          <a:solidFill>
                            <a:srgbClr val="243447"/>
                          </a:solidFill>
                          <a:effectLst/>
                          <a:latin typeface="Arial" panose="020B0604020202020204" pitchFamily="34" charset="0"/>
                          <a:ea typeface="Arial" panose="020B0604020202020204" pitchFamily="34" charset="0"/>
                        </a:rPr>
                        <a:t>D3-05</a:t>
                      </a:r>
                      <a:endParaRPr lang="ko-KR" sz="1300" b="1">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a:solidFill>
                            <a:srgbClr val="243447"/>
                          </a:solidFill>
                          <a:effectLst/>
                          <a:latin typeface="Arial" panose="020B0604020202020204" pitchFamily="34" charset="0"/>
                          <a:ea typeface="Arial" panose="020B0604020202020204" pitchFamily="34" charset="0"/>
                        </a:rPr>
                        <a:t>Encrypt / DRM handoff</a:t>
                      </a:r>
                      <a:endParaRPr lang="ko-KR" sz="1300">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b="1">
                          <a:solidFill>
                            <a:srgbClr val="136F73"/>
                          </a:solidFill>
                          <a:effectLst/>
                          <a:latin typeface="Arial" panose="020B0604020202020204" pitchFamily="34" charset="0"/>
                          <a:ea typeface="Arial" panose="020B0604020202020204" pitchFamily="34" charset="0"/>
                        </a:rPr>
                        <a:t>●</a:t>
                      </a:r>
                      <a:endParaRPr lang="ko-KR" sz="1300" b="1">
                        <a:solidFill>
                          <a:srgbClr val="136F73"/>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lvl="0" algn="l">
                        <a:buNone/>
                      </a:pPr>
                      <a:r>
                        <a:rPr lang="en-US" altLang="ko-KR" sz="1300" b="0" i="0" u="none" strike="noStrike" noProof="0">
                          <a:solidFill>
                            <a:srgbClr val="243447"/>
                          </a:solidFill>
                          <a:effectLst/>
                          <a:latin typeface="맑은 고딕"/>
                          <a:ea typeface="맑은 고딕"/>
                        </a:rPr>
                        <a:t>Sensitive</a:t>
                      </a:r>
                      <a:r>
                        <a:rPr lang="ko-KR" altLang="en-US" sz="1300" b="0" i="0" u="none" strike="noStrike" noProof="0">
                          <a:solidFill>
                            <a:srgbClr val="243447"/>
                          </a:solidFill>
                          <a:effectLst/>
                          <a:latin typeface="맑은 고딕"/>
                          <a:ea typeface="맑은 고딕"/>
                        </a:rPr>
                        <a:t> </a:t>
                      </a:r>
                      <a:r>
                        <a:rPr lang="en-US" altLang="ko-KR" sz="1300" b="0" i="0" u="none" strike="noStrike" noProof="0">
                          <a:solidFill>
                            <a:srgbClr val="243447"/>
                          </a:solidFill>
                          <a:effectLst/>
                          <a:latin typeface="맑은 고딕"/>
                          <a:ea typeface="맑은 고딕"/>
                        </a:rPr>
                        <a:t>information</a:t>
                      </a:r>
                      <a:r>
                        <a:rPr lang="ko-KR" altLang="en-US" sz="1300" b="0" i="0" u="none" strike="noStrike" noProof="0">
                          <a:solidFill>
                            <a:srgbClr val="243447"/>
                          </a:solidFill>
                          <a:effectLst/>
                          <a:latin typeface="맑은 고딕"/>
                          <a:ea typeface="맑은 고딕"/>
                        </a:rPr>
                        <a:t> </a:t>
                      </a:r>
                      <a:r>
                        <a:rPr lang="en-US" altLang="ko-KR" sz="1300" b="0" i="0" u="none" strike="noStrike" noProof="0">
                          <a:solidFill>
                            <a:srgbClr val="243447"/>
                          </a:solidFill>
                          <a:effectLst/>
                          <a:latin typeface="맑은 고딕"/>
                          <a:ea typeface="맑은 고딕"/>
                        </a:rPr>
                        <a:t>can</a:t>
                      </a:r>
                      <a:r>
                        <a:rPr lang="ko-KR" sz="1300" b="0" i="0" u="none" strike="noStrike" noProof="0">
                          <a:solidFill>
                            <a:srgbClr val="243447"/>
                          </a:solidFill>
                          <a:effectLst/>
                          <a:latin typeface="맑은 고딕"/>
                          <a:ea typeface="맑은 고딕"/>
                        </a:rPr>
                        <a:t> </a:t>
                      </a:r>
                      <a:r>
                        <a:rPr lang="en-US" altLang="ko-KR" sz="1300" b="0" i="0" u="none" strike="noStrike" noProof="0">
                          <a:solidFill>
                            <a:srgbClr val="243447"/>
                          </a:solidFill>
                          <a:effectLst/>
                          <a:latin typeface="맑은 고딕"/>
                          <a:ea typeface="맑은 고딕"/>
                        </a:rPr>
                        <a:t>be</a:t>
                      </a:r>
                      <a:r>
                        <a:rPr lang="ko-KR" sz="1300" b="0" i="0" u="none" strike="noStrike" noProof="0">
                          <a:solidFill>
                            <a:srgbClr val="243447"/>
                          </a:solidFill>
                          <a:effectLst/>
                          <a:latin typeface="맑은 고딕"/>
                          <a:ea typeface="맑은 고딕"/>
                        </a:rPr>
                        <a:t> </a:t>
                      </a:r>
                      <a:r>
                        <a:rPr lang="en-US" altLang="ko-KR" sz="1300" b="0" i="0" u="none" strike="noStrike" noProof="0">
                          <a:solidFill>
                            <a:srgbClr val="243447"/>
                          </a:solidFill>
                          <a:effectLst/>
                          <a:latin typeface="맑은 고딕"/>
                          <a:ea typeface="맑은 고딕"/>
                        </a:rPr>
                        <a:t>automatically</a:t>
                      </a:r>
                      <a:r>
                        <a:rPr lang="ko-KR" sz="1300" b="0" i="0" u="none" strike="noStrike" noProof="0">
                          <a:solidFill>
                            <a:srgbClr val="243447"/>
                          </a:solidFill>
                          <a:effectLst/>
                          <a:latin typeface="맑은 고딕"/>
                          <a:ea typeface="맑은 고딕"/>
                        </a:rPr>
                        <a:t> </a:t>
                      </a:r>
                      <a:r>
                        <a:rPr lang="en-US" altLang="ko-KR" sz="1300" b="0" i="0" u="none" strike="noStrike" noProof="0">
                          <a:solidFill>
                            <a:srgbClr val="243447"/>
                          </a:solidFill>
                          <a:effectLst/>
                          <a:latin typeface="맑은 고딕"/>
                          <a:ea typeface="맑은 고딕"/>
                        </a:rPr>
                        <a:t>encrypted;</a:t>
                      </a:r>
                      <a:r>
                        <a:rPr lang="ko-KR" sz="1300" b="0" i="0" u="none" strike="noStrike" noProof="0">
                          <a:solidFill>
                            <a:srgbClr val="243447"/>
                          </a:solidFill>
                          <a:effectLst/>
                          <a:latin typeface="맑은 고딕"/>
                          <a:ea typeface="맑은 고딕"/>
                        </a:rPr>
                        <a:t> </a:t>
                      </a:r>
                      <a:r>
                        <a:rPr lang="en-US" altLang="ko-KR" sz="1300" b="0" i="0" u="none" strike="noStrike" noProof="0">
                          <a:solidFill>
                            <a:srgbClr val="243447"/>
                          </a:solidFill>
                          <a:effectLst/>
                          <a:latin typeface="맑은 고딕"/>
                          <a:ea typeface="맑은 고딕"/>
                        </a:rPr>
                        <a:t>SaferZone</a:t>
                      </a:r>
                      <a:r>
                        <a:rPr lang="ko-KR" altLang="en-US" sz="1300" b="0" i="0" u="none" strike="noStrike" noProof="0">
                          <a:solidFill>
                            <a:srgbClr val="243447"/>
                          </a:solidFill>
                          <a:effectLst/>
                          <a:latin typeface="맑은 고딕"/>
                          <a:ea typeface="맑은 고딕"/>
                        </a:rPr>
                        <a:t> </a:t>
                      </a:r>
                      <a:r>
                        <a:rPr lang="en-US" altLang="ko-KR" sz="1300" b="0" i="0" u="none" strike="noStrike" noProof="0">
                          <a:solidFill>
                            <a:srgbClr val="243447"/>
                          </a:solidFill>
                          <a:effectLst/>
                          <a:latin typeface="맑은 고딕"/>
                          <a:ea typeface="맑은 고딕"/>
                        </a:rPr>
                        <a:t>also</a:t>
                      </a:r>
                      <a:r>
                        <a:rPr lang="ko-KR" altLang="en-US" sz="1300" b="0" i="0" u="none" strike="noStrike" noProof="0">
                          <a:solidFill>
                            <a:srgbClr val="243447"/>
                          </a:solidFill>
                          <a:effectLst/>
                          <a:latin typeface="맑은 고딕"/>
                          <a:ea typeface="맑은 고딕"/>
                        </a:rPr>
                        <a:t> </a:t>
                      </a:r>
                      <a:r>
                        <a:rPr lang="en-US" altLang="ko-KR" sz="1300" b="0" i="0" u="none" strike="noStrike" noProof="0">
                          <a:solidFill>
                            <a:srgbClr val="243447"/>
                          </a:solidFill>
                          <a:effectLst/>
                          <a:latin typeface="맑은 고딕"/>
                          <a:ea typeface="맑은 고딕"/>
                        </a:rPr>
                        <a:t>documents</a:t>
                      </a:r>
                      <a:r>
                        <a:rPr lang="ko-KR" altLang="en-US" sz="1300" b="0" i="0" u="none" strike="noStrike" noProof="0">
                          <a:solidFill>
                            <a:srgbClr val="243447"/>
                          </a:solidFill>
                          <a:effectLst/>
                          <a:latin typeface="맑은 고딕"/>
                          <a:ea typeface="맑은 고딕"/>
                        </a:rPr>
                        <a:t> </a:t>
                      </a:r>
                      <a:r>
                        <a:rPr lang="en-US" altLang="ko-KR" sz="1300" b="0" i="0" u="none" strike="noStrike" noProof="0">
                          <a:solidFill>
                            <a:srgbClr val="243447"/>
                          </a:solidFill>
                          <a:effectLst/>
                          <a:latin typeface="맑은 고딕"/>
                          <a:ea typeface="맑은 고딕"/>
                        </a:rPr>
                        <a:t>secure-file</a:t>
                      </a:r>
                      <a:r>
                        <a:rPr lang="ko-KR" altLang="en-US" sz="1300" b="0" i="0" u="none" strike="noStrike" noProof="0">
                          <a:solidFill>
                            <a:srgbClr val="243447"/>
                          </a:solidFill>
                          <a:effectLst/>
                          <a:latin typeface="맑은 고딕"/>
                          <a:ea typeface="맑은 고딕"/>
                        </a:rPr>
                        <a:t> </a:t>
                      </a:r>
                      <a:r>
                        <a:rPr lang="en-US" altLang="ko-KR" sz="1300" b="0" i="0" u="none" strike="noStrike" noProof="0">
                          <a:solidFill>
                            <a:srgbClr val="243447"/>
                          </a:solidFill>
                          <a:effectLst/>
                          <a:latin typeface="맑은 고딕"/>
                          <a:ea typeface="맑은 고딕"/>
                        </a:rPr>
                        <a:t>handling</a:t>
                      </a:r>
                      <a:r>
                        <a:rPr lang="ko-KR" altLang="en-US" sz="1300" b="0" i="0" u="none" strike="noStrike" noProof="0">
                          <a:solidFill>
                            <a:srgbClr val="243447"/>
                          </a:solidFill>
                          <a:effectLst/>
                          <a:latin typeface="맑은 고딕"/>
                          <a:ea typeface="맑은 고딕"/>
                        </a:rPr>
                        <a:t> </a:t>
                      </a:r>
                      <a:r>
                        <a:rPr lang="en-US" altLang="ko-KR" sz="1300" b="0" i="0" u="none" strike="noStrike" noProof="0">
                          <a:solidFill>
                            <a:srgbClr val="243447"/>
                          </a:solidFill>
                          <a:effectLst/>
                          <a:latin typeface="맑은 고딕"/>
                          <a:ea typeface="맑은 고딕"/>
                        </a:rPr>
                        <a:t>for</a:t>
                      </a:r>
                      <a:r>
                        <a:rPr lang="ko-KR" altLang="en-US" sz="1300" b="0" i="0" u="none" strike="noStrike" noProof="0">
                          <a:solidFill>
                            <a:srgbClr val="243447"/>
                          </a:solidFill>
                          <a:effectLst/>
                          <a:latin typeface="맑은 고딕"/>
                          <a:ea typeface="맑은 고딕"/>
                        </a:rPr>
                        <a:t> </a:t>
                      </a:r>
                      <a:r>
                        <a:rPr lang="en-US" altLang="ko-KR" sz="1300" b="0" i="0" u="none" strike="noStrike" noProof="0">
                          <a:solidFill>
                            <a:srgbClr val="243447"/>
                          </a:solidFill>
                          <a:effectLst/>
                          <a:latin typeface="맑은 고딕"/>
                          <a:ea typeface="맑은 고딕"/>
                        </a:rPr>
                        <a:t>approved</a:t>
                      </a:r>
                      <a:r>
                        <a:rPr lang="ko-KR" altLang="en-US" sz="1300" b="0" i="0" u="none" strike="noStrike" noProof="0">
                          <a:solidFill>
                            <a:srgbClr val="243447"/>
                          </a:solidFill>
                          <a:effectLst/>
                          <a:latin typeface="맑은 고딕"/>
                          <a:ea typeface="맑은 고딕"/>
                        </a:rPr>
                        <a:t> </a:t>
                      </a:r>
                      <a:r>
                        <a:rPr lang="ko-KR" sz="1300" b="0" i="0" u="none" strike="noStrike" noProof="0">
                          <a:solidFill>
                            <a:srgbClr val="243447"/>
                          </a:solidFill>
                          <a:effectLst/>
                          <a:latin typeface="맑은 고딕"/>
                          <a:ea typeface="맑은 고딕"/>
                        </a:rPr>
                        <a:t>external</a:t>
                      </a:r>
                      <a:r>
                        <a:rPr lang="ko-KR" altLang="en-US" sz="1300" b="0" i="0" u="none" strike="noStrike" noProof="0">
                          <a:solidFill>
                            <a:srgbClr val="243447"/>
                          </a:solidFill>
                          <a:effectLst/>
                          <a:latin typeface="맑은 고딕"/>
                          <a:ea typeface="맑은 고딕"/>
                        </a:rPr>
                        <a:t> </a:t>
                      </a:r>
                      <a:r>
                        <a:rPr lang="en-US" altLang="ko-KR" sz="1300" b="0" i="0" u="none" strike="noStrike" noProof="0">
                          <a:solidFill>
                            <a:srgbClr val="243447"/>
                          </a:solidFill>
                          <a:effectLst/>
                          <a:latin typeface="맑은 고딕"/>
                          <a:ea typeface="맑은 고딕"/>
                        </a:rPr>
                        <a:t>export</a:t>
                      </a:r>
                      <a:r>
                        <a:rPr lang="ko-KR" sz="1300" b="0" i="0" u="none" strike="noStrike" noProof="0">
                          <a:solidFill>
                            <a:srgbClr val="243447"/>
                          </a:solidFill>
                          <a:effectLst/>
                          <a:latin typeface="맑은 고딕"/>
                          <a:ea typeface="맑은 고딕"/>
                        </a:rPr>
                        <a:t>. [</a:t>
                      </a:r>
                      <a:r>
                        <a:rPr lang="en-US" altLang="ko-KR" sz="1300" b="0" i="0" u="none" strike="noStrike" noProof="0">
                          <a:solidFill>
                            <a:srgbClr val="243447"/>
                          </a:solidFill>
                          <a:effectLst/>
                          <a:latin typeface="맑은 고딕"/>
                          <a:ea typeface="맑은 고딕"/>
                        </a:rPr>
                        <a:t>S1,S4</a:t>
                      </a:r>
                      <a:r>
                        <a:rPr lang="ko-KR" sz="1300" b="0" i="0" u="none" strike="noStrike" noProof="0">
                          <a:solidFill>
                            <a:srgbClr val="243447"/>
                          </a:solidFill>
                          <a:effectLst/>
                          <a:latin typeface="맑은 고딕"/>
                          <a:ea typeface="맑은 고딕"/>
                        </a:rPr>
                        <a:t>]</a:t>
                      </a:r>
                      <a:endParaRPr lang="en-US">
                        <a:latin typeface="맑은 고딕"/>
                        <a:ea typeface="맑은 고딕"/>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72412462"/>
                  </a:ext>
                </a:extLst>
              </a:tr>
              <a:tr h="314325">
                <a:tc>
                  <a:txBody>
                    <a:bodyPr/>
                    <a:lstStyle/>
                    <a:p>
                      <a:pPr algn="l">
                        <a:buNone/>
                      </a:pPr>
                      <a:r>
                        <a:rPr lang="ko-KR" sz="1300" b="1">
                          <a:solidFill>
                            <a:srgbClr val="243447"/>
                          </a:solidFill>
                          <a:effectLst/>
                          <a:latin typeface="Arial" panose="020B0604020202020204" pitchFamily="34" charset="0"/>
                          <a:ea typeface="Arial" panose="020B0604020202020204" pitchFamily="34" charset="0"/>
                        </a:rPr>
                        <a:t>D3-06</a:t>
                      </a:r>
                      <a:endParaRPr lang="ko-KR" sz="1300" b="1">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a:solidFill>
                            <a:srgbClr val="243447"/>
                          </a:solidFill>
                          <a:effectLst/>
                          <a:latin typeface="Arial" panose="020B0604020202020204" pitchFamily="34" charset="0"/>
                          <a:ea typeface="Arial" panose="020B0604020202020204" pitchFamily="34" charset="0"/>
                        </a:rPr>
                        <a:t>Approval workflow</a:t>
                      </a:r>
                      <a:endParaRPr lang="ko-KR" sz="1300">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b="1">
                          <a:solidFill>
                            <a:srgbClr val="136F73"/>
                          </a:solidFill>
                          <a:effectLst/>
                          <a:latin typeface="Arial" panose="020B0604020202020204" pitchFamily="34" charset="0"/>
                          <a:ea typeface="Arial" panose="020B0604020202020204" pitchFamily="34" charset="0"/>
                        </a:rPr>
                        <a:t>●</a:t>
                      </a:r>
                      <a:endParaRPr lang="ko-KR" sz="1300" b="1">
                        <a:solidFill>
                          <a:srgbClr val="136F73"/>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lvl="0" algn="l">
                        <a:buNone/>
                      </a:pPr>
                      <a:r>
                        <a:rPr lang="en-US" altLang="ko-KR" sz="1300" b="0" i="0" u="none" strike="noStrike" noProof="0">
                          <a:solidFill>
                            <a:srgbClr val="243447"/>
                          </a:solidFill>
                          <a:effectLst/>
                          <a:latin typeface="맑은 고딕"/>
                          <a:ea typeface="맑은 고딕"/>
                        </a:rPr>
                        <a:t>Print</a:t>
                      </a:r>
                      <a:r>
                        <a:rPr lang="ko-KR" altLang="en-US" sz="1300" b="0" i="0" u="none" strike="noStrike" noProof="0">
                          <a:solidFill>
                            <a:srgbClr val="243447"/>
                          </a:solidFill>
                          <a:effectLst/>
                          <a:latin typeface="맑은 고딕"/>
                          <a:ea typeface="맑은 고딕"/>
                        </a:rPr>
                        <a:t> </a:t>
                      </a:r>
                      <a:r>
                        <a:rPr lang="en-US" altLang="ko-KR" sz="1300" b="0" i="0" u="none" strike="noStrike" noProof="0">
                          <a:solidFill>
                            <a:srgbClr val="243447"/>
                          </a:solidFill>
                          <a:effectLst/>
                          <a:latin typeface="맑은 고딕"/>
                          <a:ea typeface="맑은 고딕"/>
                        </a:rPr>
                        <a:t>approval</a:t>
                      </a:r>
                      <a:r>
                        <a:rPr lang="ko-KR" sz="1300" b="0" i="0" u="none" strike="noStrike" noProof="0">
                          <a:solidFill>
                            <a:srgbClr val="243447"/>
                          </a:solidFill>
                          <a:effectLst/>
                          <a:latin typeface="맑은 고딕"/>
                          <a:ea typeface="맑은 고딕"/>
                        </a:rPr>
                        <a:t>/</a:t>
                      </a:r>
                      <a:r>
                        <a:rPr lang="en-US" altLang="ko-KR" sz="1300" b="0" i="0" u="none" strike="noStrike" noProof="0">
                          <a:solidFill>
                            <a:srgbClr val="243447"/>
                          </a:solidFill>
                          <a:effectLst/>
                          <a:latin typeface="맑은 고딕"/>
                          <a:ea typeface="맑은 고딕"/>
                        </a:rPr>
                        <a:t>blocking</a:t>
                      </a:r>
                      <a:r>
                        <a:rPr lang="ko-KR" altLang="en-US" sz="1300" b="0" i="0" u="none" strike="noStrike" noProof="0">
                          <a:solidFill>
                            <a:srgbClr val="243447"/>
                          </a:solidFill>
                          <a:effectLst/>
                          <a:latin typeface="맑은 고딕"/>
                          <a:ea typeface="맑은 고딕"/>
                        </a:rPr>
                        <a:t> </a:t>
                      </a:r>
                      <a:r>
                        <a:rPr lang="en-US" altLang="ko-KR" sz="1300" b="0" i="0" u="none" strike="noStrike" noProof="0">
                          <a:solidFill>
                            <a:srgbClr val="243447"/>
                          </a:solidFill>
                          <a:effectLst/>
                          <a:latin typeface="맑은 고딕"/>
                          <a:ea typeface="맑은 고딕"/>
                        </a:rPr>
                        <a:t>and</a:t>
                      </a:r>
                      <a:r>
                        <a:rPr lang="ko-KR" sz="1300" b="0" i="0" u="none" strike="noStrike" noProof="0">
                          <a:solidFill>
                            <a:srgbClr val="243447"/>
                          </a:solidFill>
                          <a:effectLst/>
                          <a:latin typeface="맑은 고딕"/>
                          <a:ea typeface="맑은 고딕"/>
                        </a:rPr>
                        <a:t> </a:t>
                      </a:r>
                      <a:r>
                        <a:rPr lang="en-US" altLang="ko-KR" sz="1300" b="0" i="0" u="none" strike="noStrike" noProof="0">
                          <a:solidFill>
                            <a:srgbClr val="243447"/>
                          </a:solidFill>
                          <a:effectLst/>
                          <a:latin typeface="맑은 고딕"/>
                          <a:ea typeface="맑은 고딕"/>
                        </a:rPr>
                        <a:t>outbound-email</a:t>
                      </a:r>
                      <a:r>
                        <a:rPr lang="ko-KR" altLang="en-US" sz="1300" b="0" i="0" u="none" strike="noStrike" noProof="0">
                          <a:solidFill>
                            <a:srgbClr val="243447"/>
                          </a:solidFill>
                          <a:effectLst/>
                          <a:latin typeface="맑은 고딕"/>
                          <a:ea typeface="맑은 고딕"/>
                        </a:rPr>
                        <a:t> </a:t>
                      </a:r>
                      <a:r>
                        <a:rPr lang="en-US" altLang="ko-KR" sz="1300" b="0" i="0" u="none" strike="noStrike" noProof="0">
                          <a:solidFill>
                            <a:srgbClr val="243447"/>
                          </a:solidFill>
                          <a:effectLst/>
                          <a:latin typeface="맑은 고딕"/>
                          <a:ea typeface="맑은 고딕"/>
                        </a:rPr>
                        <a:t>internal</a:t>
                      </a:r>
                      <a:r>
                        <a:rPr lang="ko-KR" altLang="en-US" sz="1300" b="0" i="0" u="none" strike="noStrike" noProof="0">
                          <a:solidFill>
                            <a:srgbClr val="243447"/>
                          </a:solidFill>
                          <a:effectLst/>
                          <a:latin typeface="맑은 고딕"/>
                          <a:ea typeface="맑은 고딕"/>
                        </a:rPr>
                        <a:t> </a:t>
                      </a:r>
                      <a:r>
                        <a:rPr lang="en-US" altLang="ko-KR" sz="1300" b="0" i="0" u="none" strike="noStrike" noProof="0">
                          <a:solidFill>
                            <a:srgbClr val="243447"/>
                          </a:solidFill>
                          <a:effectLst/>
                          <a:latin typeface="맑은 고딕"/>
                          <a:ea typeface="맑은 고딕"/>
                        </a:rPr>
                        <a:t>approval</a:t>
                      </a:r>
                      <a:r>
                        <a:rPr lang="ko-KR" altLang="en-US" sz="1300" b="0" i="0" u="none" strike="noStrike" noProof="0">
                          <a:solidFill>
                            <a:srgbClr val="243447"/>
                          </a:solidFill>
                          <a:effectLst/>
                          <a:latin typeface="맑은 고딕"/>
                          <a:ea typeface="맑은 고딕"/>
                        </a:rPr>
                        <a:t> </a:t>
                      </a:r>
                      <a:r>
                        <a:rPr lang="en-US" altLang="ko-KR" sz="1300" b="0" i="0" u="none" strike="noStrike" noProof="0">
                          <a:solidFill>
                            <a:srgbClr val="243447"/>
                          </a:solidFill>
                          <a:effectLst/>
                          <a:latin typeface="맑은 고딕"/>
                          <a:ea typeface="맑은 고딕"/>
                        </a:rPr>
                        <a:t>workflows</a:t>
                      </a:r>
                      <a:r>
                        <a:rPr lang="ko-KR" altLang="en-US" sz="1300" b="0" i="0" u="none" strike="noStrike" noProof="0">
                          <a:solidFill>
                            <a:srgbClr val="243447"/>
                          </a:solidFill>
                          <a:effectLst/>
                          <a:latin typeface="맑은 고딕"/>
                          <a:ea typeface="맑은 고딕"/>
                        </a:rPr>
                        <a:t> </a:t>
                      </a:r>
                      <a:r>
                        <a:rPr lang="en-US" altLang="ko-KR" sz="1300" b="0" i="0" u="none" strike="noStrike" noProof="0">
                          <a:solidFill>
                            <a:srgbClr val="243447"/>
                          </a:solidFill>
                          <a:effectLst/>
                          <a:latin typeface="맑은 고딕"/>
                          <a:ea typeface="맑은 고딕"/>
                        </a:rPr>
                        <a:t>are</a:t>
                      </a:r>
                      <a:r>
                        <a:rPr lang="ko-KR" altLang="en-US" sz="1300" b="0" i="0" u="none" strike="noStrike" noProof="0">
                          <a:solidFill>
                            <a:srgbClr val="243447"/>
                          </a:solidFill>
                          <a:effectLst/>
                          <a:latin typeface="맑은 고딕"/>
                          <a:ea typeface="맑은 고딕"/>
                        </a:rPr>
                        <a:t> </a:t>
                      </a:r>
                      <a:r>
                        <a:rPr lang="en-US" altLang="ko-KR" sz="1300" b="0" i="0" u="none" strike="noStrike" noProof="0">
                          <a:solidFill>
                            <a:srgbClr val="243447"/>
                          </a:solidFill>
                          <a:effectLst/>
                          <a:latin typeface="맑은 고딕"/>
                          <a:ea typeface="맑은 고딕"/>
                        </a:rPr>
                        <a:t>explicitly</a:t>
                      </a:r>
                      <a:r>
                        <a:rPr lang="ko-KR" altLang="en-US" sz="1300" b="0" i="0" u="none" strike="noStrike" noProof="0">
                          <a:solidFill>
                            <a:srgbClr val="243447"/>
                          </a:solidFill>
                          <a:effectLst/>
                          <a:latin typeface="맑은 고딕"/>
                          <a:ea typeface="맑은 고딕"/>
                        </a:rPr>
                        <a:t> </a:t>
                      </a:r>
                      <a:r>
                        <a:rPr lang="en-US" altLang="ko-KR" sz="1300" b="0" i="0" u="none" strike="noStrike" noProof="0">
                          <a:solidFill>
                            <a:srgbClr val="243447"/>
                          </a:solidFill>
                          <a:effectLst/>
                          <a:latin typeface="맑은 고딕"/>
                          <a:ea typeface="맑은 고딕"/>
                        </a:rPr>
                        <a:t>documented</a:t>
                      </a:r>
                      <a:r>
                        <a:rPr lang="ko-KR" sz="1300" b="0" i="0" u="none" strike="noStrike" noProof="0">
                          <a:solidFill>
                            <a:srgbClr val="243447"/>
                          </a:solidFill>
                          <a:effectLst/>
                          <a:latin typeface="맑은 고딕"/>
                          <a:ea typeface="맑은 고딕"/>
                        </a:rPr>
                        <a:t>. [</a:t>
                      </a:r>
                      <a:r>
                        <a:rPr lang="en-US" altLang="ko-KR" sz="1300" b="0" i="0" u="none" strike="noStrike" noProof="0">
                          <a:solidFill>
                            <a:srgbClr val="243447"/>
                          </a:solidFill>
                          <a:effectLst/>
                          <a:latin typeface="맑은 고딕"/>
                          <a:ea typeface="맑은 고딕"/>
                        </a:rPr>
                        <a:t>S1,S2</a:t>
                      </a:r>
                      <a:r>
                        <a:rPr lang="ko-KR" sz="1300" b="0" i="0" u="none" strike="noStrike" noProof="0">
                          <a:solidFill>
                            <a:srgbClr val="243447"/>
                          </a:solidFill>
                          <a:effectLst/>
                          <a:latin typeface="맑은 고딕"/>
                          <a:ea typeface="맑은 고딕"/>
                        </a:rPr>
                        <a:t>]</a:t>
                      </a:r>
                      <a:endParaRPr lang="en-US">
                        <a:latin typeface="맑은 고딕"/>
                        <a:ea typeface="맑은 고딕"/>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855206828"/>
                  </a:ext>
                </a:extLst>
              </a:tr>
              <a:tr h="314325">
                <a:tc>
                  <a:txBody>
                    <a:bodyPr/>
                    <a:lstStyle/>
                    <a:p>
                      <a:pPr algn="l">
                        <a:buNone/>
                      </a:pPr>
                      <a:r>
                        <a:rPr lang="ko-KR" sz="1300" b="1">
                          <a:solidFill>
                            <a:srgbClr val="243447"/>
                          </a:solidFill>
                          <a:effectLst/>
                          <a:latin typeface="Arial" panose="020B0604020202020204" pitchFamily="34" charset="0"/>
                          <a:ea typeface="Arial" panose="020B0604020202020204" pitchFamily="34" charset="0"/>
                        </a:rPr>
                        <a:t>D3-07</a:t>
                      </a:r>
                      <a:endParaRPr lang="ko-KR" sz="1300" b="1">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a:solidFill>
                            <a:srgbClr val="243447"/>
                          </a:solidFill>
                          <a:effectLst/>
                          <a:latin typeface="Arial" panose="020B0604020202020204" pitchFamily="34" charset="0"/>
                          <a:ea typeface="Arial" panose="020B0604020202020204" pitchFamily="34" charset="0"/>
                        </a:rPr>
                        <a:t>Original / shadow copy retained</a:t>
                      </a:r>
                      <a:endParaRPr lang="ko-KR" sz="1300">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lvl="0" algn="l">
                        <a:lnSpc>
                          <a:spcPct val="100000"/>
                        </a:lnSpc>
                        <a:spcBef>
                          <a:spcPts val="0"/>
                        </a:spcBef>
                        <a:spcAft>
                          <a:spcPts val="0"/>
                        </a:spcAft>
                        <a:buNone/>
                      </a:pPr>
                      <a:r>
                        <a:rPr lang="ko-KR" sz="1300" b="1" i="0" u="none" strike="noStrike" noProof="0">
                          <a:solidFill>
                            <a:srgbClr val="956319"/>
                          </a:solidFill>
                          <a:effectLst/>
                          <a:latin typeface="Arial"/>
                          <a:cs typeface="Arial"/>
                        </a:rPr>
                        <a:t>◐</a:t>
                      </a:r>
                      <a:endParaRPr lang="ko-KR" sz="1300" b="0" i="0" u="none" strike="noStrike" noProof="0">
                        <a:solidFill>
                          <a:srgbClr val="000000"/>
                        </a:solidFill>
                        <a:effectLst/>
                        <a:latin typeface="Arial"/>
                        <a:cs typeface="Arial"/>
                      </a:endParaRPr>
                    </a:p>
                    <a:p>
                      <a:pPr lvl="0" algn="l">
                        <a:buNone/>
                      </a:pPr>
                      <a:endParaRPr lang="ko-KR" sz="1300" b="1">
                        <a:solidFill>
                          <a:srgbClr val="956319"/>
                        </a:solidFill>
                        <a:effectLst/>
                        <a:latin typeface="Arial"/>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lvl="0" algn="l">
                        <a:buNone/>
                      </a:pPr>
                      <a:r>
                        <a:rPr lang="en-US" altLang="ko-KR" sz="1300" b="0" i="0" u="none" strike="noStrike" noProof="0">
                          <a:solidFill>
                            <a:srgbClr val="243447"/>
                          </a:solidFill>
                          <a:effectLst/>
                          <a:latin typeface="맑은 고딕"/>
                          <a:ea typeface="맑은 고딕"/>
                        </a:rPr>
                        <a:t>Email</a:t>
                      </a:r>
                      <a:r>
                        <a:rPr lang="ko-KR" altLang="en-US" sz="1300" b="0" i="0" u="none" strike="noStrike" noProof="0">
                          <a:solidFill>
                            <a:srgbClr val="243447"/>
                          </a:solidFill>
                          <a:effectLst/>
                          <a:latin typeface="맑은 고딕"/>
                          <a:ea typeface="맑은 고딕"/>
                        </a:rPr>
                        <a:t> </a:t>
                      </a:r>
                      <a:r>
                        <a:rPr lang="en-US" altLang="ko-KR" sz="1300" b="0" i="0" u="none" strike="noStrike" noProof="0">
                          <a:solidFill>
                            <a:srgbClr val="243447"/>
                          </a:solidFill>
                          <a:effectLst/>
                          <a:latin typeface="맑은 고딕"/>
                          <a:ea typeface="맑은 고딕"/>
                        </a:rPr>
                        <a:t>archiving</a:t>
                      </a:r>
                      <a:r>
                        <a:rPr lang="ko-KR" altLang="en-US" sz="1300" b="0" i="0" u="none" strike="noStrike" noProof="0">
                          <a:solidFill>
                            <a:srgbClr val="243447"/>
                          </a:solidFill>
                          <a:effectLst/>
                          <a:latin typeface="맑은 고딕"/>
                          <a:ea typeface="맑은 고딕"/>
                        </a:rPr>
                        <a:t> </a:t>
                      </a:r>
                      <a:r>
                        <a:rPr lang="en-US" altLang="ko-KR" sz="1300" b="0" i="0" u="none" strike="noStrike" noProof="0">
                          <a:solidFill>
                            <a:srgbClr val="243447"/>
                          </a:solidFill>
                          <a:effectLst/>
                          <a:latin typeface="맑은 고딕"/>
                          <a:ea typeface="맑은 고딕"/>
                        </a:rPr>
                        <a:t>retains</a:t>
                      </a:r>
                      <a:r>
                        <a:rPr lang="ko-KR" sz="1300" b="0" i="0" u="none" strike="noStrike" noProof="0">
                          <a:solidFill>
                            <a:srgbClr val="243447"/>
                          </a:solidFill>
                          <a:effectLst/>
                          <a:latin typeface="맑은 고딕"/>
                          <a:ea typeface="맑은 고딕"/>
                        </a:rPr>
                        <a:t> </a:t>
                      </a:r>
                      <a:r>
                        <a:rPr lang="en-US" altLang="ko-KR" sz="1300" b="0" i="0" u="none" strike="noStrike" noProof="0">
                          <a:solidFill>
                            <a:srgbClr val="243447"/>
                          </a:solidFill>
                          <a:effectLst/>
                          <a:latin typeface="맑은 고딕"/>
                          <a:ea typeface="맑은 고딕"/>
                        </a:rPr>
                        <a:t>original</a:t>
                      </a:r>
                      <a:r>
                        <a:rPr lang="ko-KR" sz="1300" b="0" i="0" u="none" strike="noStrike" noProof="0">
                          <a:solidFill>
                            <a:srgbClr val="243447"/>
                          </a:solidFill>
                          <a:effectLst/>
                          <a:latin typeface="맑은 고딕"/>
                          <a:ea typeface="맑은 고딕"/>
                        </a:rPr>
                        <a:t> </a:t>
                      </a:r>
                      <a:r>
                        <a:rPr lang="en-US" altLang="ko-KR" sz="1300" b="0" i="0" u="none" strike="noStrike" noProof="0">
                          <a:solidFill>
                            <a:srgbClr val="243447"/>
                          </a:solidFill>
                          <a:effectLst/>
                          <a:latin typeface="맑은 고딕"/>
                          <a:ea typeface="맑은 고딕"/>
                        </a:rPr>
                        <a:t>mail</a:t>
                      </a:r>
                      <a:r>
                        <a:rPr lang="ko-KR" altLang="en-US" sz="1300" b="0" i="0" u="none" strike="noStrike" noProof="0">
                          <a:solidFill>
                            <a:srgbClr val="243447"/>
                          </a:solidFill>
                          <a:effectLst/>
                          <a:latin typeface="맑은 고딕"/>
                          <a:ea typeface="맑은 고딕"/>
                        </a:rPr>
                        <a:t> </a:t>
                      </a:r>
                      <a:r>
                        <a:rPr lang="en-US" altLang="ko-KR" sz="1300" b="0" i="0" u="none" strike="noStrike" noProof="0">
                          <a:solidFill>
                            <a:srgbClr val="243447"/>
                          </a:solidFill>
                          <a:effectLst/>
                          <a:latin typeface="맑은 고딕"/>
                          <a:ea typeface="맑은 고딕"/>
                        </a:rPr>
                        <a:t>for</a:t>
                      </a:r>
                      <a:r>
                        <a:rPr lang="ko-KR" sz="1300" b="0" i="0" u="none" strike="noStrike" noProof="0">
                          <a:solidFill>
                            <a:srgbClr val="243447"/>
                          </a:solidFill>
                          <a:effectLst/>
                          <a:latin typeface="맑은 고딕"/>
                          <a:ea typeface="맑은 고딕"/>
                        </a:rPr>
                        <a:t> </a:t>
                      </a:r>
                      <a:r>
                        <a:rPr lang="en-US" altLang="ko-KR" sz="1300" b="0" i="0" u="none" strike="noStrike" noProof="0">
                          <a:solidFill>
                            <a:srgbClr val="243447"/>
                          </a:solidFill>
                          <a:effectLst/>
                          <a:latin typeface="맑은 고딕"/>
                          <a:ea typeface="맑은 고딕"/>
                        </a:rPr>
                        <a:t>search,</a:t>
                      </a:r>
                      <a:r>
                        <a:rPr lang="ko-KR" altLang="en-US" sz="1300" b="0" i="0" u="none" strike="noStrike" noProof="0">
                          <a:solidFill>
                            <a:srgbClr val="243447"/>
                          </a:solidFill>
                          <a:effectLst/>
                          <a:latin typeface="맑은 고딕"/>
                          <a:ea typeface="맑은 고딕"/>
                        </a:rPr>
                        <a:t> </a:t>
                      </a:r>
                      <a:r>
                        <a:rPr lang="en-US" altLang="ko-KR" sz="1300" b="0" i="0" u="none" strike="noStrike" noProof="0">
                          <a:solidFill>
                            <a:srgbClr val="243447"/>
                          </a:solidFill>
                          <a:effectLst/>
                          <a:latin typeface="맑은 고딕"/>
                          <a:ea typeface="맑은 고딕"/>
                        </a:rPr>
                        <a:t>recovery</a:t>
                      </a:r>
                      <a:r>
                        <a:rPr lang="ko-KR" altLang="en-US" sz="1300" b="0" i="0" u="none" strike="noStrike" noProof="0">
                          <a:solidFill>
                            <a:srgbClr val="243447"/>
                          </a:solidFill>
                          <a:effectLst/>
                          <a:latin typeface="맑은 고딕"/>
                          <a:ea typeface="맑은 고딕"/>
                        </a:rPr>
                        <a:t> </a:t>
                      </a:r>
                      <a:r>
                        <a:rPr lang="en-US" altLang="ko-KR" sz="1300" b="0" i="0" u="none" strike="noStrike" noProof="0">
                          <a:solidFill>
                            <a:srgbClr val="243447"/>
                          </a:solidFill>
                          <a:effectLst/>
                          <a:latin typeface="맑은 고딕"/>
                          <a:ea typeface="맑은 고딕"/>
                        </a:rPr>
                        <a:t>and</a:t>
                      </a:r>
                      <a:r>
                        <a:rPr lang="ko-KR" altLang="en-US" sz="1300" b="0" i="0" u="none" strike="noStrike" noProof="0">
                          <a:solidFill>
                            <a:srgbClr val="243447"/>
                          </a:solidFill>
                          <a:effectLst/>
                          <a:latin typeface="맑은 고딕"/>
                          <a:ea typeface="맑은 고딕"/>
                        </a:rPr>
                        <a:t> </a:t>
                      </a:r>
                      <a:r>
                        <a:rPr lang="en-US" altLang="ko-KR" sz="1300" b="0" i="0" u="none" strike="noStrike" noProof="0">
                          <a:solidFill>
                            <a:srgbClr val="243447"/>
                          </a:solidFill>
                          <a:effectLst/>
                          <a:latin typeface="맑은 고딕"/>
                          <a:ea typeface="맑은 고딕"/>
                        </a:rPr>
                        <a:t>audit</a:t>
                      </a:r>
                      <a:r>
                        <a:rPr lang="ko-KR" sz="1300" b="0" i="0" u="none" strike="noStrike" noProof="0">
                          <a:solidFill>
                            <a:srgbClr val="243447"/>
                          </a:solidFill>
                          <a:effectLst/>
                          <a:latin typeface="맑은 고딕"/>
                          <a:ea typeface="맑은 고딕"/>
                        </a:rPr>
                        <a:t>. </a:t>
                      </a:r>
                      <a:r>
                        <a:rPr lang="en-US" altLang="ko-KR" sz="1300" b="0" i="0" u="none" strike="noStrike" noProof="0">
                          <a:solidFill>
                            <a:srgbClr val="243447"/>
                          </a:solidFill>
                          <a:effectLst/>
                          <a:latin typeface="맑은 고딕"/>
                          <a:ea typeface="맑은 고딕"/>
                        </a:rPr>
                        <a:t>Equivalent</a:t>
                      </a:r>
                      <a:r>
                        <a:rPr lang="ko-KR" altLang="en-US" sz="1300" b="0" i="0" u="none" strike="noStrike" noProof="0">
                          <a:solidFill>
                            <a:srgbClr val="243447"/>
                          </a:solidFill>
                          <a:effectLst/>
                          <a:latin typeface="맑은 고딕"/>
                          <a:ea typeface="맑은 고딕"/>
                        </a:rPr>
                        <a:t> </a:t>
                      </a:r>
                      <a:r>
                        <a:rPr lang="en-US" altLang="ko-KR" sz="1300" b="0" i="0" u="none" strike="noStrike" noProof="0">
                          <a:solidFill>
                            <a:srgbClr val="243447"/>
                          </a:solidFill>
                          <a:effectLst/>
                          <a:latin typeface="맑은 고딕"/>
                          <a:ea typeface="맑은 고딕"/>
                        </a:rPr>
                        <a:t>shadow-copy</a:t>
                      </a:r>
                      <a:r>
                        <a:rPr lang="ko-KR" altLang="en-US" sz="1300" b="0" i="0" u="none" strike="noStrike" noProof="0">
                          <a:solidFill>
                            <a:srgbClr val="243447"/>
                          </a:solidFill>
                          <a:effectLst/>
                          <a:latin typeface="맑은 고딕"/>
                          <a:ea typeface="맑은 고딕"/>
                        </a:rPr>
                        <a:t> </a:t>
                      </a:r>
                      <a:r>
                        <a:rPr lang="en-US" altLang="ko-KR" sz="1300" b="0" i="0" u="none" strike="noStrike" noProof="0">
                          <a:solidFill>
                            <a:srgbClr val="243447"/>
                          </a:solidFill>
                          <a:effectLst/>
                          <a:latin typeface="맑은 고딕"/>
                          <a:ea typeface="맑은 고딕"/>
                        </a:rPr>
                        <a:t>retention</a:t>
                      </a:r>
                      <a:r>
                        <a:rPr lang="ko-KR" altLang="en-US" sz="1300" b="0" i="0" u="none" strike="noStrike" noProof="0">
                          <a:solidFill>
                            <a:srgbClr val="243447"/>
                          </a:solidFill>
                          <a:effectLst/>
                          <a:latin typeface="맑은 고딕"/>
                          <a:ea typeface="맑은 고딕"/>
                        </a:rPr>
                        <a:t> </a:t>
                      </a:r>
                      <a:r>
                        <a:rPr lang="en-US" altLang="ko-KR" sz="1300" b="0" i="0" u="none" strike="noStrike" noProof="0">
                          <a:solidFill>
                            <a:srgbClr val="243447"/>
                          </a:solidFill>
                          <a:effectLst/>
                          <a:latin typeface="맑은 고딕"/>
                          <a:ea typeface="맑은 고딕"/>
                        </a:rPr>
                        <a:t>for</a:t>
                      </a:r>
                      <a:r>
                        <a:rPr lang="ko-KR" altLang="en-US" sz="1300" b="0" i="0" u="none" strike="noStrike" noProof="0">
                          <a:solidFill>
                            <a:srgbClr val="243447"/>
                          </a:solidFill>
                          <a:effectLst/>
                          <a:latin typeface="맑은 고딕"/>
                          <a:ea typeface="맑은 고딕"/>
                        </a:rPr>
                        <a:t> </a:t>
                      </a:r>
                      <a:r>
                        <a:rPr lang="en-US" altLang="ko-KR" sz="1300" b="0" i="0" u="none" strike="noStrike" noProof="0">
                          <a:solidFill>
                            <a:srgbClr val="243447"/>
                          </a:solidFill>
                          <a:effectLst/>
                          <a:latin typeface="맑은 고딕"/>
                          <a:ea typeface="맑은 고딕"/>
                        </a:rPr>
                        <a:t>every</a:t>
                      </a:r>
                      <a:r>
                        <a:rPr lang="ko-KR" altLang="en-US" sz="1300" b="0" i="0" u="none" strike="noStrike" noProof="0">
                          <a:solidFill>
                            <a:srgbClr val="243447"/>
                          </a:solidFill>
                          <a:effectLst/>
                          <a:latin typeface="맑은 고딕"/>
                          <a:ea typeface="맑은 고딕"/>
                        </a:rPr>
                        <a:t> </a:t>
                      </a:r>
                      <a:r>
                        <a:rPr lang="en-US" altLang="ko-KR" sz="1300" b="0" i="0" u="none" strike="noStrike" noProof="0">
                          <a:solidFill>
                            <a:srgbClr val="243447"/>
                          </a:solidFill>
                          <a:effectLst/>
                          <a:latin typeface="맑은 고딕"/>
                          <a:ea typeface="맑은 고딕"/>
                        </a:rPr>
                        <a:t>DLP</a:t>
                      </a:r>
                      <a:r>
                        <a:rPr lang="ko-KR" altLang="en-US" sz="1300" b="0" i="0" u="none" strike="noStrike" noProof="0">
                          <a:solidFill>
                            <a:srgbClr val="243447"/>
                          </a:solidFill>
                          <a:effectLst/>
                          <a:latin typeface="맑은 고딕"/>
                          <a:ea typeface="맑은 고딕"/>
                        </a:rPr>
                        <a:t> </a:t>
                      </a:r>
                      <a:r>
                        <a:rPr lang="en-US" altLang="ko-KR" sz="1300" b="0" i="0" u="none" strike="noStrike" noProof="0">
                          <a:solidFill>
                            <a:srgbClr val="243447"/>
                          </a:solidFill>
                          <a:effectLst/>
                          <a:latin typeface="맑은 고딕"/>
                          <a:ea typeface="맑은 고딕"/>
                        </a:rPr>
                        <a:t>export</a:t>
                      </a:r>
                      <a:r>
                        <a:rPr lang="ko-KR" altLang="en-US" sz="1300" b="0" i="0" u="none" strike="noStrike" noProof="0">
                          <a:solidFill>
                            <a:srgbClr val="243447"/>
                          </a:solidFill>
                          <a:effectLst/>
                          <a:latin typeface="맑은 고딕"/>
                          <a:ea typeface="맑은 고딕"/>
                        </a:rPr>
                        <a:t> </a:t>
                      </a:r>
                      <a:r>
                        <a:rPr lang="en-US" altLang="ko-KR" sz="1300" b="0" i="0" u="none" strike="noStrike" noProof="0">
                          <a:solidFill>
                            <a:srgbClr val="243447"/>
                          </a:solidFill>
                          <a:effectLst/>
                          <a:latin typeface="맑은 고딕"/>
                          <a:ea typeface="맑은 고딕"/>
                        </a:rPr>
                        <a:t>path</a:t>
                      </a:r>
                      <a:r>
                        <a:rPr lang="ko-KR" altLang="en-US" sz="1300" b="0" i="0" u="none" strike="noStrike" noProof="0">
                          <a:solidFill>
                            <a:srgbClr val="243447"/>
                          </a:solidFill>
                          <a:effectLst/>
                          <a:latin typeface="맑은 고딕"/>
                          <a:ea typeface="맑은 고딕"/>
                        </a:rPr>
                        <a:t> </a:t>
                      </a:r>
                      <a:r>
                        <a:rPr lang="en-US" altLang="ko-KR" sz="1300" b="0" i="0" u="none" strike="noStrike" noProof="0">
                          <a:solidFill>
                            <a:srgbClr val="243447"/>
                          </a:solidFill>
                          <a:effectLst/>
                          <a:latin typeface="맑은 고딕"/>
                          <a:ea typeface="맑은 고딕"/>
                        </a:rPr>
                        <a:t>was</a:t>
                      </a:r>
                      <a:r>
                        <a:rPr lang="ko-KR" altLang="en-US" sz="1300" b="0" i="0" u="none" strike="noStrike" noProof="0">
                          <a:solidFill>
                            <a:srgbClr val="243447"/>
                          </a:solidFill>
                          <a:effectLst/>
                          <a:latin typeface="맑은 고딕"/>
                          <a:ea typeface="맑은 고딕"/>
                        </a:rPr>
                        <a:t> </a:t>
                      </a:r>
                      <a:r>
                        <a:rPr lang="en-US" altLang="ko-KR" sz="1300" b="0" i="0" u="none" strike="noStrike" noProof="0">
                          <a:solidFill>
                            <a:srgbClr val="243447"/>
                          </a:solidFill>
                          <a:effectLst/>
                          <a:latin typeface="맑은 고딕"/>
                          <a:ea typeface="맑은 고딕"/>
                        </a:rPr>
                        <a:t>not</a:t>
                      </a:r>
                      <a:r>
                        <a:rPr lang="ko-KR" altLang="en-US" sz="1300" b="0" i="0" u="none" strike="noStrike" noProof="0">
                          <a:solidFill>
                            <a:srgbClr val="243447"/>
                          </a:solidFill>
                          <a:effectLst/>
                          <a:latin typeface="맑은 고딕"/>
                          <a:ea typeface="맑은 고딕"/>
                        </a:rPr>
                        <a:t> </a:t>
                      </a:r>
                      <a:r>
                        <a:rPr lang="en-US" altLang="ko-KR" sz="1300" b="0" i="0" u="none" strike="noStrike" noProof="0">
                          <a:solidFill>
                            <a:srgbClr val="243447"/>
                          </a:solidFill>
                          <a:effectLst/>
                          <a:latin typeface="맑은 고딕"/>
                          <a:ea typeface="맑은 고딕"/>
                        </a:rPr>
                        <a:t>verified.</a:t>
                      </a:r>
                      <a:r>
                        <a:rPr lang="ko-KR" altLang="en-US" sz="1300" b="0" i="0" u="none" strike="noStrike" noProof="0">
                          <a:solidFill>
                            <a:srgbClr val="243447"/>
                          </a:solidFill>
                          <a:effectLst/>
                          <a:latin typeface="맑은 고딕"/>
                          <a:ea typeface="맑은 고딕"/>
                        </a:rPr>
                        <a:t> </a:t>
                      </a:r>
                      <a:r>
                        <a:rPr lang="ko-KR" sz="1300" b="0" i="0" u="none" strike="noStrike" noProof="0">
                          <a:solidFill>
                            <a:srgbClr val="243447"/>
                          </a:solidFill>
                          <a:effectLst/>
                          <a:latin typeface="맑은 고딕"/>
                          <a:ea typeface="맑은 고딕"/>
                        </a:rPr>
                        <a:t>[</a:t>
                      </a:r>
                      <a:r>
                        <a:rPr lang="en-US" altLang="ko-KR" sz="1300" b="0" i="0" u="none" strike="noStrike" noProof="0">
                          <a:solidFill>
                            <a:srgbClr val="243447"/>
                          </a:solidFill>
                          <a:effectLst/>
                          <a:latin typeface="맑은 고딕"/>
                          <a:ea typeface="맑은 고딕"/>
                        </a:rPr>
                        <a:t>S5</a:t>
                      </a:r>
                      <a:r>
                        <a:rPr lang="ko-KR" sz="1300" b="0" i="0" u="none" strike="noStrike" noProof="0">
                          <a:solidFill>
                            <a:srgbClr val="243447"/>
                          </a:solidFill>
                          <a:effectLst/>
                          <a:latin typeface="맑은 고딕"/>
                          <a:ea typeface="맑은 고딕"/>
                        </a:rPr>
                        <a:t>]</a:t>
                      </a:r>
                      <a:endParaRPr lang="en-US">
                        <a:latin typeface="맑은 고딕"/>
                        <a:ea typeface="맑은 고딕"/>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3958082715"/>
                  </a:ext>
                </a:extLst>
              </a:tr>
              <a:tr h="314325">
                <a:tc>
                  <a:txBody>
                    <a:bodyPr/>
                    <a:lstStyle/>
                    <a:p>
                      <a:pPr algn="l">
                        <a:buNone/>
                      </a:pPr>
                      <a:r>
                        <a:rPr lang="ko-KR" sz="1300" b="1">
                          <a:solidFill>
                            <a:srgbClr val="243447"/>
                          </a:solidFill>
                          <a:effectLst/>
                          <a:latin typeface="Arial" panose="020B0604020202020204" pitchFamily="34" charset="0"/>
                          <a:ea typeface="Arial" panose="020B0604020202020204" pitchFamily="34" charset="0"/>
                        </a:rPr>
                        <a:t>D3-08</a:t>
                      </a:r>
                      <a:endParaRPr lang="ko-KR" sz="1300" b="1">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a:solidFill>
                            <a:srgbClr val="243447"/>
                          </a:solidFill>
                          <a:effectLst/>
                          <a:latin typeface="Arial" panose="020B0604020202020204" pitchFamily="34" charset="0"/>
                          <a:ea typeface="Arial" panose="020B0604020202020204" pitchFamily="34" charset="0"/>
                        </a:rPr>
                        <a:t>Print / screen watermark</a:t>
                      </a:r>
                      <a:endParaRPr lang="ko-KR" sz="1300">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lvl="0" algn="l">
                        <a:lnSpc>
                          <a:spcPct val="100000"/>
                        </a:lnSpc>
                        <a:spcBef>
                          <a:spcPts val="0"/>
                        </a:spcBef>
                        <a:spcAft>
                          <a:spcPts val="0"/>
                        </a:spcAft>
                        <a:buNone/>
                      </a:pPr>
                      <a:r>
                        <a:rPr lang="ko-KR" altLang="en-US" sz="1300" b="1" i="0" u="none" strike="noStrike" noProof="0">
                          <a:solidFill>
                            <a:srgbClr val="956319"/>
                          </a:solidFill>
                          <a:effectLst/>
                          <a:latin typeface="Arial"/>
                          <a:cs typeface="Arial"/>
                        </a:rPr>
                        <a:t>◐</a:t>
                      </a:r>
                      <a:endParaRPr lang="ko-KR" altLang="en-US" sz="1300" b="0" i="0" u="none" strike="noStrike" noProof="0">
                        <a:solidFill>
                          <a:srgbClr val="000000"/>
                        </a:solidFill>
                        <a:effectLst/>
                        <a:latin typeface="Arial"/>
                        <a:cs typeface="Arial"/>
                      </a:endParaRPr>
                    </a:p>
                    <a:p>
                      <a:pPr lvl="0" algn="l">
                        <a:buNone/>
                      </a:pPr>
                      <a:endParaRPr lang="ko-KR" sz="1300" b="1">
                        <a:solidFill>
                          <a:srgbClr val="136F73"/>
                        </a:solidFill>
                        <a:effectLst/>
                        <a:latin typeface="Arial"/>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lvl="0" algn="l">
                        <a:buNone/>
                      </a:pPr>
                      <a:r>
                        <a:rPr lang="en-US" altLang="ko-KR" sz="1300" b="0" i="0" u="none" strike="noStrike" noProof="0">
                          <a:solidFill>
                            <a:srgbClr val="243447"/>
                          </a:solidFill>
                          <a:effectLst/>
                          <a:latin typeface="맑은 고딕"/>
                          <a:ea typeface="맑은 고딕"/>
                        </a:rPr>
                        <a:t>Print</a:t>
                      </a:r>
                      <a:r>
                        <a:rPr lang="ko-KR" altLang="en-US" sz="1300" b="0" i="0" u="none" strike="noStrike" noProof="0">
                          <a:solidFill>
                            <a:srgbClr val="243447"/>
                          </a:solidFill>
                          <a:effectLst/>
                          <a:latin typeface="맑은 고딕"/>
                          <a:ea typeface="맑은 고딕"/>
                        </a:rPr>
                        <a:t> </a:t>
                      </a:r>
                      <a:r>
                        <a:rPr lang="en-US" altLang="ko-KR" sz="1300" b="0" i="0" u="none" strike="noStrike" noProof="0">
                          <a:solidFill>
                            <a:srgbClr val="243447"/>
                          </a:solidFill>
                          <a:effectLst/>
                          <a:latin typeface="맑은 고딕"/>
                          <a:ea typeface="맑은 고딕"/>
                        </a:rPr>
                        <a:t>watermarking</a:t>
                      </a:r>
                      <a:r>
                        <a:rPr lang="ko-KR" sz="1300" b="0" i="0" u="none" strike="noStrike" noProof="0">
                          <a:solidFill>
                            <a:srgbClr val="243447"/>
                          </a:solidFill>
                          <a:effectLst/>
                          <a:latin typeface="맑은 고딕"/>
                          <a:ea typeface="맑은 고딕"/>
                        </a:rPr>
                        <a:t> </a:t>
                      </a:r>
                      <a:r>
                        <a:rPr lang="en-US" altLang="ko-KR" sz="1300" b="0" i="0" u="none" strike="noStrike" noProof="0">
                          <a:solidFill>
                            <a:srgbClr val="243447"/>
                          </a:solidFill>
                          <a:effectLst/>
                          <a:latin typeface="맑은 고딕"/>
                          <a:ea typeface="맑은 고딕"/>
                        </a:rPr>
                        <a:t>is</a:t>
                      </a:r>
                      <a:r>
                        <a:rPr lang="ko-KR" altLang="en-US" sz="1300" b="0" i="0" u="none" strike="noStrike" noProof="0">
                          <a:solidFill>
                            <a:srgbClr val="243447"/>
                          </a:solidFill>
                          <a:effectLst/>
                          <a:latin typeface="맑은 고딕"/>
                          <a:ea typeface="맑은 고딕"/>
                        </a:rPr>
                        <a:t> </a:t>
                      </a:r>
                      <a:r>
                        <a:rPr lang="en-US" altLang="ko-KR" sz="1300" b="0" i="0" u="none" strike="noStrike" noProof="0">
                          <a:solidFill>
                            <a:srgbClr val="243447"/>
                          </a:solidFill>
                          <a:effectLst/>
                          <a:latin typeface="맑은 고딕"/>
                          <a:ea typeface="맑은 고딕"/>
                        </a:rPr>
                        <a:t>explicitly</a:t>
                      </a:r>
                      <a:r>
                        <a:rPr lang="ko-KR" altLang="en-US" sz="1300" b="0" i="0" u="none" strike="noStrike" noProof="0">
                          <a:solidFill>
                            <a:srgbClr val="243447"/>
                          </a:solidFill>
                          <a:effectLst/>
                          <a:latin typeface="맑은 고딕"/>
                          <a:ea typeface="맑은 고딕"/>
                        </a:rPr>
                        <a:t> </a:t>
                      </a:r>
                      <a:r>
                        <a:rPr lang="en-US" altLang="ko-KR" sz="1300" b="0" i="0" u="none" strike="noStrike" noProof="0">
                          <a:solidFill>
                            <a:srgbClr val="243447"/>
                          </a:solidFill>
                          <a:effectLst/>
                          <a:latin typeface="맑은 고딕"/>
                          <a:ea typeface="맑은 고딕"/>
                        </a:rPr>
                        <a:t>documented.</a:t>
                      </a:r>
                      <a:r>
                        <a:rPr lang="ko-KR" altLang="en-US" sz="1300" b="0" i="0" u="none" strike="noStrike" noProof="0">
                          <a:solidFill>
                            <a:srgbClr val="243447"/>
                          </a:solidFill>
                          <a:effectLst/>
                          <a:latin typeface="맑은 고딕"/>
                          <a:ea typeface="맑은 고딕"/>
                        </a:rPr>
                        <a:t> </a:t>
                      </a:r>
                      <a:r>
                        <a:rPr lang="en-US" altLang="ko-KR" sz="1300" b="0" i="0" u="none" strike="noStrike" noProof="0">
                          <a:solidFill>
                            <a:srgbClr val="243447"/>
                          </a:solidFill>
                          <a:effectLst/>
                          <a:latin typeface="맑은 고딕"/>
                          <a:ea typeface="맑은 고딕"/>
                        </a:rPr>
                        <a:t>Screen-capture</a:t>
                      </a:r>
                      <a:r>
                        <a:rPr lang="ko-KR" altLang="en-US" sz="1300" b="0" i="0" u="none" strike="noStrike" noProof="0">
                          <a:solidFill>
                            <a:srgbClr val="243447"/>
                          </a:solidFill>
                          <a:effectLst/>
                          <a:latin typeface="맑은 고딕"/>
                          <a:ea typeface="맑은 고딕"/>
                        </a:rPr>
                        <a:t> </a:t>
                      </a:r>
                      <a:r>
                        <a:rPr lang="en-US" altLang="ko-KR" sz="1300" b="0" i="0" u="none" strike="noStrike" noProof="0">
                          <a:solidFill>
                            <a:srgbClr val="243447"/>
                          </a:solidFill>
                          <a:effectLst/>
                          <a:latin typeface="맑은 고딕"/>
                          <a:ea typeface="맑은 고딕"/>
                        </a:rPr>
                        <a:t>blocking</a:t>
                      </a:r>
                      <a:r>
                        <a:rPr lang="ko-KR" altLang="en-US" sz="1300" b="0" i="0" u="none" strike="noStrike" noProof="0">
                          <a:solidFill>
                            <a:srgbClr val="243447"/>
                          </a:solidFill>
                          <a:effectLst/>
                          <a:latin typeface="맑은 고딕"/>
                          <a:ea typeface="맑은 고딕"/>
                        </a:rPr>
                        <a:t> </a:t>
                      </a:r>
                      <a:r>
                        <a:rPr lang="en-US" altLang="ko-KR" sz="1300" b="0" i="0" u="none" strike="noStrike" noProof="0">
                          <a:solidFill>
                            <a:srgbClr val="243447"/>
                          </a:solidFill>
                          <a:effectLst/>
                          <a:latin typeface="맑은 고딕"/>
                          <a:ea typeface="맑은 고딕"/>
                        </a:rPr>
                        <a:t>is</a:t>
                      </a:r>
                      <a:r>
                        <a:rPr lang="ko-KR" altLang="en-US" sz="1300" b="0" i="0" u="none" strike="noStrike" noProof="0">
                          <a:solidFill>
                            <a:srgbClr val="243447"/>
                          </a:solidFill>
                          <a:effectLst/>
                          <a:latin typeface="맑은 고딕"/>
                          <a:ea typeface="맑은 고딕"/>
                        </a:rPr>
                        <a:t> </a:t>
                      </a:r>
                      <a:r>
                        <a:rPr lang="en-US" altLang="ko-KR" sz="1300" b="0" i="0" u="none" strike="noStrike" noProof="0">
                          <a:solidFill>
                            <a:srgbClr val="243447"/>
                          </a:solidFill>
                          <a:effectLst/>
                          <a:latin typeface="맑은 고딕"/>
                          <a:ea typeface="맑은 고딕"/>
                        </a:rPr>
                        <a:t>documented,</a:t>
                      </a:r>
                      <a:r>
                        <a:rPr lang="ko-KR" altLang="en-US" sz="1300" b="0" i="0" u="none" strike="noStrike" noProof="0">
                          <a:solidFill>
                            <a:srgbClr val="243447"/>
                          </a:solidFill>
                          <a:effectLst/>
                          <a:latin typeface="맑은 고딕"/>
                          <a:ea typeface="맑은 고딕"/>
                        </a:rPr>
                        <a:t> </a:t>
                      </a:r>
                      <a:r>
                        <a:rPr lang="en-US" altLang="ko-KR" sz="1300" b="0" i="0" u="none" strike="noStrike" noProof="0">
                          <a:solidFill>
                            <a:srgbClr val="243447"/>
                          </a:solidFill>
                          <a:effectLst/>
                          <a:latin typeface="맑은 고딕"/>
                          <a:ea typeface="맑은 고딕"/>
                        </a:rPr>
                        <a:t>but</a:t>
                      </a:r>
                      <a:r>
                        <a:rPr lang="ko-KR" altLang="en-US" sz="1300" b="0" i="0" u="none" strike="noStrike" noProof="0">
                          <a:solidFill>
                            <a:srgbClr val="243447"/>
                          </a:solidFill>
                          <a:effectLst/>
                          <a:latin typeface="맑은 고딕"/>
                          <a:ea typeface="맑은 고딕"/>
                        </a:rPr>
                        <a:t> </a:t>
                      </a:r>
                      <a:r>
                        <a:rPr lang="en-US" altLang="ko-KR" sz="1300" b="0" i="0" u="none" strike="noStrike" noProof="0">
                          <a:solidFill>
                            <a:srgbClr val="243447"/>
                          </a:solidFill>
                          <a:effectLst/>
                          <a:latin typeface="맑은 고딕"/>
                          <a:ea typeface="맑은 고딕"/>
                        </a:rPr>
                        <a:t>a</a:t>
                      </a:r>
                      <a:r>
                        <a:rPr lang="ko-KR" altLang="en-US" sz="1300" b="0" i="0" u="none" strike="noStrike" noProof="0">
                          <a:solidFill>
                            <a:srgbClr val="243447"/>
                          </a:solidFill>
                          <a:effectLst/>
                          <a:latin typeface="맑은 고딕"/>
                          <a:ea typeface="맑은 고딕"/>
                        </a:rPr>
                        <a:t> </a:t>
                      </a:r>
                      <a:r>
                        <a:rPr lang="en-US" altLang="ko-KR" sz="1300" b="0" i="0" u="none" strike="noStrike" noProof="0">
                          <a:solidFill>
                            <a:srgbClr val="243447"/>
                          </a:solidFill>
                          <a:effectLst/>
                          <a:latin typeface="맑은 고딕"/>
                          <a:ea typeface="맑은 고딕"/>
                        </a:rPr>
                        <a:t>persistent</a:t>
                      </a:r>
                      <a:r>
                        <a:rPr lang="ko-KR" altLang="en-US" sz="1300" b="0" i="0" u="none" strike="noStrike" noProof="0">
                          <a:solidFill>
                            <a:srgbClr val="243447"/>
                          </a:solidFill>
                          <a:effectLst/>
                          <a:latin typeface="맑은 고딕"/>
                          <a:ea typeface="맑은 고딕"/>
                        </a:rPr>
                        <a:t> </a:t>
                      </a:r>
                      <a:r>
                        <a:rPr lang="ko-KR" sz="1300" b="0" i="0" u="none" strike="noStrike" noProof="0">
                          <a:solidFill>
                            <a:srgbClr val="243447"/>
                          </a:solidFill>
                          <a:effectLst/>
                          <a:latin typeface="맑은 고딕"/>
                          <a:ea typeface="맑은 고딕"/>
                        </a:rPr>
                        <a:t>screen </a:t>
                      </a:r>
                      <a:r>
                        <a:rPr lang="en-US" altLang="ko-KR" sz="1300" b="0" i="0" u="none" strike="noStrike" noProof="0">
                          <a:solidFill>
                            <a:srgbClr val="243447"/>
                          </a:solidFill>
                          <a:effectLst/>
                          <a:latin typeface="맑은 고딕"/>
                          <a:ea typeface="맑은 고딕"/>
                        </a:rPr>
                        <a:t>watermark</a:t>
                      </a:r>
                      <a:r>
                        <a:rPr lang="ko-KR" sz="1300" b="0" i="0" u="none" strike="noStrike" noProof="0">
                          <a:solidFill>
                            <a:srgbClr val="243447"/>
                          </a:solidFill>
                          <a:effectLst/>
                          <a:latin typeface="맑은 고딕"/>
                          <a:ea typeface="맑은 고딕"/>
                        </a:rPr>
                        <a:t> </a:t>
                      </a:r>
                      <a:r>
                        <a:rPr lang="en-US" altLang="ko-KR" sz="1300" b="0" i="0" u="none" strike="noStrike" noProof="0">
                          <a:solidFill>
                            <a:srgbClr val="243447"/>
                          </a:solidFill>
                          <a:effectLst/>
                          <a:latin typeface="맑은 고딕"/>
                          <a:ea typeface="맑은 고딕"/>
                        </a:rPr>
                        <a:t>was</a:t>
                      </a:r>
                      <a:r>
                        <a:rPr lang="ko-KR" altLang="en-US" sz="1300" b="0" i="0" u="none" strike="noStrike" noProof="0">
                          <a:solidFill>
                            <a:srgbClr val="243447"/>
                          </a:solidFill>
                          <a:effectLst/>
                          <a:latin typeface="맑은 고딕"/>
                          <a:ea typeface="맑은 고딕"/>
                        </a:rPr>
                        <a:t> </a:t>
                      </a:r>
                      <a:r>
                        <a:rPr lang="en-US" altLang="ko-KR" sz="1300" b="0" i="0" u="none" strike="noStrike" noProof="0">
                          <a:solidFill>
                            <a:srgbClr val="243447"/>
                          </a:solidFill>
                          <a:effectLst/>
                          <a:latin typeface="맑은 고딕"/>
                          <a:ea typeface="맑은 고딕"/>
                        </a:rPr>
                        <a:t>not</a:t>
                      </a:r>
                      <a:r>
                        <a:rPr lang="ko-KR" altLang="en-US" sz="1300" b="0" i="0" u="none" strike="noStrike" noProof="0">
                          <a:solidFill>
                            <a:srgbClr val="243447"/>
                          </a:solidFill>
                          <a:effectLst/>
                          <a:latin typeface="맑은 고딕"/>
                          <a:ea typeface="맑은 고딕"/>
                        </a:rPr>
                        <a:t> </a:t>
                      </a:r>
                      <a:r>
                        <a:rPr lang="en-US" altLang="ko-KR" sz="1300" b="0" i="0" u="none" strike="noStrike" noProof="0">
                          <a:solidFill>
                            <a:srgbClr val="243447"/>
                          </a:solidFill>
                          <a:effectLst/>
                          <a:latin typeface="맑은 고딕"/>
                          <a:ea typeface="맑은 고딕"/>
                        </a:rPr>
                        <a:t>verified</a:t>
                      </a:r>
                      <a:r>
                        <a:rPr lang="ko-KR" sz="1300" b="0" i="0" u="none" strike="noStrike" noProof="0">
                          <a:solidFill>
                            <a:srgbClr val="243447"/>
                          </a:solidFill>
                          <a:effectLst/>
                          <a:latin typeface="맑은 고딕"/>
                          <a:ea typeface="맑은 고딕"/>
                        </a:rPr>
                        <a:t>. [</a:t>
                      </a:r>
                      <a:r>
                        <a:rPr lang="en-US" altLang="ko-KR" sz="1300" b="0" i="0" u="none" strike="noStrike" noProof="0">
                          <a:solidFill>
                            <a:srgbClr val="243447"/>
                          </a:solidFill>
                          <a:effectLst/>
                          <a:latin typeface="맑은 고딕"/>
                          <a:ea typeface="맑은 고딕"/>
                        </a:rPr>
                        <a:t>S1</a:t>
                      </a:r>
                      <a:r>
                        <a:rPr lang="ko-KR" sz="1300" b="0" i="0" u="none" strike="noStrike" noProof="0">
                          <a:solidFill>
                            <a:srgbClr val="243447"/>
                          </a:solidFill>
                          <a:effectLst/>
                          <a:latin typeface="맑은 고딕"/>
                          <a:ea typeface="맑은 고딕"/>
                        </a:rPr>
                        <a:t>]</a:t>
                      </a:r>
                      <a:endParaRPr lang="en-US">
                        <a:latin typeface="맑은 고딕"/>
                        <a:ea typeface="맑은 고딕"/>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14833498"/>
                  </a:ext>
                </a:extLst>
              </a:tr>
              <a:tr h="314325">
                <a:tc>
                  <a:txBody>
                    <a:bodyPr/>
                    <a:lstStyle/>
                    <a:p>
                      <a:pPr algn="l">
                        <a:buNone/>
                      </a:pPr>
                      <a:r>
                        <a:rPr lang="ko-KR" sz="1300" b="1">
                          <a:solidFill>
                            <a:srgbClr val="243447"/>
                          </a:solidFill>
                          <a:effectLst/>
                          <a:latin typeface="Arial" panose="020B0604020202020204" pitchFamily="34" charset="0"/>
                          <a:ea typeface="Arial" panose="020B0604020202020204" pitchFamily="34" charset="0"/>
                        </a:rPr>
                        <a:t>D3-09</a:t>
                      </a:r>
                      <a:endParaRPr lang="ko-KR" sz="1300" b="1">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a:solidFill>
                            <a:srgbClr val="243447"/>
                          </a:solidFill>
                          <a:effectLst/>
                          <a:latin typeface="Arial" panose="020B0604020202020204" pitchFamily="34" charset="0"/>
                          <a:ea typeface="Arial" panose="020B0604020202020204" pitchFamily="34" charset="0"/>
                        </a:rPr>
                        <a:t>At-rest remediation</a:t>
                      </a:r>
                      <a:endParaRPr lang="ko-KR" sz="1300">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b="1">
                          <a:solidFill>
                            <a:srgbClr val="136F73"/>
                          </a:solidFill>
                          <a:effectLst/>
                          <a:latin typeface="Arial" panose="020B0604020202020204" pitchFamily="34" charset="0"/>
                          <a:ea typeface="Arial" panose="020B0604020202020204" pitchFamily="34" charset="0"/>
                        </a:rPr>
                        <a:t>●</a:t>
                      </a:r>
                      <a:endParaRPr lang="ko-KR" sz="1300" b="1">
                        <a:solidFill>
                          <a:srgbClr val="136F73"/>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lvl="0" algn="l">
                        <a:buNone/>
                      </a:pPr>
                      <a:r>
                        <a:rPr lang="en-US" altLang="ko-KR" sz="1300" b="0" i="0" u="none" strike="noStrike" noProof="0">
                          <a:solidFill>
                            <a:srgbClr val="243447"/>
                          </a:solidFill>
                          <a:effectLst/>
                          <a:latin typeface="맑은 고딕"/>
                          <a:ea typeface="맑은 고딕"/>
                        </a:rPr>
                        <a:t>SaferZone</a:t>
                      </a:r>
                      <a:r>
                        <a:rPr lang="ko-KR" altLang="en-US" sz="1300" b="0" i="0" u="none" strike="noStrike" noProof="0">
                          <a:solidFill>
                            <a:srgbClr val="243447"/>
                          </a:solidFill>
                          <a:effectLst/>
                          <a:latin typeface="맑은 고딕"/>
                          <a:ea typeface="맑은 고딕"/>
                        </a:rPr>
                        <a:t> </a:t>
                      </a:r>
                      <a:r>
                        <a:rPr lang="en-US" altLang="ko-KR" sz="1300" b="0" i="0" u="none" strike="noStrike" noProof="0">
                          <a:solidFill>
                            <a:srgbClr val="243447"/>
                          </a:solidFill>
                          <a:effectLst/>
                          <a:latin typeface="맑은 고딕"/>
                          <a:ea typeface="맑은 고딕"/>
                        </a:rPr>
                        <a:t>documents</a:t>
                      </a:r>
                      <a:r>
                        <a:rPr lang="ko-KR" altLang="en-US" sz="1300" b="0" i="0" u="none" strike="noStrike" noProof="0">
                          <a:solidFill>
                            <a:srgbClr val="243447"/>
                          </a:solidFill>
                          <a:effectLst/>
                          <a:latin typeface="맑은 고딕"/>
                          <a:ea typeface="맑은 고딕"/>
                        </a:rPr>
                        <a:t> </a:t>
                      </a:r>
                      <a:r>
                        <a:rPr lang="en-US" altLang="ko-KR" sz="1300" b="0" i="0" u="none" strike="noStrike" noProof="0">
                          <a:solidFill>
                            <a:srgbClr val="243447"/>
                          </a:solidFill>
                          <a:effectLst/>
                          <a:latin typeface="맑은 고딕"/>
                          <a:ea typeface="맑은 고딕"/>
                        </a:rPr>
                        <a:t>automatic</a:t>
                      </a:r>
                      <a:r>
                        <a:rPr lang="ko-KR" altLang="en-US" sz="1300" b="0" i="0" u="none" strike="noStrike" noProof="0">
                          <a:solidFill>
                            <a:srgbClr val="243447"/>
                          </a:solidFill>
                          <a:effectLst/>
                          <a:latin typeface="맑은 고딕"/>
                          <a:ea typeface="맑은 고딕"/>
                        </a:rPr>
                        <a:t> </a:t>
                      </a:r>
                      <a:r>
                        <a:rPr lang="en-US" altLang="ko-KR" sz="1300" b="0" i="0" u="none" strike="noStrike" noProof="0">
                          <a:solidFill>
                            <a:srgbClr val="243447"/>
                          </a:solidFill>
                          <a:effectLst/>
                          <a:latin typeface="맑은 고딕"/>
                          <a:ea typeface="맑은 고딕"/>
                        </a:rPr>
                        <a:t>encryption</a:t>
                      </a:r>
                      <a:r>
                        <a:rPr lang="ko-KR" altLang="en-US" sz="1300" b="0" i="0" u="none" strike="noStrike" noProof="0">
                          <a:solidFill>
                            <a:srgbClr val="243447"/>
                          </a:solidFill>
                          <a:effectLst/>
                          <a:latin typeface="맑은 고딕"/>
                          <a:ea typeface="맑은 고딕"/>
                        </a:rPr>
                        <a:t> </a:t>
                      </a:r>
                      <a:r>
                        <a:rPr lang="en-US" altLang="ko-KR" sz="1300" b="0" i="0" u="none" strike="noStrike" noProof="0">
                          <a:solidFill>
                            <a:srgbClr val="243447"/>
                          </a:solidFill>
                          <a:effectLst/>
                          <a:latin typeface="맑은 고딕"/>
                          <a:ea typeface="맑은 고딕"/>
                        </a:rPr>
                        <a:t>plus</a:t>
                      </a:r>
                      <a:r>
                        <a:rPr lang="ko-KR" altLang="en-US" sz="1300" b="0" i="0" u="none" strike="noStrike" noProof="0">
                          <a:solidFill>
                            <a:srgbClr val="243447"/>
                          </a:solidFill>
                          <a:effectLst/>
                          <a:latin typeface="맑은 고딕"/>
                          <a:ea typeface="맑은 고딕"/>
                        </a:rPr>
                        <a:t> </a:t>
                      </a:r>
                      <a:r>
                        <a:rPr lang="en-US" altLang="ko-KR" sz="1300" b="1" i="0" u="none" strike="noStrike" noProof="0">
                          <a:solidFill>
                            <a:srgbClr val="243447"/>
                          </a:solidFill>
                          <a:effectLst/>
                          <a:latin typeface="맑은 고딕"/>
                          <a:ea typeface="맑은 고딕"/>
                        </a:rPr>
                        <a:t>backup/quarantine</a:t>
                      </a:r>
                      <a:r>
                        <a:rPr lang="ko-KR" altLang="en-US" sz="1300" b="0" i="0" u="none" strike="noStrike" noProof="0">
                          <a:solidFill>
                            <a:srgbClr val="243447"/>
                          </a:solidFill>
                          <a:effectLst/>
                          <a:latin typeface="맑은 고딕"/>
                          <a:ea typeface="맑은 고딕"/>
                        </a:rPr>
                        <a:t> </a:t>
                      </a:r>
                      <a:r>
                        <a:rPr lang="en-US" altLang="ko-KR" sz="1300" b="0" i="0" u="none" strike="noStrike" noProof="0">
                          <a:solidFill>
                            <a:srgbClr val="243447"/>
                          </a:solidFill>
                          <a:effectLst/>
                          <a:latin typeface="맑은 고딕"/>
                          <a:ea typeface="맑은 고딕"/>
                        </a:rPr>
                        <a:t>handling</a:t>
                      </a:r>
                      <a:r>
                        <a:rPr lang="ko-KR" sz="1300" b="0" i="0" u="none" strike="noStrike" noProof="0">
                          <a:solidFill>
                            <a:srgbClr val="243447"/>
                          </a:solidFill>
                          <a:effectLst/>
                          <a:latin typeface="맑은 고딕"/>
                          <a:ea typeface="맑은 고딕"/>
                        </a:rPr>
                        <a:t> </a:t>
                      </a:r>
                      <a:r>
                        <a:rPr lang="en-US" altLang="ko-KR" sz="1300" b="0" i="0" u="none" strike="noStrike" noProof="0">
                          <a:solidFill>
                            <a:srgbClr val="243447"/>
                          </a:solidFill>
                          <a:effectLst/>
                          <a:latin typeface="맑은 고딕"/>
                          <a:ea typeface="맑은 고딕"/>
                        </a:rPr>
                        <a:t>of</a:t>
                      </a:r>
                      <a:r>
                        <a:rPr lang="ko-KR" altLang="en-US" sz="1300" b="0" i="0" u="none" strike="noStrike" noProof="0">
                          <a:solidFill>
                            <a:srgbClr val="243447"/>
                          </a:solidFill>
                          <a:effectLst/>
                          <a:latin typeface="맑은 고딕"/>
                          <a:ea typeface="맑은 고딕"/>
                        </a:rPr>
                        <a:t> </a:t>
                      </a:r>
                      <a:r>
                        <a:rPr lang="en-US" altLang="ko-KR" sz="1300" b="0" i="0" u="none" strike="noStrike" noProof="0">
                          <a:solidFill>
                            <a:srgbClr val="243447"/>
                          </a:solidFill>
                          <a:effectLst/>
                          <a:latin typeface="맑은 고딕"/>
                          <a:ea typeface="맑은 고딕"/>
                        </a:rPr>
                        <a:t>sensitive</a:t>
                      </a:r>
                      <a:r>
                        <a:rPr lang="ko-KR" sz="1300" b="0" i="0" u="none" strike="noStrike" noProof="0">
                          <a:solidFill>
                            <a:srgbClr val="243447"/>
                          </a:solidFill>
                          <a:effectLst/>
                          <a:latin typeface="맑은 고딕"/>
                          <a:ea typeface="맑은 고딕"/>
                        </a:rPr>
                        <a:t> </a:t>
                      </a:r>
                      <a:r>
                        <a:rPr lang="en-US" altLang="ko-KR" sz="1300" b="0" i="0" u="none" strike="noStrike" noProof="0">
                          <a:solidFill>
                            <a:srgbClr val="243447"/>
                          </a:solidFill>
                          <a:effectLst/>
                          <a:latin typeface="맑은 고딕"/>
                          <a:ea typeface="맑은 고딕"/>
                        </a:rPr>
                        <a:t>data,</a:t>
                      </a:r>
                      <a:r>
                        <a:rPr lang="ko-KR" sz="1300" b="0" i="0" u="none" strike="noStrike" noProof="0">
                          <a:solidFill>
                            <a:srgbClr val="243447"/>
                          </a:solidFill>
                          <a:effectLst/>
                          <a:latin typeface="맑은 고딕"/>
                          <a:ea typeface="맑은 고딕"/>
                        </a:rPr>
                        <a:t> </a:t>
                      </a:r>
                      <a:r>
                        <a:rPr lang="en-US" altLang="ko-KR" sz="1300" b="0" i="0" u="none" strike="noStrike" noProof="0">
                          <a:solidFill>
                            <a:srgbClr val="243447"/>
                          </a:solidFill>
                          <a:effectLst/>
                          <a:latin typeface="맑은 고딕"/>
                          <a:ea typeface="맑은 고딕"/>
                        </a:rPr>
                        <a:t>and</a:t>
                      </a:r>
                      <a:r>
                        <a:rPr lang="ko-KR" altLang="en-US" sz="1300" b="0" i="0" u="none" strike="noStrike" noProof="0">
                          <a:solidFill>
                            <a:srgbClr val="243447"/>
                          </a:solidFill>
                          <a:effectLst/>
                          <a:latin typeface="맑은 고딕"/>
                          <a:ea typeface="맑은 고딕"/>
                        </a:rPr>
                        <a:t> </a:t>
                      </a:r>
                      <a:r>
                        <a:rPr lang="en-US" altLang="ko-KR" sz="1300" b="0" i="0" u="none" strike="noStrike" noProof="0">
                          <a:solidFill>
                            <a:srgbClr val="243447"/>
                          </a:solidFill>
                          <a:effectLst/>
                          <a:latin typeface="맑은 고딕"/>
                          <a:ea typeface="맑은 고딕"/>
                        </a:rPr>
                        <a:t>procurement</a:t>
                      </a:r>
                      <a:r>
                        <a:rPr lang="ko-KR" altLang="en-US" sz="1300" b="0" i="0" u="none" strike="noStrike" noProof="0">
                          <a:solidFill>
                            <a:srgbClr val="243447"/>
                          </a:solidFill>
                          <a:effectLst/>
                          <a:latin typeface="맑은 고딕"/>
                          <a:ea typeface="맑은 고딕"/>
                        </a:rPr>
                        <a:t> </a:t>
                      </a:r>
                      <a:r>
                        <a:rPr lang="en-US" altLang="ko-KR" sz="1300" b="0" i="0" u="none" strike="noStrike" noProof="0">
                          <a:solidFill>
                            <a:srgbClr val="243447"/>
                          </a:solidFill>
                          <a:effectLst/>
                          <a:latin typeface="맑은 고딕"/>
                          <a:ea typeface="맑은 고딕"/>
                        </a:rPr>
                        <a:t>material</a:t>
                      </a:r>
                      <a:r>
                        <a:rPr lang="ko-KR" altLang="en-US" sz="1300" b="0" i="0" u="none" strike="noStrike" noProof="0">
                          <a:solidFill>
                            <a:srgbClr val="243447"/>
                          </a:solidFill>
                          <a:effectLst/>
                          <a:latin typeface="맑은 고딕"/>
                          <a:ea typeface="맑은 고딕"/>
                        </a:rPr>
                        <a:t> </a:t>
                      </a:r>
                      <a:r>
                        <a:rPr lang="en-US" altLang="ko-KR" sz="1300" b="0" i="0" u="none" strike="noStrike" noProof="0">
                          <a:solidFill>
                            <a:srgbClr val="243447"/>
                          </a:solidFill>
                          <a:effectLst/>
                          <a:latin typeface="맑은 고딕"/>
                          <a:ea typeface="맑은 고딕"/>
                        </a:rPr>
                        <a:t>also</a:t>
                      </a:r>
                      <a:r>
                        <a:rPr lang="ko-KR" altLang="en-US" sz="1300" b="0" i="0" u="none" strike="noStrike" noProof="0">
                          <a:solidFill>
                            <a:srgbClr val="243447"/>
                          </a:solidFill>
                          <a:effectLst/>
                          <a:latin typeface="맑은 고딕"/>
                          <a:ea typeface="맑은 고딕"/>
                        </a:rPr>
                        <a:t> </a:t>
                      </a:r>
                      <a:r>
                        <a:rPr lang="en-US" altLang="ko-KR" sz="1300" b="0" i="0" u="none" strike="noStrike" noProof="0">
                          <a:solidFill>
                            <a:srgbClr val="243447"/>
                          </a:solidFill>
                          <a:effectLst/>
                          <a:latin typeface="맑은 고딕"/>
                          <a:ea typeface="맑은 고딕"/>
                        </a:rPr>
                        <a:t>states</a:t>
                      </a:r>
                      <a:r>
                        <a:rPr lang="ko-KR" altLang="en-US" sz="1300" b="0" i="0" u="none" strike="noStrike" noProof="0">
                          <a:solidFill>
                            <a:srgbClr val="243447"/>
                          </a:solidFill>
                          <a:effectLst/>
                          <a:latin typeface="맑은 고딕"/>
                          <a:ea typeface="맑은 고딕"/>
                        </a:rPr>
                        <a:t> </a:t>
                      </a:r>
                      <a:r>
                        <a:rPr lang="en-US" altLang="ko-KR" sz="1300" b="0" i="0" u="none" strike="noStrike" noProof="0">
                          <a:solidFill>
                            <a:srgbClr val="243447"/>
                          </a:solidFill>
                          <a:effectLst/>
                          <a:latin typeface="맑은 고딕"/>
                          <a:ea typeface="맑은 고딕"/>
                        </a:rPr>
                        <a:t>encryption</a:t>
                      </a:r>
                      <a:r>
                        <a:rPr lang="ko-KR" sz="1300" b="0" i="0" u="none" strike="noStrike" noProof="0">
                          <a:solidFill>
                            <a:srgbClr val="243447"/>
                          </a:solidFill>
                          <a:effectLst/>
                          <a:latin typeface="맑은 고딕"/>
                          <a:ea typeface="맑은 고딕"/>
                        </a:rPr>
                        <a:t>/deletion</a:t>
                      </a:r>
                      <a:r>
                        <a:rPr lang="ko-KR" altLang="en-US" sz="1300" b="0" i="0" u="none" strike="noStrike" noProof="0">
                          <a:solidFill>
                            <a:srgbClr val="243447"/>
                          </a:solidFill>
                          <a:effectLst/>
                          <a:latin typeface="맑은 고딕"/>
                          <a:ea typeface="맑은 고딕"/>
                        </a:rPr>
                        <a:t> </a:t>
                      </a:r>
                      <a:r>
                        <a:rPr lang="en-US" altLang="ko-KR" sz="1300" b="0" i="0" u="none" strike="noStrike" noProof="0">
                          <a:solidFill>
                            <a:srgbClr val="243447"/>
                          </a:solidFill>
                          <a:effectLst/>
                          <a:latin typeface="맑은 고딕"/>
                          <a:ea typeface="맑은 고딕"/>
                        </a:rPr>
                        <a:t>of</a:t>
                      </a:r>
                      <a:r>
                        <a:rPr lang="ko-KR" altLang="en-US" sz="1300" b="0" i="0" u="none" strike="noStrike" noProof="0">
                          <a:solidFill>
                            <a:srgbClr val="243447"/>
                          </a:solidFill>
                          <a:effectLst/>
                          <a:latin typeface="맑은 고딕"/>
                          <a:ea typeface="맑은 고딕"/>
                        </a:rPr>
                        <a:t> </a:t>
                      </a:r>
                      <a:r>
                        <a:rPr lang="en-US" altLang="ko-KR" sz="1300" b="0" i="0" u="none" strike="noStrike" noProof="0">
                          <a:solidFill>
                            <a:srgbClr val="243447"/>
                          </a:solidFill>
                          <a:effectLst/>
                          <a:latin typeface="맑은 고딕"/>
                          <a:ea typeface="맑은 고딕"/>
                        </a:rPr>
                        <a:t>sensitive</a:t>
                      </a:r>
                      <a:r>
                        <a:rPr lang="ko-KR" altLang="en-US" sz="1300" b="0" i="0" u="none" strike="noStrike" noProof="0">
                          <a:solidFill>
                            <a:srgbClr val="243447"/>
                          </a:solidFill>
                          <a:effectLst/>
                          <a:latin typeface="맑은 고딕"/>
                          <a:ea typeface="맑은 고딕"/>
                        </a:rPr>
                        <a:t> </a:t>
                      </a:r>
                      <a:r>
                        <a:rPr lang="en-US" altLang="ko-KR" sz="1300" b="0" i="0" u="none" strike="noStrike" noProof="0">
                          <a:solidFill>
                            <a:srgbClr val="243447"/>
                          </a:solidFill>
                          <a:effectLst/>
                          <a:latin typeface="맑은 고딕"/>
                          <a:ea typeface="맑은 고딕"/>
                        </a:rPr>
                        <a:t>content</a:t>
                      </a:r>
                      <a:r>
                        <a:rPr lang="ko-KR" altLang="en-US" sz="1300" b="0" i="0" u="none" strike="noStrike" noProof="0">
                          <a:solidFill>
                            <a:srgbClr val="243447"/>
                          </a:solidFill>
                          <a:effectLst/>
                          <a:latin typeface="맑은 고딕"/>
                          <a:ea typeface="맑은 고딕"/>
                        </a:rPr>
                        <a:t> </a:t>
                      </a:r>
                      <a:r>
                        <a:rPr lang="ko-KR" sz="1300" b="0" i="0" u="none" strike="noStrike" noProof="0">
                          <a:solidFill>
                            <a:srgbClr val="243447"/>
                          </a:solidFill>
                          <a:effectLst/>
                          <a:latin typeface="맑은 고딕"/>
                          <a:ea typeface="맑은 고딕"/>
                        </a:rPr>
                        <a:t>stored</a:t>
                      </a:r>
                      <a:r>
                        <a:rPr lang="ko-KR" altLang="en-US" sz="1300" b="0" i="0" u="none" strike="noStrike" noProof="0">
                          <a:solidFill>
                            <a:srgbClr val="243447"/>
                          </a:solidFill>
                          <a:effectLst/>
                          <a:latin typeface="맑은 고딕"/>
                          <a:ea typeface="맑은 고딕"/>
                        </a:rPr>
                        <a:t> </a:t>
                      </a:r>
                      <a:r>
                        <a:rPr lang="en-US" altLang="ko-KR" sz="1300" b="0" i="0" u="none" strike="noStrike" noProof="0">
                          <a:solidFill>
                            <a:srgbClr val="243447"/>
                          </a:solidFill>
                          <a:effectLst/>
                          <a:latin typeface="맑은 고딕"/>
                          <a:ea typeface="맑은 고딕"/>
                        </a:rPr>
                        <a:t>on</a:t>
                      </a:r>
                      <a:r>
                        <a:rPr lang="ko-KR" altLang="en-US" sz="1300" b="0" i="0" u="none" strike="noStrike" noProof="0">
                          <a:solidFill>
                            <a:srgbClr val="243447"/>
                          </a:solidFill>
                          <a:effectLst/>
                          <a:latin typeface="맑은 고딕"/>
                          <a:ea typeface="맑은 고딕"/>
                        </a:rPr>
                        <a:t> </a:t>
                      </a:r>
                      <a:r>
                        <a:rPr lang="en-US" altLang="ko-KR" sz="1300" b="0" i="0" u="none" strike="noStrike" noProof="0">
                          <a:solidFill>
                            <a:srgbClr val="243447"/>
                          </a:solidFill>
                          <a:effectLst/>
                          <a:latin typeface="맑은 고딕"/>
                          <a:ea typeface="맑은 고딕"/>
                        </a:rPr>
                        <a:t>PCs</a:t>
                      </a:r>
                      <a:r>
                        <a:rPr lang="ko-KR" sz="1300" b="0" i="0" u="none" strike="noStrike" noProof="0">
                          <a:solidFill>
                            <a:srgbClr val="243447"/>
                          </a:solidFill>
                          <a:effectLst/>
                          <a:latin typeface="맑은 고딕"/>
                          <a:ea typeface="맑은 고딕"/>
                        </a:rPr>
                        <a:t>. [</a:t>
                      </a:r>
                      <a:r>
                        <a:rPr lang="en-US" altLang="ko-KR" sz="1300" b="0" i="0" u="none" strike="noStrike" noProof="0">
                          <a:solidFill>
                            <a:srgbClr val="243447"/>
                          </a:solidFill>
                          <a:effectLst/>
                          <a:latin typeface="맑은 고딕"/>
                          <a:ea typeface="맑은 고딕"/>
                        </a:rPr>
                        <a:t>S1,S3</a:t>
                      </a:r>
                      <a:r>
                        <a:rPr lang="ko-KR" sz="1300" b="0" i="0" u="none" strike="noStrike" noProof="0">
                          <a:solidFill>
                            <a:srgbClr val="243447"/>
                          </a:solidFill>
                          <a:effectLst/>
                          <a:latin typeface="맑은 고딕"/>
                          <a:ea typeface="맑은 고딕"/>
                        </a:rPr>
                        <a:t>]</a:t>
                      </a:r>
                      <a:endParaRPr lang="en-US">
                        <a:latin typeface="맑은 고딕"/>
                        <a:ea typeface="맑은 고딕"/>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3673667494"/>
                  </a:ext>
                </a:extLst>
              </a:tr>
            </a:tbl>
          </a:graphicData>
        </a:graphic>
      </p:graphicFrame>
    </p:spTree>
    <p:extLst>
      <p:ext uri="{BB962C8B-B14F-4D97-AF65-F5344CB8AC3E}">
        <p14:creationId xmlns:p14="http://schemas.microsoft.com/office/powerpoint/2010/main" val="222135132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A4B452-9AC7-4FE6-EE05-EC66DD6C3FFD}"/>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562E9A9-76EE-70F9-1E45-65AB29735E9F}"/>
              </a:ext>
            </a:extLst>
          </p:cNvPr>
          <p:cNvSpPr>
            <a:spLocks noGrp="1"/>
          </p:cNvSpPr>
          <p:nvPr>
            <p:ph type="sldNum" sz="quarter" idx="4"/>
          </p:nvPr>
        </p:nvSpPr>
        <p:spPr/>
        <p:txBody>
          <a:bodyPr/>
          <a:lstStyle/>
          <a:p>
            <a:fld id="{4EA1E582-E1CC-4474-812F-1657BC5920B7}" type="slidenum">
              <a:rPr lang="ko-KR" altLang="en-US" smtClean="0"/>
              <a:t>41</a:t>
            </a:fld>
            <a:endParaRPr lang="ko-KR" altLang="en-US"/>
          </a:p>
        </p:txBody>
      </p:sp>
      <p:sp>
        <p:nvSpPr>
          <p:cNvPr id="5" name="Text Placeholder 4">
            <a:extLst>
              <a:ext uri="{FF2B5EF4-FFF2-40B4-BE49-F238E27FC236}">
                <a16:creationId xmlns:a16="http://schemas.microsoft.com/office/drawing/2014/main" id="{B19513AB-DF20-489E-DB91-AEB98F48DE08}"/>
              </a:ext>
            </a:extLst>
          </p:cNvPr>
          <p:cNvSpPr>
            <a:spLocks noGrp="1"/>
          </p:cNvSpPr>
          <p:nvPr>
            <p:ph type="body" sz="quarter" idx="11"/>
          </p:nvPr>
        </p:nvSpPr>
        <p:spPr/>
        <p:txBody>
          <a:bodyPr/>
          <a:lstStyle/>
          <a:p>
            <a:endParaRPr lang="en-US"/>
          </a:p>
        </p:txBody>
      </p:sp>
      <p:sp>
        <p:nvSpPr>
          <p:cNvPr id="7" name="제목 3">
            <a:extLst>
              <a:ext uri="{FF2B5EF4-FFF2-40B4-BE49-F238E27FC236}">
                <a16:creationId xmlns:a16="http://schemas.microsoft.com/office/drawing/2014/main" id="{8A9AB3B2-BD79-6971-0091-4DC36C65F145}"/>
              </a:ext>
            </a:extLst>
          </p:cNvPr>
          <p:cNvSpPr txBox="1">
            <a:spLocks/>
          </p:cNvSpPr>
          <p:nvPr/>
        </p:nvSpPr>
        <p:spPr>
          <a:xfrm>
            <a:off x="299562" y="252336"/>
            <a:ext cx="10666268" cy="464670"/>
          </a:xfrm>
          <a:prstGeom prst="rect">
            <a:avLst/>
          </a:prstGeom>
        </p:spPr>
        <p:txBody>
          <a:bodyPr lIns="91440" tIns="45720" rIns="91440" bIns="45720" anchor="ctr" anchorCtr="0"/>
          <a:lstStyle>
            <a:lvl1pPr algn="l" rtl="0" eaLnBrk="1" fontAlgn="base" latinLnBrk="1" hangingPunct="1">
              <a:spcBef>
                <a:spcPct val="0"/>
              </a:spcBef>
              <a:spcAft>
                <a:spcPct val="0"/>
              </a:spcAft>
              <a:defRPr lang="ko-KR" altLang="en-US" sz="2400" b="1" kern="1200" baseline="0" dirty="0">
                <a:ln>
                  <a:solidFill>
                    <a:schemeClr val="accent1">
                      <a:alpha val="0"/>
                    </a:schemeClr>
                  </a:solidFill>
                </a:ln>
                <a:solidFill>
                  <a:srgbClr val="144772"/>
                </a:solidFill>
                <a:effectLst>
                  <a:glow rad="127000">
                    <a:schemeClr val="bg1"/>
                  </a:glow>
                  <a:outerShdw blurRad="38100" dist="38100" dir="2700000" algn="tl" rotWithShape="0">
                    <a:prstClr val="black">
                      <a:alpha val="40000"/>
                    </a:prstClr>
                  </a:outerShdw>
                </a:effectLst>
                <a:latin typeface="Pretendard Black" panose="02000A03000000020004" pitchFamily="50" charset="-127"/>
                <a:ea typeface="Pretendard Black" panose="02000A03000000020004" pitchFamily="50" charset="-127"/>
                <a:cs typeface="Pretendard Black" panose="02000A03000000020004" pitchFamily="50" charset="-127"/>
              </a:defRPr>
            </a:lvl1pPr>
            <a:lvl2pPr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2pPr>
            <a:lvl3pPr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3pPr>
            <a:lvl4pPr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4pPr>
            <a:lvl5pPr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5pPr>
            <a:lvl6pPr marL="457200"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6pPr>
            <a:lvl7pPr marL="914400"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7pPr>
            <a:lvl8pPr marL="1371600"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8pPr>
            <a:lvl9pPr marL="1828800"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9pPr>
          </a:lstStyle>
          <a:p>
            <a:r>
              <a:rPr lang="ko-KR">
                <a:ln>
                  <a:solidFill>
                    <a:srgbClr val="4F81BD">
                      <a:alpha val="0"/>
                    </a:srgbClr>
                  </a:solidFill>
                </a:ln>
                <a:effectLst>
                  <a:glow rad="127000">
                    <a:prstClr val="white"/>
                  </a:glow>
                  <a:outerShdw blurRad="38100" dist="38100" dir="2700000" algn="tl" rotWithShape="0">
                    <a:prstClr val="black">
                      <a:alpha val="40000"/>
                    </a:prstClr>
                  </a:outerShdw>
                </a:effectLst>
                <a:latin typeface="Arial"/>
                <a:ea typeface="Pretendard Black"/>
                <a:cs typeface="Arial"/>
              </a:rPr>
              <a:t>세이퍼존 </a:t>
            </a:r>
            <a:r>
              <a:rPr lang="ko-KR" altLang="en-US">
                <a:ln>
                  <a:solidFill>
                    <a:srgbClr val="4F81BD">
                      <a:alpha val="0"/>
                    </a:srgbClr>
                  </a:solidFill>
                </a:ln>
                <a:effectLst>
                  <a:glow rad="127000">
                    <a:prstClr val="white"/>
                  </a:glow>
                  <a:outerShdw blurRad="38100" dist="38100" dir="2700000" algn="tl" rotWithShape="0">
                    <a:prstClr val="black">
                      <a:alpha val="40000"/>
                    </a:prstClr>
                  </a:outerShdw>
                </a:effectLst>
                <a:latin typeface="Arial"/>
                <a:ea typeface="Pretendard Black"/>
                <a:cs typeface="Arial"/>
              </a:rPr>
              <a:t>(</a:t>
            </a:r>
            <a:r>
              <a:rPr lang="ko-KR" altLang="en-US">
                <a:ln>
                  <a:solidFill>
                    <a:srgbClr val="4F81BD">
                      <a:alpha val="0"/>
                    </a:srgbClr>
                  </a:solidFill>
                </a:ln>
                <a:effectLst>
                  <a:glow rad="127000">
                    <a:prstClr val="white"/>
                  </a:glow>
                  <a:outerShdw blurRad="38100" dist="38100" dir="2700000" algn="tl" rotWithShape="0">
                    <a:prstClr val="black">
                      <a:alpha val="40000"/>
                    </a:prstClr>
                  </a:outerShdw>
                </a:effectLst>
                <a:latin typeface="Arial"/>
                <a:ea typeface="Pretendard Black"/>
              </a:rPr>
              <a:t>Sercan): </a:t>
            </a:r>
            <a:r>
              <a:rPr lang="ko-KR" b="0">
                <a:ln>
                  <a:solidFill>
                    <a:srgbClr val="4F81BD">
                      <a:alpha val="0"/>
                    </a:srgbClr>
                  </a:solidFill>
                </a:ln>
                <a:effectLst>
                  <a:glow rad="127000">
                    <a:prstClr val="white"/>
                  </a:glow>
                  <a:outerShdw blurRad="38100" dist="38100" dir="2700000" algn="tl" rotWithShape="0">
                    <a:prstClr val="black">
                      <a:alpha val="40000"/>
                    </a:prstClr>
                  </a:outerShdw>
                </a:effectLst>
                <a:latin typeface="Arial"/>
                <a:ea typeface="Pretendard Black"/>
              </a:rPr>
              <a:t>D4 AI-specific</a:t>
            </a:r>
            <a:endParaRPr lang="en-US" altLang="ko-KR">
              <a:ln>
                <a:solidFill>
                  <a:srgbClr val="4F81BD">
                    <a:alpha val="0"/>
                  </a:srgbClr>
                </a:solidFill>
              </a:ln>
              <a:effectLst>
                <a:glow rad="127000">
                  <a:prstClr val="white"/>
                </a:glow>
                <a:outerShdw blurRad="38100" dist="38100" dir="2700000" algn="tl" rotWithShape="0">
                  <a:prstClr val="black">
                    <a:alpha val="40000"/>
                  </a:prstClr>
                </a:outerShdw>
              </a:effectLst>
              <a:latin typeface="Pretendard Black"/>
            </a:endParaRPr>
          </a:p>
        </p:txBody>
      </p:sp>
      <p:graphicFrame>
        <p:nvGraphicFramePr>
          <p:cNvPr id="4" name="표 5">
            <a:extLst>
              <a:ext uri="{FF2B5EF4-FFF2-40B4-BE49-F238E27FC236}">
                <a16:creationId xmlns:a16="http://schemas.microsoft.com/office/drawing/2014/main" id="{12B772D7-B604-8AB8-7B87-B8582267DEE1}"/>
              </a:ext>
            </a:extLst>
          </p:cNvPr>
          <p:cNvGraphicFramePr>
            <a:graphicFrameLocks noGrp="1"/>
          </p:cNvGraphicFramePr>
          <p:nvPr/>
        </p:nvGraphicFramePr>
        <p:xfrm>
          <a:off x="510540" y="885190"/>
          <a:ext cx="11049000" cy="6027420"/>
        </p:xfrm>
        <a:graphic>
          <a:graphicData uri="http://schemas.openxmlformats.org/drawingml/2006/table">
            <a:tbl>
              <a:tblPr bandRow="1">
                <a:tableStyleId>{5C22544A-7EE6-4342-B048-85BDC9FD1C3A}</a:tableStyleId>
              </a:tblPr>
              <a:tblGrid>
                <a:gridCol w="762000">
                  <a:extLst>
                    <a:ext uri="{9D8B030D-6E8A-4147-A177-3AD203B41FA5}">
                      <a16:colId xmlns:a16="http://schemas.microsoft.com/office/drawing/2014/main" val="3038921211"/>
                    </a:ext>
                  </a:extLst>
                </a:gridCol>
                <a:gridCol w="3143250">
                  <a:extLst>
                    <a:ext uri="{9D8B030D-6E8A-4147-A177-3AD203B41FA5}">
                      <a16:colId xmlns:a16="http://schemas.microsoft.com/office/drawing/2014/main" val="3481138479"/>
                    </a:ext>
                  </a:extLst>
                </a:gridCol>
                <a:gridCol w="571500">
                  <a:extLst>
                    <a:ext uri="{9D8B030D-6E8A-4147-A177-3AD203B41FA5}">
                      <a16:colId xmlns:a16="http://schemas.microsoft.com/office/drawing/2014/main" val="708176379"/>
                    </a:ext>
                  </a:extLst>
                </a:gridCol>
                <a:gridCol w="6572250">
                  <a:extLst>
                    <a:ext uri="{9D8B030D-6E8A-4147-A177-3AD203B41FA5}">
                      <a16:colId xmlns:a16="http://schemas.microsoft.com/office/drawing/2014/main" val="38139275"/>
                    </a:ext>
                  </a:extLst>
                </a:gridCol>
              </a:tblGrid>
              <a:tr h="323850">
                <a:tc>
                  <a:txBody>
                    <a:bodyPr/>
                    <a:lstStyle/>
                    <a:p>
                      <a:pPr algn="l">
                        <a:buNone/>
                      </a:pPr>
                      <a:r>
                        <a:rPr lang="ko-KR" sz="1200" b="1">
                          <a:solidFill>
                            <a:srgbClr val="144772"/>
                          </a:solidFill>
                          <a:effectLst/>
                          <a:latin typeface="Arial" panose="020B0604020202020204" pitchFamily="34" charset="0"/>
                          <a:ea typeface="Arial" panose="020B0604020202020204" pitchFamily="34" charset="0"/>
                        </a:rPr>
                        <a:t>ID</a:t>
                      </a:r>
                      <a:endParaRPr lang="ko-KR" sz="1200" b="1">
                        <a:solidFill>
                          <a:srgbClr val="144772"/>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DDECF2"/>
                    </a:solidFill>
                  </a:tcPr>
                </a:tc>
                <a:tc>
                  <a:txBody>
                    <a:bodyPr/>
                    <a:lstStyle/>
                    <a:p>
                      <a:pPr algn="l">
                        <a:buNone/>
                      </a:pPr>
                      <a:r>
                        <a:rPr lang="ko-KR" sz="1200" b="1">
                          <a:solidFill>
                            <a:srgbClr val="144772"/>
                          </a:solidFill>
                          <a:effectLst/>
                          <a:latin typeface="Arial" panose="020B0604020202020204" pitchFamily="34" charset="0"/>
                          <a:ea typeface="Arial" panose="020B0604020202020204" pitchFamily="34" charset="0"/>
                        </a:rPr>
                        <a:t>Capability</a:t>
                      </a:r>
                      <a:endParaRPr lang="ko-KR" sz="1200" b="1">
                        <a:solidFill>
                          <a:srgbClr val="144772"/>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DDECF2"/>
                    </a:solidFill>
                  </a:tcPr>
                </a:tc>
                <a:tc>
                  <a:txBody>
                    <a:bodyPr/>
                    <a:lstStyle/>
                    <a:p>
                      <a:pPr algn="l">
                        <a:buNone/>
                      </a:pPr>
                      <a:r>
                        <a:rPr lang="ko-KR" sz="1200" b="1">
                          <a:solidFill>
                            <a:srgbClr val="144772"/>
                          </a:solidFill>
                          <a:effectLst/>
                          <a:latin typeface="Arial" panose="020B0604020202020204" pitchFamily="34" charset="0"/>
                          <a:ea typeface="Arial" panose="020B0604020202020204" pitchFamily="34" charset="0"/>
                        </a:rPr>
                        <a:t>Flag</a:t>
                      </a:r>
                      <a:endParaRPr lang="ko-KR" sz="1200" b="1">
                        <a:solidFill>
                          <a:srgbClr val="144772"/>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DDECF2"/>
                    </a:solidFill>
                  </a:tcPr>
                </a:tc>
                <a:tc>
                  <a:txBody>
                    <a:bodyPr/>
                    <a:lstStyle/>
                    <a:p>
                      <a:pPr algn="l">
                        <a:buNone/>
                      </a:pPr>
                      <a:r>
                        <a:rPr lang="ko-KR" sz="1200" b="1">
                          <a:solidFill>
                            <a:srgbClr val="144772"/>
                          </a:solidFill>
                          <a:effectLst/>
                          <a:latin typeface="Arial" panose="020B0604020202020204" pitchFamily="34" charset="0"/>
                          <a:ea typeface="Arial" panose="020B0604020202020204" pitchFamily="34" charset="0"/>
                        </a:rPr>
                        <a:t>Documented scope and evidence</a:t>
                      </a:r>
                      <a:endParaRPr lang="ko-KR" sz="1200" b="1">
                        <a:solidFill>
                          <a:srgbClr val="144772"/>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DDECF2"/>
                    </a:solidFill>
                  </a:tcPr>
                </a:tc>
                <a:extLst>
                  <a:ext uri="{0D108BD9-81ED-4DB2-BD59-A6C34878D82A}">
                    <a16:rowId xmlns:a16="http://schemas.microsoft.com/office/drawing/2014/main" val="3424166622"/>
                  </a:ext>
                </a:extLst>
              </a:tr>
              <a:tr h="314325">
                <a:tc>
                  <a:txBody>
                    <a:bodyPr/>
                    <a:lstStyle/>
                    <a:p>
                      <a:pPr algn="l">
                        <a:buNone/>
                      </a:pPr>
                      <a:r>
                        <a:rPr lang="ko-KR" sz="1300" b="1">
                          <a:solidFill>
                            <a:srgbClr val="243447"/>
                          </a:solidFill>
                          <a:effectLst/>
                          <a:latin typeface="Arial" panose="020B0604020202020204" pitchFamily="34" charset="0"/>
                          <a:ea typeface="Arial" panose="020B0604020202020204" pitchFamily="34" charset="0"/>
                        </a:rPr>
                        <a:t>D4-01</a:t>
                      </a:r>
                      <a:endParaRPr lang="ko-KR" sz="1300" b="1">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a:solidFill>
                            <a:srgbClr val="243447"/>
                          </a:solidFill>
                          <a:effectLst/>
                          <a:latin typeface="Arial" panose="020B0604020202020204" pitchFamily="34" charset="0"/>
                          <a:ea typeface="Arial" panose="020B0604020202020204" pitchFamily="34" charset="0"/>
                        </a:rPr>
                        <a:t>Typed-prompt inspection</a:t>
                      </a:r>
                      <a:endParaRPr lang="ko-KR" sz="1300">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b="1">
                          <a:solidFill>
                            <a:srgbClr val="136F73"/>
                          </a:solidFill>
                          <a:effectLst/>
                          <a:latin typeface="Arial" panose="020B0604020202020204" pitchFamily="34" charset="0"/>
                          <a:ea typeface="Arial" panose="020B0604020202020204" pitchFamily="34" charset="0"/>
                        </a:rPr>
                        <a:t>●</a:t>
                      </a:r>
                      <a:endParaRPr lang="ko-KR" sz="1300" b="1">
                        <a:solidFill>
                          <a:srgbClr val="136F73"/>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lvl="0" algn="l">
                        <a:buNone/>
                      </a:pPr>
                      <a:r>
                        <a:rPr lang="en-US" altLang="ko-KR" sz="1300" b="0" i="0" u="none" strike="noStrike" noProof="0">
                          <a:solidFill>
                            <a:srgbClr val="243447"/>
                          </a:solidFill>
                          <a:effectLst/>
                          <a:latin typeface="맑은 고딕"/>
                          <a:ea typeface="맑은 고딕"/>
                        </a:rPr>
                        <a:t>SaferZone</a:t>
                      </a:r>
                      <a:r>
                        <a:rPr lang="ko-KR" altLang="en-US" sz="1300" b="0" i="0" u="none" strike="noStrike" noProof="0">
                          <a:solidFill>
                            <a:srgbClr val="243447"/>
                          </a:solidFill>
                          <a:effectLst/>
                          <a:latin typeface="맑은 고딕"/>
                          <a:ea typeface="맑은 고딕"/>
                        </a:rPr>
                        <a:t> </a:t>
                      </a:r>
                      <a:r>
                        <a:rPr lang="en-US" altLang="ko-KR" sz="1300" b="0" i="0" u="none" strike="noStrike" noProof="0">
                          <a:solidFill>
                            <a:srgbClr val="243447"/>
                          </a:solidFill>
                          <a:effectLst/>
                          <a:latin typeface="맑은 고딕"/>
                          <a:ea typeface="맑은 고딕"/>
                        </a:rPr>
                        <a:t>states</a:t>
                      </a:r>
                      <a:r>
                        <a:rPr lang="ko-KR" altLang="en-US" sz="1300" b="0" i="0" u="none" strike="noStrike" noProof="0">
                          <a:solidFill>
                            <a:srgbClr val="243447"/>
                          </a:solidFill>
                          <a:effectLst/>
                          <a:latin typeface="맑은 고딕"/>
                          <a:ea typeface="맑은 고딕"/>
                        </a:rPr>
                        <a:t> </a:t>
                      </a:r>
                      <a:r>
                        <a:rPr lang="en-US" altLang="ko-KR" sz="1300" b="0" i="0" u="none" strike="noStrike" noProof="0">
                          <a:solidFill>
                            <a:srgbClr val="243447"/>
                          </a:solidFill>
                          <a:effectLst/>
                          <a:latin typeface="맑은 고딕"/>
                          <a:ea typeface="맑은 고딕"/>
                        </a:rPr>
                        <a:t>that</a:t>
                      </a:r>
                      <a:r>
                        <a:rPr lang="ko-KR" altLang="en-US" sz="1300" b="0" i="0" u="none" strike="noStrike" noProof="0">
                          <a:solidFill>
                            <a:srgbClr val="243447"/>
                          </a:solidFill>
                          <a:effectLst/>
                          <a:latin typeface="맑은 고딕"/>
                          <a:ea typeface="맑은 고딕"/>
                        </a:rPr>
                        <a:t> </a:t>
                      </a:r>
                      <a:r>
                        <a:rPr lang="en-US" altLang="ko-KR" sz="1300" b="0" i="0" u="none" strike="noStrike" noProof="0">
                          <a:solidFill>
                            <a:srgbClr val="243447"/>
                          </a:solidFill>
                          <a:effectLst/>
                          <a:latin typeface="맑은 고딕"/>
                          <a:ea typeface="맑은 고딕"/>
                        </a:rPr>
                        <a:t>its</a:t>
                      </a:r>
                      <a:r>
                        <a:rPr lang="ko-KR" altLang="en-US" sz="1300" b="0" i="0" u="none" strike="noStrike" noProof="0">
                          <a:solidFill>
                            <a:srgbClr val="243447"/>
                          </a:solidFill>
                          <a:effectLst/>
                          <a:latin typeface="맑은 고딕"/>
                          <a:ea typeface="맑은 고딕"/>
                        </a:rPr>
                        <a:t> </a:t>
                      </a:r>
                      <a:r>
                        <a:rPr lang="en-US" altLang="ko-KR" sz="1300" b="0" i="0" u="none" strike="noStrike" noProof="0">
                          <a:solidFill>
                            <a:srgbClr val="243447"/>
                          </a:solidFill>
                          <a:effectLst/>
                          <a:latin typeface="맑은 고딕"/>
                          <a:ea typeface="맑은 고딕"/>
                        </a:rPr>
                        <a:t>endpoint</a:t>
                      </a:r>
                      <a:r>
                        <a:rPr lang="ko-KR" altLang="en-US" sz="1300" b="0" i="0" u="none" strike="noStrike" noProof="0">
                          <a:solidFill>
                            <a:srgbClr val="243447"/>
                          </a:solidFill>
                          <a:effectLst/>
                          <a:latin typeface="맑은 고딕"/>
                          <a:ea typeface="맑은 고딕"/>
                        </a:rPr>
                        <a:t> </a:t>
                      </a:r>
                      <a:r>
                        <a:rPr lang="en-US" altLang="ko-KR" sz="1300" b="0" i="0" u="none" strike="noStrike" noProof="0">
                          <a:solidFill>
                            <a:srgbClr val="243447"/>
                          </a:solidFill>
                          <a:effectLst/>
                          <a:latin typeface="맑은 고딕"/>
                          <a:ea typeface="맑은 고딕"/>
                        </a:rPr>
                        <a:t>AI-DLP</a:t>
                      </a:r>
                      <a:r>
                        <a:rPr lang="ko-KR" altLang="en-US" sz="1300" b="0" i="0" u="none" strike="noStrike" noProof="0">
                          <a:solidFill>
                            <a:srgbClr val="243447"/>
                          </a:solidFill>
                          <a:effectLst/>
                          <a:latin typeface="맑은 고딕"/>
                          <a:ea typeface="맑은 고딕"/>
                        </a:rPr>
                        <a:t> </a:t>
                      </a:r>
                      <a:r>
                        <a:rPr lang="en-US" altLang="ko-KR" sz="1300" b="0" i="0" u="none" strike="noStrike" noProof="0">
                          <a:solidFill>
                            <a:srgbClr val="243447"/>
                          </a:solidFill>
                          <a:effectLst/>
                          <a:latin typeface="맑은 고딕"/>
                          <a:ea typeface="맑은 고딕"/>
                        </a:rPr>
                        <a:t>inspects</a:t>
                      </a:r>
                      <a:r>
                        <a:rPr lang="ko-KR" sz="1300" b="0" i="0" u="none" strike="noStrike" noProof="0">
                          <a:solidFill>
                            <a:srgbClr val="243447"/>
                          </a:solidFill>
                          <a:effectLst/>
                          <a:latin typeface="맑은 고딕"/>
                          <a:ea typeface="맑은 고딕"/>
                        </a:rPr>
                        <a:t> </a:t>
                      </a:r>
                      <a:r>
                        <a:rPr lang="en-US" altLang="ko-KR" sz="1300" b="0" i="0" u="none" strike="noStrike" noProof="0">
                          <a:solidFill>
                            <a:srgbClr val="243447"/>
                          </a:solidFill>
                          <a:effectLst/>
                          <a:latin typeface="맑은 고딕"/>
                          <a:ea typeface="맑은 고딕"/>
                        </a:rPr>
                        <a:t>content</a:t>
                      </a:r>
                      <a:r>
                        <a:rPr lang="ko-KR" altLang="en-US" sz="1300" b="0" i="0" u="none" strike="noStrike" noProof="0">
                          <a:solidFill>
                            <a:srgbClr val="243447"/>
                          </a:solidFill>
                          <a:effectLst/>
                          <a:latin typeface="맑은 고딕"/>
                          <a:ea typeface="맑은 고딕"/>
                        </a:rPr>
                        <a:t> </a:t>
                      </a:r>
                      <a:r>
                        <a:rPr lang="en-US" altLang="ko-KR" sz="1300" b="0" i="0" u="none" strike="noStrike" noProof="0">
                          <a:solidFill>
                            <a:srgbClr val="243447"/>
                          </a:solidFill>
                          <a:effectLst/>
                          <a:latin typeface="맑은 고딕"/>
                          <a:ea typeface="맑은 고딕"/>
                        </a:rPr>
                        <a:t>entered</a:t>
                      </a:r>
                      <a:r>
                        <a:rPr lang="ko-KR" sz="1300" b="0" i="0" u="none" strike="noStrike" noProof="0">
                          <a:solidFill>
                            <a:srgbClr val="243447"/>
                          </a:solidFill>
                          <a:effectLst/>
                          <a:latin typeface="맑은 고딕"/>
                          <a:ea typeface="맑은 고딕"/>
                        </a:rPr>
                        <a:t> </a:t>
                      </a:r>
                      <a:r>
                        <a:rPr lang="en-US" altLang="ko-KR" sz="1300" b="0" i="0" u="none" strike="noStrike" noProof="0">
                          <a:solidFill>
                            <a:srgbClr val="243447"/>
                          </a:solidFill>
                          <a:effectLst/>
                          <a:latin typeface="맑은 고딕"/>
                          <a:ea typeface="맑은 고딕"/>
                        </a:rPr>
                        <a:t>into</a:t>
                      </a:r>
                      <a:r>
                        <a:rPr lang="ko-KR" altLang="en-US" sz="1300" b="0" i="0" u="none" strike="noStrike" noProof="0">
                          <a:solidFill>
                            <a:srgbClr val="243447"/>
                          </a:solidFill>
                          <a:effectLst/>
                          <a:latin typeface="맑은 고딕"/>
                          <a:ea typeface="맑은 고딕"/>
                        </a:rPr>
                        <a:t> </a:t>
                      </a:r>
                      <a:r>
                        <a:rPr lang="en-US" altLang="ko-KR" sz="1300" b="0" i="0" u="none" strike="noStrike" noProof="0">
                          <a:solidFill>
                            <a:srgbClr val="243447"/>
                          </a:solidFill>
                          <a:effectLst/>
                          <a:latin typeface="맑은 고딕"/>
                          <a:ea typeface="맑은 고딕"/>
                        </a:rPr>
                        <a:t>GenAI</a:t>
                      </a:r>
                      <a:r>
                        <a:rPr lang="ko-KR" sz="1300" b="0" i="0" u="none" strike="noStrike" noProof="0">
                          <a:solidFill>
                            <a:srgbClr val="243447"/>
                          </a:solidFill>
                          <a:effectLst/>
                          <a:latin typeface="맑은 고딕"/>
                          <a:ea typeface="맑은 고딕"/>
                        </a:rPr>
                        <a:t> </a:t>
                      </a:r>
                      <a:r>
                        <a:rPr lang="en-US" altLang="ko-KR" sz="1300" b="0" i="0" u="none" strike="noStrike" noProof="0">
                          <a:solidFill>
                            <a:srgbClr val="243447"/>
                          </a:solidFill>
                          <a:effectLst/>
                          <a:latin typeface="맑은 고딕"/>
                          <a:ea typeface="맑은 고딕"/>
                        </a:rPr>
                        <a:t>services</a:t>
                      </a:r>
                      <a:r>
                        <a:rPr lang="ko-KR" altLang="en-US" sz="1300" b="0" i="0" u="none" strike="noStrike" noProof="0">
                          <a:solidFill>
                            <a:srgbClr val="243447"/>
                          </a:solidFill>
                          <a:effectLst/>
                          <a:latin typeface="맑은 고딕"/>
                          <a:ea typeface="맑은 고딕"/>
                        </a:rPr>
                        <a:t> </a:t>
                      </a:r>
                      <a:r>
                        <a:rPr lang="en-US" altLang="ko-KR" sz="1300" b="0" i="0" u="none" strike="noStrike" noProof="0">
                          <a:solidFill>
                            <a:srgbClr val="243447"/>
                          </a:solidFill>
                          <a:effectLst/>
                          <a:latin typeface="맑은 고딕"/>
                          <a:ea typeface="맑은 고딕"/>
                        </a:rPr>
                        <a:t>and</a:t>
                      </a:r>
                      <a:r>
                        <a:rPr lang="ko-KR" sz="1300" b="0" i="0" u="none" strike="noStrike" noProof="0">
                          <a:solidFill>
                            <a:srgbClr val="243447"/>
                          </a:solidFill>
                          <a:effectLst/>
                          <a:latin typeface="맑은 고딕"/>
                          <a:ea typeface="맑은 고딕"/>
                        </a:rPr>
                        <a:t> </a:t>
                      </a:r>
                      <a:r>
                        <a:rPr lang="en-US" altLang="ko-KR" sz="1300" b="0" i="0" u="none" strike="noStrike" noProof="0">
                          <a:solidFill>
                            <a:srgbClr val="243447"/>
                          </a:solidFill>
                          <a:effectLst/>
                          <a:latin typeface="맑은 고딕"/>
                          <a:ea typeface="맑은 고딕"/>
                        </a:rPr>
                        <a:t>blocks</a:t>
                      </a:r>
                      <a:r>
                        <a:rPr lang="ko-KR" sz="1300" b="0" i="0" u="none" strike="noStrike" noProof="0">
                          <a:solidFill>
                            <a:srgbClr val="243447"/>
                          </a:solidFill>
                          <a:effectLst/>
                          <a:latin typeface="맑은 고딕"/>
                          <a:ea typeface="맑은 고딕"/>
                        </a:rPr>
                        <a:t> </a:t>
                      </a:r>
                      <a:r>
                        <a:rPr lang="en-US" altLang="ko-KR" sz="1300" b="0" i="0" u="none" strike="noStrike" noProof="0">
                          <a:solidFill>
                            <a:srgbClr val="243447"/>
                          </a:solidFill>
                          <a:effectLst/>
                          <a:latin typeface="맑은 고딕"/>
                          <a:ea typeface="맑은 고딕"/>
                        </a:rPr>
                        <a:t>sensitive</a:t>
                      </a:r>
                      <a:r>
                        <a:rPr lang="ko-KR" sz="1300" b="0" i="0" u="none" strike="noStrike" noProof="0">
                          <a:solidFill>
                            <a:srgbClr val="243447"/>
                          </a:solidFill>
                          <a:effectLst/>
                          <a:latin typeface="맑은 고딕"/>
                          <a:ea typeface="맑은 고딕"/>
                        </a:rPr>
                        <a:t>/</a:t>
                      </a:r>
                      <a:r>
                        <a:rPr lang="en-US" altLang="ko-KR" sz="1300" b="0" i="0" u="none" strike="noStrike" noProof="0">
                          <a:solidFill>
                            <a:srgbClr val="243447"/>
                          </a:solidFill>
                          <a:effectLst/>
                          <a:latin typeface="맑은 고딕"/>
                          <a:ea typeface="맑은 고딕"/>
                        </a:rPr>
                        <a:t>confidential</a:t>
                      </a:r>
                      <a:r>
                        <a:rPr lang="ko-KR" sz="1300" b="0" i="0" u="none" strike="noStrike" noProof="0">
                          <a:solidFill>
                            <a:srgbClr val="243447"/>
                          </a:solidFill>
                          <a:effectLst/>
                          <a:latin typeface="맑은 고딕"/>
                          <a:ea typeface="맑은 고딕"/>
                        </a:rPr>
                        <a:t> </a:t>
                      </a:r>
                      <a:r>
                        <a:rPr lang="en-US" altLang="ko-KR" sz="1300" b="0" i="0" u="none" strike="noStrike" noProof="0">
                          <a:solidFill>
                            <a:srgbClr val="243447"/>
                          </a:solidFill>
                          <a:effectLst/>
                          <a:latin typeface="맑은 고딕"/>
                          <a:ea typeface="맑은 고딕"/>
                        </a:rPr>
                        <a:t>information</a:t>
                      </a:r>
                      <a:r>
                        <a:rPr lang="ko-KR" altLang="en-US" sz="1300" b="0" i="0" u="none" strike="noStrike" noProof="0">
                          <a:solidFill>
                            <a:srgbClr val="243447"/>
                          </a:solidFill>
                          <a:effectLst/>
                          <a:latin typeface="맑은 고딕"/>
                          <a:ea typeface="맑은 고딕"/>
                        </a:rPr>
                        <a:t> </a:t>
                      </a:r>
                      <a:r>
                        <a:rPr lang="en-US" altLang="ko-KR" sz="1300" b="0" i="0" u="none" strike="noStrike" noProof="0">
                          <a:solidFill>
                            <a:srgbClr val="243447"/>
                          </a:solidFill>
                          <a:effectLst/>
                          <a:latin typeface="맑은 고딕"/>
                          <a:ea typeface="맑은 고딕"/>
                        </a:rPr>
                        <a:t>before</a:t>
                      </a:r>
                      <a:r>
                        <a:rPr lang="ko-KR" altLang="en-US" sz="1300" b="0" i="0" u="none" strike="noStrike" noProof="0">
                          <a:solidFill>
                            <a:srgbClr val="243447"/>
                          </a:solidFill>
                          <a:effectLst/>
                          <a:latin typeface="맑은 고딕"/>
                          <a:ea typeface="맑은 고딕"/>
                        </a:rPr>
                        <a:t> </a:t>
                      </a:r>
                      <a:r>
                        <a:rPr lang="en-US" altLang="ko-KR" sz="1300" b="0" i="0" u="none" strike="noStrike" noProof="0">
                          <a:solidFill>
                            <a:srgbClr val="243447"/>
                          </a:solidFill>
                          <a:effectLst/>
                          <a:latin typeface="맑은 고딕"/>
                          <a:ea typeface="맑은 고딕"/>
                        </a:rPr>
                        <a:t>transmission</a:t>
                      </a:r>
                      <a:r>
                        <a:rPr lang="ko-KR" sz="1300" b="0" i="0" u="none" strike="noStrike" noProof="0">
                          <a:solidFill>
                            <a:srgbClr val="243447"/>
                          </a:solidFill>
                          <a:effectLst/>
                          <a:latin typeface="맑은 고딕"/>
                          <a:ea typeface="맑은 고딕"/>
                        </a:rPr>
                        <a:t>. [</a:t>
                      </a:r>
                      <a:r>
                        <a:rPr lang="en-US" altLang="ko-KR" sz="1300" b="0" i="0" u="none" strike="noStrike" noProof="0">
                          <a:solidFill>
                            <a:srgbClr val="243447"/>
                          </a:solidFill>
                          <a:effectLst/>
                          <a:latin typeface="맑은 고딕"/>
                          <a:ea typeface="맑은 고딕"/>
                        </a:rPr>
                        <a:t>S1,S2</a:t>
                      </a:r>
                      <a:r>
                        <a:rPr lang="ko-KR" sz="1300" b="0" i="0" u="none" strike="noStrike" noProof="0">
                          <a:solidFill>
                            <a:srgbClr val="243447"/>
                          </a:solidFill>
                          <a:effectLst/>
                          <a:latin typeface="맑은 고딕"/>
                          <a:ea typeface="맑은 고딕"/>
                        </a:rPr>
                        <a:t>]</a:t>
                      </a:r>
                      <a:endParaRPr lang="en-US">
                        <a:latin typeface="맑은 고딕"/>
                        <a:ea typeface="맑은 고딕"/>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562721843"/>
                  </a:ext>
                </a:extLst>
              </a:tr>
              <a:tr h="314325">
                <a:tc>
                  <a:txBody>
                    <a:bodyPr/>
                    <a:lstStyle/>
                    <a:p>
                      <a:pPr algn="l">
                        <a:buNone/>
                      </a:pPr>
                      <a:r>
                        <a:rPr lang="ko-KR" sz="1300" b="1">
                          <a:solidFill>
                            <a:srgbClr val="243447"/>
                          </a:solidFill>
                          <a:effectLst/>
                          <a:latin typeface="Arial" panose="020B0604020202020204" pitchFamily="34" charset="0"/>
                          <a:ea typeface="Arial" panose="020B0604020202020204" pitchFamily="34" charset="0"/>
                        </a:rPr>
                        <a:t>D4-02</a:t>
                      </a:r>
                      <a:endParaRPr lang="ko-KR" sz="1300" b="1">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a:solidFill>
                            <a:srgbClr val="243447"/>
                          </a:solidFill>
                          <a:effectLst/>
                          <a:latin typeface="Arial" panose="020B0604020202020204" pitchFamily="34" charset="0"/>
                          <a:ea typeface="Arial" panose="020B0604020202020204" pitchFamily="34" charset="0"/>
                        </a:rPr>
                        <a:t>AI attachment / image inspection</a:t>
                      </a:r>
                      <a:endParaRPr lang="ko-KR" sz="1300">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b="1">
                          <a:solidFill>
                            <a:srgbClr val="956319"/>
                          </a:solidFill>
                          <a:effectLst/>
                          <a:latin typeface="Arial" panose="020B0604020202020204" pitchFamily="34" charset="0"/>
                          <a:ea typeface="Arial" panose="020B0604020202020204" pitchFamily="34" charset="0"/>
                        </a:rPr>
                        <a:t>◐</a:t>
                      </a:r>
                      <a:endParaRPr lang="ko-KR" sz="1300" b="1">
                        <a:solidFill>
                          <a:srgbClr val="956319"/>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lvl="0" algn="l">
                        <a:buNone/>
                      </a:pPr>
                      <a:r>
                        <a:rPr lang="en-US" altLang="ko-KR" sz="1300" b="0" i="0" u="none" strike="noStrike" noProof="0">
                          <a:solidFill>
                            <a:srgbClr val="243447"/>
                          </a:solidFill>
                          <a:effectLst/>
                          <a:latin typeface="맑은 고딕"/>
                          <a:ea typeface="맑은 고딕"/>
                        </a:rPr>
                        <a:t>Public</a:t>
                      </a:r>
                      <a:r>
                        <a:rPr lang="ko-KR" altLang="en-US" sz="1300" b="0" i="0" u="none" strike="noStrike" noProof="0">
                          <a:solidFill>
                            <a:srgbClr val="243447"/>
                          </a:solidFill>
                          <a:effectLst/>
                          <a:latin typeface="맑은 고딕"/>
                          <a:ea typeface="맑은 고딕"/>
                        </a:rPr>
                        <a:t> </a:t>
                      </a:r>
                      <a:r>
                        <a:rPr lang="en-US" altLang="ko-KR" sz="1300" b="0" i="0" u="none" strike="noStrike" noProof="0">
                          <a:solidFill>
                            <a:srgbClr val="243447"/>
                          </a:solidFill>
                          <a:effectLst/>
                          <a:latin typeface="맑은 고딕"/>
                          <a:ea typeface="맑은 고딕"/>
                        </a:rPr>
                        <a:t>material</a:t>
                      </a:r>
                      <a:r>
                        <a:rPr lang="ko-KR" altLang="en-US" sz="1300" b="0" i="0" u="none" strike="noStrike" noProof="0">
                          <a:solidFill>
                            <a:srgbClr val="243447"/>
                          </a:solidFill>
                          <a:effectLst/>
                          <a:latin typeface="맑은 고딕"/>
                          <a:ea typeface="맑은 고딕"/>
                        </a:rPr>
                        <a:t> </a:t>
                      </a:r>
                      <a:r>
                        <a:rPr lang="en-US" altLang="ko-KR" sz="1300" b="0" i="0" u="none" strike="noStrike" noProof="0">
                          <a:solidFill>
                            <a:srgbClr val="243447"/>
                          </a:solidFill>
                          <a:effectLst/>
                          <a:latin typeface="맑은 고딕"/>
                          <a:ea typeface="맑은 고딕"/>
                        </a:rPr>
                        <a:t>explicitly</a:t>
                      </a:r>
                      <a:r>
                        <a:rPr lang="ko-KR" altLang="en-US" sz="1300" b="0" i="0" u="none" strike="noStrike" noProof="0">
                          <a:solidFill>
                            <a:srgbClr val="243447"/>
                          </a:solidFill>
                          <a:effectLst/>
                          <a:latin typeface="맑은 고딕"/>
                          <a:ea typeface="맑은 고딕"/>
                        </a:rPr>
                        <a:t> </a:t>
                      </a:r>
                      <a:r>
                        <a:rPr lang="en-US" altLang="ko-KR" sz="1300" b="0" i="0" u="none" strike="noStrike" noProof="0">
                          <a:solidFill>
                            <a:srgbClr val="243447"/>
                          </a:solidFill>
                          <a:effectLst/>
                          <a:latin typeface="맑은 고딕"/>
                          <a:ea typeface="맑은 고딕"/>
                        </a:rPr>
                        <a:t>states</a:t>
                      </a:r>
                      <a:r>
                        <a:rPr lang="ko-KR" altLang="en-US" sz="1300" b="0" i="0" u="none" strike="noStrike" noProof="0">
                          <a:solidFill>
                            <a:srgbClr val="243447"/>
                          </a:solidFill>
                          <a:effectLst/>
                          <a:latin typeface="맑은 고딕"/>
                          <a:ea typeface="맑은 고딕"/>
                        </a:rPr>
                        <a:t> </a:t>
                      </a:r>
                      <a:r>
                        <a:rPr lang="en-US" altLang="ko-KR" sz="1300" b="0" i="0" u="none" strike="noStrike" noProof="0">
                          <a:solidFill>
                            <a:srgbClr val="243447"/>
                          </a:solidFill>
                          <a:effectLst/>
                          <a:latin typeface="맑은 고딕"/>
                          <a:ea typeface="맑은 고딕"/>
                        </a:rPr>
                        <a:t>control</a:t>
                      </a:r>
                      <a:r>
                        <a:rPr lang="ko-KR" altLang="en-US" sz="1300" b="0" i="0" u="none" strike="noStrike" noProof="0">
                          <a:solidFill>
                            <a:srgbClr val="243447"/>
                          </a:solidFill>
                          <a:effectLst/>
                          <a:latin typeface="맑은 고딕"/>
                          <a:ea typeface="맑은 고딕"/>
                        </a:rPr>
                        <a:t> </a:t>
                      </a:r>
                      <a:r>
                        <a:rPr lang="en-US" altLang="ko-KR" sz="1300" b="0" i="0" u="none" strike="noStrike" noProof="0">
                          <a:solidFill>
                            <a:srgbClr val="243447"/>
                          </a:solidFill>
                          <a:effectLst/>
                          <a:latin typeface="맑은 고딕"/>
                          <a:ea typeface="맑은 고딕"/>
                        </a:rPr>
                        <a:t>of</a:t>
                      </a:r>
                      <a:r>
                        <a:rPr lang="ko-KR" altLang="en-US" sz="1300" b="0" i="0" u="none" strike="noStrike" noProof="0">
                          <a:solidFill>
                            <a:srgbClr val="243447"/>
                          </a:solidFill>
                          <a:effectLst/>
                          <a:latin typeface="맑은 고딕"/>
                          <a:ea typeface="맑은 고딕"/>
                        </a:rPr>
                        <a:t> </a:t>
                      </a:r>
                      <a:r>
                        <a:rPr lang="en-US" altLang="ko-KR" sz="1300" b="0" i="0" u="none" strike="noStrike" noProof="0">
                          <a:solidFill>
                            <a:srgbClr val="243447"/>
                          </a:solidFill>
                          <a:effectLst/>
                          <a:latin typeface="맑은 고딕"/>
                          <a:ea typeface="맑은 고딕"/>
                        </a:rPr>
                        <a:t>files</a:t>
                      </a:r>
                      <a:r>
                        <a:rPr lang="ko-KR" altLang="en-US" sz="1300" b="0" i="0" u="none" strike="noStrike" noProof="0">
                          <a:solidFill>
                            <a:srgbClr val="243447"/>
                          </a:solidFill>
                          <a:effectLst/>
                          <a:latin typeface="맑은 고딕"/>
                          <a:ea typeface="맑은 고딕"/>
                        </a:rPr>
                        <a:t> </a:t>
                      </a:r>
                      <a:r>
                        <a:rPr lang="en-US" altLang="ko-KR" sz="1300" b="0" i="0" u="none" strike="noStrike" noProof="0">
                          <a:solidFill>
                            <a:srgbClr val="243447"/>
                          </a:solidFill>
                          <a:effectLst/>
                          <a:latin typeface="맑은 고딕"/>
                          <a:ea typeface="맑은 고딕"/>
                        </a:rPr>
                        <a:t>attached</a:t>
                      </a:r>
                      <a:r>
                        <a:rPr lang="ko-KR" altLang="en-US" sz="1300" b="0" i="0" u="none" strike="noStrike" noProof="0">
                          <a:solidFill>
                            <a:srgbClr val="243447"/>
                          </a:solidFill>
                          <a:effectLst/>
                          <a:latin typeface="맑은 고딕"/>
                          <a:ea typeface="맑은 고딕"/>
                        </a:rPr>
                        <a:t> </a:t>
                      </a:r>
                      <a:r>
                        <a:rPr lang="en-US" altLang="ko-KR" sz="1300" b="0" i="0" u="none" strike="noStrike" noProof="0">
                          <a:solidFill>
                            <a:srgbClr val="243447"/>
                          </a:solidFill>
                          <a:effectLst/>
                          <a:latin typeface="맑은 고딕"/>
                          <a:ea typeface="맑은 고딕"/>
                        </a:rPr>
                        <a:t>to</a:t>
                      </a:r>
                      <a:r>
                        <a:rPr lang="ko-KR" altLang="en-US" sz="1300" b="0" i="0" u="none" strike="noStrike" noProof="0">
                          <a:solidFill>
                            <a:srgbClr val="243447"/>
                          </a:solidFill>
                          <a:effectLst/>
                          <a:latin typeface="맑은 고딕"/>
                          <a:ea typeface="맑은 고딕"/>
                        </a:rPr>
                        <a:t> </a:t>
                      </a:r>
                      <a:r>
                        <a:rPr lang="en-US" altLang="ko-KR" sz="1300" b="0" i="0" u="none" strike="noStrike" noProof="0">
                          <a:solidFill>
                            <a:srgbClr val="243447"/>
                          </a:solidFill>
                          <a:effectLst/>
                          <a:latin typeface="맑은 고딕"/>
                          <a:ea typeface="맑은 고딕"/>
                        </a:rPr>
                        <a:t>GenAI</a:t>
                      </a:r>
                      <a:r>
                        <a:rPr lang="ko-KR" sz="1300" b="0" i="0" u="none" strike="noStrike" noProof="0">
                          <a:solidFill>
                            <a:srgbClr val="243447"/>
                          </a:solidFill>
                          <a:effectLst/>
                          <a:latin typeface="맑은 고딕"/>
                          <a:ea typeface="맑은 고딕"/>
                        </a:rPr>
                        <a:t> </a:t>
                      </a:r>
                      <a:r>
                        <a:rPr lang="en-US" altLang="ko-KR" sz="1300" b="0" i="0" u="none" strike="noStrike" noProof="0">
                          <a:solidFill>
                            <a:srgbClr val="243447"/>
                          </a:solidFill>
                          <a:effectLst/>
                          <a:latin typeface="맑은 고딕"/>
                          <a:ea typeface="맑은 고딕"/>
                        </a:rPr>
                        <a:t>services.</a:t>
                      </a:r>
                      <a:r>
                        <a:rPr lang="ko-KR" altLang="en-US" sz="1300" b="0" i="0" u="none" strike="noStrike" noProof="0">
                          <a:solidFill>
                            <a:srgbClr val="243447"/>
                          </a:solidFill>
                          <a:effectLst/>
                          <a:latin typeface="맑은 고딕"/>
                          <a:ea typeface="맑은 고딕"/>
                        </a:rPr>
                        <a:t> </a:t>
                      </a:r>
                      <a:r>
                        <a:rPr lang="en-US" altLang="ko-KR" sz="1300" b="0" i="0" u="none" strike="noStrike" noProof="0">
                          <a:solidFill>
                            <a:srgbClr val="243447"/>
                          </a:solidFill>
                          <a:effectLst/>
                          <a:latin typeface="맑은 고딕"/>
                          <a:ea typeface="맑은 고딕"/>
                        </a:rPr>
                        <a:t>Image/OCR</a:t>
                      </a:r>
                      <a:r>
                        <a:rPr lang="ko-KR" altLang="en-US" sz="1300" b="0" i="0" u="none" strike="noStrike" noProof="0">
                          <a:solidFill>
                            <a:srgbClr val="243447"/>
                          </a:solidFill>
                          <a:effectLst/>
                          <a:latin typeface="맑은 고딕"/>
                          <a:ea typeface="맑은 고딕"/>
                        </a:rPr>
                        <a:t> </a:t>
                      </a:r>
                      <a:r>
                        <a:rPr lang="en-US" altLang="ko-KR" sz="1300" b="0" i="0" u="none" strike="noStrike" noProof="0">
                          <a:solidFill>
                            <a:srgbClr val="243447"/>
                          </a:solidFill>
                          <a:effectLst/>
                          <a:latin typeface="맑은 고딕"/>
                          <a:ea typeface="맑은 고딕"/>
                        </a:rPr>
                        <a:t>inspection</a:t>
                      </a:r>
                      <a:r>
                        <a:rPr lang="ko-KR" altLang="en-US" sz="1300" b="0" i="0" u="none" strike="noStrike" noProof="0">
                          <a:solidFill>
                            <a:srgbClr val="243447"/>
                          </a:solidFill>
                          <a:effectLst/>
                          <a:latin typeface="맑은 고딕"/>
                          <a:ea typeface="맑은 고딕"/>
                        </a:rPr>
                        <a:t> </a:t>
                      </a:r>
                      <a:r>
                        <a:rPr lang="en-US" altLang="ko-KR" sz="1300" b="0" i="0" u="none" strike="noStrike" noProof="0">
                          <a:solidFill>
                            <a:srgbClr val="243447"/>
                          </a:solidFill>
                          <a:effectLst/>
                          <a:latin typeface="맑은 고딕"/>
                          <a:ea typeface="맑은 고딕"/>
                        </a:rPr>
                        <a:t>on</a:t>
                      </a:r>
                      <a:r>
                        <a:rPr lang="ko-KR" altLang="en-US" sz="1300" b="0" i="0" u="none" strike="noStrike" noProof="0">
                          <a:solidFill>
                            <a:srgbClr val="243447"/>
                          </a:solidFill>
                          <a:effectLst/>
                          <a:latin typeface="맑은 고딕"/>
                          <a:ea typeface="맑은 고딕"/>
                        </a:rPr>
                        <a:t> </a:t>
                      </a:r>
                      <a:r>
                        <a:rPr lang="en-US" altLang="ko-KR" sz="1300" b="0" i="0" u="none" strike="noStrike" noProof="0">
                          <a:solidFill>
                            <a:srgbClr val="243447"/>
                          </a:solidFill>
                          <a:effectLst/>
                          <a:latin typeface="맑은 고딕"/>
                          <a:ea typeface="맑은 고딕"/>
                        </a:rPr>
                        <a:t>the</a:t>
                      </a:r>
                      <a:r>
                        <a:rPr lang="ko-KR" altLang="en-US" sz="1300" b="0" i="0" u="none" strike="noStrike" noProof="0">
                          <a:solidFill>
                            <a:srgbClr val="243447"/>
                          </a:solidFill>
                          <a:effectLst/>
                          <a:latin typeface="맑은 고딕"/>
                          <a:ea typeface="맑은 고딕"/>
                        </a:rPr>
                        <a:t> </a:t>
                      </a:r>
                      <a:r>
                        <a:rPr lang="en-US" altLang="ko-KR" sz="1300" b="0" i="0" u="none" strike="noStrike" noProof="0">
                          <a:solidFill>
                            <a:srgbClr val="243447"/>
                          </a:solidFill>
                          <a:effectLst/>
                          <a:latin typeface="맑은 고딕"/>
                          <a:ea typeface="맑은 고딕"/>
                        </a:rPr>
                        <a:t>AI-upload</a:t>
                      </a:r>
                      <a:r>
                        <a:rPr lang="ko-KR" altLang="en-US" sz="1300" b="0" i="0" u="none" strike="noStrike" noProof="0">
                          <a:solidFill>
                            <a:srgbClr val="243447"/>
                          </a:solidFill>
                          <a:effectLst/>
                          <a:latin typeface="맑은 고딕"/>
                          <a:ea typeface="맑은 고딕"/>
                        </a:rPr>
                        <a:t> </a:t>
                      </a:r>
                      <a:r>
                        <a:rPr lang="en-US" altLang="ko-KR" sz="1300" b="0" i="0" u="none" strike="noStrike" noProof="0">
                          <a:solidFill>
                            <a:srgbClr val="243447"/>
                          </a:solidFill>
                          <a:effectLst/>
                          <a:latin typeface="맑은 고딕"/>
                          <a:ea typeface="맑은 고딕"/>
                        </a:rPr>
                        <a:t>path</a:t>
                      </a:r>
                      <a:r>
                        <a:rPr lang="ko-KR" altLang="en-US" sz="1300" b="0" i="0" u="none" strike="noStrike" noProof="0">
                          <a:solidFill>
                            <a:srgbClr val="243447"/>
                          </a:solidFill>
                          <a:effectLst/>
                          <a:latin typeface="맑은 고딕"/>
                          <a:ea typeface="맑은 고딕"/>
                        </a:rPr>
                        <a:t> </a:t>
                      </a:r>
                      <a:r>
                        <a:rPr lang="en-US" altLang="ko-KR" sz="1300" b="0" i="0" u="none" strike="noStrike" noProof="0">
                          <a:solidFill>
                            <a:srgbClr val="243447"/>
                          </a:solidFill>
                          <a:effectLst/>
                          <a:latin typeface="맑은 고딕"/>
                          <a:ea typeface="맑은 고딕"/>
                        </a:rPr>
                        <a:t>was</a:t>
                      </a:r>
                      <a:r>
                        <a:rPr lang="ko-KR" altLang="en-US" sz="1300" b="0" i="0" u="none" strike="noStrike" noProof="0">
                          <a:solidFill>
                            <a:srgbClr val="243447"/>
                          </a:solidFill>
                          <a:effectLst/>
                          <a:latin typeface="맑은 고딕"/>
                          <a:ea typeface="맑은 고딕"/>
                        </a:rPr>
                        <a:t> </a:t>
                      </a:r>
                      <a:r>
                        <a:rPr lang="en-US" altLang="ko-KR" sz="1300" b="0" i="0" u="none" strike="noStrike" noProof="0">
                          <a:solidFill>
                            <a:srgbClr val="243447"/>
                          </a:solidFill>
                          <a:effectLst/>
                          <a:latin typeface="맑은 고딕"/>
                          <a:ea typeface="맑은 고딕"/>
                        </a:rPr>
                        <a:t>not</a:t>
                      </a:r>
                      <a:r>
                        <a:rPr lang="ko-KR" altLang="en-US" sz="1300" b="0" i="0" u="none" strike="noStrike" noProof="0">
                          <a:solidFill>
                            <a:srgbClr val="243447"/>
                          </a:solidFill>
                          <a:effectLst/>
                          <a:latin typeface="맑은 고딕"/>
                          <a:ea typeface="맑은 고딕"/>
                        </a:rPr>
                        <a:t> </a:t>
                      </a:r>
                      <a:r>
                        <a:rPr lang="en-US" altLang="ko-KR" sz="1300" b="0" i="0" u="none" strike="noStrike" noProof="0">
                          <a:solidFill>
                            <a:srgbClr val="243447"/>
                          </a:solidFill>
                          <a:effectLst/>
                          <a:latin typeface="맑은 고딕"/>
                          <a:ea typeface="맑은 고딕"/>
                        </a:rPr>
                        <a:t>clearly</a:t>
                      </a:r>
                      <a:r>
                        <a:rPr lang="ko-KR" altLang="en-US" sz="1300" b="0" i="0" u="none" strike="noStrike" noProof="0">
                          <a:solidFill>
                            <a:srgbClr val="243447"/>
                          </a:solidFill>
                          <a:effectLst/>
                          <a:latin typeface="맑은 고딕"/>
                          <a:ea typeface="맑은 고딕"/>
                        </a:rPr>
                        <a:t> </a:t>
                      </a:r>
                      <a:r>
                        <a:rPr lang="en-US" altLang="ko-KR" sz="1300" b="0" i="0" u="none" strike="noStrike" noProof="0">
                          <a:solidFill>
                            <a:srgbClr val="243447"/>
                          </a:solidFill>
                          <a:effectLst/>
                          <a:latin typeface="맑은 고딕"/>
                          <a:ea typeface="맑은 고딕"/>
                        </a:rPr>
                        <a:t>established.</a:t>
                      </a:r>
                      <a:r>
                        <a:rPr lang="ko-KR" sz="1300" b="0" i="0" u="none" strike="noStrike" noProof="0">
                          <a:solidFill>
                            <a:srgbClr val="243447"/>
                          </a:solidFill>
                          <a:effectLst/>
                          <a:latin typeface="맑은 고딕"/>
                          <a:ea typeface="맑은 고딕"/>
                        </a:rPr>
                        <a:t> </a:t>
                      </a:r>
                      <a:r>
                        <a:rPr lang="en-US" altLang="ko-KR" sz="1300" b="0" i="0" u="none" strike="noStrike" noProof="0">
                          <a:solidFill>
                            <a:srgbClr val="243447"/>
                          </a:solidFill>
                          <a:effectLst/>
                          <a:latin typeface="맑은 고딕"/>
                          <a:ea typeface="맑은 고딕"/>
                        </a:rPr>
                        <a:t>[S2</a:t>
                      </a:r>
                      <a:r>
                        <a:rPr lang="ko-KR" sz="1300" b="0" i="0" u="none" strike="noStrike" noProof="0">
                          <a:solidFill>
                            <a:srgbClr val="243447"/>
                          </a:solidFill>
                          <a:effectLst/>
                          <a:latin typeface="맑은 고딕"/>
                          <a:ea typeface="맑은 고딕"/>
                        </a:rPr>
                        <a:t>]</a:t>
                      </a:r>
                      <a:endParaRPr lang="en-US">
                        <a:latin typeface="맑은 고딕"/>
                        <a:ea typeface="맑은 고딕"/>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3293814824"/>
                  </a:ext>
                </a:extLst>
              </a:tr>
              <a:tr h="314325">
                <a:tc>
                  <a:txBody>
                    <a:bodyPr/>
                    <a:lstStyle/>
                    <a:p>
                      <a:pPr algn="l">
                        <a:buNone/>
                      </a:pPr>
                      <a:r>
                        <a:rPr lang="ko-KR" sz="1300" b="1">
                          <a:solidFill>
                            <a:srgbClr val="243447"/>
                          </a:solidFill>
                          <a:effectLst/>
                          <a:latin typeface="Arial" panose="020B0604020202020204" pitchFamily="34" charset="0"/>
                          <a:ea typeface="Arial" panose="020B0604020202020204" pitchFamily="34" charset="0"/>
                        </a:rPr>
                        <a:t>D4-03</a:t>
                      </a:r>
                      <a:endParaRPr lang="ko-KR" sz="1300" b="1">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a:solidFill>
                            <a:srgbClr val="243447"/>
                          </a:solidFill>
                          <a:effectLst/>
                          <a:latin typeface="Arial" panose="020B0604020202020204" pitchFamily="34" charset="0"/>
                          <a:ea typeface="Arial" panose="020B0604020202020204" pitchFamily="34" charset="0"/>
                        </a:rPr>
                        <a:t>AI response inspection / filtering</a:t>
                      </a:r>
                      <a:endParaRPr lang="ko-KR" sz="1300">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en-US" altLang="ko-KR" sz="1300" b="1">
                          <a:solidFill>
                            <a:srgbClr val="136F73"/>
                          </a:solidFill>
                          <a:effectLst/>
                          <a:latin typeface="Arial"/>
                        </a:rPr>
                        <a:t>?</a:t>
                      </a:r>
                      <a:endParaRPr lang="ko-KR" sz="1300" b="1">
                        <a:solidFill>
                          <a:srgbClr val="136F73"/>
                        </a:solidFill>
                        <a:effectLst/>
                        <a:latin typeface="Arial"/>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lvl="0" algn="l">
                        <a:buNone/>
                      </a:pPr>
                      <a:r>
                        <a:rPr lang="en-US" altLang="ko-KR" sz="1300" b="0" i="0" u="none" strike="noStrike" noProof="0">
                          <a:solidFill>
                            <a:srgbClr val="243447"/>
                          </a:solidFill>
                          <a:effectLst/>
                          <a:latin typeface="맑은 고딕"/>
                          <a:ea typeface="맑은 고딕"/>
                        </a:rPr>
                        <a:t>Reviewed</a:t>
                      </a:r>
                      <a:r>
                        <a:rPr lang="ko-KR" sz="1300" b="0" i="0" u="none" strike="noStrike" noProof="0">
                          <a:solidFill>
                            <a:srgbClr val="243447"/>
                          </a:solidFill>
                          <a:effectLst/>
                          <a:latin typeface="맑은 고딕"/>
                          <a:ea typeface="맑은 고딕"/>
                        </a:rPr>
                        <a:t> </a:t>
                      </a:r>
                      <a:r>
                        <a:rPr lang="en-US" altLang="ko-KR" sz="1300" b="0" i="0" u="none" strike="noStrike" noProof="0">
                          <a:solidFill>
                            <a:srgbClr val="243447"/>
                          </a:solidFill>
                          <a:effectLst/>
                          <a:latin typeface="맑은 고딕"/>
                          <a:ea typeface="맑은 고딕"/>
                        </a:rPr>
                        <a:t>material</a:t>
                      </a:r>
                      <a:r>
                        <a:rPr lang="ko-KR" altLang="en-US" sz="1300" b="0" i="0" u="none" strike="noStrike" noProof="0">
                          <a:solidFill>
                            <a:srgbClr val="243447"/>
                          </a:solidFill>
                          <a:effectLst/>
                          <a:latin typeface="맑은 고딕"/>
                          <a:ea typeface="맑은 고딕"/>
                        </a:rPr>
                        <a:t> </a:t>
                      </a:r>
                      <a:r>
                        <a:rPr lang="ko-KR" sz="1300" b="0" i="0" u="none" strike="noStrike" noProof="0">
                          <a:solidFill>
                            <a:srgbClr val="243447"/>
                          </a:solidFill>
                          <a:effectLst/>
                          <a:latin typeface="맑은 고딕"/>
                          <a:ea typeface="맑은 고딕"/>
                        </a:rPr>
                        <a:t>focuses</a:t>
                      </a:r>
                      <a:r>
                        <a:rPr lang="ko-KR" altLang="en-US" sz="1300" b="0" i="0" u="none" strike="noStrike" noProof="0">
                          <a:solidFill>
                            <a:srgbClr val="243447"/>
                          </a:solidFill>
                          <a:effectLst/>
                          <a:latin typeface="맑은 고딕"/>
                          <a:ea typeface="맑은 고딕"/>
                        </a:rPr>
                        <a:t> </a:t>
                      </a:r>
                      <a:r>
                        <a:rPr lang="ko-KR" sz="1300" b="0" i="0" u="none" strike="noStrike" noProof="0">
                          <a:solidFill>
                            <a:srgbClr val="243447"/>
                          </a:solidFill>
                          <a:effectLst/>
                          <a:latin typeface="맑은 고딕"/>
                          <a:ea typeface="맑은 고딕"/>
                        </a:rPr>
                        <a:t>on</a:t>
                      </a:r>
                      <a:r>
                        <a:rPr lang="ko-KR" altLang="en-US" sz="1300" b="0" i="0" u="none" strike="noStrike" noProof="0">
                          <a:solidFill>
                            <a:srgbClr val="243447"/>
                          </a:solidFill>
                          <a:effectLst/>
                          <a:latin typeface="맑은 고딕"/>
                          <a:ea typeface="맑은 고딕"/>
                        </a:rPr>
                        <a:t> </a:t>
                      </a:r>
                      <a:r>
                        <a:rPr lang="ko-KR" sz="1300" b="1" i="0" u="none" strike="noStrike" noProof="0">
                          <a:solidFill>
                            <a:srgbClr val="243447"/>
                          </a:solidFill>
                          <a:effectLst/>
                          <a:latin typeface="맑은 고딕"/>
                          <a:ea typeface="맑은 고딕"/>
                        </a:rPr>
                        <a:t>outbound</a:t>
                      </a:r>
                      <a:r>
                        <a:rPr lang="ko-KR" altLang="en-US" sz="1300" b="1" i="0" u="none" strike="noStrike" noProof="0">
                          <a:solidFill>
                            <a:srgbClr val="243447"/>
                          </a:solidFill>
                          <a:effectLst/>
                          <a:latin typeface="맑은 고딕"/>
                          <a:ea typeface="맑은 고딕"/>
                        </a:rPr>
                        <a:t> </a:t>
                      </a:r>
                      <a:r>
                        <a:rPr lang="en-US" altLang="ko-KR" sz="1300" b="1" i="0" u="none" strike="noStrike" noProof="0">
                          <a:solidFill>
                            <a:srgbClr val="243447"/>
                          </a:solidFill>
                          <a:effectLst/>
                          <a:latin typeface="맑은 고딕"/>
                          <a:ea typeface="맑은 고딕"/>
                        </a:rPr>
                        <a:t>user</a:t>
                      </a:r>
                      <a:r>
                        <a:rPr lang="ko-KR" sz="1300" b="1" i="0" u="none" strike="noStrike" noProof="0">
                          <a:solidFill>
                            <a:srgbClr val="243447"/>
                          </a:solidFill>
                          <a:effectLst/>
                          <a:latin typeface="맑은 고딕"/>
                          <a:ea typeface="맑은 고딕"/>
                        </a:rPr>
                        <a:t> </a:t>
                      </a:r>
                      <a:r>
                        <a:rPr lang="en-US" altLang="ko-KR" sz="1300" b="1" i="0" u="none" strike="noStrike" noProof="0">
                          <a:solidFill>
                            <a:srgbClr val="243447"/>
                          </a:solidFill>
                          <a:effectLst/>
                          <a:latin typeface="맑은 고딕"/>
                          <a:ea typeface="맑은 고딕"/>
                        </a:rPr>
                        <a:t>input</a:t>
                      </a:r>
                      <a:r>
                        <a:rPr lang="ko-KR" altLang="en-US" sz="1300" b="1" i="0" u="none" strike="noStrike" noProof="0">
                          <a:solidFill>
                            <a:srgbClr val="243447"/>
                          </a:solidFill>
                          <a:effectLst/>
                          <a:latin typeface="맑은 고딕"/>
                          <a:ea typeface="맑은 고딕"/>
                        </a:rPr>
                        <a:t> </a:t>
                      </a:r>
                      <a:r>
                        <a:rPr lang="en-US" altLang="ko-KR" sz="1300" b="1" i="0" u="none" strike="noStrike" noProof="0">
                          <a:solidFill>
                            <a:srgbClr val="243447"/>
                          </a:solidFill>
                          <a:effectLst/>
                          <a:latin typeface="맑은 고딕"/>
                          <a:ea typeface="맑은 고딕"/>
                        </a:rPr>
                        <a:t>and</a:t>
                      </a:r>
                      <a:r>
                        <a:rPr lang="ko-KR" sz="1300" b="1" i="0" u="none" strike="noStrike" noProof="0">
                          <a:solidFill>
                            <a:srgbClr val="243447"/>
                          </a:solidFill>
                          <a:effectLst/>
                          <a:latin typeface="맑은 고딕"/>
                          <a:ea typeface="맑은 고딕"/>
                        </a:rPr>
                        <a:t> attachments</a:t>
                      </a:r>
                      <a:r>
                        <a:rPr lang="en-US" altLang="ko-KR" sz="1300" b="0" i="0" u="none" strike="noStrike" noProof="0">
                          <a:solidFill>
                            <a:srgbClr val="243447"/>
                          </a:solidFill>
                          <a:effectLst/>
                          <a:latin typeface="맑은 고딕"/>
                          <a:ea typeface="맑은 고딕"/>
                        </a:rPr>
                        <a:t>.</a:t>
                      </a:r>
                      <a:r>
                        <a:rPr lang="ko-KR" altLang="en-US" sz="1300" b="0" i="0" u="none" strike="noStrike" noProof="0">
                          <a:solidFill>
                            <a:srgbClr val="243447"/>
                          </a:solidFill>
                          <a:effectLst/>
                          <a:latin typeface="맑은 고딕"/>
                          <a:ea typeface="맑은 고딕"/>
                        </a:rPr>
                        <a:t> </a:t>
                      </a:r>
                      <a:r>
                        <a:rPr lang="en-US" altLang="ko-KR" sz="1300" b="0" i="0" u="none" strike="noStrike" noProof="0">
                          <a:solidFill>
                            <a:srgbClr val="243447"/>
                          </a:solidFill>
                          <a:effectLst/>
                          <a:latin typeface="맑은 고딕"/>
                          <a:ea typeface="맑은 고딕"/>
                        </a:rPr>
                        <a:t>Response-side</a:t>
                      </a:r>
                      <a:r>
                        <a:rPr lang="ko-KR" altLang="en-US" sz="1300" b="0" i="0" u="none" strike="noStrike" noProof="0">
                          <a:solidFill>
                            <a:srgbClr val="243447"/>
                          </a:solidFill>
                          <a:effectLst/>
                          <a:latin typeface="맑은 고딕"/>
                          <a:ea typeface="맑은 고딕"/>
                        </a:rPr>
                        <a:t> </a:t>
                      </a:r>
                      <a:r>
                        <a:rPr lang="ko-KR" sz="1300" b="0" i="0" u="none" strike="noStrike" noProof="0">
                          <a:solidFill>
                            <a:srgbClr val="243447"/>
                          </a:solidFill>
                          <a:effectLst/>
                          <a:latin typeface="맑은 고딕"/>
                          <a:ea typeface="맑은 고딕"/>
                        </a:rPr>
                        <a:t>inspection</a:t>
                      </a:r>
                      <a:r>
                        <a:rPr lang="en-US" altLang="ko-KR" sz="1300" b="0" i="0" u="none" strike="noStrike" noProof="0">
                          <a:solidFill>
                            <a:srgbClr val="243447"/>
                          </a:solidFill>
                          <a:effectLst/>
                          <a:latin typeface="맑은 고딕"/>
                          <a:ea typeface="맑은 고딕"/>
                        </a:rPr>
                        <a:t>/blocking</a:t>
                      </a:r>
                      <a:r>
                        <a:rPr lang="ko-KR" altLang="en-US" sz="1300" b="0" i="0" u="none" strike="noStrike" noProof="0">
                          <a:solidFill>
                            <a:srgbClr val="243447"/>
                          </a:solidFill>
                          <a:effectLst/>
                          <a:latin typeface="맑은 고딕"/>
                          <a:ea typeface="맑은 고딕"/>
                        </a:rPr>
                        <a:t> </a:t>
                      </a:r>
                      <a:r>
                        <a:rPr lang="en-US" altLang="ko-KR" sz="1300" b="0" i="0" u="none" strike="noStrike" noProof="0">
                          <a:solidFill>
                            <a:srgbClr val="243447"/>
                          </a:solidFill>
                          <a:effectLst/>
                          <a:latin typeface="맑은 고딕"/>
                          <a:ea typeface="맑은 고딕"/>
                        </a:rPr>
                        <a:t>was</a:t>
                      </a:r>
                      <a:r>
                        <a:rPr lang="ko-KR" altLang="en-US" sz="1300" b="0" i="0" u="none" strike="noStrike" noProof="0">
                          <a:solidFill>
                            <a:srgbClr val="243447"/>
                          </a:solidFill>
                          <a:effectLst/>
                          <a:latin typeface="맑은 고딕"/>
                          <a:ea typeface="맑은 고딕"/>
                        </a:rPr>
                        <a:t> </a:t>
                      </a:r>
                      <a:r>
                        <a:rPr lang="en-US" altLang="ko-KR" sz="1300" b="0" i="0" u="none" strike="noStrike" noProof="0">
                          <a:solidFill>
                            <a:srgbClr val="243447"/>
                          </a:solidFill>
                          <a:effectLst/>
                          <a:latin typeface="맑은 고딕"/>
                          <a:ea typeface="맑은 고딕"/>
                        </a:rPr>
                        <a:t>not</a:t>
                      </a:r>
                      <a:r>
                        <a:rPr lang="ko-KR" sz="1300" b="0" i="0" u="none" strike="noStrike" noProof="0">
                          <a:solidFill>
                            <a:srgbClr val="243447"/>
                          </a:solidFill>
                          <a:effectLst/>
                          <a:latin typeface="맑은 고딕"/>
                          <a:ea typeface="맑은 고딕"/>
                        </a:rPr>
                        <a:t> </a:t>
                      </a:r>
                      <a:r>
                        <a:rPr lang="en-US" altLang="ko-KR" sz="1300" b="0" i="0" u="none" strike="noStrike" noProof="0">
                          <a:solidFill>
                            <a:srgbClr val="243447"/>
                          </a:solidFill>
                          <a:effectLst/>
                          <a:latin typeface="맑은 고딕"/>
                          <a:ea typeface="맑은 고딕"/>
                        </a:rPr>
                        <a:t>verified</a:t>
                      </a:r>
                      <a:r>
                        <a:rPr lang="ko-KR" sz="1300" b="0" i="0" u="none" strike="noStrike" noProof="0">
                          <a:solidFill>
                            <a:srgbClr val="243447"/>
                          </a:solidFill>
                          <a:effectLst/>
                          <a:latin typeface="맑은 고딕"/>
                          <a:ea typeface="맑은 고딕"/>
                        </a:rPr>
                        <a:t>.</a:t>
                      </a:r>
                      <a:endParaRPr lang="en-US">
                        <a:latin typeface="맑은 고딕"/>
                        <a:ea typeface="맑은 고딕"/>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152097931"/>
                  </a:ext>
                </a:extLst>
              </a:tr>
              <a:tr h="504825">
                <a:tc>
                  <a:txBody>
                    <a:bodyPr/>
                    <a:lstStyle/>
                    <a:p>
                      <a:pPr algn="l">
                        <a:buNone/>
                      </a:pPr>
                      <a:r>
                        <a:rPr lang="ko-KR" sz="1300" b="1">
                          <a:solidFill>
                            <a:srgbClr val="243447"/>
                          </a:solidFill>
                          <a:effectLst/>
                          <a:latin typeface="Arial" panose="020B0604020202020204" pitchFamily="34" charset="0"/>
                          <a:ea typeface="Arial" panose="020B0604020202020204" pitchFamily="34" charset="0"/>
                        </a:rPr>
                        <a:t>D4-04</a:t>
                      </a:r>
                      <a:endParaRPr lang="ko-KR" sz="1300" b="1">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a:solidFill>
                            <a:srgbClr val="243447"/>
                          </a:solidFill>
                          <a:effectLst/>
                          <a:latin typeface="Arial" panose="020B0604020202020204" pitchFamily="34" charset="0"/>
                          <a:ea typeface="Arial" panose="020B0604020202020204" pitchFamily="34" charset="0"/>
                        </a:rPr>
                        <a:t>Prompt injection / jailbreak detection</a:t>
                      </a:r>
                      <a:endParaRPr lang="ko-KR" sz="1300">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b="1">
                          <a:solidFill>
                            <a:srgbClr val="5E6C7A"/>
                          </a:solidFill>
                          <a:effectLst/>
                          <a:latin typeface="Arial" panose="020B0604020202020204" pitchFamily="34" charset="0"/>
                          <a:ea typeface="Arial" panose="020B0604020202020204" pitchFamily="34" charset="0"/>
                        </a:rPr>
                        <a:t>?</a:t>
                      </a:r>
                      <a:endParaRPr lang="ko-KR" sz="1300" b="1">
                        <a:solidFill>
                          <a:srgbClr val="5E6C7A"/>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lvl="0" algn="l">
                        <a:buNone/>
                      </a:pPr>
                      <a:r>
                        <a:rPr lang="ko-KR" sz="1300" b="0" i="0" u="none" strike="noStrike" noProof="0">
                          <a:solidFill>
                            <a:srgbClr val="243447"/>
                          </a:solidFill>
                          <a:effectLst/>
                          <a:latin typeface="맑은 고딕"/>
                          <a:ea typeface="맑은 고딕"/>
                        </a:rPr>
                        <a:t>No explicit </a:t>
                      </a:r>
                      <a:r>
                        <a:rPr lang="en-US" altLang="ko-KR" sz="1300" b="0" i="0" u="none" strike="noStrike" noProof="0">
                          <a:solidFill>
                            <a:srgbClr val="243447"/>
                          </a:solidFill>
                          <a:effectLst/>
                          <a:latin typeface="맑은 고딕"/>
                          <a:ea typeface="맑은 고딕"/>
                        </a:rPr>
                        <a:t>prompt-injection</a:t>
                      </a:r>
                      <a:r>
                        <a:rPr lang="ko-KR" sz="1300" b="0" i="0" u="none" strike="noStrike" noProof="0">
                          <a:solidFill>
                            <a:srgbClr val="243447"/>
                          </a:solidFill>
                          <a:effectLst/>
                          <a:latin typeface="맑은 고딕"/>
                          <a:ea typeface="맑은 고딕"/>
                        </a:rPr>
                        <a:t> </a:t>
                      </a:r>
                      <a:r>
                        <a:rPr lang="en-US" altLang="ko-KR" sz="1300" b="0" i="0" u="none" strike="noStrike" noProof="0">
                          <a:solidFill>
                            <a:srgbClr val="243447"/>
                          </a:solidFill>
                          <a:effectLst/>
                          <a:latin typeface="맑은 고딕"/>
                          <a:ea typeface="맑은 고딕"/>
                        </a:rPr>
                        <a:t>or</a:t>
                      </a:r>
                      <a:r>
                        <a:rPr lang="ko-KR" sz="1300" b="0" i="0" u="none" strike="noStrike" noProof="0">
                          <a:solidFill>
                            <a:srgbClr val="243447"/>
                          </a:solidFill>
                          <a:effectLst/>
                          <a:latin typeface="맑은 고딕"/>
                          <a:ea typeface="맑은 고딕"/>
                        </a:rPr>
                        <a:t> </a:t>
                      </a:r>
                      <a:r>
                        <a:rPr lang="en-US" altLang="ko-KR" sz="1300" b="0" i="0" u="none" strike="noStrike" noProof="0">
                          <a:solidFill>
                            <a:srgbClr val="243447"/>
                          </a:solidFill>
                          <a:effectLst/>
                          <a:latin typeface="맑은 고딕"/>
                          <a:ea typeface="맑은 고딕"/>
                        </a:rPr>
                        <a:t>jailbreak</a:t>
                      </a:r>
                      <a:r>
                        <a:rPr lang="ko-KR" sz="1300" b="0" i="0" u="none" strike="noStrike" noProof="0">
                          <a:solidFill>
                            <a:srgbClr val="243447"/>
                          </a:solidFill>
                          <a:effectLst/>
                          <a:latin typeface="맑은 고딕"/>
                          <a:ea typeface="맑은 고딕"/>
                        </a:rPr>
                        <a:t> detector </a:t>
                      </a:r>
                      <a:r>
                        <a:rPr lang="en-US" altLang="ko-KR" sz="1300" b="0" i="0" u="none" strike="noStrike" noProof="0">
                          <a:solidFill>
                            <a:srgbClr val="243447"/>
                          </a:solidFill>
                          <a:effectLst/>
                          <a:latin typeface="맑은 고딕"/>
                          <a:ea typeface="맑은 고딕"/>
                        </a:rPr>
                        <a:t>was</a:t>
                      </a:r>
                      <a:r>
                        <a:rPr lang="ko-KR" sz="1300" b="0" i="0" u="none" strike="noStrike" noProof="0">
                          <a:solidFill>
                            <a:srgbClr val="243447"/>
                          </a:solidFill>
                          <a:effectLst/>
                          <a:latin typeface="맑은 고딕"/>
                          <a:ea typeface="맑은 고딕"/>
                        </a:rPr>
                        <a:t> </a:t>
                      </a:r>
                      <a:r>
                        <a:rPr lang="en-US" altLang="ko-KR" sz="1300" b="0" i="0" u="none" strike="noStrike" noProof="0">
                          <a:solidFill>
                            <a:srgbClr val="243447"/>
                          </a:solidFill>
                          <a:effectLst/>
                          <a:latin typeface="맑은 고딕"/>
                          <a:ea typeface="맑은 고딕"/>
                        </a:rPr>
                        <a:t>identified</a:t>
                      </a:r>
                      <a:r>
                        <a:rPr lang="ko-KR" sz="1300" b="0" i="0" u="none" strike="noStrike" noProof="0">
                          <a:solidFill>
                            <a:srgbClr val="243447"/>
                          </a:solidFill>
                          <a:effectLst/>
                          <a:latin typeface="맑은 고딕"/>
                          <a:ea typeface="맑은 고딕"/>
                        </a:rPr>
                        <a:t> in reviewed </a:t>
                      </a:r>
                      <a:r>
                        <a:rPr lang="en-US" altLang="ko-KR" sz="1300" b="0" i="0" u="none" strike="noStrike" noProof="0">
                          <a:solidFill>
                            <a:srgbClr val="243447"/>
                          </a:solidFill>
                          <a:effectLst/>
                          <a:latin typeface="맑은 고딕"/>
                          <a:ea typeface="맑은 고딕"/>
                        </a:rPr>
                        <a:t>SaferZone</a:t>
                      </a:r>
                      <a:r>
                        <a:rPr lang="ko-KR" sz="1300" b="0" i="0" u="none" strike="noStrike" noProof="0">
                          <a:solidFill>
                            <a:srgbClr val="243447"/>
                          </a:solidFill>
                          <a:effectLst/>
                          <a:latin typeface="맑은 고딕"/>
                          <a:ea typeface="맑은 고딕"/>
                        </a:rPr>
                        <a:t> </a:t>
                      </a:r>
                      <a:r>
                        <a:rPr lang="en-US" altLang="ko-KR" sz="1300" b="0" i="0" u="none" strike="noStrike" noProof="0">
                          <a:solidFill>
                            <a:srgbClr val="243447"/>
                          </a:solidFill>
                          <a:effectLst/>
                          <a:latin typeface="맑은 고딕"/>
                          <a:ea typeface="맑은 고딕"/>
                        </a:rPr>
                        <a:t>material</a:t>
                      </a:r>
                      <a:r>
                        <a:rPr lang="ko-KR" sz="1300" b="0" i="0" u="none" strike="noStrike" noProof="0">
                          <a:solidFill>
                            <a:srgbClr val="243447"/>
                          </a:solidFill>
                          <a:effectLst/>
                          <a:latin typeface="맑은 고딕"/>
                          <a:ea typeface="맑은 고딕"/>
                        </a:rPr>
                        <a:t>.</a:t>
                      </a:r>
                      <a:endParaRPr lang="en-US">
                        <a:latin typeface="맑은 고딕"/>
                        <a:ea typeface="맑은 고딕"/>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4204105377"/>
                  </a:ext>
                </a:extLst>
              </a:tr>
              <a:tr h="314325">
                <a:tc>
                  <a:txBody>
                    <a:bodyPr/>
                    <a:lstStyle/>
                    <a:p>
                      <a:pPr algn="l">
                        <a:buNone/>
                      </a:pPr>
                      <a:r>
                        <a:rPr lang="ko-KR" sz="1300" b="1">
                          <a:solidFill>
                            <a:srgbClr val="243447"/>
                          </a:solidFill>
                          <a:effectLst/>
                          <a:latin typeface="Arial" panose="020B0604020202020204" pitchFamily="34" charset="0"/>
                          <a:ea typeface="Arial" panose="020B0604020202020204" pitchFamily="34" charset="0"/>
                        </a:rPr>
                        <a:t>D4-05</a:t>
                      </a:r>
                      <a:endParaRPr lang="ko-KR" sz="1300" b="1">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a:solidFill>
                            <a:srgbClr val="243447"/>
                          </a:solidFill>
                          <a:effectLst/>
                          <a:latin typeface="Arial" panose="020B0604020202020204" pitchFamily="34" charset="0"/>
                          <a:ea typeface="Arial" panose="020B0604020202020204" pitchFamily="34" charset="0"/>
                        </a:rPr>
                        <a:t>AI agent action control</a:t>
                      </a:r>
                      <a:endParaRPr lang="ko-KR" sz="1300">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en-US" altLang="ko-KR" sz="1300" b="1">
                          <a:solidFill>
                            <a:srgbClr val="956319"/>
                          </a:solidFill>
                          <a:effectLst/>
                          <a:latin typeface="Arial"/>
                        </a:rPr>
                        <a:t>?</a:t>
                      </a:r>
                      <a:endParaRPr lang="ko-KR" sz="1300" b="1">
                        <a:solidFill>
                          <a:srgbClr val="956319"/>
                        </a:solidFill>
                        <a:effectLst/>
                        <a:latin typeface="Arial"/>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lvl="0" algn="l">
                        <a:buNone/>
                      </a:pPr>
                      <a:r>
                        <a:rPr lang="en-US" altLang="ko-KR" sz="1300" b="0" i="0" u="none" strike="noStrike" noProof="0">
                          <a:solidFill>
                            <a:srgbClr val="243447"/>
                          </a:solidFill>
                          <a:effectLst/>
                          <a:latin typeface="맑은 고딕"/>
                          <a:ea typeface="맑은 고딕"/>
                        </a:rPr>
                        <a:t>AI</a:t>
                      </a:r>
                      <a:r>
                        <a:rPr lang="ko-KR" altLang="en-US" sz="1300" b="0" i="0" u="none" strike="noStrike" noProof="0">
                          <a:solidFill>
                            <a:srgbClr val="243447"/>
                          </a:solidFill>
                          <a:effectLst/>
                          <a:latin typeface="맑은 고딕"/>
                          <a:ea typeface="맑은 고딕"/>
                        </a:rPr>
                        <a:t> </a:t>
                      </a:r>
                      <a:r>
                        <a:rPr lang="en-US" altLang="ko-KR" sz="1300" b="0" i="0" u="none" strike="noStrike" noProof="0">
                          <a:solidFill>
                            <a:srgbClr val="243447"/>
                          </a:solidFill>
                          <a:effectLst/>
                          <a:latin typeface="맑은 고딕"/>
                          <a:ea typeface="맑은 고딕"/>
                        </a:rPr>
                        <a:t>application</a:t>
                      </a:r>
                      <a:r>
                        <a:rPr lang="ko-KR" sz="1300" b="0" i="0" u="none" strike="noStrike" noProof="0">
                          <a:solidFill>
                            <a:srgbClr val="243447"/>
                          </a:solidFill>
                          <a:effectLst/>
                          <a:latin typeface="맑은 고딕"/>
                          <a:ea typeface="맑은 고딕"/>
                        </a:rPr>
                        <a:t> </a:t>
                      </a:r>
                      <a:r>
                        <a:rPr lang="en-US" altLang="ko-KR" sz="1300" b="0" i="0" u="none" strike="noStrike" noProof="0">
                          <a:solidFill>
                            <a:srgbClr val="243447"/>
                          </a:solidFill>
                          <a:effectLst/>
                          <a:latin typeface="맑은 고딕"/>
                          <a:ea typeface="맑은 고딕"/>
                        </a:rPr>
                        <a:t>traffic</a:t>
                      </a:r>
                      <a:r>
                        <a:rPr lang="ko-KR" altLang="en-US" sz="1300" b="0" i="0" u="none" strike="noStrike" noProof="0">
                          <a:solidFill>
                            <a:srgbClr val="243447"/>
                          </a:solidFill>
                          <a:effectLst/>
                          <a:latin typeface="맑은 고딕"/>
                          <a:ea typeface="맑은 고딕"/>
                        </a:rPr>
                        <a:t> </a:t>
                      </a:r>
                      <a:r>
                        <a:rPr lang="en-US" altLang="ko-KR" sz="1300" b="0" i="0" u="none" strike="noStrike" noProof="0">
                          <a:solidFill>
                            <a:srgbClr val="243447"/>
                          </a:solidFill>
                          <a:effectLst/>
                          <a:latin typeface="맑은 고딕"/>
                          <a:ea typeface="맑은 고딕"/>
                        </a:rPr>
                        <a:t>is</a:t>
                      </a:r>
                      <a:r>
                        <a:rPr lang="ko-KR" altLang="en-US" sz="1300" b="0" i="0" u="none" strike="noStrike" noProof="0">
                          <a:solidFill>
                            <a:srgbClr val="243447"/>
                          </a:solidFill>
                          <a:effectLst/>
                          <a:latin typeface="맑은 고딕"/>
                          <a:ea typeface="맑은 고딕"/>
                        </a:rPr>
                        <a:t> </a:t>
                      </a:r>
                      <a:r>
                        <a:rPr lang="en-US" altLang="ko-KR" sz="1300" b="0" i="0" u="none" strike="noStrike" noProof="0">
                          <a:solidFill>
                            <a:srgbClr val="243447"/>
                          </a:solidFill>
                          <a:effectLst/>
                          <a:latin typeface="맑은 고딕"/>
                          <a:ea typeface="맑은 고딕"/>
                        </a:rPr>
                        <a:t>controlled,</a:t>
                      </a:r>
                      <a:r>
                        <a:rPr lang="ko-KR" altLang="en-US" sz="1300" b="0" i="0" u="none" strike="noStrike" noProof="0">
                          <a:solidFill>
                            <a:srgbClr val="243447"/>
                          </a:solidFill>
                          <a:effectLst/>
                          <a:latin typeface="맑은 고딕"/>
                          <a:ea typeface="맑은 고딕"/>
                        </a:rPr>
                        <a:t> </a:t>
                      </a:r>
                      <a:r>
                        <a:rPr lang="ko-KR" sz="1300" b="0" i="0" u="none" strike="noStrike" noProof="0">
                          <a:solidFill>
                            <a:srgbClr val="243447"/>
                          </a:solidFill>
                          <a:effectLst/>
                          <a:latin typeface="맑은 고딕"/>
                          <a:ea typeface="맑은 고딕"/>
                        </a:rPr>
                        <a:t>including</a:t>
                      </a:r>
                      <a:r>
                        <a:rPr lang="ko-KR" altLang="en-US" sz="1300" b="0" i="0" u="none" strike="noStrike" noProof="0">
                          <a:solidFill>
                            <a:srgbClr val="243447"/>
                          </a:solidFill>
                          <a:effectLst/>
                          <a:latin typeface="맑은 고딕"/>
                          <a:ea typeface="맑은 고딕"/>
                        </a:rPr>
                        <a:t> </a:t>
                      </a:r>
                      <a:r>
                        <a:rPr lang="en-US" altLang="ko-KR" sz="1300" b="0" i="0" u="none" strike="noStrike" noProof="0">
                          <a:solidFill>
                            <a:srgbClr val="243447"/>
                          </a:solidFill>
                          <a:effectLst/>
                          <a:latin typeface="맑은 고딕"/>
                          <a:ea typeface="맑은 고딕"/>
                        </a:rPr>
                        <a:t>ChatGPT/Gemini</a:t>
                      </a:r>
                      <a:r>
                        <a:rPr lang="ko-KR" altLang="en-US" sz="1300" b="0" i="0" u="none" strike="noStrike" noProof="0">
                          <a:solidFill>
                            <a:srgbClr val="243447"/>
                          </a:solidFill>
                          <a:effectLst/>
                          <a:latin typeface="맑은 고딕"/>
                          <a:ea typeface="맑은 고딕"/>
                        </a:rPr>
                        <a:t> </a:t>
                      </a:r>
                      <a:r>
                        <a:rPr lang="ko-KR" sz="1300" b="0" i="0" u="none" strike="noStrike" noProof="0">
                          <a:solidFill>
                            <a:srgbClr val="243447"/>
                          </a:solidFill>
                          <a:effectLst/>
                          <a:latin typeface="맑은 고딕"/>
                          <a:ea typeface="맑은 고딕"/>
                        </a:rPr>
                        <a:t>apps</a:t>
                      </a:r>
                      <a:r>
                        <a:rPr lang="ko-KR" altLang="en-US" sz="1300" b="0" i="0" u="none" strike="noStrike" noProof="0">
                          <a:solidFill>
                            <a:srgbClr val="243447"/>
                          </a:solidFill>
                          <a:effectLst/>
                          <a:latin typeface="맑은 고딕"/>
                          <a:ea typeface="맑은 고딕"/>
                        </a:rPr>
                        <a:t> </a:t>
                      </a:r>
                      <a:r>
                        <a:rPr lang="en-US" altLang="ko-KR" sz="1300" b="0" i="0" u="none" strike="noStrike" noProof="0">
                          <a:solidFill>
                            <a:srgbClr val="243447"/>
                          </a:solidFill>
                          <a:effectLst/>
                          <a:latin typeface="맑은 고딕"/>
                          <a:ea typeface="맑은 고딕"/>
                        </a:rPr>
                        <a:t>using</a:t>
                      </a:r>
                      <a:r>
                        <a:rPr lang="ko-KR" altLang="en-US" sz="1300" b="0" i="0" u="none" strike="noStrike" noProof="0">
                          <a:solidFill>
                            <a:srgbClr val="243447"/>
                          </a:solidFill>
                          <a:effectLst/>
                          <a:latin typeface="맑은 고딕"/>
                          <a:ea typeface="맑은 고딕"/>
                        </a:rPr>
                        <a:t> </a:t>
                      </a:r>
                      <a:r>
                        <a:rPr lang="en-US" altLang="ko-KR" sz="1300" b="0" i="0" u="none" strike="noStrike" noProof="0">
                          <a:solidFill>
                            <a:srgbClr val="243447"/>
                          </a:solidFill>
                          <a:effectLst/>
                          <a:latin typeface="맑은 고딕"/>
                          <a:ea typeface="맑은 고딕"/>
                        </a:rPr>
                        <a:t>QUIC,</a:t>
                      </a:r>
                      <a:r>
                        <a:rPr lang="ko-KR" sz="1300" b="0" i="0" u="none" strike="noStrike" noProof="0">
                          <a:solidFill>
                            <a:srgbClr val="243447"/>
                          </a:solidFill>
                          <a:effectLst/>
                          <a:latin typeface="맑은 고딕"/>
                          <a:ea typeface="맑은 고딕"/>
                        </a:rPr>
                        <a:t> </a:t>
                      </a:r>
                      <a:r>
                        <a:rPr lang="en-US" altLang="ko-KR" sz="1300" b="0" i="0" u="none" strike="noStrike" noProof="0">
                          <a:solidFill>
                            <a:srgbClr val="243447"/>
                          </a:solidFill>
                          <a:effectLst/>
                          <a:latin typeface="맑은 고딕"/>
                          <a:ea typeface="맑은 고딕"/>
                        </a:rPr>
                        <a:t>but</a:t>
                      </a:r>
                      <a:r>
                        <a:rPr lang="ko-KR" sz="1300" b="0" i="0" u="none" strike="noStrike" noProof="0">
                          <a:solidFill>
                            <a:srgbClr val="243447"/>
                          </a:solidFill>
                          <a:effectLst/>
                          <a:latin typeface="맑은 고딕"/>
                          <a:ea typeface="맑은 고딕"/>
                        </a:rPr>
                        <a:t> </a:t>
                      </a:r>
                      <a:r>
                        <a:rPr lang="en-US" altLang="ko-KR" sz="1300" b="0" i="0" u="none" strike="noStrike" noProof="0">
                          <a:solidFill>
                            <a:srgbClr val="243447"/>
                          </a:solidFill>
                          <a:effectLst/>
                          <a:latin typeface="맑은 고딕"/>
                          <a:ea typeface="맑은 고딕"/>
                        </a:rPr>
                        <a:t>action-level</a:t>
                      </a:r>
                      <a:r>
                        <a:rPr lang="ko-KR" sz="1300" b="0" i="0" u="none" strike="noStrike" noProof="0">
                          <a:solidFill>
                            <a:srgbClr val="243447"/>
                          </a:solidFill>
                          <a:effectLst/>
                          <a:latin typeface="맑은 고딕"/>
                          <a:ea typeface="맑은 고딕"/>
                        </a:rPr>
                        <a:t> </a:t>
                      </a:r>
                      <a:r>
                        <a:rPr lang="en-US" altLang="ko-KR" sz="1300" b="0" i="0" u="none" strike="noStrike" noProof="0">
                          <a:solidFill>
                            <a:srgbClr val="243447"/>
                          </a:solidFill>
                          <a:effectLst/>
                          <a:latin typeface="맑은 고딕"/>
                          <a:ea typeface="맑은 고딕"/>
                        </a:rPr>
                        <a:t>control</a:t>
                      </a:r>
                      <a:r>
                        <a:rPr lang="ko-KR" sz="1300" b="0" i="0" u="none" strike="noStrike" noProof="0">
                          <a:solidFill>
                            <a:srgbClr val="243447"/>
                          </a:solidFill>
                          <a:effectLst/>
                          <a:latin typeface="맑은 고딕"/>
                          <a:ea typeface="맑은 고딕"/>
                        </a:rPr>
                        <a:t> </a:t>
                      </a:r>
                      <a:r>
                        <a:rPr lang="en-US" altLang="ko-KR" sz="1300" b="0" i="0" u="none" strike="noStrike" noProof="0">
                          <a:solidFill>
                            <a:srgbClr val="243447"/>
                          </a:solidFill>
                          <a:effectLst/>
                          <a:latin typeface="맑은 고딕"/>
                          <a:ea typeface="맑은 고딕"/>
                        </a:rPr>
                        <a:t>of</a:t>
                      </a:r>
                      <a:r>
                        <a:rPr lang="ko-KR" altLang="en-US" sz="1300" b="0" i="0" u="none" strike="noStrike" noProof="0">
                          <a:solidFill>
                            <a:srgbClr val="243447"/>
                          </a:solidFill>
                          <a:effectLst/>
                          <a:latin typeface="맑은 고딕"/>
                          <a:ea typeface="맑은 고딕"/>
                        </a:rPr>
                        <a:t> </a:t>
                      </a:r>
                      <a:r>
                        <a:rPr lang="en-US" altLang="ko-KR" sz="1300" b="0" i="0" u="none" strike="noStrike" noProof="0">
                          <a:solidFill>
                            <a:srgbClr val="243447"/>
                          </a:solidFill>
                          <a:effectLst/>
                          <a:latin typeface="맑은 고딕"/>
                          <a:ea typeface="맑은 고딕"/>
                        </a:rPr>
                        <a:t>AI</a:t>
                      </a:r>
                      <a:r>
                        <a:rPr lang="ko-KR" altLang="en-US" sz="1300" b="0" i="0" u="none" strike="noStrike" noProof="0">
                          <a:solidFill>
                            <a:srgbClr val="243447"/>
                          </a:solidFill>
                          <a:effectLst/>
                          <a:latin typeface="맑은 고딕"/>
                          <a:ea typeface="맑은 고딕"/>
                        </a:rPr>
                        <a:t> </a:t>
                      </a:r>
                      <a:r>
                        <a:rPr lang="en-US" altLang="ko-KR" sz="1300" b="0" i="0" u="none" strike="noStrike" noProof="0">
                          <a:solidFill>
                            <a:srgbClr val="243447"/>
                          </a:solidFill>
                          <a:effectLst/>
                          <a:latin typeface="맑은 고딕"/>
                          <a:ea typeface="맑은 고딕"/>
                        </a:rPr>
                        <a:t>agents,</a:t>
                      </a:r>
                      <a:r>
                        <a:rPr lang="ko-KR" altLang="en-US" sz="1300" b="0" i="0" u="none" strike="noStrike" noProof="0">
                          <a:solidFill>
                            <a:srgbClr val="243447"/>
                          </a:solidFill>
                          <a:effectLst/>
                          <a:latin typeface="맑은 고딕"/>
                          <a:ea typeface="맑은 고딕"/>
                        </a:rPr>
                        <a:t> </a:t>
                      </a:r>
                      <a:r>
                        <a:rPr lang="en-US" altLang="ko-KR" sz="1300" b="0" i="0" u="none" strike="noStrike" noProof="0">
                          <a:solidFill>
                            <a:srgbClr val="243447"/>
                          </a:solidFill>
                          <a:effectLst/>
                          <a:latin typeface="맑은 고딕"/>
                          <a:ea typeface="맑은 고딕"/>
                        </a:rPr>
                        <a:t>tools</a:t>
                      </a:r>
                      <a:r>
                        <a:rPr lang="ko-KR" altLang="en-US" sz="1300" b="0" i="0" u="none" strike="noStrike" noProof="0">
                          <a:solidFill>
                            <a:srgbClr val="243447"/>
                          </a:solidFill>
                          <a:effectLst/>
                          <a:latin typeface="맑은 고딕"/>
                          <a:ea typeface="맑은 고딕"/>
                        </a:rPr>
                        <a:t> </a:t>
                      </a:r>
                      <a:r>
                        <a:rPr lang="en-US" altLang="ko-KR" sz="1300" b="0" i="0" u="none" strike="noStrike" noProof="0">
                          <a:solidFill>
                            <a:srgbClr val="243447"/>
                          </a:solidFill>
                          <a:effectLst/>
                          <a:latin typeface="맑은 고딕"/>
                          <a:ea typeface="맑은 고딕"/>
                        </a:rPr>
                        <a:t>or</a:t>
                      </a:r>
                      <a:r>
                        <a:rPr lang="ko-KR" altLang="en-US" sz="1300" b="0" i="0" u="none" strike="noStrike" noProof="0">
                          <a:solidFill>
                            <a:srgbClr val="243447"/>
                          </a:solidFill>
                          <a:effectLst/>
                          <a:latin typeface="맑은 고딕"/>
                          <a:ea typeface="맑은 고딕"/>
                        </a:rPr>
                        <a:t> </a:t>
                      </a:r>
                      <a:r>
                        <a:rPr lang="en-US" altLang="ko-KR" sz="1300" b="0" i="0" u="none" strike="noStrike" noProof="0">
                          <a:solidFill>
                            <a:srgbClr val="243447"/>
                          </a:solidFill>
                          <a:effectLst/>
                          <a:latin typeface="맑은 고딕"/>
                          <a:ea typeface="맑은 고딕"/>
                        </a:rPr>
                        <a:t>MCP</a:t>
                      </a:r>
                      <a:r>
                        <a:rPr lang="ko-KR" altLang="en-US" sz="1300" b="0" i="0" u="none" strike="noStrike" noProof="0">
                          <a:solidFill>
                            <a:srgbClr val="243447"/>
                          </a:solidFill>
                          <a:effectLst/>
                          <a:latin typeface="맑은 고딕"/>
                          <a:ea typeface="맑은 고딕"/>
                        </a:rPr>
                        <a:t> </a:t>
                      </a:r>
                      <a:r>
                        <a:rPr lang="ko-KR" sz="1300" b="0" i="0" u="none" strike="noStrike" noProof="0">
                          <a:solidFill>
                            <a:srgbClr val="243447"/>
                          </a:solidFill>
                          <a:effectLst/>
                          <a:latin typeface="맑은 고딕"/>
                          <a:ea typeface="맑은 고딕"/>
                        </a:rPr>
                        <a:t>was</a:t>
                      </a:r>
                      <a:r>
                        <a:rPr lang="ko-KR" altLang="en-US" sz="1300" b="0" i="0" u="none" strike="noStrike" noProof="0">
                          <a:solidFill>
                            <a:srgbClr val="243447"/>
                          </a:solidFill>
                          <a:effectLst/>
                          <a:latin typeface="맑은 고딕"/>
                          <a:ea typeface="맑은 고딕"/>
                        </a:rPr>
                        <a:t> </a:t>
                      </a:r>
                      <a:r>
                        <a:rPr lang="en-US" altLang="ko-KR" sz="1300" b="0" i="0" u="none" strike="noStrike" noProof="0">
                          <a:solidFill>
                            <a:srgbClr val="243447"/>
                          </a:solidFill>
                          <a:effectLst/>
                          <a:latin typeface="맑은 고딕"/>
                          <a:ea typeface="맑은 고딕"/>
                        </a:rPr>
                        <a:t>not</a:t>
                      </a:r>
                      <a:r>
                        <a:rPr lang="ko-KR" sz="1300" b="0" i="0" u="none" strike="noStrike" noProof="0">
                          <a:solidFill>
                            <a:srgbClr val="243447"/>
                          </a:solidFill>
                          <a:effectLst/>
                          <a:latin typeface="맑은 고딕"/>
                          <a:ea typeface="맑은 고딕"/>
                        </a:rPr>
                        <a:t> </a:t>
                      </a:r>
                      <a:r>
                        <a:rPr lang="en-US" altLang="ko-KR" sz="1300" b="0" i="0" u="none" strike="noStrike" noProof="0">
                          <a:solidFill>
                            <a:srgbClr val="243447"/>
                          </a:solidFill>
                          <a:effectLst/>
                          <a:latin typeface="맑은 고딕"/>
                          <a:ea typeface="맑은 고딕"/>
                        </a:rPr>
                        <a:t>documented</a:t>
                      </a:r>
                      <a:r>
                        <a:rPr lang="ko-KR" sz="1300" b="0" i="0" u="none" strike="noStrike" noProof="0">
                          <a:solidFill>
                            <a:srgbClr val="243447"/>
                          </a:solidFill>
                          <a:effectLst/>
                          <a:latin typeface="맑은 고딕"/>
                          <a:ea typeface="맑은 고딕"/>
                        </a:rPr>
                        <a:t>. [</a:t>
                      </a:r>
                      <a:r>
                        <a:rPr lang="en-US" altLang="ko-KR" sz="1300" b="0" i="0" u="none" strike="noStrike" noProof="0">
                          <a:solidFill>
                            <a:srgbClr val="243447"/>
                          </a:solidFill>
                          <a:effectLst/>
                          <a:latin typeface="맑은 고딕"/>
                          <a:ea typeface="맑은 고딕"/>
                        </a:rPr>
                        <a:t>S1</a:t>
                      </a:r>
                      <a:r>
                        <a:rPr lang="ko-KR" sz="1300" b="0" i="0" u="none" strike="noStrike" noProof="0">
                          <a:solidFill>
                            <a:srgbClr val="243447"/>
                          </a:solidFill>
                          <a:effectLst/>
                          <a:latin typeface="맑은 고딕"/>
                          <a:ea typeface="맑은 고딕"/>
                        </a:rPr>
                        <a:t>]</a:t>
                      </a:r>
                      <a:endParaRPr lang="en-US">
                        <a:latin typeface="맑은 고딕"/>
                        <a:ea typeface="맑은 고딕"/>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32996835"/>
                  </a:ext>
                </a:extLst>
              </a:tr>
              <a:tr h="314325">
                <a:tc>
                  <a:txBody>
                    <a:bodyPr/>
                    <a:lstStyle/>
                    <a:p>
                      <a:pPr algn="l">
                        <a:buNone/>
                      </a:pPr>
                      <a:r>
                        <a:rPr lang="ko-KR" sz="1300" b="1">
                          <a:solidFill>
                            <a:srgbClr val="243447"/>
                          </a:solidFill>
                          <a:effectLst/>
                          <a:latin typeface="Arial" panose="020B0604020202020204" pitchFamily="34" charset="0"/>
                          <a:ea typeface="Arial" panose="020B0604020202020204" pitchFamily="34" charset="0"/>
                        </a:rPr>
                        <a:t>D4-06</a:t>
                      </a:r>
                      <a:endParaRPr lang="ko-KR" sz="1300" b="1">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a:solidFill>
                            <a:srgbClr val="243447"/>
                          </a:solidFill>
                          <a:effectLst/>
                          <a:latin typeface="Arial" panose="020B0604020202020204" pitchFamily="34" charset="0"/>
                          <a:ea typeface="Arial" panose="020B0604020202020204" pitchFamily="34" charset="0"/>
                        </a:rPr>
                        <a:t>Enforcement off corporate network</a:t>
                      </a:r>
                      <a:endParaRPr lang="ko-KR" sz="1300">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lvl="0" algn="l">
                        <a:lnSpc>
                          <a:spcPct val="100000"/>
                        </a:lnSpc>
                        <a:spcBef>
                          <a:spcPts val="0"/>
                        </a:spcBef>
                        <a:spcAft>
                          <a:spcPts val="0"/>
                        </a:spcAft>
                        <a:buNone/>
                      </a:pPr>
                      <a:r>
                        <a:rPr lang="ko-KR" altLang="en-US" sz="1300" b="1" i="0" u="none" strike="noStrike" noProof="0">
                          <a:solidFill>
                            <a:srgbClr val="136F73"/>
                          </a:solidFill>
                          <a:effectLst/>
                          <a:latin typeface="Arial"/>
                          <a:cs typeface="Arial"/>
                        </a:rPr>
                        <a:t>●</a:t>
                      </a:r>
                      <a:endParaRPr lang="ko-KR" altLang="en-US" sz="1300" b="0" i="0" u="none" strike="noStrike" noProof="0">
                        <a:solidFill>
                          <a:srgbClr val="000000"/>
                        </a:solidFill>
                        <a:effectLst/>
                        <a:latin typeface="Arial"/>
                        <a:cs typeface="Arial"/>
                      </a:endParaRPr>
                    </a:p>
                    <a:p>
                      <a:pPr lvl="0" algn="l">
                        <a:buNone/>
                      </a:pPr>
                      <a:endParaRPr lang="ko-KR" sz="1300" b="1">
                        <a:solidFill>
                          <a:srgbClr val="5E6C7A"/>
                        </a:solidFill>
                        <a:effectLst/>
                        <a:latin typeface="Arial"/>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lvl="0" algn="l">
                        <a:buNone/>
                      </a:pPr>
                      <a:r>
                        <a:rPr lang="en-US" altLang="ko-KR" sz="1300" b="0" i="0" u="none" strike="noStrike" noProof="0">
                          <a:solidFill>
                            <a:srgbClr val="243447"/>
                          </a:solidFill>
                          <a:effectLst/>
                          <a:latin typeface="맑은 고딕"/>
                          <a:ea typeface="맑은 고딕"/>
                        </a:rPr>
                        <a:t>SaferZone</a:t>
                      </a:r>
                      <a:r>
                        <a:rPr lang="ko-KR" altLang="en-US" sz="1300" b="0" i="0" u="none" strike="noStrike" noProof="0">
                          <a:solidFill>
                            <a:srgbClr val="243447"/>
                          </a:solidFill>
                          <a:effectLst/>
                          <a:latin typeface="맑은 고딕"/>
                          <a:ea typeface="맑은 고딕"/>
                        </a:rPr>
                        <a:t> </a:t>
                      </a:r>
                      <a:r>
                        <a:rPr lang="en-US" altLang="ko-KR" sz="1300" b="0" i="0" u="none" strike="noStrike" noProof="0">
                          <a:solidFill>
                            <a:srgbClr val="243447"/>
                          </a:solidFill>
                          <a:effectLst/>
                          <a:latin typeface="맑은 고딕"/>
                          <a:ea typeface="맑은 고딕"/>
                        </a:rPr>
                        <a:t>states</a:t>
                      </a:r>
                      <a:r>
                        <a:rPr lang="ko-KR" altLang="en-US" sz="1300" b="0" i="0" u="none" strike="noStrike" noProof="0">
                          <a:solidFill>
                            <a:srgbClr val="243447"/>
                          </a:solidFill>
                          <a:effectLst/>
                          <a:latin typeface="맑은 고딕"/>
                          <a:ea typeface="맑은 고딕"/>
                        </a:rPr>
                        <a:t> </a:t>
                      </a:r>
                      <a:r>
                        <a:rPr lang="en-US" altLang="ko-KR" sz="1300" b="0" i="0" u="none" strike="noStrike" noProof="0">
                          <a:solidFill>
                            <a:srgbClr val="243447"/>
                          </a:solidFill>
                          <a:effectLst/>
                          <a:latin typeface="맑은 고딕"/>
                          <a:ea typeface="맑은 고딕"/>
                        </a:rPr>
                        <a:t>that</a:t>
                      </a:r>
                      <a:r>
                        <a:rPr lang="ko-KR" altLang="en-US" sz="1300" b="0" i="0" u="none" strike="noStrike" noProof="0">
                          <a:solidFill>
                            <a:srgbClr val="243447"/>
                          </a:solidFill>
                          <a:effectLst/>
                          <a:latin typeface="맑은 고딕"/>
                          <a:ea typeface="맑은 고딕"/>
                        </a:rPr>
                        <a:t> </a:t>
                      </a:r>
                      <a:r>
                        <a:rPr lang="ko-KR" sz="1300" b="0" i="0" u="none" strike="noStrike" noProof="0">
                          <a:solidFill>
                            <a:srgbClr val="243447"/>
                          </a:solidFill>
                          <a:effectLst/>
                          <a:latin typeface="맑은 고딕"/>
                          <a:ea typeface="맑은 고딕"/>
                        </a:rPr>
                        <a:t>its</a:t>
                      </a:r>
                      <a:r>
                        <a:rPr lang="ko-KR" altLang="en-US" sz="1300" b="0" i="0" u="none" strike="noStrike" noProof="0">
                          <a:solidFill>
                            <a:srgbClr val="243447"/>
                          </a:solidFill>
                          <a:effectLst/>
                          <a:latin typeface="맑은 고딕"/>
                          <a:ea typeface="맑은 고딕"/>
                        </a:rPr>
                        <a:t> </a:t>
                      </a:r>
                      <a:r>
                        <a:rPr lang="en-US" altLang="ko-KR" sz="1300" b="0" i="0" u="none" strike="noStrike" noProof="0">
                          <a:solidFill>
                            <a:srgbClr val="243447"/>
                          </a:solidFill>
                          <a:effectLst/>
                          <a:latin typeface="맑은 고딕"/>
                          <a:ea typeface="맑은 고딕"/>
                        </a:rPr>
                        <a:t>endpoint-agent</a:t>
                      </a:r>
                      <a:r>
                        <a:rPr lang="ko-KR" altLang="en-US" sz="1300" b="0" i="0" u="none" strike="noStrike" noProof="0">
                          <a:solidFill>
                            <a:srgbClr val="243447"/>
                          </a:solidFill>
                          <a:effectLst/>
                          <a:latin typeface="맑은 고딕"/>
                          <a:ea typeface="맑은 고딕"/>
                        </a:rPr>
                        <a:t> </a:t>
                      </a:r>
                      <a:r>
                        <a:rPr lang="en-US" altLang="ko-KR" sz="1300" b="0" i="0" u="none" strike="noStrike" noProof="0">
                          <a:solidFill>
                            <a:srgbClr val="243447"/>
                          </a:solidFill>
                          <a:effectLst/>
                          <a:latin typeface="맑은 고딕"/>
                          <a:ea typeface="맑은 고딕"/>
                        </a:rPr>
                        <a:t>AI-DLP</a:t>
                      </a:r>
                      <a:r>
                        <a:rPr lang="ko-KR" sz="1300" b="0" i="0" u="none" strike="noStrike" noProof="0">
                          <a:solidFill>
                            <a:srgbClr val="243447"/>
                          </a:solidFill>
                          <a:effectLst/>
                          <a:latin typeface="맑은 고딕"/>
                          <a:ea typeface="맑은 고딕"/>
                        </a:rPr>
                        <a:t> </a:t>
                      </a:r>
                      <a:r>
                        <a:rPr lang="en-US" altLang="ko-KR" sz="1300" b="0" i="0" u="none" strike="noStrike" noProof="0">
                          <a:solidFill>
                            <a:srgbClr val="243447"/>
                          </a:solidFill>
                          <a:effectLst/>
                          <a:latin typeface="맑은 고딕"/>
                          <a:ea typeface="맑은 고딕"/>
                        </a:rPr>
                        <a:t>controls</a:t>
                      </a:r>
                      <a:r>
                        <a:rPr lang="ko-KR" altLang="en-US" sz="1300" b="0" i="0" u="none" strike="noStrike" noProof="0">
                          <a:solidFill>
                            <a:srgbClr val="243447"/>
                          </a:solidFill>
                          <a:effectLst/>
                          <a:latin typeface="맑은 고딕"/>
                          <a:ea typeface="맑은 고딕"/>
                        </a:rPr>
                        <a:t> </a:t>
                      </a:r>
                      <a:r>
                        <a:rPr lang="en-US" altLang="ko-KR" sz="1300" b="0" i="0" u="none" strike="noStrike" noProof="0">
                          <a:solidFill>
                            <a:srgbClr val="243447"/>
                          </a:solidFill>
                          <a:effectLst/>
                          <a:latin typeface="맑은 고딕"/>
                          <a:ea typeface="맑은 고딕"/>
                        </a:rPr>
                        <a:t>leakage</a:t>
                      </a:r>
                      <a:r>
                        <a:rPr lang="ko-KR" altLang="en-US" sz="1300" b="0" i="0" u="none" strike="noStrike" noProof="0">
                          <a:solidFill>
                            <a:srgbClr val="243447"/>
                          </a:solidFill>
                          <a:effectLst/>
                          <a:latin typeface="맑은 고딕"/>
                          <a:ea typeface="맑은 고딕"/>
                        </a:rPr>
                        <a:t> </a:t>
                      </a:r>
                      <a:r>
                        <a:rPr lang="en-US" altLang="ko-KR" sz="1300" b="0" i="0" u="none" strike="noStrike" noProof="0">
                          <a:solidFill>
                            <a:srgbClr val="243447"/>
                          </a:solidFill>
                          <a:effectLst/>
                          <a:latin typeface="맑은 고딕"/>
                          <a:ea typeface="맑은 고딕"/>
                        </a:rPr>
                        <a:t>even</a:t>
                      </a:r>
                      <a:r>
                        <a:rPr lang="ko-KR" altLang="en-US" sz="1300" b="0" i="0" u="none" strike="noStrike" noProof="0">
                          <a:solidFill>
                            <a:srgbClr val="243447"/>
                          </a:solidFill>
                          <a:effectLst/>
                          <a:latin typeface="맑은 고딕"/>
                          <a:ea typeface="맑은 고딕"/>
                        </a:rPr>
                        <a:t> </a:t>
                      </a:r>
                      <a:r>
                        <a:rPr lang="ko-KR" sz="1300" b="0" i="0" u="none" strike="noStrike" noProof="0">
                          <a:solidFill>
                            <a:srgbClr val="243447"/>
                          </a:solidFill>
                          <a:effectLst/>
                          <a:latin typeface="맑은 고딕"/>
                          <a:ea typeface="맑은 고딕"/>
                        </a:rPr>
                        <a:t>in</a:t>
                      </a:r>
                      <a:r>
                        <a:rPr lang="ko-KR" altLang="en-US" sz="1300" b="0" i="0" u="none" strike="noStrike" noProof="0">
                          <a:solidFill>
                            <a:srgbClr val="243447"/>
                          </a:solidFill>
                          <a:effectLst/>
                          <a:latin typeface="맑은 고딕"/>
                          <a:ea typeface="맑은 고딕"/>
                        </a:rPr>
                        <a:t> </a:t>
                      </a:r>
                      <a:r>
                        <a:rPr lang="ko-KR" sz="1300" b="1" i="0" u="none" strike="noStrike" noProof="0">
                          <a:solidFill>
                            <a:srgbClr val="243447"/>
                          </a:solidFill>
                          <a:effectLst/>
                          <a:latin typeface="맑은 고딕"/>
                          <a:ea typeface="맑은 고딕"/>
                        </a:rPr>
                        <a:t>remote-work</a:t>
                      </a:r>
                      <a:r>
                        <a:rPr lang="ko-KR" altLang="en-US" sz="1300" b="1" i="0" u="none" strike="noStrike" noProof="0">
                          <a:solidFill>
                            <a:srgbClr val="243447"/>
                          </a:solidFill>
                          <a:effectLst/>
                          <a:latin typeface="맑은 고딕"/>
                          <a:ea typeface="맑은 고딕"/>
                        </a:rPr>
                        <a:t> </a:t>
                      </a:r>
                      <a:r>
                        <a:rPr lang="en-US" altLang="ko-KR" sz="1300" b="1" i="0" u="none" strike="noStrike" noProof="0">
                          <a:solidFill>
                            <a:srgbClr val="243447"/>
                          </a:solidFill>
                          <a:effectLst/>
                          <a:latin typeface="맑은 고딕"/>
                          <a:ea typeface="맑은 고딕"/>
                        </a:rPr>
                        <a:t>/</a:t>
                      </a:r>
                      <a:r>
                        <a:rPr lang="ko-KR" altLang="en-US" sz="1300" b="1" i="0" u="none" strike="noStrike" noProof="0">
                          <a:solidFill>
                            <a:srgbClr val="243447"/>
                          </a:solidFill>
                          <a:effectLst/>
                          <a:latin typeface="맑은 고딕"/>
                          <a:ea typeface="맑은 고딕"/>
                        </a:rPr>
                        <a:t> </a:t>
                      </a:r>
                      <a:r>
                        <a:rPr lang="en-US" altLang="ko-KR" sz="1300" b="1" i="0" u="none" strike="noStrike" noProof="0">
                          <a:solidFill>
                            <a:srgbClr val="243447"/>
                          </a:solidFill>
                          <a:effectLst/>
                          <a:latin typeface="맑은 고딕"/>
                          <a:ea typeface="맑은 고딕"/>
                        </a:rPr>
                        <a:t>off-network</a:t>
                      </a:r>
                      <a:r>
                        <a:rPr lang="ko-KR" altLang="en-US" sz="1300" b="1" i="0" u="none" strike="noStrike" noProof="0">
                          <a:solidFill>
                            <a:srgbClr val="243447"/>
                          </a:solidFill>
                          <a:effectLst/>
                          <a:latin typeface="맑은 고딕"/>
                          <a:ea typeface="맑은 고딕"/>
                        </a:rPr>
                        <a:t> </a:t>
                      </a:r>
                      <a:r>
                        <a:rPr lang="en-US" altLang="ko-KR" sz="1300" b="1" i="0" u="none" strike="noStrike" noProof="0">
                          <a:solidFill>
                            <a:srgbClr val="243447"/>
                          </a:solidFill>
                          <a:effectLst/>
                          <a:latin typeface="맑은 고딕"/>
                          <a:ea typeface="맑은 고딕"/>
                        </a:rPr>
                        <a:t>environments</a:t>
                      </a:r>
                      <a:r>
                        <a:rPr lang="en-US" altLang="ko-KR" sz="1300" b="0" i="0" u="none" strike="noStrike" noProof="0">
                          <a:solidFill>
                            <a:srgbClr val="243447"/>
                          </a:solidFill>
                          <a:effectLst/>
                          <a:latin typeface="맑은 고딕"/>
                          <a:ea typeface="맑은 고딕"/>
                        </a:rPr>
                        <a:t>,</a:t>
                      </a:r>
                      <a:r>
                        <a:rPr lang="ko-KR" sz="1300" b="0" i="0" u="none" strike="noStrike" noProof="0">
                          <a:solidFill>
                            <a:srgbClr val="243447"/>
                          </a:solidFill>
                          <a:effectLst/>
                          <a:latin typeface="맑은 고딕"/>
                          <a:ea typeface="맑은 고딕"/>
                        </a:rPr>
                        <a:t> </a:t>
                      </a:r>
                      <a:r>
                        <a:rPr lang="en-US" altLang="ko-KR" sz="1300" b="0" i="0" u="none" strike="noStrike" noProof="0">
                          <a:solidFill>
                            <a:srgbClr val="243447"/>
                          </a:solidFill>
                          <a:effectLst/>
                          <a:latin typeface="맑은 고딕"/>
                          <a:ea typeface="맑은 고딕"/>
                        </a:rPr>
                        <a:t>because</a:t>
                      </a:r>
                      <a:r>
                        <a:rPr lang="ko-KR" altLang="en-US" sz="1300" b="0" i="0" u="none" strike="noStrike" noProof="0">
                          <a:solidFill>
                            <a:srgbClr val="243447"/>
                          </a:solidFill>
                          <a:effectLst/>
                          <a:latin typeface="맑은 고딕"/>
                          <a:ea typeface="맑은 고딕"/>
                        </a:rPr>
                        <a:t> </a:t>
                      </a:r>
                      <a:r>
                        <a:rPr lang="en-US" altLang="ko-KR" sz="1300" b="0" i="0" u="none" strike="noStrike" noProof="0">
                          <a:solidFill>
                            <a:srgbClr val="243447"/>
                          </a:solidFill>
                          <a:effectLst/>
                          <a:latin typeface="맑은 고딕"/>
                          <a:ea typeface="맑은 고딕"/>
                        </a:rPr>
                        <a:t>enforcement</a:t>
                      </a:r>
                      <a:r>
                        <a:rPr lang="ko-KR" sz="1300" b="0" i="0" u="none" strike="noStrike" noProof="0">
                          <a:solidFill>
                            <a:srgbClr val="243447"/>
                          </a:solidFill>
                          <a:effectLst/>
                          <a:latin typeface="맑은 고딕"/>
                          <a:ea typeface="맑은 고딕"/>
                        </a:rPr>
                        <a:t> </a:t>
                      </a:r>
                      <a:r>
                        <a:rPr lang="en-US" altLang="ko-KR" sz="1300" b="0" i="0" u="none" strike="noStrike" noProof="0">
                          <a:solidFill>
                            <a:srgbClr val="243447"/>
                          </a:solidFill>
                          <a:effectLst/>
                          <a:latin typeface="맑은 고딕"/>
                          <a:ea typeface="맑은 고딕"/>
                        </a:rPr>
                        <a:t>occurs</a:t>
                      </a:r>
                      <a:r>
                        <a:rPr lang="ko-KR" altLang="en-US" sz="1300" b="0" i="0" u="none" strike="noStrike" noProof="0">
                          <a:solidFill>
                            <a:srgbClr val="243447"/>
                          </a:solidFill>
                          <a:effectLst/>
                          <a:latin typeface="맑은 고딕"/>
                          <a:ea typeface="맑은 고딕"/>
                        </a:rPr>
                        <a:t> </a:t>
                      </a:r>
                      <a:r>
                        <a:rPr lang="en-US" altLang="ko-KR" sz="1300" b="0" i="0" u="none" strike="noStrike" noProof="0">
                          <a:solidFill>
                            <a:srgbClr val="243447"/>
                          </a:solidFill>
                          <a:effectLst/>
                          <a:latin typeface="맑은 고딕"/>
                          <a:ea typeface="맑은 고딕"/>
                        </a:rPr>
                        <a:t>on</a:t>
                      </a:r>
                      <a:r>
                        <a:rPr lang="ko-KR" altLang="en-US" sz="1300" b="0" i="0" u="none" strike="noStrike" noProof="0">
                          <a:solidFill>
                            <a:srgbClr val="243447"/>
                          </a:solidFill>
                          <a:effectLst/>
                          <a:latin typeface="맑은 고딕"/>
                          <a:ea typeface="맑은 고딕"/>
                        </a:rPr>
                        <a:t> </a:t>
                      </a:r>
                      <a:r>
                        <a:rPr lang="en-US" altLang="ko-KR" sz="1300" b="0" i="0" u="none" strike="noStrike" noProof="0">
                          <a:solidFill>
                            <a:srgbClr val="243447"/>
                          </a:solidFill>
                          <a:effectLst/>
                          <a:latin typeface="맑은 고딕"/>
                          <a:ea typeface="맑은 고딕"/>
                        </a:rPr>
                        <a:t>the</a:t>
                      </a:r>
                      <a:r>
                        <a:rPr lang="ko-KR" altLang="en-US" sz="1300" b="0" i="0" u="none" strike="noStrike" noProof="0">
                          <a:solidFill>
                            <a:srgbClr val="243447"/>
                          </a:solidFill>
                          <a:effectLst/>
                          <a:latin typeface="맑은 고딕"/>
                          <a:ea typeface="맑은 고딕"/>
                        </a:rPr>
                        <a:t> </a:t>
                      </a:r>
                      <a:r>
                        <a:rPr lang="en-US" altLang="ko-KR" sz="1300" b="0" i="0" u="none" strike="noStrike" noProof="0">
                          <a:solidFill>
                            <a:srgbClr val="243447"/>
                          </a:solidFill>
                          <a:effectLst/>
                          <a:latin typeface="맑은 고딕"/>
                          <a:ea typeface="맑은 고딕"/>
                        </a:rPr>
                        <a:t>user</a:t>
                      </a:r>
                      <a:r>
                        <a:rPr lang="ko-KR" altLang="en-US" sz="1300" b="0" i="0" u="none" strike="noStrike" noProof="0">
                          <a:solidFill>
                            <a:srgbClr val="243447"/>
                          </a:solidFill>
                          <a:effectLst/>
                          <a:latin typeface="맑은 고딕"/>
                          <a:ea typeface="맑은 고딕"/>
                        </a:rPr>
                        <a:t> </a:t>
                      </a:r>
                      <a:r>
                        <a:rPr lang="en-US" altLang="ko-KR" sz="1300" b="0" i="0" u="none" strike="noStrike" noProof="0">
                          <a:solidFill>
                            <a:srgbClr val="243447"/>
                          </a:solidFill>
                          <a:effectLst/>
                          <a:latin typeface="맑은 고딕"/>
                          <a:ea typeface="맑은 고딕"/>
                        </a:rPr>
                        <a:t>PC</a:t>
                      </a:r>
                      <a:r>
                        <a:rPr lang="ko-KR" altLang="en-US" sz="1300" b="0" i="0" u="none" strike="noStrike" noProof="0">
                          <a:solidFill>
                            <a:srgbClr val="243447"/>
                          </a:solidFill>
                          <a:effectLst/>
                          <a:latin typeface="맑은 고딕"/>
                          <a:ea typeface="맑은 고딕"/>
                        </a:rPr>
                        <a:t> </a:t>
                      </a:r>
                      <a:r>
                        <a:rPr lang="en-US" altLang="ko-KR" sz="1300" b="0" i="0" u="none" strike="noStrike" noProof="0">
                          <a:solidFill>
                            <a:srgbClr val="243447"/>
                          </a:solidFill>
                          <a:effectLst/>
                          <a:latin typeface="맑은 고딕"/>
                          <a:ea typeface="맑은 고딕"/>
                        </a:rPr>
                        <a:t>rather</a:t>
                      </a:r>
                      <a:r>
                        <a:rPr lang="ko-KR" altLang="en-US" sz="1300" b="0" i="0" u="none" strike="noStrike" noProof="0">
                          <a:solidFill>
                            <a:srgbClr val="243447"/>
                          </a:solidFill>
                          <a:effectLst/>
                          <a:latin typeface="맑은 고딕"/>
                          <a:ea typeface="맑은 고딕"/>
                        </a:rPr>
                        <a:t> </a:t>
                      </a:r>
                      <a:r>
                        <a:rPr lang="en-US" altLang="ko-KR" sz="1300" b="0" i="0" u="none" strike="noStrike" noProof="0">
                          <a:solidFill>
                            <a:srgbClr val="243447"/>
                          </a:solidFill>
                          <a:effectLst/>
                          <a:latin typeface="맑은 고딕"/>
                          <a:ea typeface="맑은 고딕"/>
                        </a:rPr>
                        <a:t>than</a:t>
                      </a:r>
                      <a:r>
                        <a:rPr lang="ko-KR" altLang="en-US" sz="1300" b="0" i="0" u="none" strike="noStrike" noProof="0">
                          <a:solidFill>
                            <a:srgbClr val="243447"/>
                          </a:solidFill>
                          <a:effectLst/>
                          <a:latin typeface="맑은 고딕"/>
                          <a:ea typeface="맑은 고딕"/>
                        </a:rPr>
                        <a:t> </a:t>
                      </a:r>
                      <a:r>
                        <a:rPr lang="en-US" altLang="ko-KR" sz="1300" b="0" i="0" u="none" strike="noStrike" noProof="0">
                          <a:solidFill>
                            <a:srgbClr val="243447"/>
                          </a:solidFill>
                          <a:effectLst/>
                          <a:latin typeface="맑은 고딕"/>
                          <a:ea typeface="맑은 고딕"/>
                        </a:rPr>
                        <a:t>only</a:t>
                      </a:r>
                      <a:r>
                        <a:rPr lang="ko-KR" altLang="en-US" sz="1300" b="0" i="0" u="none" strike="noStrike" noProof="0">
                          <a:solidFill>
                            <a:srgbClr val="243447"/>
                          </a:solidFill>
                          <a:effectLst/>
                          <a:latin typeface="맑은 고딕"/>
                          <a:ea typeface="맑은 고딕"/>
                        </a:rPr>
                        <a:t> </a:t>
                      </a:r>
                      <a:r>
                        <a:rPr lang="en-US" altLang="ko-KR" sz="1300" b="0" i="0" u="none" strike="noStrike" noProof="0">
                          <a:solidFill>
                            <a:srgbClr val="243447"/>
                          </a:solidFill>
                          <a:effectLst/>
                          <a:latin typeface="맑은 고딕"/>
                          <a:ea typeface="맑은 고딕"/>
                        </a:rPr>
                        <a:t>at</a:t>
                      </a:r>
                      <a:r>
                        <a:rPr lang="ko-KR" altLang="en-US" sz="1300" b="0" i="0" u="none" strike="noStrike" noProof="0">
                          <a:solidFill>
                            <a:srgbClr val="243447"/>
                          </a:solidFill>
                          <a:effectLst/>
                          <a:latin typeface="맑은 고딕"/>
                          <a:ea typeface="맑은 고딕"/>
                        </a:rPr>
                        <a:t> </a:t>
                      </a:r>
                      <a:r>
                        <a:rPr lang="en-US" altLang="ko-KR" sz="1300" b="0" i="0" u="none" strike="noStrike" noProof="0">
                          <a:solidFill>
                            <a:srgbClr val="243447"/>
                          </a:solidFill>
                          <a:effectLst/>
                          <a:latin typeface="맑은 고딕"/>
                          <a:ea typeface="맑은 고딕"/>
                        </a:rPr>
                        <a:t>the</a:t>
                      </a:r>
                      <a:r>
                        <a:rPr lang="ko-KR" altLang="en-US" sz="1300" b="0" i="0" u="none" strike="noStrike" noProof="0">
                          <a:solidFill>
                            <a:srgbClr val="243447"/>
                          </a:solidFill>
                          <a:effectLst/>
                          <a:latin typeface="맑은 고딕"/>
                          <a:ea typeface="맑은 고딕"/>
                        </a:rPr>
                        <a:t> </a:t>
                      </a:r>
                      <a:r>
                        <a:rPr lang="en-US" altLang="ko-KR" sz="1300" b="0" i="0" u="none" strike="noStrike" noProof="0">
                          <a:solidFill>
                            <a:srgbClr val="243447"/>
                          </a:solidFill>
                          <a:effectLst/>
                          <a:latin typeface="맑은 고딕"/>
                          <a:ea typeface="맑은 고딕"/>
                        </a:rPr>
                        <a:t>corporate</a:t>
                      </a:r>
                      <a:r>
                        <a:rPr lang="ko-KR" altLang="en-US" sz="1300" b="0" i="0" u="none" strike="noStrike" noProof="0">
                          <a:solidFill>
                            <a:srgbClr val="243447"/>
                          </a:solidFill>
                          <a:effectLst/>
                          <a:latin typeface="맑은 고딕"/>
                          <a:ea typeface="맑은 고딕"/>
                        </a:rPr>
                        <a:t> </a:t>
                      </a:r>
                      <a:r>
                        <a:rPr lang="en-US" altLang="ko-KR" sz="1300" b="0" i="0" u="none" strike="noStrike" noProof="0">
                          <a:solidFill>
                            <a:srgbClr val="243447"/>
                          </a:solidFill>
                          <a:effectLst/>
                          <a:latin typeface="맑은 고딕"/>
                          <a:ea typeface="맑은 고딕"/>
                        </a:rPr>
                        <a:t>network</a:t>
                      </a:r>
                      <a:r>
                        <a:rPr lang="ko-KR" altLang="en-US" sz="1300" b="0" i="0" u="none" strike="noStrike" noProof="0">
                          <a:solidFill>
                            <a:srgbClr val="243447"/>
                          </a:solidFill>
                          <a:effectLst/>
                          <a:latin typeface="맑은 고딕"/>
                          <a:ea typeface="맑은 고딕"/>
                        </a:rPr>
                        <a:t> </a:t>
                      </a:r>
                      <a:r>
                        <a:rPr lang="en-US" altLang="ko-KR" sz="1300" b="0" i="0" u="none" strike="noStrike" noProof="0">
                          <a:solidFill>
                            <a:srgbClr val="243447"/>
                          </a:solidFill>
                          <a:effectLst/>
                          <a:latin typeface="맑은 고딕"/>
                          <a:ea typeface="맑은 고딕"/>
                        </a:rPr>
                        <a:t>gateway</a:t>
                      </a:r>
                      <a:r>
                        <a:rPr lang="ko-KR" sz="1300" b="0" i="0" u="none" strike="noStrike" noProof="0">
                          <a:solidFill>
                            <a:srgbClr val="243447"/>
                          </a:solidFill>
                          <a:effectLst/>
                          <a:latin typeface="맑은 고딕"/>
                          <a:ea typeface="맑은 고딕"/>
                        </a:rPr>
                        <a:t>. [</a:t>
                      </a:r>
                      <a:r>
                        <a:rPr lang="en-US" altLang="ko-KR" sz="1300" b="0" i="0" u="none" strike="noStrike" noProof="0">
                          <a:solidFill>
                            <a:srgbClr val="243447"/>
                          </a:solidFill>
                          <a:effectLst/>
                          <a:latin typeface="맑은 고딕"/>
                          <a:ea typeface="맑은 고딕"/>
                        </a:rPr>
                        <a:t>S1</a:t>
                      </a:r>
                      <a:r>
                        <a:rPr lang="ko-KR" sz="1300" b="0" i="0" u="none" strike="noStrike" noProof="0">
                          <a:solidFill>
                            <a:srgbClr val="243447"/>
                          </a:solidFill>
                          <a:effectLst/>
                          <a:latin typeface="맑은 고딕"/>
                          <a:ea typeface="맑은 고딕"/>
                        </a:rPr>
                        <a:t>]</a:t>
                      </a:r>
                      <a:endParaRPr lang="en-US">
                        <a:latin typeface="맑은 고딕"/>
                        <a:ea typeface="맑은 고딕"/>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327833627"/>
                  </a:ext>
                </a:extLst>
              </a:tr>
              <a:tr h="314325">
                <a:tc>
                  <a:txBody>
                    <a:bodyPr/>
                    <a:lstStyle/>
                    <a:p>
                      <a:pPr algn="l">
                        <a:buNone/>
                      </a:pPr>
                      <a:r>
                        <a:rPr lang="ko-KR" sz="1300" b="1">
                          <a:solidFill>
                            <a:srgbClr val="243447"/>
                          </a:solidFill>
                          <a:effectLst/>
                          <a:latin typeface="Arial" panose="020B0604020202020204" pitchFamily="34" charset="0"/>
                          <a:ea typeface="Arial" panose="020B0604020202020204" pitchFamily="34" charset="0"/>
                        </a:rPr>
                        <a:t>D4-07</a:t>
                      </a:r>
                      <a:endParaRPr lang="ko-KR" sz="1300" b="1">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a:solidFill>
                            <a:srgbClr val="243447"/>
                          </a:solidFill>
                          <a:effectLst/>
                          <a:latin typeface="Arial" panose="020B0604020202020204" pitchFamily="34" charset="0"/>
                          <a:ea typeface="Arial" panose="020B0604020202020204" pitchFamily="34" charset="0"/>
                        </a:rPr>
                        <a:t>AI service coverage breadth</a:t>
                      </a:r>
                      <a:endParaRPr lang="ko-KR" sz="1300">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lvl="0" algn="l">
                        <a:lnSpc>
                          <a:spcPct val="100000"/>
                        </a:lnSpc>
                        <a:spcBef>
                          <a:spcPts val="0"/>
                        </a:spcBef>
                        <a:spcAft>
                          <a:spcPts val="0"/>
                        </a:spcAft>
                        <a:buNone/>
                      </a:pPr>
                      <a:r>
                        <a:rPr lang="ko-KR" altLang="en-US" sz="1300" b="1" i="0" u="none" strike="noStrike" noProof="0">
                          <a:solidFill>
                            <a:srgbClr val="956319"/>
                          </a:solidFill>
                          <a:effectLst/>
                          <a:latin typeface="Arial"/>
                          <a:cs typeface="Arial"/>
                        </a:rPr>
                        <a:t>◐</a:t>
                      </a:r>
                      <a:endParaRPr lang="ko-KR" altLang="en-US" sz="1300" b="0" i="0" u="none" strike="noStrike" noProof="0">
                        <a:solidFill>
                          <a:srgbClr val="000000"/>
                        </a:solidFill>
                        <a:effectLst/>
                        <a:latin typeface="Arial"/>
                        <a:cs typeface="Arial"/>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lvl="0" algn="l">
                        <a:buNone/>
                      </a:pPr>
                      <a:r>
                        <a:rPr lang="ko-KR" sz="1300" b="0" i="0" u="none" strike="noStrike" noProof="0">
                          <a:solidFill>
                            <a:srgbClr val="243447"/>
                          </a:solidFill>
                          <a:effectLst/>
                          <a:latin typeface="맑은 고딕"/>
                          <a:ea typeface="맑은 고딕"/>
                        </a:rPr>
                        <a:t>ChatGPT</a:t>
                      </a:r>
                      <a:r>
                        <a:rPr lang="ko-KR" altLang="en-US" sz="1300" b="0" i="0" u="none" strike="noStrike" noProof="0">
                          <a:solidFill>
                            <a:srgbClr val="243447"/>
                          </a:solidFill>
                          <a:effectLst/>
                          <a:latin typeface="맑은 고딕"/>
                          <a:ea typeface="맑은 고딕"/>
                        </a:rPr>
                        <a:t> </a:t>
                      </a:r>
                      <a:r>
                        <a:rPr lang="en-US" altLang="ko-KR" sz="1300" b="0" i="0" u="none" strike="noStrike" noProof="0">
                          <a:solidFill>
                            <a:srgbClr val="243447"/>
                          </a:solidFill>
                          <a:effectLst/>
                          <a:latin typeface="맑은 고딕"/>
                          <a:ea typeface="맑은 고딕"/>
                        </a:rPr>
                        <a:t>and</a:t>
                      </a:r>
                      <a:r>
                        <a:rPr lang="ko-KR" altLang="en-US" sz="1300" b="0" i="0" u="none" strike="noStrike" noProof="0">
                          <a:solidFill>
                            <a:srgbClr val="243447"/>
                          </a:solidFill>
                          <a:effectLst/>
                          <a:latin typeface="맑은 고딕"/>
                          <a:ea typeface="맑은 고딕"/>
                        </a:rPr>
                        <a:t> </a:t>
                      </a:r>
                      <a:r>
                        <a:rPr lang="ko-KR" sz="1300" b="0" i="0" u="none" strike="noStrike" noProof="0">
                          <a:solidFill>
                            <a:srgbClr val="243447"/>
                          </a:solidFill>
                          <a:effectLst/>
                          <a:latin typeface="맑은 고딕"/>
                          <a:ea typeface="맑은 고딕"/>
                        </a:rPr>
                        <a:t>Gemini</a:t>
                      </a:r>
                      <a:r>
                        <a:rPr lang="ko-KR" altLang="en-US" sz="1300" b="0" i="0" u="none" strike="noStrike" noProof="0">
                          <a:solidFill>
                            <a:srgbClr val="243447"/>
                          </a:solidFill>
                          <a:effectLst/>
                          <a:latin typeface="맑은 고딕"/>
                          <a:ea typeface="맑은 고딕"/>
                        </a:rPr>
                        <a:t> </a:t>
                      </a:r>
                      <a:r>
                        <a:rPr lang="en-US" altLang="ko-KR" sz="1300" b="0" i="0" u="none" strike="noStrike" noProof="0">
                          <a:solidFill>
                            <a:srgbClr val="243447"/>
                          </a:solidFill>
                          <a:effectLst/>
                          <a:latin typeface="맑은 고딕"/>
                          <a:ea typeface="맑은 고딕"/>
                        </a:rPr>
                        <a:t>are</a:t>
                      </a:r>
                      <a:r>
                        <a:rPr lang="ko-KR" altLang="en-US" sz="1300" b="0" i="0" u="none" strike="noStrike" noProof="0">
                          <a:solidFill>
                            <a:srgbClr val="243447"/>
                          </a:solidFill>
                          <a:effectLst/>
                          <a:latin typeface="맑은 고딕"/>
                          <a:ea typeface="맑은 고딕"/>
                        </a:rPr>
                        <a:t> </a:t>
                      </a:r>
                      <a:r>
                        <a:rPr lang="en-US" altLang="ko-KR" sz="1300" b="0" i="0" u="none" strike="noStrike" noProof="0">
                          <a:solidFill>
                            <a:srgbClr val="243447"/>
                          </a:solidFill>
                          <a:effectLst/>
                          <a:latin typeface="맑은 고딕"/>
                          <a:ea typeface="맑은 고딕"/>
                        </a:rPr>
                        <a:t>explicitly</a:t>
                      </a:r>
                      <a:r>
                        <a:rPr lang="ko-KR" altLang="en-US" sz="1300" b="0" i="0" u="none" strike="noStrike" noProof="0">
                          <a:solidFill>
                            <a:srgbClr val="243447"/>
                          </a:solidFill>
                          <a:effectLst/>
                          <a:latin typeface="맑은 고딕"/>
                          <a:ea typeface="맑은 고딕"/>
                        </a:rPr>
                        <a:t> </a:t>
                      </a:r>
                      <a:r>
                        <a:rPr lang="en-US" altLang="ko-KR" sz="1300" b="0" i="0" u="none" strike="noStrike" noProof="0">
                          <a:solidFill>
                            <a:srgbClr val="243447"/>
                          </a:solidFill>
                          <a:effectLst/>
                          <a:latin typeface="맑은 고딕"/>
                          <a:ea typeface="맑은 고딕"/>
                        </a:rPr>
                        <a:t>cited,</a:t>
                      </a:r>
                      <a:r>
                        <a:rPr lang="ko-KR" sz="1300" b="0" i="0" u="none" strike="noStrike" noProof="0">
                          <a:solidFill>
                            <a:srgbClr val="243447"/>
                          </a:solidFill>
                          <a:effectLst/>
                          <a:latin typeface="맑은 고딕"/>
                          <a:ea typeface="맑은 고딕"/>
                        </a:rPr>
                        <a:t> </a:t>
                      </a:r>
                      <a:r>
                        <a:rPr lang="en-US" altLang="ko-KR" sz="1300" b="0" i="0" u="none" strike="noStrike" noProof="0">
                          <a:solidFill>
                            <a:srgbClr val="243447"/>
                          </a:solidFill>
                          <a:effectLst/>
                          <a:latin typeface="맑은 고딕"/>
                          <a:ea typeface="맑은 고딕"/>
                        </a:rPr>
                        <a:t>including</a:t>
                      </a:r>
                      <a:r>
                        <a:rPr lang="ko-KR" altLang="en-US" sz="1300" b="0" i="0" u="none" strike="noStrike" noProof="0">
                          <a:solidFill>
                            <a:srgbClr val="243447"/>
                          </a:solidFill>
                          <a:effectLst/>
                          <a:latin typeface="맑은 고딕"/>
                          <a:ea typeface="맑은 고딕"/>
                        </a:rPr>
                        <a:t> </a:t>
                      </a:r>
                      <a:r>
                        <a:rPr lang="en-US" altLang="ko-KR" sz="1300" b="0" i="0" u="none" strike="noStrike" noProof="0">
                          <a:solidFill>
                            <a:srgbClr val="243447"/>
                          </a:solidFill>
                          <a:effectLst/>
                          <a:latin typeface="맑은 고딕"/>
                          <a:ea typeface="맑은 고딕"/>
                        </a:rPr>
                        <a:t>web</a:t>
                      </a:r>
                      <a:r>
                        <a:rPr lang="ko-KR" altLang="en-US" sz="1300" b="0" i="0" u="none" strike="noStrike" noProof="0">
                          <a:solidFill>
                            <a:srgbClr val="243447"/>
                          </a:solidFill>
                          <a:effectLst/>
                          <a:latin typeface="맑은 고딕"/>
                          <a:ea typeface="맑은 고딕"/>
                        </a:rPr>
                        <a:t> </a:t>
                      </a:r>
                      <a:r>
                        <a:rPr lang="ko-KR" sz="1300" b="0" i="0" u="none" strike="noStrike" noProof="0">
                          <a:solidFill>
                            <a:srgbClr val="243447"/>
                          </a:solidFill>
                          <a:effectLst/>
                          <a:latin typeface="맑은 고딕"/>
                          <a:ea typeface="맑은 고딕"/>
                        </a:rPr>
                        <a:t>and </a:t>
                      </a:r>
                      <a:r>
                        <a:rPr lang="en-US" altLang="ko-KR" sz="1300" b="0" i="0" u="none" strike="noStrike" noProof="0">
                          <a:solidFill>
                            <a:srgbClr val="243447"/>
                          </a:solidFill>
                          <a:effectLst/>
                          <a:latin typeface="맑은 고딕"/>
                          <a:ea typeface="맑은 고딕"/>
                        </a:rPr>
                        <a:t>dedicated</a:t>
                      </a:r>
                      <a:r>
                        <a:rPr lang="ko-KR" altLang="en-US" sz="1300" b="0" i="0" u="none" strike="noStrike" noProof="0">
                          <a:solidFill>
                            <a:srgbClr val="243447"/>
                          </a:solidFill>
                          <a:effectLst/>
                          <a:latin typeface="맑은 고딕"/>
                          <a:ea typeface="맑은 고딕"/>
                        </a:rPr>
                        <a:t> </a:t>
                      </a:r>
                      <a:r>
                        <a:rPr lang="en-US" altLang="ko-KR" sz="1300" b="0" i="0" u="none" strike="noStrike" noProof="0">
                          <a:solidFill>
                            <a:srgbClr val="243447"/>
                          </a:solidFill>
                          <a:effectLst/>
                          <a:latin typeface="맑은 고딕"/>
                          <a:ea typeface="맑은 고딕"/>
                        </a:rPr>
                        <a:t>AI</a:t>
                      </a:r>
                      <a:r>
                        <a:rPr lang="ko-KR" altLang="en-US" sz="1300" b="0" i="0" u="none" strike="noStrike" noProof="0">
                          <a:solidFill>
                            <a:srgbClr val="243447"/>
                          </a:solidFill>
                          <a:effectLst/>
                          <a:latin typeface="맑은 고딕"/>
                          <a:ea typeface="맑은 고딕"/>
                        </a:rPr>
                        <a:t> </a:t>
                      </a:r>
                      <a:r>
                        <a:rPr lang="en-US" altLang="ko-KR" sz="1300" b="0" i="0" u="none" strike="noStrike" noProof="0">
                          <a:solidFill>
                            <a:srgbClr val="243447"/>
                          </a:solidFill>
                          <a:effectLst/>
                          <a:latin typeface="맑은 고딕"/>
                          <a:ea typeface="맑은 고딕"/>
                        </a:rPr>
                        <a:t>applications.</a:t>
                      </a:r>
                      <a:r>
                        <a:rPr lang="ko-KR" altLang="en-US" sz="1300" b="0" i="0" u="none" strike="noStrike" noProof="0">
                          <a:solidFill>
                            <a:srgbClr val="243447"/>
                          </a:solidFill>
                          <a:effectLst/>
                          <a:latin typeface="맑은 고딕"/>
                          <a:ea typeface="맑은 고딕"/>
                        </a:rPr>
                        <a:t> </a:t>
                      </a:r>
                      <a:r>
                        <a:rPr lang="en-US" altLang="ko-KR" sz="1300" b="0" i="0" u="none" strike="noStrike" noProof="0">
                          <a:solidFill>
                            <a:srgbClr val="243447"/>
                          </a:solidFill>
                          <a:effectLst/>
                          <a:latin typeface="맑은 고딕"/>
                          <a:ea typeface="맑은 고딕"/>
                        </a:rPr>
                        <a:t>A</a:t>
                      </a:r>
                      <a:r>
                        <a:rPr lang="ko-KR" altLang="en-US" sz="1300" b="0" i="0" u="none" strike="noStrike" noProof="0">
                          <a:solidFill>
                            <a:srgbClr val="243447"/>
                          </a:solidFill>
                          <a:effectLst/>
                          <a:latin typeface="맑은 고딕"/>
                          <a:ea typeface="맑은 고딕"/>
                        </a:rPr>
                        <a:t> </a:t>
                      </a:r>
                      <a:r>
                        <a:rPr lang="en-US" altLang="ko-KR" sz="1300" b="0" i="0" u="none" strike="noStrike" noProof="0">
                          <a:solidFill>
                            <a:srgbClr val="243447"/>
                          </a:solidFill>
                          <a:effectLst/>
                          <a:latin typeface="맑은 고딕"/>
                          <a:ea typeface="맑은 고딕"/>
                        </a:rPr>
                        <a:t>broader</a:t>
                      </a:r>
                      <a:r>
                        <a:rPr lang="ko-KR" altLang="en-US" sz="1300" b="0" i="0" u="none" strike="noStrike" noProof="0">
                          <a:solidFill>
                            <a:srgbClr val="243447"/>
                          </a:solidFill>
                          <a:effectLst/>
                          <a:latin typeface="맑은 고딕"/>
                          <a:ea typeface="맑은 고딕"/>
                        </a:rPr>
                        <a:t> </a:t>
                      </a:r>
                      <a:r>
                        <a:rPr lang="en-US" altLang="ko-KR" sz="1300" b="0" i="0" u="none" strike="noStrike" noProof="0">
                          <a:solidFill>
                            <a:srgbClr val="243447"/>
                          </a:solidFill>
                          <a:effectLst/>
                          <a:latin typeface="맑은 고딕"/>
                          <a:ea typeface="맑은 고딕"/>
                        </a:rPr>
                        <a:t>service</a:t>
                      </a:r>
                      <a:r>
                        <a:rPr lang="ko-KR" altLang="en-US" sz="1300" b="0" i="0" u="none" strike="noStrike" noProof="0">
                          <a:solidFill>
                            <a:srgbClr val="243447"/>
                          </a:solidFill>
                          <a:effectLst/>
                          <a:latin typeface="맑은 고딕"/>
                          <a:ea typeface="맑은 고딕"/>
                        </a:rPr>
                        <a:t> </a:t>
                      </a:r>
                      <a:r>
                        <a:rPr lang="en-US" altLang="ko-KR" sz="1300" b="0" i="0" u="none" strike="noStrike" noProof="0">
                          <a:solidFill>
                            <a:srgbClr val="243447"/>
                          </a:solidFill>
                          <a:effectLst/>
                          <a:latin typeface="맑은 고딕"/>
                          <a:ea typeface="맑은 고딕"/>
                        </a:rPr>
                        <a:t>matrix</a:t>
                      </a:r>
                      <a:r>
                        <a:rPr lang="ko-KR" altLang="en-US" sz="1300" b="0" i="0" u="none" strike="noStrike" noProof="0">
                          <a:solidFill>
                            <a:srgbClr val="243447"/>
                          </a:solidFill>
                          <a:effectLst/>
                          <a:latin typeface="맑은 고딕"/>
                          <a:ea typeface="맑은 고딕"/>
                        </a:rPr>
                        <a:t> </a:t>
                      </a:r>
                      <a:r>
                        <a:rPr lang="en-US" altLang="ko-KR" sz="1300" b="0" i="0" u="none" strike="noStrike" noProof="0">
                          <a:solidFill>
                            <a:srgbClr val="243447"/>
                          </a:solidFill>
                          <a:effectLst/>
                          <a:latin typeface="맑은 고딕"/>
                          <a:ea typeface="맑은 고딕"/>
                        </a:rPr>
                        <a:t>covering</a:t>
                      </a:r>
                      <a:r>
                        <a:rPr lang="ko-KR" altLang="en-US" sz="1300" b="0" i="0" u="none" strike="noStrike" noProof="0">
                          <a:solidFill>
                            <a:srgbClr val="243447"/>
                          </a:solidFill>
                          <a:effectLst/>
                          <a:latin typeface="맑은 고딕"/>
                          <a:ea typeface="맑은 고딕"/>
                        </a:rPr>
                        <a:t> </a:t>
                      </a:r>
                      <a:r>
                        <a:rPr lang="en-US" altLang="ko-KR" sz="1300" b="0" i="0" u="none" strike="noStrike" noProof="0">
                          <a:solidFill>
                            <a:srgbClr val="243447"/>
                          </a:solidFill>
                          <a:effectLst/>
                          <a:latin typeface="맑은 고딕"/>
                          <a:ea typeface="맑은 고딕"/>
                        </a:rPr>
                        <a:t>Claude,</a:t>
                      </a:r>
                      <a:r>
                        <a:rPr lang="ko-KR" altLang="en-US" sz="1300" b="0" i="0" u="none" strike="noStrike" noProof="0">
                          <a:solidFill>
                            <a:srgbClr val="243447"/>
                          </a:solidFill>
                          <a:effectLst/>
                          <a:latin typeface="맑은 고딕"/>
                          <a:ea typeface="맑은 고딕"/>
                        </a:rPr>
                        <a:t> </a:t>
                      </a:r>
                      <a:r>
                        <a:rPr lang="en-US" altLang="ko-KR" sz="1300" b="0" i="0" u="none" strike="noStrike" noProof="0">
                          <a:solidFill>
                            <a:srgbClr val="243447"/>
                          </a:solidFill>
                          <a:effectLst/>
                          <a:latin typeface="맑은 고딕"/>
                          <a:ea typeface="맑은 고딕"/>
                        </a:rPr>
                        <a:t>Copilot,</a:t>
                      </a:r>
                      <a:r>
                        <a:rPr lang="ko-KR" sz="1300" b="0" i="0" u="none" strike="noStrike" noProof="0">
                          <a:solidFill>
                            <a:srgbClr val="243447"/>
                          </a:solidFill>
                          <a:effectLst/>
                          <a:latin typeface="맑은 고딕"/>
                          <a:ea typeface="맑은 고딕"/>
                        </a:rPr>
                        <a:t> </a:t>
                      </a:r>
                      <a:r>
                        <a:rPr lang="en-US" altLang="ko-KR" sz="1300" b="0" i="0" u="none" strike="noStrike" noProof="0">
                          <a:solidFill>
                            <a:srgbClr val="243447"/>
                          </a:solidFill>
                          <a:effectLst/>
                          <a:latin typeface="맑은 고딕"/>
                          <a:ea typeface="맑은 고딕"/>
                        </a:rPr>
                        <a:t>etc.</a:t>
                      </a:r>
                      <a:r>
                        <a:rPr lang="ko-KR" altLang="en-US" sz="1300" b="0" i="0" u="none" strike="noStrike" noProof="0">
                          <a:solidFill>
                            <a:srgbClr val="243447"/>
                          </a:solidFill>
                          <a:effectLst/>
                          <a:latin typeface="맑은 고딕"/>
                          <a:ea typeface="맑은 고딕"/>
                        </a:rPr>
                        <a:t> </a:t>
                      </a:r>
                      <a:r>
                        <a:rPr lang="en-US" altLang="ko-KR" sz="1300" b="0" i="0" u="none" strike="noStrike" noProof="0">
                          <a:solidFill>
                            <a:srgbClr val="243447"/>
                          </a:solidFill>
                          <a:effectLst/>
                          <a:latin typeface="맑은 고딕"/>
                          <a:ea typeface="맑은 고딕"/>
                        </a:rPr>
                        <a:t>was</a:t>
                      </a:r>
                      <a:r>
                        <a:rPr lang="ko-KR" altLang="en-US" sz="1300" b="0" i="0" u="none" strike="noStrike" noProof="0">
                          <a:solidFill>
                            <a:srgbClr val="243447"/>
                          </a:solidFill>
                          <a:effectLst/>
                          <a:latin typeface="맑은 고딕"/>
                          <a:ea typeface="맑은 고딕"/>
                        </a:rPr>
                        <a:t> </a:t>
                      </a:r>
                      <a:r>
                        <a:rPr lang="en-US" altLang="ko-KR" sz="1300" b="0" i="0" u="none" strike="noStrike" noProof="0">
                          <a:solidFill>
                            <a:srgbClr val="243447"/>
                          </a:solidFill>
                          <a:effectLst/>
                          <a:latin typeface="맑은 고딕"/>
                          <a:ea typeface="맑은 고딕"/>
                        </a:rPr>
                        <a:t>not</a:t>
                      </a:r>
                      <a:r>
                        <a:rPr lang="ko-KR" altLang="en-US" sz="1300" b="0" i="0" u="none" strike="noStrike" noProof="0">
                          <a:solidFill>
                            <a:srgbClr val="243447"/>
                          </a:solidFill>
                          <a:effectLst/>
                          <a:latin typeface="맑은 고딕"/>
                          <a:ea typeface="맑은 고딕"/>
                        </a:rPr>
                        <a:t> </a:t>
                      </a:r>
                      <a:r>
                        <a:rPr lang="en-US" altLang="ko-KR" sz="1300" b="0" i="0" u="none" strike="noStrike" noProof="0">
                          <a:solidFill>
                            <a:srgbClr val="243447"/>
                          </a:solidFill>
                          <a:effectLst/>
                          <a:latin typeface="맑은 고딕"/>
                          <a:ea typeface="맑은 고딕"/>
                        </a:rPr>
                        <a:t>verified</a:t>
                      </a:r>
                      <a:r>
                        <a:rPr lang="ko-KR" sz="1300" b="0" i="0" u="none" strike="noStrike" noProof="0">
                          <a:solidFill>
                            <a:srgbClr val="243447"/>
                          </a:solidFill>
                          <a:effectLst/>
                          <a:latin typeface="맑은 고딕"/>
                          <a:ea typeface="맑은 고딕"/>
                        </a:rPr>
                        <a:t> </a:t>
                      </a:r>
                      <a:r>
                        <a:rPr lang="en-US" altLang="ko-KR" sz="1300" b="0" i="0" u="none" strike="noStrike" noProof="0">
                          <a:solidFill>
                            <a:srgbClr val="243447"/>
                          </a:solidFill>
                          <a:effectLst/>
                          <a:latin typeface="맑은 고딕"/>
                          <a:ea typeface="맑은 고딕"/>
                        </a:rPr>
                        <a:t>in</a:t>
                      </a:r>
                      <a:r>
                        <a:rPr lang="ko-KR" altLang="en-US" sz="1300" b="0" i="0" u="none" strike="noStrike" noProof="0">
                          <a:solidFill>
                            <a:srgbClr val="243447"/>
                          </a:solidFill>
                          <a:effectLst/>
                          <a:latin typeface="맑은 고딕"/>
                          <a:ea typeface="맑은 고딕"/>
                        </a:rPr>
                        <a:t> </a:t>
                      </a:r>
                      <a:r>
                        <a:rPr lang="en-US" altLang="ko-KR" sz="1300" b="0" i="0" u="none" strike="noStrike" noProof="0">
                          <a:solidFill>
                            <a:srgbClr val="243447"/>
                          </a:solidFill>
                          <a:effectLst/>
                          <a:latin typeface="맑은 고딕"/>
                          <a:ea typeface="맑은 고딕"/>
                        </a:rPr>
                        <a:t>the</a:t>
                      </a:r>
                      <a:r>
                        <a:rPr lang="ko-KR" altLang="en-US" sz="1300" b="0" i="0" u="none" strike="noStrike" noProof="0">
                          <a:solidFill>
                            <a:srgbClr val="243447"/>
                          </a:solidFill>
                          <a:effectLst/>
                          <a:latin typeface="맑은 고딕"/>
                          <a:ea typeface="맑은 고딕"/>
                        </a:rPr>
                        <a:t> </a:t>
                      </a:r>
                      <a:r>
                        <a:rPr lang="ko-KR" sz="1300" b="0" i="0" u="none" strike="noStrike" noProof="0">
                          <a:solidFill>
                            <a:srgbClr val="243447"/>
                          </a:solidFill>
                          <a:effectLst/>
                          <a:latin typeface="맑은 고딕"/>
                          <a:ea typeface="맑은 고딕"/>
                        </a:rPr>
                        <a:t>reviewed</a:t>
                      </a:r>
                      <a:r>
                        <a:rPr lang="ko-KR" altLang="en-US" sz="1300" b="0" i="0" u="none" strike="noStrike" noProof="0">
                          <a:solidFill>
                            <a:srgbClr val="243447"/>
                          </a:solidFill>
                          <a:effectLst/>
                          <a:latin typeface="맑은 고딕"/>
                          <a:ea typeface="맑은 고딕"/>
                        </a:rPr>
                        <a:t> </a:t>
                      </a:r>
                      <a:r>
                        <a:rPr lang="en-US" altLang="ko-KR" sz="1300" b="0" i="0" u="none" strike="noStrike" noProof="0">
                          <a:solidFill>
                            <a:srgbClr val="243447"/>
                          </a:solidFill>
                          <a:effectLst/>
                          <a:latin typeface="맑은 고딕"/>
                          <a:ea typeface="맑은 고딕"/>
                        </a:rPr>
                        <a:t>material</a:t>
                      </a:r>
                      <a:r>
                        <a:rPr lang="ko-KR" sz="1300" b="0" i="0" u="none" strike="noStrike" noProof="0">
                          <a:solidFill>
                            <a:srgbClr val="243447"/>
                          </a:solidFill>
                          <a:effectLst/>
                          <a:latin typeface="맑은 고딕"/>
                          <a:ea typeface="맑은 고딕"/>
                        </a:rPr>
                        <a:t>. [</a:t>
                      </a:r>
                      <a:r>
                        <a:rPr lang="en-US" altLang="ko-KR" sz="1300" b="0" i="0" u="none" strike="noStrike" noProof="0">
                          <a:solidFill>
                            <a:srgbClr val="243447"/>
                          </a:solidFill>
                          <a:effectLst/>
                          <a:latin typeface="맑은 고딕"/>
                          <a:ea typeface="맑은 고딕"/>
                        </a:rPr>
                        <a:t>S1</a:t>
                      </a:r>
                      <a:r>
                        <a:rPr lang="ko-KR" sz="1300" b="0" i="0" u="none" strike="noStrike" noProof="0">
                          <a:solidFill>
                            <a:srgbClr val="243447"/>
                          </a:solidFill>
                          <a:effectLst/>
                          <a:latin typeface="맑은 고딕"/>
                          <a:ea typeface="맑은 고딕"/>
                        </a:rPr>
                        <a:t>]</a:t>
                      </a:r>
                      <a:endParaRPr lang="en-US">
                        <a:latin typeface="맑은 고딕"/>
                        <a:ea typeface="맑은 고딕"/>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3886257113"/>
                  </a:ext>
                </a:extLst>
              </a:tr>
              <a:tr h="314325">
                <a:tc>
                  <a:txBody>
                    <a:bodyPr/>
                    <a:lstStyle/>
                    <a:p>
                      <a:pPr algn="l">
                        <a:buNone/>
                      </a:pPr>
                      <a:r>
                        <a:rPr lang="ko-KR" sz="1300" b="1">
                          <a:solidFill>
                            <a:srgbClr val="243447"/>
                          </a:solidFill>
                          <a:effectLst/>
                          <a:latin typeface="Arial" panose="020B0604020202020204" pitchFamily="34" charset="0"/>
                          <a:ea typeface="Arial" panose="020B0604020202020204" pitchFamily="34" charset="0"/>
                        </a:rPr>
                        <a:t>D4-08</a:t>
                      </a:r>
                      <a:endParaRPr lang="ko-KR" sz="1300" b="1">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a:solidFill>
                            <a:srgbClr val="243447"/>
                          </a:solidFill>
                          <a:effectLst/>
                          <a:latin typeface="Arial" panose="020B0604020202020204" pitchFamily="34" charset="0"/>
                          <a:ea typeface="Arial" panose="020B0604020202020204" pitchFamily="34" charset="0"/>
                        </a:rPr>
                        <a:t>Shadow AI discovery / access control</a:t>
                      </a:r>
                      <a:endParaRPr lang="ko-KR" sz="1300">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b="1">
                          <a:solidFill>
                            <a:srgbClr val="956319"/>
                          </a:solidFill>
                          <a:effectLst/>
                          <a:latin typeface="Arial" panose="020B0604020202020204" pitchFamily="34" charset="0"/>
                          <a:ea typeface="Arial" panose="020B0604020202020204" pitchFamily="34" charset="0"/>
                        </a:rPr>
                        <a:t>◐</a:t>
                      </a:r>
                      <a:endParaRPr lang="ko-KR" sz="1300" b="1">
                        <a:solidFill>
                          <a:srgbClr val="956319"/>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lvl="0" algn="l">
                        <a:buNone/>
                      </a:pPr>
                      <a:r>
                        <a:rPr lang="en-US" altLang="ko-KR" sz="1300" b="0" i="0" u="none" strike="noStrike" noProof="0">
                          <a:solidFill>
                            <a:srgbClr val="243447"/>
                          </a:solidFill>
                          <a:effectLst/>
                          <a:latin typeface="맑은 고딕"/>
                          <a:ea typeface="맑은 고딕"/>
                        </a:rPr>
                        <a:t>SaferZone</a:t>
                      </a:r>
                      <a:r>
                        <a:rPr lang="ko-KR" altLang="en-US" sz="1300" b="0" i="0" u="none" strike="noStrike" noProof="0">
                          <a:solidFill>
                            <a:srgbClr val="243447"/>
                          </a:solidFill>
                          <a:effectLst/>
                          <a:latin typeface="맑은 고딕"/>
                          <a:ea typeface="맑은 고딕"/>
                        </a:rPr>
                        <a:t> </a:t>
                      </a:r>
                      <a:r>
                        <a:rPr lang="en-US" altLang="ko-KR" sz="1300" b="0" i="0" u="none" strike="noStrike" noProof="0">
                          <a:solidFill>
                            <a:srgbClr val="243447"/>
                          </a:solidFill>
                          <a:effectLst/>
                          <a:latin typeface="맑은 고딕"/>
                          <a:ea typeface="맑은 고딕"/>
                        </a:rPr>
                        <a:t>can</a:t>
                      </a:r>
                      <a:r>
                        <a:rPr lang="ko-KR" altLang="en-US" sz="1300" b="0" i="0" u="none" strike="noStrike" noProof="0">
                          <a:solidFill>
                            <a:srgbClr val="243447"/>
                          </a:solidFill>
                          <a:effectLst/>
                          <a:latin typeface="맑은 고딕"/>
                          <a:ea typeface="맑은 고딕"/>
                        </a:rPr>
                        <a:t> </a:t>
                      </a:r>
                      <a:r>
                        <a:rPr lang="en-US" altLang="ko-KR" sz="1300" b="0" i="0" u="none" strike="noStrike" noProof="0">
                          <a:solidFill>
                            <a:srgbClr val="243447"/>
                          </a:solidFill>
                          <a:effectLst/>
                          <a:latin typeface="맑은 고딕"/>
                          <a:ea typeface="맑은 고딕"/>
                        </a:rPr>
                        <a:t>block/</a:t>
                      </a:r>
                      <a:r>
                        <a:rPr lang="ko-KR" sz="1300" b="0" i="0" u="none" strike="noStrike" noProof="0">
                          <a:solidFill>
                            <a:srgbClr val="243447"/>
                          </a:solidFill>
                          <a:effectLst/>
                          <a:latin typeface="맑은 고딕"/>
                          <a:ea typeface="맑은 고딕"/>
                        </a:rPr>
                        <a:t>control</a:t>
                      </a:r>
                      <a:r>
                        <a:rPr lang="ko-KR" altLang="en-US" sz="1300" b="0" i="0" u="none" strike="noStrike" noProof="0">
                          <a:solidFill>
                            <a:srgbClr val="243447"/>
                          </a:solidFill>
                          <a:effectLst/>
                          <a:latin typeface="맑은 고딕"/>
                          <a:ea typeface="맑은 고딕"/>
                        </a:rPr>
                        <a:t> </a:t>
                      </a:r>
                      <a:r>
                        <a:rPr lang="en-US" altLang="ko-KR" sz="1300" b="0" i="0" u="none" strike="noStrike" noProof="0">
                          <a:solidFill>
                            <a:srgbClr val="243447"/>
                          </a:solidFill>
                          <a:effectLst/>
                          <a:latin typeface="맑은 고딕"/>
                          <a:ea typeface="맑은 고딕"/>
                        </a:rPr>
                        <a:t>AI</a:t>
                      </a:r>
                      <a:r>
                        <a:rPr lang="ko-KR" altLang="en-US" sz="1300" b="0" i="0" u="none" strike="noStrike" noProof="0">
                          <a:solidFill>
                            <a:srgbClr val="243447"/>
                          </a:solidFill>
                          <a:effectLst/>
                          <a:latin typeface="맑은 고딕"/>
                          <a:ea typeface="맑은 고딕"/>
                        </a:rPr>
                        <a:t> </a:t>
                      </a:r>
                      <a:r>
                        <a:rPr lang="en-US" altLang="ko-KR" sz="1300" b="0" i="0" u="none" strike="noStrike" noProof="0">
                          <a:solidFill>
                            <a:srgbClr val="243447"/>
                          </a:solidFill>
                          <a:effectLst/>
                          <a:latin typeface="맑은 고딕"/>
                          <a:ea typeface="맑은 고딕"/>
                        </a:rPr>
                        <a:t>applications</a:t>
                      </a:r>
                      <a:r>
                        <a:rPr lang="ko-KR" sz="1300" b="0" i="0" u="none" strike="noStrike" noProof="0">
                          <a:solidFill>
                            <a:srgbClr val="243447"/>
                          </a:solidFill>
                          <a:effectLst/>
                          <a:latin typeface="맑은 고딕"/>
                          <a:ea typeface="맑은 고딕"/>
                        </a:rPr>
                        <a:t> </a:t>
                      </a:r>
                      <a:r>
                        <a:rPr lang="en-US" altLang="ko-KR" sz="1300" b="0" i="0" u="none" strike="noStrike" noProof="0">
                          <a:solidFill>
                            <a:srgbClr val="243447"/>
                          </a:solidFill>
                          <a:effectLst/>
                          <a:latin typeface="맑은 고딕"/>
                          <a:ea typeface="맑은 고딕"/>
                        </a:rPr>
                        <a:t>and</a:t>
                      </a:r>
                      <a:r>
                        <a:rPr lang="ko-KR" sz="1300" b="0" i="0" u="none" strike="noStrike" noProof="0">
                          <a:solidFill>
                            <a:srgbClr val="243447"/>
                          </a:solidFill>
                          <a:effectLst/>
                          <a:latin typeface="맑은 고딕"/>
                          <a:ea typeface="맑은 고딕"/>
                        </a:rPr>
                        <a:t> </a:t>
                      </a:r>
                      <a:r>
                        <a:rPr lang="en-US" altLang="ko-KR" sz="1300" b="0" i="0" u="none" strike="noStrike" noProof="0">
                          <a:solidFill>
                            <a:srgbClr val="243447"/>
                          </a:solidFill>
                          <a:effectLst/>
                          <a:latin typeface="맑은 고딕"/>
                          <a:ea typeface="맑은 고딕"/>
                        </a:rPr>
                        <a:t>AI-related</a:t>
                      </a:r>
                      <a:r>
                        <a:rPr lang="ko-KR" altLang="en-US" sz="1300" b="0" i="0" u="none" strike="noStrike" noProof="0">
                          <a:solidFill>
                            <a:srgbClr val="243447"/>
                          </a:solidFill>
                          <a:effectLst/>
                          <a:latin typeface="맑은 고딕"/>
                          <a:ea typeface="맑은 고딕"/>
                        </a:rPr>
                        <a:t> </a:t>
                      </a:r>
                      <a:r>
                        <a:rPr lang="en-US" altLang="ko-KR" sz="1300" b="0" i="0" u="none" strike="noStrike" noProof="0">
                          <a:solidFill>
                            <a:srgbClr val="243447"/>
                          </a:solidFill>
                          <a:effectLst/>
                          <a:latin typeface="맑은 고딕"/>
                          <a:ea typeface="맑은 고딕"/>
                        </a:rPr>
                        <a:t>traffic</a:t>
                      </a:r>
                      <a:r>
                        <a:rPr lang="ko-KR" altLang="en-US" sz="1300" b="0" i="0" u="none" strike="noStrike" noProof="0">
                          <a:solidFill>
                            <a:srgbClr val="243447"/>
                          </a:solidFill>
                          <a:effectLst/>
                          <a:latin typeface="맑은 고딕"/>
                          <a:ea typeface="맑은 고딕"/>
                        </a:rPr>
                        <a:t> </a:t>
                      </a:r>
                      <a:r>
                        <a:rPr lang="en-US" altLang="ko-KR" sz="1300" b="0" i="0" u="none" strike="noStrike" noProof="0">
                          <a:solidFill>
                            <a:srgbClr val="243447"/>
                          </a:solidFill>
                          <a:effectLst/>
                          <a:latin typeface="맑은 고딕"/>
                          <a:ea typeface="맑은 고딕"/>
                        </a:rPr>
                        <a:t>at</a:t>
                      </a:r>
                      <a:r>
                        <a:rPr lang="ko-KR" altLang="en-US" sz="1300" b="0" i="0" u="none" strike="noStrike" noProof="0">
                          <a:solidFill>
                            <a:srgbClr val="243447"/>
                          </a:solidFill>
                          <a:effectLst/>
                          <a:latin typeface="맑은 고딕"/>
                          <a:ea typeface="맑은 고딕"/>
                        </a:rPr>
                        <a:t> </a:t>
                      </a:r>
                      <a:r>
                        <a:rPr lang="en-US" altLang="ko-KR" sz="1300" b="0" i="0" u="none" strike="noStrike" noProof="0">
                          <a:solidFill>
                            <a:srgbClr val="243447"/>
                          </a:solidFill>
                          <a:effectLst/>
                          <a:latin typeface="맑은 고딕"/>
                          <a:ea typeface="맑은 고딕"/>
                        </a:rPr>
                        <a:t>the</a:t>
                      </a:r>
                      <a:r>
                        <a:rPr lang="ko-KR" sz="1300" b="0" i="0" u="none" strike="noStrike" noProof="0">
                          <a:solidFill>
                            <a:srgbClr val="243447"/>
                          </a:solidFill>
                          <a:effectLst/>
                          <a:latin typeface="맑은 고딕"/>
                          <a:ea typeface="맑은 고딕"/>
                        </a:rPr>
                        <a:t> </a:t>
                      </a:r>
                      <a:r>
                        <a:rPr lang="en-US" altLang="ko-KR" sz="1300" b="0" i="0" u="none" strike="noStrike" noProof="0">
                          <a:solidFill>
                            <a:srgbClr val="243447"/>
                          </a:solidFill>
                          <a:effectLst/>
                          <a:latin typeface="맑은 고딕"/>
                          <a:ea typeface="맑은 고딕"/>
                        </a:rPr>
                        <a:t>endpoint,</a:t>
                      </a:r>
                      <a:r>
                        <a:rPr lang="ko-KR" sz="1300" b="0" i="0" u="none" strike="noStrike" noProof="0">
                          <a:solidFill>
                            <a:srgbClr val="243447"/>
                          </a:solidFill>
                          <a:effectLst/>
                          <a:latin typeface="맑은 고딕"/>
                          <a:ea typeface="맑은 고딕"/>
                        </a:rPr>
                        <a:t> </a:t>
                      </a:r>
                      <a:r>
                        <a:rPr lang="en-US" altLang="ko-KR" sz="1300" b="0" i="0" u="none" strike="noStrike" noProof="0">
                          <a:solidFill>
                            <a:srgbClr val="243447"/>
                          </a:solidFill>
                          <a:effectLst/>
                          <a:latin typeface="맑은 고딕"/>
                          <a:ea typeface="맑은 고딕"/>
                        </a:rPr>
                        <a:t>but</a:t>
                      </a:r>
                      <a:r>
                        <a:rPr lang="ko-KR" sz="1300" b="0" i="0" u="none" strike="noStrike" noProof="0">
                          <a:solidFill>
                            <a:srgbClr val="243447"/>
                          </a:solidFill>
                          <a:effectLst/>
                          <a:latin typeface="맑은 고딕"/>
                          <a:ea typeface="맑은 고딕"/>
                        </a:rPr>
                        <a:t> </a:t>
                      </a:r>
                      <a:r>
                        <a:rPr lang="en-US" altLang="ko-KR" sz="1300" b="0" i="0" u="none" strike="noStrike" noProof="0">
                          <a:solidFill>
                            <a:srgbClr val="243447"/>
                          </a:solidFill>
                          <a:effectLst/>
                          <a:latin typeface="맑은 고딕"/>
                          <a:ea typeface="맑은 고딕"/>
                        </a:rPr>
                        <a:t>a</a:t>
                      </a:r>
                      <a:r>
                        <a:rPr lang="ko-KR" altLang="en-US" sz="1300" b="0" i="0" u="none" strike="noStrike" noProof="0">
                          <a:solidFill>
                            <a:srgbClr val="243447"/>
                          </a:solidFill>
                          <a:effectLst/>
                          <a:latin typeface="맑은 고딕"/>
                          <a:ea typeface="맑은 고딕"/>
                        </a:rPr>
                        <a:t> </a:t>
                      </a:r>
                      <a:r>
                        <a:rPr lang="en-US" altLang="ko-KR" sz="1300" b="0" i="0" u="none" strike="noStrike" noProof="0">
                          <a:solidFill>
                            <a:srgbClr val="243447"/>
                          </a:solidFill>
                          <a:effectLst/>
                          <a:latin typeface="맑은 고딕"/>
                          <a:ea typeface="맑은 고딕"/>
                        </a:rPr>
                        <a:t>broad</a:t>
                      </a:r>
                      <a:r>
                        <a:rPr lang="ko-KR" sz="1300" b="0" i="0" u="none" strike="noStrike" noProof="0">
                          <a:solidFill>
                            <a:srgbClr val="243447"/>
                          </a:solidFill>
                          <a:effectLst/>
                          <a:latin typeface="맑은 고딕"/>
                          <a:ea typeface="맑은 고딕"/>
                        </a:rPr>
                        <a:t> </a:t>
                      </a:r>
                      <a:r>
                        <a:rPr lang="en-US" altLang="ko-KR" sz="1300" b="0" i="0" u="none" strike="noStrike" noProof="0">
                          <a:solidFill>
                            <a:srgbClr val="243447"/>
                          </a:solidFill>
                          <a:effectLst/>
                          <a:latin typeface="맑은 고딕"/>
                          <a:ea typeface="맑은 고딕"/>
                        </a:rPr>
                        <a:t>Shadow-AI</a:t>
                      </a:r>
                      <a:r>
                        <a:rPr lang="ko-KR" sz="1300" b="0" i="0" u="none" strike="noStrike" noProof="0">
                          <a:solidFill>
                            <a:srgbClr val="243447"/>
                          </a:solidFill>
                          <a:effectLst/>
                          <a:latin typeface="맑은 고딕"/>
                          <a:ea typeface="맑은 고딕"/>
                        </a:rPr>
                        <a:t> </a:t>
                      </a:r>
                      <a:r>
                        <a:rPr lang="en-US" altLang="ko-KR" sz="1300" b="0" i="0" u="none" strike="noStrike" noProof="0">
                          <a:solidFill>
                            <a:srgbClr val="243447"/>
                          </a:solidFill>
                          <a:effectLst/>
                          <a:latin typeface="맑은 고딕"/>
                          <a:ea typeface="맑은 고딕"/>
                        </a:rPr>
                        <a:t>inventory/discovery</a:t>
                      </a:r>
                      <a:r>
                        <a:rPr lang="ko-KR" altLang="en-US" sz="1300" b="0" i="0" u="none" strike="noStrike" noProof="0">
                          <a:solidFill>
                            <a:srgbClr val="243447"/>
                          </a:solidFill>
                          <a:effectLst/>
                          <a:latin typeface="맑은 고딕"/>
                          <a:ea typeface="맑은 고딕"/>
                        </a:rPr>
                        <a:t> </a:t>
                      </a:r>
                      <a:r>
                        <a:rPr lang="en-US" altLang="ko-KR" sz="1300" b="0" i="0" u="none" strike="noStrike" noProof="0">
                          <a:solidFill>
                            <a:srgbClr val="243447"/>
                          </a:solidFill>
                          <a:effectLst/>
                          <a:latin typeface="맑은 고딕"/>
                          <a:ea typeface="맑은 고딕"/>
                        </a:rPr>
                        <a:t>capability</a:t>
                      </a:r>
                      <a:r>
                        <a:rPr lang="ko-KR" altLang="en-US" sz="1300" b="0" i="0" u="none" strike="noStrike" noProof="0">
                          <a:solidFill>
                            <a:srgbClr val="243447"/>
                          </a:solidFill>
                          <a:effectLst/>
                          <a:latin typeface="맑은 고딕"/>
                          <a:ea typeface="맑은 고딕"/>
                        </a:rPr>
                        <a:t> </a:t>
                      </a:r>
                      <a:r>
                        <a:rPr lang="en-US" altLang="ko-KR" sz="1300" b="0" i="0" u="none" strike="noStrike" noProof="0">
                          <a:solidFill>
                            <a:srgbClr val="243447"/>
                          </a:solidFill>
                          <a:effectLst/>
                          <a:latin typeface="맑은 고딕"/>
                          <a:ea typeface="맑은 고딕"/>
                        </a:rPr>
                        <a:t>was</a:t>
                      </a:r>
                      <a:r>
                        <a:rPr lang="ko-KR" sz="1300" b="0" i="0" u="none" strike="noStrike" noProof="0">
                          <a:solidFill>
                            <a:srgbClr val="243447"/>
                          </a:solidFill>
                          <a:effectLst/>
                          <a:latin typeface="맑은 고딕"/>
                          <a:ea typeface="맑은 고딕"/>
                        </a:rPr>
                        <a:t> not </a:t>
                      </a:r>
                      <a:r>
                        <a:rPr lang="en-US" altLang="ko-KR" sz="1300" b="0" i="0" u="none" strike="noStrike" noProof="0">
                          <a:solidFill>
                            <a:srgbClr val="243447"/>
                          </a:solidFill>
                          <a:effectLst/>
                          <a:latin typeface="맑은 고딕"/>
                          <a:ea typeface="맑은 고딕"/>
                        </a:rPr>
                        <a:t>explicitly</a:t>
                      </a:r>
                      <a:r>
                        <a:rPr lang="ko-KR" sz="1300" b="0" i="0" u="none" strike="noStrike" noProof="0">
                          <a:solidFill>
                            <a:srgbClr val="243447"/>
                          </a:solidFill>
                          <a:effectLst/>
                          <a:latin typeface="맑은 고딕"/>
                          <a:ea typeface="맑은 고딕"/>
                        </a:rPr>
                        <a:t> </a:t>
                      </a:r>
                      <a:r>
                        <a:rPr lang="en-US" altLang="ko-KR" sz="1300" b="0" i="0" u="none" strike="noStrike" noProof="0">
                          <a:solidFill>
                            <a:srgbClr val="243447"/>
                          </a:solidFill>
                          <a:effectLst/>
                          <a:latin typeface="맑은 고딕"/>
                          <a:ea typeface="맑은 고딕"/>
                        </a:rPr>
                        <a:t>documented</a:t>
                      </a:r>
                      <a:r>
                        <a:rPr lang="ko-KR" sz="1300" b="0" i="0" u="none" strike="noStrike" noProof="0">
                          <a:solidFill>
                            <a:srgbClr val="243447"/>
                          </a:solidFill>
                          <a:effectLst/>
                          <a:latin typeface="맑은 고딕"/>
                          <a:ea typeface="맑은 고딕"/>
                        </a:rPr>
                        <a:t>. [</a:t>
                      </a:r>
                      <a:r>
                        <a:rPr lang="en-US" altLang="ko-KR" sz="1300" b="0" i="0" u="none" strike="noStrike" noProof="0">
                          <a:solidFill>
                            <a:srgbClr val="243447"/>
                          </a:solidFill>
                          <a:effectLst/>
                          <a:latin typeface="맑은 고딕"/>
                          <a:ea typeface="맑은 고딕"/>
                        </a:rPr>
                        <a:t>S1</a:t>
                      </a:r>
                      <a:r>
                        <a:rPr lang="ko-KR" sz="1300" b="0" i="0" u="none" strike="noStrike" noProof="0">
                          <a:solidFill>
                            <a:srgbClr val="243447"/>
                          </a:solidFill>
                          <a:effectLst/>
                          <a:latin typeface="맑은 고딕"/>
                          <a:ea typeface="맑은 고딕"/>
                        </a:rPr>
                        <a:t>]</a:t>
                      </a:r>
                      <a:endParaRPr lang="en-US">
                        <a:latin typeface="맑은 고딕"/>
                        <a:ea typeface="맑은 고딕"/>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496516840"/>
                  </a:ext>
                </a:extLst>
              </a:tr>
              <a:tr h="504825">
                <a:tc>
                  <a:txBody>
                    <a:bodyPr/>
                    <a:lstStyle/>
                    <a:p>
                      <a:pPr algn="l">
                        <a:buNone/>
                      </a:pPr>
                      <a:r>
                        <a:rPr lang="ko-KR" sz="1300" b="1">
                          <a:solidFill>
                            <a:srgbClr val="243447"/>
                          </a:solidFill>
                          <a:effectLst/>
                          <a:latin typeface="Arial" panose="020B0604020202020204" pitchFamily="34" charset="0"/>
                          <a:ea typeface="Arial" panose="020B0604020202020204" pitchFamily="34" charset="0"/>
                        </a:rPr>
                        <a:t>D4-09</a:t>
                      </a:r>
                      <a:endParaRPr lang="ko-KR" sz="1300" b="1">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a:solidFill>
                            <a:srgbClr val="243447"/>
                          </a:solidFill>
                          <a:effectLst/>
                          <a:latin typeface="Arial" panose="020B0604020202020204" pitchFamily="34" charset="0"/>
                          <a:ea typeface="Arial" panose="020B0604020202020204" pitchFamily="34" charset="0"/>
                        </a:rPr>
                        <a:t>Usage governance: dept / time / budget</a:t>
                      </a:r>
                      <a:endParaRPr lang="ko-KR" sz="1300">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en-US" altLang="ko-KR" sz="1300" b="1">
                          <a:solidFill>
                            <a:srgbClr val="956319"/>
                          </a:solidFill>
                          <a:effectLst/>
                          <a:latin typeface="Arial"/>
                        </a:rPr>
                        <a:t>?</a:t>
                      </a:r>
                      <a:endParaRPr lang="ko-KR" sz="1300" b="1">
                        <a:solidFill>
                          <a:srgbClr val="956319"/>
                        </a:solidFill>
                        <a:effectLst/>
                        <a:latin typeface="Arial"/>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lvl="0" algn="l">
                        <a:buNone/>
                      </a:pPr>
                      <a:r>
                        <a:rPr lang="en-US" altLang="ko-KR" sz="1300" b="0" i="0" u="none" strike="noStrike" noProof="0">
                          <a:solidFill>
                            <a:srgbClr val="243447"/>
                          </a:solidFill>
                          <a:effectLst/>
                          <a:latin typeface="맑은 고딕"/>
                          <a:ea typeface="맑은 고딕"/>
                        </a:rPr>
                        <a:t>No</a:t>
                      </a:r>
                      <a:r>
                        <a:rPr lang="ko-KR" altLang="en-US" sz="1300" b="0" i="0" u="none" strike="noStrike" noProof="0">
                          <a:solidFill>
                            <a:srgbClr val="243447"/>
                          </a:solidFill>
                          <a:effectLst/>
                          <a:latin typeface="맑은 고딕"/>
                          <a:ea typeface="맑은 고딕"/>
                        </a:rPr>
                        <a:t> </a:t>
                      </a:r>
                      <a:r>
                        <a:rPr lang="en-US" altLang="ko-KR" sz="1300" b="0" i="0" u="none" strike="noStrike" noProof="0">
                          <a:solidFill>
                            <a:srgbClr val="243447"/>
                          </a:solidFill>
                          <a:effectLst/>
                          <a:latin typeface="맑은 고딕"/>
                          <a:ea typeface="맑은 고딕"/>
                        </a:rPr>
                        <a:t>explicit</a:t>
                      </a:r>
                      <a:r>
                        <a:rPr lang="ko-KR" altLang="en-US" sz="1300" b="0" i="0" u="none" strike="noStrike" noProof="0">
                          <a:solidFill>
                            <a:srgbClr val="243447"/>
                          </a:solidFill>
                          <a:effectLst/>
                          <a:latin typeface="맑은 고딕"/>
                          <a:ea typeface="맑은 고딕"/>
                        </a:rPr>
                        <a:t> </a:t>
                      </a:r>
                      <a:r>
                        <a:rPr lang="en-US" altLang="ko-KR" sz="1300" b="0" i="0" u="none" strike="noStrike" noProof="0">
                          <a:solidFill>
                            <a:srgbClr val="243447"/>
                          </a:solidFill>
                          <a:effectLst/>
                          <a:latin typeface="맑은 고딕"/>
                          <a:ea typeface="맑은 고딕"/>
                        </a:rPr>
                        <a:t>AI-specific</a:t>
                      </a:r>
                      <a:r>
                        <a:rPr lang="ko-KR" sz="1300" b="0" i="0" u="none" strike="noStrike" noProof="0">
                          <a:solidFill>
                            <a:srgbClr val="243447"/>
                          </a:solidFill>
                          <a:effectLst/>
                          <a:latin typeface="맑은 고딕"/>
                          <a:ea typeface="맑은 고딕"/>
                        </a:rPr>
                        <a:t> department</a:t>
                      </a:r>
                      <a:r>
                        <a:rPr lang="en-US" altLang="ko-KR" sz="1300" b="0" i="0" u="none" strike="noStrike" noProof="0">
                          <a:solidFill>
                            <a:srgbClr val="243447"/>
                          </a:solidFill>
                          <a:effectLst/>
                          <a:latin typeface="맑은 고딕"/>
                          <a:ea typeface="맑은 고딕"/>
                        </a:rPr>
                        <a:t>/time/token/budget</a:t>
                      </a:r>
                      <a:r>
                        <a:rPr lang="ko-KR" sz="1300" b="0" i="0" u="none" strike="noStrike" noProof="0">
                          <a:solidFill>
                            <a:srgbClr val="243447"/>
                          </a:solidFill>
                          <a:effectLst/>
                          <a:latin typeface="맑은 고딕"/>
                          <a:ea typeface="맑은 고딕"/>
                        </a:rPr>
                        <a:t> </a:t>
                      </a:r>
                      <a:r>
                        <a:rPr lang="en-US" altLang="ko-KR" sz="1300" b="0" i="0" u="none" strike="noStrike" noProof="0">
                          <a:solidFill>
                            <a:srgbClr val="243447"/>
                          </a:solidFill>
                          <a:effectLst/>
                          <a:latin typeface="맑은 고딕"/>
                          <a:ea typeface="맑은 고딕"/>
                        </a:rPr>
                        <a:t>governance</a:t>
                      </a:r>
                      <a:r>
                        <a:rPr lang="ko-KR" sz="1300" b="0" i="0" u="none" strike="noStrike" noProof="0">
                          <a:solidFill>
                            <a:srgbClr val="243447"/>
                          </a:solidFill>
                          <a:effectLst/>
                          <a:latin typeface="맑은 고딕"/>
                          <a:ea typeface="맑은 고딕"/>
                        </a:rPr>
                        <a:t> </a:t>
                      </a:r>
                      <a:r>
                        <a:rPr lang="en-US" altLang="ko-KR" sz="1300" b="0" i="0" u="none" strike="noStrike" noProof="0">
                          <a:solidFill>
                            <a:srgbClr val="243447"/>
                          </a:solidFill>
                          <a:effectLst/>
                          <a:latin typeface="맑은 고딕"/>
                          <a:ea typeface="맑은 고딕"/>
                        </a:rPr>
                        <a:t>capability</a:t>
                      </a:r>
                      <a:r>
                        <a:rPr lang="ko-KR" altLang="en-US" sz="1300" b="0" i="0" u="none" strike="noStrike" noProof="0">
                          <a:solidFill>
                            <a:srgbClr val="243447"/>
                          </a:solidFill>
                          <a:effectLst/>
                          <a:latin typeface="맑은 고딕"/>
                          <a:ea typeface="맑은 고딕"/>
                        </a:rPr>
                        <a:t> </a:t>
                      </a:r>
                      <a:r>
                        <a:rPr lang="en-US" altLang="ko-KR" sz="1300" b="0" i="0" u="none" strike="noStrike" noProof="0">
                          <a:solidFill>
                            <a:srgbClr val="243447"/>
                          </a:solidFill>
                          <a:effectLst/>
                          <a:latin typeface="맑은 고딕"/>
                          <a:ea typeface="맑은 고딕"/>
                        </a:rPr>
                        <a:t>was</a:t>
                      </a:r>
                      <a:r>
                        <a:rPr lang="ko-KR" altLang="en-US" sz="1300" b="0" i="0" u="none" strike="noStrike" noProof="0">
                          <a:solidFill>
                            <a:srgbClr val="243447"/>
                          </a:solidFill>
                          <a:effectLst/>
                          <a:latin typeface="맑은 고딕"/>
                          <a:ea typeface="맑은 고딕"/>
                        </a:rPr>
                        <a:t> </a:t>
                      </a:r>
                      <a:r>
                        <a:rPr lang="en-US" altLang="ko-KR" sz="1300" b="0" i="0" u="none" strike="noStrike" noProof="0">
                          <a:solidFill>
                            <a:srgbClr val="243447"/>
                          </a:solidFill>
                          <a:effectLst/>
                          <a:latin typeface="맑은 고딕"/>
                          <a:ea typeface="맑은 고딕"/>
                        </a:rPr>
                        <a:t>identified</a:t>
                      </a:r>
                      <a:r>
                        <a:rPr lang="ko-KR" altLang="en-US" sz="1300" b="0" i="0" u="none" strike="noStrike" noProof="0">
                          <a:solidFill>
                            <a:srgbClr val="243447"/>
                          </a:solidFill>
                          <a:effectLst/>
                          <a:latin typeface="맑은 고딕"/>
                          <a:ea typeface="맑은 고딕"/>
                        </a:rPr>
                        <a:t> </a:t>
                      </a:r>
                      <a:r>
                        <a:rPr lang="en-US" altLang="ko-KR" sz="1300" b="0" i="0" u="none" strike="noStrike" noProof="0">
                          <a:solidFill>
                            <a:srgbClr val="243447"/>
                          </a:solidFill>
                          <a:effectLst/>
                          <a:latin typeface="맑은 고딕"/>
                          <a:ea typeface="맑은 고딕"/>
                        </a:rPr>
                        <a:t>in</a:t>
                      </a:r>
                      <a:r>
                        <a:rPr lang="ko-KR" altLang="en-US" sz="1300" b="0" i="0" u="none" strike="noStrike" noProof="0">
                          <a:solidFill>
                            <a:srgbClr val="243447"/>
                          </a:solidFill>
                          <a:effectLst/>
                          <a:latin typeface="맑은 고딕"/>
                          <a:ea typeface="맑은 고딕"/>
                        </a:rPr>
                        <a:t> </a:t>
                      </a:r>
                      <a:r>
                        <a:rPr lang="en-US" altLang="ko-KR" sz="1300" b="0" i="0" u="none" strike="noStrike" noProof="0">
                          <a:solidFill>
                            <a:srgbClr val="243447"/>
                          </a:solidFill>
                          <a:effectLst/>
                          <a:latin typeface="맑은 고딕"/>
                          <a:ea typeface="맑은 고딕"/>
                        </a:rPr>
                        <a:t>reviewed</a:t>
                      </a:r>
                      <a:r>
                        <a:rPr lang="ko-KR" altLang="en-US" sz="1300" b="0" i="0" u="none" strike="noStrike" noProof="0">
                          <a:solidFill>
                            <a:srgbClr val="243447"/>
                          </a:solidFill>
                          <a:effectLst/>
                          <a:latin typeface="맑은 고딕"/>
                          <a:ea typeface="맑은 고딕"/>
                        </a:rPr>
                        <a:t> </a:t>
                      </a:r>
                      <a:r>
                        <a:rPr lang="en-US" altLang="ko-KR" sz="1300" b="0" i="0" u="none" strike="noStrike" noProof="0">
                          <a:solidFill>
                            <a:srgbClr val="243447"/>
                          </a:solidFill>
                          <a:effectLst/>
                          <a:latin typeface="맑은 고딕"/>
                          <a:ea typeface="맑은 고딕"/>
                        </a:rPr>
                        <a:t>material</a:t>
                      </a:r>
                      <a:r>
                        <a:rPr lang="ko-KR" sz="1300" b="0" i="0" u="none" strike="noStrike" noProof="0">
                          <a:solidFill>
                            <a:srgbClr val="243447"/>
                          </a:solidFill>
                          <a:effectLst/>
                          <a:latin typeface="맑은 고딕"/>
                          <a:ea typeface="맑은 고딕"/>
                        </a:rPr>
                        <a:t>.</a:t>
                      </a:r>
                      <a:endParaRPr lang="en-US">
                        <a:latin typeface="맑은 고딕"/>
                        <a:ea typeface="맑은 고딕"/>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668771705"/>
                  </a:ext>
                </a:extLst>
              </a:tr>
              <a:tr h="314325">
                <a:tc>
                  <a:txBody>
                    <a:bodyPr/>
                    <a:lstStyle/>
                    <a:p>
                      <a:pPr algn="l">
                        <a:buNone/>
                      </a:pPr>
                      <a:r>
                        <a:rPr lang="ko-KR" sz="1300" b="1">
                          <a:solidFill>
                            <a:srgbClr val="243447"/>
                          </a:solidFill>
                          <a:effectLst/>
                          <a:latin typeface="Arial" panose="020B0604020202020204" pitchFamily="34" charset="0"/>
                          <a:ea typeface="Arial" panose="020B0604020202020204" pitchFamily="34" charset="0"/>
                        </a:rPr>
                        <a:t>D4-10</a:t>
                      </a:r>
                      <a:endParaRPr lang="ko-KR" sz="1300" b="1">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a:solidFill>
                            <a:srgbClr val="243447"/>
                          </a:solidFill>
                          <a:effectLst/>
                          <a:latin typeface="Arial" panose="020B0604020202020204" pitchFamily="34" charset="0"/>
                          <a:ea typeface="Arial" panose="020B0604020202020204" pitchFamily="34" charset="0"/>
                        </a:rPr>
                        <a:t>Full prompt + response audit log</a:t>
                      </a:r>
                      <a:endParaRPr lang="ko-KR" sz="1300">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b="1">
                          <a:solidFill>
                            <a:srgbClr val="956319"/>
                          </a:solidFill>
                          <a:effectLst/>
                          <a:latin typeface="Arial" panose="020B0604020202020204" pitchFamily="34" charset="0"/>
                          <a:ea typeface="Arial" panose="020B0604020202020204" pitchFamily="34" charset="0"/>
                        </a:rPr>
                        <a:t>◐</a:t>
                      </a:r>
                      <a:endParaRPr lang="ko-KR" sz="1300" b="1">
                        <a:solidFill>
                          <a:srgbClr val="956319"/>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lvl="0" algn="l">
                        <a:buNone/>
                      </a:pPr>
                      <a:r>
                        <a:rPr lang="en-US" altLang="ko-KR" sz="1300" b="0" i="0" u="none" strike="noStrike" noProof="0">
                          <a:solidFill>
                            <a:srgbClr val="243447"/>
                          </a:solidFill>
                          <a:effectLst/>
                          <a:latin typeface="맑은 고딕"/>
                          <a:ea typeface="맑은 고딕"/>
                        </a:rPr>
                        <a:t>General</a:t>
                      </a:r>
                      <a:r>
                        <a:rPr lang="ko-KR" altLang="en-US" sz="1300" b="0" i="0" u="none" strike="noStrike" noProof="0">
                          <a:solidFill>
                            <a:srgbClr val="243447"/>
                          </a:solidFill>
                          <a:effectLst/>
                          <a:latin typeface="맑은 고딕"/>
                          <a:ea typeface="맑은 고딕"/>
                        </a:rPr>
                        <a:t> </a:t>
                      </a:r>
                      <a:r>
                        <a:rPr lang="en-US" altLang="ko-KR" sz="1300" b="0" i="0" u="none" strike="noStrike" noProof="0">
                          <a:solidFill>
                            <a:srgbClr val="243447"/>
                          </a:solidFill>
                          <a:effectLst/>
                          <a:latin typeface="맑은 고딕"/>
                          <a:ea typeface="맑은 고딕"/>
                        </a:rPr>
                        <a:t>DLP</a:t>
                      </a:r>
                      <a:r>
                        <a:rPr lang="ko-KR" altLang="en-US" sz="1300" b="0" i="0" u="none" strike="noStrike" noProof="0">
                          <a:solidFill>
                            <a:srgbClr val="243447"/>
                          </a:solidFill>
                          <a:effectLst/>
                          <a:latin typeface="맑은 고딕"/>
                          <a:ea typeface="맑은 고딕"/>
                        </a:rPr>
                        <a:t> </a:t>
                      </a:r>
                      <a:r>
                        <a:rPr lang="en-US" altLang="ko-KR" sz="1300" b="0" i="0" u="none" strike="noStrike" noProof="0">
                          <a:solidFill>
                            <a:srgbClr val="243447"/>
                          </a:solidFill>
                          <a:effectLst/>
                          <a:latin typeface="맑은 고딕"/>
                          <a:ea typeface="맑은 고딕"/>
                        </a:rPr>
                        <a:t>logging/reporting</a:t>
                      </a:r>
                      <a:r>
                        <a:rPr lang="ko-KR" altLang="en-US" sz="1300" b="0" i="0" u="none" strike="noStrike" noProof="0">
                          <a:solidFill>
                            <a:srgbClr val="243447"/>
                          </a:solidFill>
                          <a:effectLst/>
                          <a:latin typeface="맑은 고딕"/>
                          <a:ea typeface="맑은 고딕"/>
                        </a:rPr>
                        <a:t> </a:t>
                      </a:r>
                      <a:r>
                        <a:rPr lang="en-US" altLang="ko-KR" sz="1300" b="0" i="0" u="none" strike="noStrike" noProof="0">
                          <a:solidFill>
                            <a:srgbClr val="243447"/>
                          </a:solidFill>
                          <a:effectLst/>
                          <a:latin typeface="맑은 고딕"/>
                          <a:ea typeface="맑은 고딕"/>
                        </a:rPr>
                        <a:t>is</a:t>
                      </a:r>
                      <a:r>
                        <a:rPr lang="ko-KR" altLang="en-US" sz="1300" b="0" i="0" u="none" strike="noStrike" noProof="0">
                          <a:solidFill>
                            <a:srgbClr val="243447"/>
                          </a:solidFill>
                          <a:effectLst/>
                          <a:latin typeface="맑은 고딕"/>
                          <a:ea typeface="맑은 고딕"/>
                        </a:rPr>
                        <a:t> </a:t>
                      </a:r>
                      <a:r>
                        <a:rPr lang="en-US" altLang="ko-KR" sz="1300" b="0" i="0" u="none" strike="noStrike" noProof="0">
                          <a:solidFill>
                            <a:srgbClr val="243447"/>
                          </a:solidFill>
                          <a:effectLst/>
                          <a:latin typeface="맑은 고딕"/>
                          <a:ea typeface="맑은 고딕"/>
                        </a:rPr>
                        <a:t>documented</a:t>
                      </a:r>
                      <a:r>
                        <a:rPr lang="ko-KR" altLang="en-US" sz="1300" b="0" i="0" u="none" strike="noStrike" noProof="0">
                          <a:solidFill>
                            <a:srgbClr val="243447"/>
                          </a:solidFill>
                          <a:effectLst/>
                          <a:latin typeface="맑은 고딕"/>
                          <a:ea typeface="맑은 고딕"/>
                        </a:rPr>
                        <a:t> </a:t>
                      </a:r>
                      <a:r>
                        <a:rPr lang="en-US" altLang="ko-KR" sz="1300" b="0" i="0" u="none" strike="noStrike" noProof="0">
                          <a:solidFill>
                            <a:srgbClr val="243447"/>
                          </a:solidFill>
                          <a:effectLst/>
                          <a:latin typeface="맑은 고딕"/>
                          <a:ea typeface="맑은 고딕"/>
                        </a:rPr>
                        <a:t>and</a:t>
                      </a:r>
                      <a:r>
                        <a:rPr lang="ko-KR" altLang="en-US" sz="1300" b="0" i="0" u="none" strike="noStrike" noProof="0">
                          <a:solidFill>
                            <a:srgbClr val="243447"/>
                          </a:solidFill>
                          <a:effectLst/>
                          <a:latin typeface="맑은 고딕"/>
                          <a:ea typeface="맑은 고딕"/>
                        </a:rPr>
                        <a:t> </a:t>
                      </a:r>
                      <a:r>
                        <a:rPr lang="en-US" altLang="ko-KR" sz="1300" b="0" i="0" u="none" strike="noStrike" noProof="0">
                          <a:solidFill>
                            <a:srgbClr val="243447"/>
                          </a:solidFill>
                          <a:effectLst/>
                          <a:latin typeface="맑은 고딕"/>
                          <a:ea typeface="맑은 고딕"/>
                        </a:rPr>
                        <a:t>AI</a:t>
                      </a:r>
                      <a:r>
                        <a:rPr lang="ko-KR" sz="1300" b="0" i="0" u="none" strike="noStrike" noProof="0">
                          <a:solidFill>
                            <a:srgbClr val="243447"/>
                          </a:solidFill>
                          <a:effectLst/>
                          <a:latin typeface="맑은 고딕"/>
                          <a:ea typeface="맑은 고딕"/>
                        </a:rPr>
                        <a:t> </a:t>
                      </a:r>
                      <a:r>
                        <a:rPr lang="en-US" altLang="ko-KR" sz="1300" b="0" i="0" u="none" strike="noStrike" noProof="0">
                          <a:solidFill>
                            <a:srgbClr val="243447"/>
                          </a:solidFill>
                          <a:effectLst/>
                          <a:latin typeface="맑은 고딕"/>
                          <a:ea typeface="맑은 고딕"/>
                        </a:rPr>
                        <a:t>prompt</a:t>
                      </a:r>
                      <a:r>
                        <a:rPr lang="ko-KR" altLang="en-US" sz="1300" b="0" i="0" u="none" strike="noStrike" noProof="0">
                          <a:solidFill>
                            <a:srgbClr val="243447"/>
                          </a:solidFill>
                          <a:effectLst/>
                          <a:latin typeface="맑은 고딕"/>
                          <a:ea typeface="맑은 고딕"/>
                        </a:rPr>
                        <a:t> </a:t>
                      </a:r>
                      <a:r>
                        <a:rPr lang="en-US" altLang="ko-KR" sz="1300" b="0" i="0" u="none" strike="noStrike" noProof="0">
                          <a:solidFill>
                            <a:srgbClr val="243447"/>
                          </a:solidFill>
                          <a:effectLst/>
                          <a:latin typeface="맑은 고딕"/>
                          <a:ea typeface="맑은 고딕"/>
                        </a:rPr>
                        <a:t>inspection</a:t>
                      </a:r>
                      <a:r>
                        <a:rPr lang="ko-KR" altLang="en-US" sz="1300" b="0" i="0" u="none" strike="noStrike" noProof="0">
                          <a:solidFill>
                            <a:srgbClr val="243447"/>
                          </a:solidFill>
                          <a:effectLst/>
                          <a:latin typeface="맑은 고딕"/>
                          <a:ea typeface="맑은 고딕"/>
                        </a:rPr>
                        <a:t> </a:t>
                      </a:r>
                      <a:r>
                        <a:rPr lang="en-US" altLang="ko-KR" sz="1300" b="0" i="0" u="none" strike="noStrike" noProof="0">
                          <a:solidFill>
                            <a:srgbClr val="243447"/>
                          </a:solidFill>
                          <a:effectLst/>
                          <a:latin typeface="맑은 고딕"/>
                          <a:ea typeface="맑은 고딕"/>
                        </a:rPr>
                        <a:t>is</a:t>
                      </a:r>
                      <a:r>
                        <a:rPr lang="ko-KR" altLang="en-US" sz="1300" b="0" i="0" u="none" strike="noStrike" noProof="0">
                          <a:solidFill>
                            <a:srgbClr val="243447"/>
                          </a:solidFill>
                          <a:effectLst/>
                          <a:latin typeface="맑은 고딕"/>
                          <a:ea typeface="맑은 고딕"/>
                        </a:rPr>
                        <a:t> </a:t>
                      </a:r>
                      <a:r>
                        <a:rPr lang="en-US" altLang="ko-KR" sz="1300" b="0" i="0" u="none" strike="noStrike" noProof="0">
                          <a:solidFill>
                            <a:srgbClr val="243447"/>
                          </a:solidFill>
                          <a:effectLst/>
                          <a:latin typeface="맑은 고딕"/>
                          <a:ea typeface="맑은 고딕"/>
                        </a:rPr>
                        <a:t>described,</a:t>
                      </a:r>
                      <a:r>
                        <a:rPr lang="ko-KR" sz="1300" b="0" i="0" u="none" strike="noStrike" noProof="0">
                          <a:solidFill>
                            <a:srgbClr val="243447"/>
                          </a:solidFill>
                          <a:effectLst/>
                          <a:latin typeface="맑은 고딕"/>
                          <a:ea typeface="맑은 고딕"/>
                        </a:rPr>
                        <a:t> </a:t>
                      </a:r>
                      <a:r>
                        <a:rPr lang="en-US" altLang="ko-KR" sz="1300" b="0" i="0" u="none" strike="noStrike" noProof="0">
                          <a:solidFill>
                            <a:srgbClr val="243447"/>
                          </a:solidFill>
                          <a:effectLst/>
                          <a:latin typeface="맑은 고딕"/>
                          <a:ea typeface="맑은 고딕"/>
                        </a:rPr>
                        <a:t>but</a:t>
                      </a:r>
                      <a:r>
                        <a:rPr lang="ko-KR" altLang="en-US" sz="1300" b="0" i="0" u="none" strike="noStrike" noProof="0">
                          <a:solidFill>
                            <a:srgbClr val="243447"/>
                          </a:solidFill>
                          <a:effectLst/>
                          <a:latin typeface="맑은 고딕"/>
                          <a:ea typeface="맑은 고딕"/>
                        </a:rPr>
                        <a:t> </a:t>
                      </a:r>
                      <a:r>
                        <a:rPr lang="en-US" altLang="ko-KR" sz="1300" b="0" i="0" u="none" strike="noStrike" noProof="0">
                          <a:solidFill>
                            <a:srgbClr val="243447"/>
                          </a:solidFill>
                          <a:effectLst/>
                          <a:latin typeface="맑은 고딕"/>
                          <a:ea typeface="맑은 고딕"/>
                        </a:rPr>
                        <a:t>full</a:t>
                      </a:r>
                      <a:r>
                        <a:rPr lang="ko-KR" altLang="en-US" sz="1300" b="0" i="0" u="none" strike="noStrike" noProof="0">
                          <a:solidFill>
                            <a:srgbClr val="243447"/>
                          </a:solidFill>
                          <a:effectLst/>
                          <a:latin typeface="맑은 고딕"/>
                          <a:ea typeface="맑은 고딕"/>
                        </a:rPr>
                        <a:t> </a:t>
                      </a:r>
                      <a:r>
                        <a:rPr lang="en-US" altLang="ko-KR" sz="1300" b="0" i="0" u="none" strike="noStrike" noProof="0">
                          <a:solidFill>
                            <a:srgbClr val="243447"/>
                          </a:solidFill>
                          <a:effectLst/>
                          <a:latin typeface="맑은 고딕"/>
                          <a:ea typeface="맑은 고딕"/>
                        </a:rPr>
                        <a:t>prompt-plus-response</a:t>
                      </a:r>
                      <a:r>
                        <a:rPr lang="ko-KR" altLang="en-US" sz="1300" b="0" i="0" u="none" strike="noStrike" noProof="0">
                          <a:solidFill>
                            <a:srgbClr val="243447"/>
                          </a:solidFill>
                          <a:effectLst/>
                          <a:latin typeface="맑은 고딕"/>
                          <a:ea typeface="맑은 고딕"/>
                        </a:rPr>
                        <a:t> </a:t>
                      </a:r>
                      <a:r>
                        <a:rPr lang="en-US" altLang="ko-KR" sz="1300" b="0" i="0" u="none" strike="noStrike" noProof="0">
                          <a:solidFill>
                            <a:srgbClr val="243447"/>
                          </a:solidFill>
                          <a:effectLst/>
                          <a:latin typeface="맑은 고딕"/>
                          <a:ea typeface="맑은 고딕"/>
                        </a:rPr>
                        <a:t>audit</a:t>
                      </a:r>
                      <a:r>
                        <a:rPr lang="ko-KR" altLang="en-US" sz="1300" b="0" i="0" u="none" strike="noStrike" noProof="0">
                          <a:solidFill>
                            <a:srgbClr val="243447"/>
                          </a:solidFill>
                          <a:effectLst/>
                          <a:latin typeface="맑은 고딕"/>
                          <a:ea typeface="맑은 고딕"/>
                        </a:rPr>
                        <a:t> </a:t>
                      </a:r>
                      <a:r>
                        <a:rPr lang="en-US" altLang="ko-KR" sz="1300" b="0" i="0" u="none" strike="noStrike" noProof="0">
                          <a:solidFill>
                            <a:srgbClr val="243447"/>
                          </a:solidFill>
                          <a:effectLst/>
                          <a:latin typeface="맑은 고딕"/>
                          <a:ea typeface="맑은 고딕"/>
                        </a:rPr>
                        <a:t>retention</a:t>
                      </a:r>
                      <a:r>
                        <a:rPr lang="ko-KR" altLang="en-US" sz="1300" b="0" i="0" u="none" strike="noStrike" noProof="0">
                          <a:solidFill>
                            <a:srgbClr val="243447"/>
                          </a:solidFill>
                          <a:effectLst/>
                          <a:latin typeface="맑은 고딕"/>
                          <a:ea typeface="맑은 고딕"/>
                        </a:rPr>
                        <a:t> </a:t>
                      </a:r>
                      <a:r>
                        <a:rPr lang="en-US" altLang="ko-KR" sz="1300" b="0" i="0" u="none" strike="noStrike" noProof="0">
                          <a:solidFill>
                            <a:srgbClr val="243447"/>
                          </a:solidFill>
                          <a:effectLst/>
                          <a:latin typeface="맑은 고딕"/>
                          <a:ea typeface="맑은 고딕"/>
                        </a:rPr>
                        <a:t>was</a:t>
                      </a:r>
                      <a:r>
                        <a:rPr lang="ko-KR" altLang="en-US" sz="1300" b="0" i="0" u="none" strike="noStrike" noProof="0">
                          <a:solidFill>
                            <a:srgbClr val="243447"/>
                          </a:solidFill>
                          <a:effectLst/>
                          <a:latin typeface="맑은 고딕"/>
                          <a:ea typeface="맑은 고딕"/>
                        </a:rPr>
                        <a:t> </a:t>
                      </a:r>
                      <a:r>
                        <a:rPr lang="en-US" altLang="ko-KR" sz="1300" b="0" i="0" u="none" strike="noStrike" noProof="0">
                          <a:solidFill>
                            <a:srgbClr val="243447"/>
                          </a:solidFill>
                          <a:effectLst/>
                          <a:latin typeface="맑은 고딕"/>
                          <a:ea typeface="맑은 고딕"/>
                        </a:rPr>
                        <a:t>not</a:t>
                      </a:r>
                      <a:r>
                        <a:rPr lang="ko-KR" altLang="en-US" sz="1300" b="0" i="0" u="none" strike="noStrike" noProof="0">
                          <a:solidFill>
                            <a:srgbClr val="243447"/>
                          </a:solidFill>
                          <a:effectLst/>
                          <a:latin typeface="맑은 고딕"/>
                          <a:ea typeface="맑은 고딕"/>
                        </a:rPr>
                        <a:t> </a:t>
                      </a:r>
                      <a:r>
                        <a:rPr lang="en-US" altLang="ko-KR" sz="1300" b="0" i="0" u="none" strike="noStrike" noProof="0">
                          <a:solidFill>
                            <a:srgbClr val="243447"/>
                          </a:solidFill>
                          <a:effectLst/>
                          <a:latin typeface="맑은 고딕"/>
                          <a:ea typeface="맑은 고딕"/>
                        </a:rPr>
                        <a:t>explicitly</a:t>
                      </a:r>
                      <a:r>
                        <a:rPr lang="ko-KR" altLang="en-US" sz="1300" b="0" i="0" u="none" strike="noStrike" noProof="0">
                          <a:solidFill>
                            <a:srgbClr val="243447"/>
                          </a:solidFill>
                          <a:effectLst/>
                          <a:latin typeface="맑은 고딕"/>
                          <a:ea typeface="맑은 고딕"/>
                        </a:rPr>
                        <a:t> </a:t>
                      </a:r>
                      <a:r>
                        <a:rPr lang="en-US" altLang="ko-KR" sz="1300" b="0" i="0" u="none" strike="noStrike" noProof="0">
                          <a:solidFill>
                            <a:srgbClr val="243447"/>
                          </a:solidFill>
                          <a:effectLst/>
                          <a:latin typeface="맑은 고딕"/>
                          <a:ea typeface="맑은 고딕"/>
                        </a:rPr>
                        <a:t>established</a:t>
                      </a:r>
                      <a:r>
                        <a:rPr lang="ko-KR" sz="1300" b="0" i="0" u="none" strike="noStrike" noProof="0">
                          <a:solidFill>
                            <a:srgbClr val="243447"/>
                          </a:solidFill>
                          <a:effectLst/>
                          <a:latin typeface="맑은 고딕"/>
                          <a:ea typeface="맑은 고딕"/>
                        </a:rPr>
                        <a:t>. [</a:t>
                      </a:r>
                      <a:r>
                        <a:rPr lang="en-US" altLang="ko-KR" sz="1300" b="0" i="0" u="none" strike="noStrike" noProof="0">
                          <a:solidFill>
                            <a:srgbClr val="243447"/>
                          </a:solidFill>
                          <a:effectLst/>
                          <a:latin typeface="맑은 고딕"/>
                          <a:ea typeface="맑은 고딕"/>
                        </a:rPr>
                        <a:t>S3</a:t>
                      </a:r>
                      <a:r>
                        <a:rPr lang="ko-KR" sz="1300" b="0" i="0" u="none" strike="noStrike" noProof="0">
                          <a:solidFill>
                            <a:srgbClr val="243447"/>
                          </a:solidFill>
                          <a:effectLst/>
                          <a:latin typeface="맑은 고딕"/>
                          <a:ea typeface="맑은 고딕"/>
                        </a:rPr>
                        <a:t>]</a:t>
                      </a:r>
                      <a:endParaRPr lang="en-US">
                        <a:latin typeface="맑은 고딕"/>
                        <a:ea typeface="맑은 고딕"/>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780198413"/>
                  </a:ext>
                </a:extLst>
              </a:tr>
            </a:tbl>
          </a:graphicData>
        </a:graphic>
      </p:graphicFrame>
    </p:spTree>
    <p:extLst>
      <p:ext uri="{BB962C8B-B14F-4D97-AF65-F5344CB8AC3E}">
        <p14:creationId xmlns:p14="http://schemas.microsoft.com/office/powerpoint/2010/main" val="100494679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5F346F-A139-8365-B8A5-EE35AE840D3E}"/>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8D6D11B-42D0-97CC-B54E-3487FAE1C7A0}"/>
              </a:ext>
            </a:extLst>
          </p:cNvPr>
          <p:cNvSpPr>
            <a:spLocks noGrp="1"/>
          </p:cNvSpPr>
          <p:nvPr>
            <p:ph type="sldNum" sz="quarter" idx="4"/>
          </p:nvPr>
        </p:nvSpPr>
        <p:spPr/>
        <p:txBody>
          <a:bodyPr/>
          <a:lstStyle/>
          <a:p>
            <a:fld id="{4EA1E582-E1CC-4474-812F-1657BC5920B7}" type="slidenum">
              <a:rPr lang="ko-KR" altLang="en-US" smtClean="0"/>
              <a:t>42</a:t>
            </a:fld>
            <a:endParaRPr lang="ko-KR" altLang="en-US"/>
          </a:p>
        </p:txBody>
      </p:sp>
      <p:sp>
        <p:nvSpPr>
          <p:cNvPr id="5" name="Text Placeholder 4">
            <a:extLst>
              <a:ext uri="{FF2B5EF4-FFF2-40B4-BE49-F238E27FC236}">
                <a16:creationId xmlns:a16="http://schemas.microsoft.com/office/drawing/2014/main" id="{94BF48DF-F02D-42F4-B18A-D61D14A0C6EE}"/>
              </a:ext>
            </a:extLst>
          </p:cNvPr>
          <p:cNvSpPr>
            <a:spLocks noGrp="1"/>
          </p:cNvSpPr>
          <p:nvPr>
            <p:ph type="body" sz="quarter" idx="11"/>
          </p:nvPr>
        </p:nvSpPr>
        <p:spPr/>
        <p:txBody>
          <a:bodyPr/>
          <a:lstStyle/>
          <a:p>
            <a:endParaRPr lang="en-US"/>
          </a:p>
        </p:txBody>
      </p:sp>
      <p:sp>
        <p:nvSpPr>
          <p:cNvPr id="7" name="제목 3">
            <a:extLst>
              <a:ext uri="{FF2B5EF4-FFF2-40B4-BE49-F238E27FC236}">
                <a16:creationId xmlns:a16="http://schemas.microsoft.com/office/drawing/2014/main" id="{777E357C-5FB9-0956-C62A-8DE988A98D33}"/>
              </a:ext>
            </a:extLst>
          </p:cNvPr>
          <p:cNvSpPr txBox="1">
            <a:spLocks/>
          </p:cNvSpPr>
          <p:nvPr/>
        </p:nvSpPr>
        <p:spPr>
          <a:xfrm>
            <a:off x="299562" y="252336"/>
            <a:ext cx="10666268" cy="464670"/>
          </a:xfrm>
          <a:prstGeom prst="rect">
            <a:avLst/>
          </a:prstGeom>
        </p:spPr>
        <p:txBody>
          <a:bodyPr lIns="91440" tIns="45720" rIns="91440" bIns="45720" anchor="ctr" anchorCtr="0"/>
          <a:lstStyle>
            <a:lvl1pPr algn="l" rtl="0" eaLnBrk="1" fontAlgn="base" latinLnBrk="1" hangingPunct="1">
              <a:spcBef>
                <a:spcPct val="0"/>
              </a:spcBef>
              <a:spcAft>
                <a:spcPct val="0"/>
              </a:spcAft>
              <a:defRPr lang="ko-KR" altLang="en-US" sz="2400" b="1" kern="1200" baseline="0" dirty="0">
                <a:ln>
                  <a:solidFill>
                    <a:schemeClr val="accent1">
                      <a:alpha val="0"/>
                    </a:schemeClr>
                  </a:solidFill>
                </a:ln>
                <a:solidFill>
                  <a:srgbClr val="144772"/>
                </a:solidFill>
                <a:effectLst>
                  <a:glow rad="127000">
                    <a:schemeClr val="bg1"/>
                  </a:glow>
                  <a:outerShdw blurRad="38100" dist="38100" dir="2700000" algn="tl" rotWithShape="0">
                    <a:prstClr val="black">
                      <a:alpha val="40000"/>
                    </a:prstClr>
                  </a:outerShdw>
                </a:effectLst>
                <a:latin typeface="Pretendard Black" panose="02000A03000000020004" pitchFamily="50" charset="-127"/>
                <a:ea typeface="Pretendard Black" panose="02000A03000000020004" pitchFamily="50" charset="-127"/>
                <a:cs typeface="Pretendard Black" panose="02000A03000000020004" pitchFamily="50" charset="-127"/>
              </a:defRPr>
            </a:lvl1pPr>
            <a:lvl2pPr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2pPr>
            <a:lvl3pPr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3pPr>
            <a:lvl4pPr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4pPr>
            <a:lvl5pPr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5pPr>
            <a:lvl6pPr marL="457200"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6pPr>
            <a:lvl7pPr marL="914400"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7pPr>
            <a:lvl8pPr marL="1371600"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8pPr>
            <a:lvl9pPr marL="1828800"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9pPr>
          </a:lstStyle>
          <a:p>
            <a:r>
              <a:rPr lang="ko-KR">
                <a:ln>
                  <a:solidFill>
                    <a:srgbClr val="4F81BD">
                      <a:alpha val="0"/>
                    </a:srgbClr>
                  </a:solidFill>
                </a:ln>
                <a:effectLst>
                  <a:glow rad="127000">
                    <a:prstClr val="white"/>
                  </a:glow>
                  <a:outerShdw blurRad="38100" dist="38100" dir="2700000" algn="tl" rotWithShape="0">
                    <a:prstClr val="black">
                      <a:alpha val="40000"/>
                    </a:prstClr>
                  </a:outerShdw>
                </a:effectLst>
                <a:latin typeface="Arial"/>
                <a:ea typeface="Pretendard Black"/>
                <a:cs typeface="Arial"/>
              </a:rPr>
              <a:t>세이퍼존 </a:t>
            </a:r>
            <a:r>
              <a:rPr lang="ko-KR" altLang="en-US">
                <a:ln>
                  <a:solidFill>
                    <a:srgbClr val="4F81BD">
                      <a:alpha val="0"/>
                    </a:srgbClr>
                  </a:solidFill>
                </a:ln>
                <a:effectLst>
                  <a:glow rad="127000">
                    <a:prstClr val="white"/>
                  </a:glow>
                  <a:outerShdw blurRad="38100" dist="38100" dir="2700000" algn="tl" rotWithShape="0">
                    <a:prstClr val="black">
                      <a:alpha val="40000"/>
                    </a:prstClr>
                  </a:outerShdw>
                </a:effectLst>
                <a:latin typeface="Arial"/>
                <a:ea typeface="Pretendard Black"/>
                <a:cs typeface="Arial"/>
              </a:rPr>
              <a:t>(</a:t>
            </a:r>
            <a:r>
              <a:rPr lang="ko-KR" altLang="en-US">
                <a:ln>
                  <a:solidFill>
                    <a:srgbClr val="4F81BD">
                      <a:alpha val="0"/>
                    </a:srgbClr>
                  </a:solidFill>
                </a:ln>
                <a:effectLst>
                  <a:glow rad="127000">
                    <a:prstClr val="white"/>
                  </a:glow>
                  <a:outerShdw blurRad="38100" dist="38100" dir="2700000" algn="tl" rotWithShape="0">
                    <a:prstClr val="black">
                      <a:alpha val="40000"/>
                    </a:prstClr>
                  </a:outerShdw>
                </a:effectLst>
                <a:latin typeface="Arial"/>
                <a:ea typeface="Pretendard Black"/>
              </a:rPr>
              <a:t>Sercan): </a:t>
            </a:r>
            <a:r>
              <a:rPr lang="ko-KR" b="0">
                <a:ln>
                  <a:solidFill>
                    <a:srgbClr val="4F81BD">
                      <a:alpha val="0"/>
                    </a:srgbClr>
                  </a:solidFill>
                </a:ln>
                <a:effectLst>
                  <a:glow rad="127000">
                    <a:prstClr val="white"/>
                  </a:glow>
                  <a:outerShdw blurRad="38100" dist="38100" dir="2700000" algn="tl" rotWithShape="0">
                    <a:prstClr val="black">
                      <a:alpha val="40000"/>
                    </a:prstClr>
                  </a:outerShdw>
                </a:effectLst>
                <a:latin typeface="Arial"/>
                <a:ea typeface="Pretendard Black"/>
              </a:rPr>
              <a:t>D5 Ops &amp; Deployment</a:t>
            </a:r>
            <a:endParaRPr lang="en-US" altLang="ko-KR">
              <a:ln>
                <a:solidFill>
                  <a:srgbClr val="4F81BD">
                    <a:alpha val="0"/>
                  </a:srgbClr>
                </a:solidFill>
              </a:ln>
              <a:effectLst>
                <a:glow rad="127000">
                  <a:prstClr val="white"/>
                </a:glow>
                <a:outerShdw blurRad="38100" dist="38100" dir="2700000" algn="tl" rotWithShape="0">
                  <a:prstClr val="black">
                    <a:alpha val="40000"/>
                  </a:prstClr>
                </a:outerShdw>
              </a:effectLst>
              <a:latin typeface="Pretendard Black"/>
            </a:endParaRPr>
          </a:p>
        </p:txBody>
      </p:sp>
      <p:graphicFrame>
        <p:nvGraphicFramePr>
          <p:cNvPr id="4" name="표 3">
            <a:extLst>
              <a:ext uri="{FF2B5EF4-FFF2-40B4-BE49-F238E27FC236}">
                <a16:creationId xmlns:a16="http://schemas.microsoft.com/office/drawing/2014/main" id="{6B926A5A-F086-9081-BC6E-42B564564244}"/>
              </a:ext>
            </a:extLst>
          </p:cNvPr>
          <p:cNvGraphicFramePr>
            <a:graphicFrameLocks noGrp="1"/>
          </p:cNvGraphicFramePr>
          <p:nvPr/>
        </p:nvGraphicFramePr>
        <p:xfrm>
          <a:off x="510540" y="1263332"/>
          <a:ext cx="11048996" cy="5332095"/>
        </p:xfrm>
        <a:graphic>
          <a:graphicData uri="http://schemas.openxmlformats.org/drawingml/2006/table">
            <a:tbl>
              <a:tblPr bandRow="1">
                <a:tableStyleId>{5C22544A-7EE6-4342-B048-85BDC9FD1C3A}</a:tableStyleId>
              </a:tblPr>
              <a:tblGrid>
                <a:gridCol w="761999">
                  <a:extLst>
                    <a:ext uri="{9D8B030D-6E8A-4147-A177-3AD203B41FA5}">
                      <a16:colId xmlns:a16="http://schemas.microsoft.com/office/drawing/2014/main" val="1698362347"/>
                    </a:ext>
                  </a:extLst>
                </a:gridCol>
                <a:gridCol w="3377629">
                  <a:extLst>
                    <a:ext uri="{9D8B030D-6E8A-4147-A177-3AD203B41FA5}">
                      <a16:colId xmlns:a16="http://schemas.microsoft.com/office/drawing/2014/main" val="2830635571"/>
                    </a:ext>
                  </a:extLst>
                </a:gridCol>
                <a:gridCol w="552235">
                  <a:extLst>
                    <a:ext uri="{9D8B030D-6E8A-4147-A177-3AD203B41FA5}">
                      <a16:colId xmlns:a16="http://schemas.microsoft.com/office/drawing/2014/main" val="1838736065"/>
                    </a:ext>
                  </a:extLst>
                </a:gridCol>
                <a:gridCol w="6357133">
                  <a:extLst>
                    <a:ext uri="{9D8B030D-6E8A-4147-A177-3AD203B41FA5}">
                      <a16:colId xmlns:a16="http://schemas.microsoft.com/office/drawing/2014/main" val="427609783"/>
                    </a:ext>
                  </a:extLst>
                </a:gridCol>
              </a:tblGrid>
              <a:tr h="323850">
                <a:tc>
                  <a:txBody>
                    <a:bodyPr/>
                    <a:lstStyle/>
                    <a:p>
                      <a:pPr algn="l">
                        <a:buNone/>
                      </a:pPr>
                      <a:r>
                        <a:rPr lang="ko-KR" sz="1200" b="1">
                          <a:solidFill>
                            <a:srgbClr val="144772"/>
                          </a:solidFill>
                          <a:effectLst/>
                          <a:latin typeface="Arial" panose="020B0604020202020204" pitchFamily="34" charset="0"/>
                          <a:ea typeface="Arial" panose="020B0604020202020204" pitchFamily="34" charset="0"/>
                        </a:rPr>
                        <a:t>ID</a:t>
                      </a:r>
                      <a:endParaRPr lang="ko-KR" sz="1200" b="1">
                        <a:solidFill>
                          <a:srgbClr val="144772"/>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DDECF2"/>
                    </a:solidFill>
                  </a:tcPr>
                </a:tc>
                <a:tc>
                  <a:txBody>
                    <a:bodyPr/>
                    <a:lstStyle/>
                    <a:p>
                      <a:pPr algn="l">
                        <a:buNone/>
                      </a:pPr>
                      <a:r>
                        <a:rPr lang="ko-KR" sz="1200" b="1">
                          <a:solidFill>
                            <a:srgbClr val="144772"/>
                          </a:solidFill>
                          <a:effectLst/>
                          <a:latin typeface="Arial" panose="020B0604020202020204" pitchFamily="34" charset="0"/>
                          <a:ea typeface="Arial" panose="020B0604020202020204" pitchFamily="34" charset="0"/>
                        </a:rPr>
                        <a:t>Capability</a:t>
                      </a:r>
                      <a:endParaRPr lang="ko-KR" sz="1200" b="1">
                        <a:solidFill>
                          <a:srgbClr val="144772"/>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DDECF2"/>
                    </a:solidFill>
                  </a:tcPr>
                </a:tc>
                <a:tc>
                  <a:txBody>
                    <a:bodyPr/>
                    <a:lstStyle/>
                    <a:p>
                      <a:pPr algn="l">
                        <a:buNone/>
                      </a:pPr>
                      <a:r>
                        <a:rPr lang="ko-KR" sz="1200" b="1">
                          <a:solidFill>
                            <a:srgbClr val="144772"/>
                          </a:solidFill>
                          <a:effectLst/>
                          <a:latin typeface="Arial" panose="020B0604020202020204" pitchFamily="34" charset="0"/>
                          <a:ea typeface="Arial" panose="020B0604020202020204" pitchFamily="34" charset="0"/>
                        </a:rPr>
                        <a:t>Flag</a:t>
                      </a:r>
                      <a:endParaRPr lang="ko-KR" sz="1200" b="1">
                        <a:solidFill>
                          <a:srgbClr val="144772"/>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DDECF2"/>
                    </a:solidFill>
                  </a:tcPr>
                </a:tc>
                <a:tc>
                  <a:txBody>
                    <a:bodyPr/>
                    <a:lstStyle/>
                    <a:p>
                      <a:pPr algn="l">
                        <a:buNone/>
                      </a:pPr>
                      <a:r>
                        <a:rPr lang="ko-KR" sz="1200" b="1">
                          <a:solidFill>
                            <a:srgbClr val="144772"/>
                          </a:solidFill>
                          <a:effectLst/>
                          <a:latin typeface="Arial" panose="020B0604020202020204" pitchFamily="34" charset="0"/>
                          <a:ea typeface="Arial" panose="020B0604020202020204" pitchFamily="34" charset="0"/>
                        </a:rPr>
                        <a:t>Documented scope and evidence</a:t>
                      </a:r>
                      <a:endParaRPr lang="ko-KR" sz="1200" b="1">
                        <a:solidFill>
                          <a:srgbClr val="144772"/>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DDECF2"/>
                    </a:solidFill>
                  </a:tcPr>
                </a:tc>
                <a:extLst>
                  <a:ext uri="{0D108BD9-81ED-4DB2-BD59-A6C34878D82A}">
                    <a16:rowId xmlns:a16="http://schemas.microsoft.com/office/drawing/2014/main" val="1861519047"/>
                  </a:ext>
                </a:extLst>
              </a:tr>
              <a:tr h="314325">
                <a:tc>
                  <a:txBody>
                    <a:bodyPr/>
                    <a:lstStyle/>
                    <a:p>
                      <a:pPr algn="l">
                        <a:buNone/>
                      </a:pPr>
                      <a:r>
                        <a:rPr lang="ko-KR" sz="1300" b="1">
                          <a:solidFill>
                            <a:srgbClr val="243447"/>
                          </a:solidFill>
                          <a:effectLst/>
                          <a:latin typeface="Arial" panose="020B0604020202020204" pitchFamily="34" charset="0"/>
                          <a:ea typeface="Arial" panose="020B0604020202020204" pitchFamily="34" charset="0"/>
                        </a:rPr>
                        <a:t>D5-01</a:t>
                      </a:r>
                      <a:endParaRPr lang="ko-KR" sz="1300" b="1">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a:solidFill>
                            <a:srgbClr val="243447"/>
                          </a:solidFill>
                          <a:effectLst/>
                          <a:latin typeface="Arial" panose="020B0604020202020204" pitchFamily="34" charset="0"/>
                          <a:ea typeface="Arial" panose="020B0604020202020204" pitchFamily="34" charset="0"/>
                        </a:rPr>
                        <a:t>Windows endpoint agent</a:t>
                      </a:r>
                      <a:endParaRPr lang="ko-KR" sz="1300">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b="1">
                          <a:solidFill>
                            <a:srgbClr val="136F73"/>
                          </a:solidFill>
                          <a:effectLst/>
                          <a:latin typeface="Arial" panose="020B0604020202020204" pitchFamily="34" charset="0"/>
                          <a:ea typeface="Arial" panose="020B0604020202020204" pitchFamily="34" charset="0"/>
                        </a:rPr>
                        <a:t>●</a:t>
                      </a:r>
                      <a:endParaRPr lang="ko-KR" sz="1300" b="1">
                        <a:solidFill>
                          <a:srgbClr val="136F73"/>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lvl="0" algn="l">
                        <a:buNone/>
                      </a:pPr>
                      <a:r>
                        <a:rPr lang="en-US" altLang="ko-KR" sz="1300" b="0" i="0" u="none" strike="noStrike" noProof="0">
                          <a:solidFill>
                            <a:srgbClr val="243447"/>
                          </a:solidFill>
                          <a:effectLst/>
                          <a:latin typeface="맑은 고딕"/>
                          <a:ea typeface="맑은 고딕"/>
                        </a:rPr>
                        <a:t>SaferZone</a:t>
                      </a:r>
                      <a:r>
                        <a:rPr lang="ko-KR" sz="1300" b="0" i="0" u="none" strike="noStrike" noProof="0">
                          <a:solidFill>
                            <a:srgbClr val="243447"/>
                          </a:solidFill>
                          <a:effectLst/>
                          <a:latin typeface="맑은 고딕"/>
                          <a:ea typeface="맑은 고딕"/>
                        </a:rPr>
                        <a:t> </a:t>
                      </a:r>
                      <a:r>
                        <a:rPr lang="en-US" altLang="ko-KR" sz="1300" b="0" i="0" u="none" strike="noStrike" noProof="0">
                          <a:solidFill>
                            <a:srgbClr val="243447"/>
                          </a:solidFill>
                          <a:effectLst/>
                          <a:latin typeface="맑은 고딕"/>
                          <a:ea typeface="맑은 고딕"/>
                        </a:rPr>
                        <a:t>DLP</a:t>
                      </a:r>
                      <a:r>
                        <a:rPr lang="ko-KR" sz="1300" b="0" i="0" u="none" strike="noStrike" noProof="0">
                          <a:solidFill>
                            <a:srgbClr val="243447"/>
                          </a:solidFill>
                          <a:effectLst/>
                          <a:latin typeface="맑은 고딕"/>
                          <a:ea typeface="맑은 고딕"/>
                        </a:rPr>
                        <a:t> </a:t>
                      </a:r>
                      <a:r>
                        <a:rPr lang="en-US" altLang="ko-KR" sz="1300" b="0" i="0" u="none" strike="noStrike" noProof="0">
                          <a:solidFill>
                            <a:srgbClr val="243447"/>
                          </a:solidFill>
                          <a:effectLst/>
                          <a:latin typeface="맑은 고딕"/>
                          <a:ea typeface="맑은 고딕"/>
                        </a:rPr>
                        <a:t>V10</a:t>
                      </a:r>
                      <a:r>
                        <a:rPr lang="ko-KR" altLang="en-US" sz="1300" b="0" i="0" u="none" strike="noStrike" noProof="0">
                          <a:solidFill>
                            <a:srgbClr val="243447"/>
                          </a:solidFill>
                          <a:effectLst/>
                          <a:latin typeface="맑은 고딕"/>
                          <a:ea typeface="맑은 고딕"/>
                        </a:rPr>
                        <a:t> </a:t>
                      </a:r>
                      <a:r>
                        <a:rPr lang="en-US" altLang="ko-KR" sz="1300" b="0" i="0" u="none" strike="noStrike" noProof="0">
                          <a:solidFill>
                            <a:srgbClr val="243447"/>
                          </a:solidFill>
                          <a:effectLst/>
                          <a:latin typeface="맑은 고딕"/>
                          <a:ea typeface="맑은 고딕"/>
                        </a:rPr>
                        <a:t>explicitly</a:t>
                      </a:r>
                      <a:r>
                        <a:rPr lang="ko-KR" altLang="en-US" sz="1300" b="0" i="0" u="none" strike="noStrike" noProof="0">
                          <a:solidFill>
                            <a:srgbClr val="243447"/>
                          </a:solidFill>
                          <a:effectLst/>
                          <a:latin typeface="맑은 고딕"/>
                          <a:ea typeface="맑은 고딕"/>
                        </a:rPr>
                        <a:t> </a:t>
                      </a:r>
                      <a:r>
                        <a:rPr lang="ko-KR" sz="1300" b="0" i="0" u="none" strike="noStrike" noProof="0">
                          <a:solidFill>
                            <a:srgbClr val="243447"/>
                          </a:solidFill>
                          <a:effectLst/>
                          <a:latin typeface="맑은 고딕"/>
                          <a:ea typeface="맑은 고딕"/>
                        </a:rPr>
                        <a:t>supports</a:t>
                      </a:r>
                      <a:r>
                        <a:rPr lang="ko-KR" altLang="en-US" sz="1300" b="0" i="0" u="none" strike="noStrike" noProof="0">
                          <a:solidFill>
                            <a:srgbClr val="243447"/>
                          </a:solidFill>
                          <a:effectLst/>
                          <a:latin typeface="맑은 고딕"/>
                          <a:ea typeface="맑은 고딕"/>
                        </a:rPr>
                        <a:t> </a:t>
                      </a:r>
                      <a:r>
                        <a:rPr lang="en-US" altLang="ko-KR" sz="1300" b="1" i="0" u="none" strike="noStrike" noProof="0">
                          <a:solidFill>
                            <a:srgbClr val="243447"/>
                          </a:solidFill>
                          <a:effectLst/>
                          <a:latin typeface="맑은 고딕"/>
                          <a:ea typeface="맑은 고딕"/>
                        </a:rPr>
                        <a:t>Windows</a:t>
                      </a:r>
                      <a:r>
                        <a:rPr lang="ko-KR" altLang="en-US" sz="1300" b="0" i="0" u="none" strike="noStrike" noProof="0">
                          <a:solidFill>
                            <a:srgbClr val="243447"/>
                          </a:solidFill>
                          <a:effectLst/>
                          <a:latin typeface="맑은 고딕"/>
                          <a:ea typeface="맑은 고딕"/>
                        </a:rPr>
                        <a:t> </a:t>
                      </a:r>
                      <a:r>
                        <a:rPr lang="en-US" altLang="ko-KR" sz="1300" b="0" i="0" u="none" strike="noStrike" noProof="0">
                          <a:solidFill>
                            <a:srgbClr val="243447"/>
                          </a:solidFill>
                          <a:effectLst/>
                          <a:latin typeface="맑은 고딕"/>
                          <a:ea typeface="맑은 고딕"/>
                        </a:rPr>
                        <a:t>endpoints</a:t>
                      </a:r>
                      <a:r>
                        <a:rPr lang="ko-KR" sz="1300" b="0" i="0" u="none" strike="noStrike" noProof="0">
                          <a:solidFill>
                            <a:srgbClr val="243447"/>
                          </a:solidFill>
                          <a:effectLst/>
                          <a:latin typeface="맑은 고딕"/>
                          <a:ea typeface="맑은 고딕"/>
                        </a:rPr>
                        <a:t>. [</a:t>
                      </a:r>
                      <a:r>
                        <a:rPr lang="en-US" altLang="ko-KR" sz="1300" b="0" i="0" u="none" strike="noStrike" noProof="0">
                          <a:solidFill>
                            <a:srgbClr val="243447"/>
                          </a:solidFill>
                          <a:effectLst/>
                          <a:latin typeface="맑은 고딕"/>
                          <a:ea typeface="맑은 고딕"/>
                        </a:rPr>
                        <a:t>S1</a:t>
                      </a:r>
                      <a:r>
                        <a:rPr lang="ko-KR" sz="1300" b="0" i="0" u="none" strike="noStrike" noProof="0">
                          <a:solidFill>
                            <a:srgbClr val="243447"/>
                          </a:solidFill>
                          <a:effectLst/>
                          <a:latin typeface="맑은 고딕"/>
                          <a:ea typeface="맑은 고딕"/>
                        </a:rPr>
                        <a:t>]</a:t>
                      </a:r>
                      <a:endParaRPr lang="en-US">
                        <a:latin typeface="맑은 고딕"/>
                        <a:ea typeface="맑은 고딕"/>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20449949"/>
                  </a:ext>
                </a:extLst>
              </a:tr>
              <a:tr h="475179">
                <a:tc>
                  <a:txBody>
                    <a:bodyPr/>
                    <a:lstStyle/>
                    <a:p>
                      <a:pPr algn="l">
                        <a:buNone/>
                      </a:pPr>
                      <a:r>
                        <a:rPr lang="ko-KR" sz="1300" b="1">
                          <a:solidFill>
                            <a:srgbClr val="243447"/>
                          </a:solidFill>
                          <a:effectLst/>
                          <a:latin typeface="Arial" panose="020B0604020202020204" pitchFamily="34" charset="0"/>
                          <a:ea typeface="Arial" panose="020B0604020202020204" pitchFamily="34" charset="0"/>
                        </a:rPr>
                        <a:t>D5-02</a:t>
                      </a:r>
                      <a:endParaRPr lang="ko-KR" sz="1300" b="1">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a:solidFill>
                            <a:srgbClr val="243447"/>
                          </a:solidFill>
                          <a:effectLst/>
                          <a:latin typeface="Arial" panose="020B0604020202020204" pitchFamily="34" charset="0"/>
                          <a:ea typeface="Arial" panose="020B0604020202020204" pitchFamily="34" charset="0"/>
                        </a:rPr>
                        <a:t>macOS endpoint agent</a:t>
                      </a:r>
                      <a:endParaRPr lang="ko-KR" sz="1300">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lvl="0" algn="l">
                        <a:lnSpc>
                          <a:spcPct val="100000"/>
                        </a:lnSpc>
                        <a:spcBef>
                          <a:spcPts val="0"/>
                        </a:spcBef>
                        <a:spcAft>
                          <a:spcPts val="0"/>
                        </a:spcAft>
                        <a:buNone/>
                      </a:pPr>
                      <a:r>
                        <a:rPr lang="ko-KR" sz="1300" b="1" i="0" u="none" strike="noStrike" noProof="0">
                          <a:solidFill>
                            <a:srgbClr val="136F73"/>
                          </a:solidFill>
                          <a:effectLst/>
                          <a:latin typeface="Arial"/>
                          <a:cs typeface="Arial"/>
                        </a:rPr>
                        <a:t>●</a:t>
                      </a:r>
                      <a:endParaRPr lang="ko-KR" sz="1300" b="0" i="0" u="none" strike="noStrike" noProof="0">
                        <a:solidFill>
                          <a:srgbClr val="000000"/>
                        </a:solidFill>
                        <a:effectLst/>
                        <a:latin typeface="Arial"/>
                        <a:cs typeface="Arial"/>
                      </a:endParaRPr>
                    </a:p>
                    <a:p>
                      <a:pPr lvl="0" algn="l">
                        <a:buNone/>
                      </a:pPr>
                      <a:endParaRPr lang="ko-KR" altLang="en-US" sz="1300" b="1">
                        <a:solidFill>
                          <a:srgbClr val="136F73"/>
                        </a:solidFill>
                        <a:effectLst/>
                        <a:latin typeface="Arial"/>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lvl="0" algn="l">
                        <a:buNone/>
                      </a:pPr>
                      <a:r>
                        <a:rPr lang="en-US" sz="1300" b="0" i="0" u="none" strike="noStrike" noProof="0">
                          <a:solidFill>
                            <a:srgbClr val="243447"/>
                          </a:solidFill>
                          <a:effectLst/>
                          <a:latin typeface="맑은 고딕"/>
                          <a:ea typeface="맑은 고딕"/>
                        </a:rPr>
                        <a:t>SaferZone DLP V10 explicitly supports </a:t>
                      </a:r>
                      <a:r>
                        <a:rPr lang="en-US" sz="1300" b="1" i="0" u="none" strike="noStrike" noProof="0">
                          <a:solidFill>
                            <a:srgbClr val="243447"/>
                          </a:solidFill>
                          <a:effectLst/>
                          <a:latin typeface="맑은 고딕"/>
                          <a:ea typeface="맑은 고딕"/>
                        </a:rPr>
                        <a:t>macOS</a:t>
                      </a:r>
                      <a:r>
                        <a:rPr lang="en-US" sz="1300" b="0" i="0" u="none" strike="noStrike" noProof="0">
                          <a:solidFill>
                            <a:srgbClr val="243447"/>
                          </a:solidFill>
                          <a:effectLst/>
                          <a:latin typeface="맑은 고딕"/>
                          <a:ea typeface="맑은 고딕"/>
                        </a:rPr>
                        <a:t>; the company also lists a dedicated macOS DLP offering. [S1,S2]</a:t>
                      </a:r>
                      <a:endParaRPr lang="en-US"/>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9569197"/>
                  </a:ext>
                </a:extLst>
              </a:tr>
              <a:tr h="314325">
                <a:tc>
                  <a:txBody>
                    <a:bodyPr/>
                    <a:lstStyle/>
                    <a:p>
                      <a:pPr algn="l">
                        <a:buNone/>
                      </a:pPr>
                      <a:r>
                        <a:rPr lang="ko-KR" sz="1300" b="1">
                          <a:solidFill>
                            <a:srgbClr val="243447"/>
                          </a:solidFill>
                          <a:effectLst/>
                          <a:latin typeface="Arial" panose="020B0604020202020204" pitchFamily="34" charset="0"/>
                          <a:ea typeface="Arial" panose="020B0604020202020204" pitchFamily="34" charset="0"/>
                        </a:rPr>
                        <a:t>D5-03</a:t>
                      </a:r>
                      <a:endParaRPr lang="ko-KR" sz="1300" b="1">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a:solidFill>
                            <a:srgbClr val="243447"/>
                          </a:solidFill>
                          <a:effectLst/>
                          <a:latin typeface="Arial" panose="020B0604020202020204" pitchFamily="34" charset="0"/>
                          <a:ea typeface="Arial" panose="020B0604020202020204" pitchFamily="34" charset="0"/>
                        </a:rPr>
                        <a:t>Linux endpoint agent</a:t>
                      </a:r>
                      <a:endParaRPr lang="ko-KR" sz="1300">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lvl="0" algn="l">
                        <a:lnSpc>
                          <a:spcPct val="100000"/>
                        </a:lnSpc>
                        <a:spcBef>
                          <a:spcPts val="0"/>
                        </a:spcBef>
                        <a:spcAft>
                          <a:spcPts val="0"/>
                        </a:spcAft>
                        <a:buNone/>
                      </a:pPr>
                      <a:r>
                        <a:rPr lang="ko-KR" altLang="en-US" sz="1300" b="1" i="0" u="none" strike="noStrike" noProof="0">
                          <a:solidFill>
                            <a:srgbClr val="136F73"/>
                          </a:solidFill>
                          <a:effectLst/>
                          <a:latin typeface="Arial"/>
                          <a:cs typeface="Arial"/>
                        </a:rPr>
                        <a:t>●</a:t>
                      </a:r>
                      <a:endParaRPr lang="ko-KR" altLang="en-US" sz="1300" b="0" i="0" u="none" strike="noStrike" noProof="0">
                        <a:solidFill>
                          <a:srgbClr val="000000"/>
                        </a:solidFill>
                        <a:effectLst/>
                        <a:latin typeface="Arial"/>
                        <a:cs typeface="Arial"/>
                      </a:endParaRPr>
                    </a:p>
                    <a:p>
                      <a:pPr lvl="0" algn="l">
                        <a:buNone/>
                      </a:pPr>
                      <a:endParaRPr lang="ko-KR" sz="1300" b="1">
                        <a:solidFill>
                          <a:srgbClr val="5E6C7A"/>
                        </a:solidFill>
                        <a:effectLst/>
                        <a:latin typeface="Arial"/>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lvl="0" algn="l">
                        <a:buNone/>
                      </a:pPr>
                      <a:r>
                        <a:rPr lang="en-US" altLang="ko-KR" sz="1300" b="0" i="0" u="none" strike="noStrike" noProof="0">
                          <a:solidFill>
                            <a:srgbClr val="243447"/>
                          </a:solidFill>
                          <a:effectLst/>
                        </a:rPr>
                        <a:t>SaferZone</a:t>
                      </a:r>
                      <a:r>
                        <a:rPr lang="ko-KR" altLang="en-US" sz="1300" b="0" i="0" u="none" strike="noStrike" noProof="0">
                          <a:solidFill>
                            <a:srgbClr val="243447"/>
                          </a:solidFill>
                          <a:effectLst/>
                        </a:rPr>
                        <a:t> </a:t>
                      </a:r>
                      <a:r>
                        <a:rPr lang="en-US" altLang="ko-KR" sz="1300" b="0" i="0" u="none" strike="noStrike" noProof="0">
                          <a:solidFill>
                            <a:srgbClr val="243447"/>
                          </a:solidFill>
                          <a:effectLst/>
                        </a:rPr>
                        <a:t>DLP</a:t>
                      </a:r>
                      <a:r>
                        <a:rPr lang="ko-KR" altLang="en-US" sz="1300" b="0" i="0" u="none" strike="noStrike" noProof="0">
                          <a:solidFill>
                            <a:srgbClr val="243447"/>
                          </a:solidFill>
                          <a:effectLst/>
                        </a:rPr>
                        <a:t> </a:t>
                      </a:r>
                      <a:r>
                        <a:rPr lang="en-US" altLang="ko-KR" sz="1300" b="0" i="0" u="none" strike="noStrike" noProof="0">
                          <a:solidFill>
                            <a:srgbClr val="243447"/>
                          </a:solidFill>
                          <a:effectLst/>
                        </a:rPr>
                        <a:t>V10</a:t>
                      </a:r>
                      <a:r>
                        <a:rPr lang="ko-KR" altLang="en-US" sz="1300" b="0" i="0" u="none" strike="noStrike" noProof="0">
                          <a:solidFill>
                            <a:srgbClr val="243447"/>
                          </a:solidFill>
                          <a:effectLst/>
                        </a:rPr>
                        <a:t> </a:t>
                      </a:r>
                      <a:r>
                        <a:rPr lang="en-US" altLang="ko-KR" sz="1300" b="0" i="0" u="none" strike="noStrike" noProof="0">
                          <a:solidFill>
                            <a:srgbClr val="243447"/>
                          </a:solidFill>
                          <a:effectLst/>
                        </a:rPr>
                        <a:t>explicitly</a:t>
                      </a:r>
                      <a:r>
                        <a:rPr lang="ko-KR" altLang="en-US" sz="1300" b="0" i="0" u="none" strike="noStrike" noProof="0">
                          <a:solidFill>
                            <a:srgbClr val="243447"/>
                          </a:solidFill>
                          <a:effectLst/>
                        </a:rPr>
                        <a:t> </a:t>
                      </a:r>
                      <a:r>
                        <a:rPr lang="en-US" altLang="ko-KR" sz="1300" b="0" i="0" u="none" strike="noStrike" noProof="0">
                          <a:solidFill>
                            <a:srgbClr val="243447"/>
                          </a:solidFill>
                          <a:effectLst/>
                        </a:rPr>
                        <a:t>states</a:t>
                      </a:r>
                      <a:r>
                        <a:rPr lang="ko-KR" altLang="en-US" sz="1300" b="0" i="0" u="none" strike="noStrike" noProof="0">
                          <a:solidFill>
                            <a:srgbClr val="243447"/>
                          </a:solidFill>
                          <a:effectLst/>
                        </a:rPr>
                        <a:t> </a:t>
                      </a:r>
                      <a:r>
                        <a:rPr lang="ko-KR" sz="1300" b="1" i="0" u="none" strike="noStrike" noProof="0">
                          <a:solidFill>
                            <a:srgbClr val="243447"/>
                          </a:solidFill>
                          <a:effectLst/>
                        </a:rPr>
                        <a:t>Linux</a:t>
                      </a:r>
                      <a:r>
                        <a:rPr lang="ko-KR" sz="1300" b="0" i="0" u="none" strike="noStrike" noProof="0">
                          <a:solidFill>
                            <a:srgbClr val="243447"/>
                          </a:solidFill>
                          <a:effectLst/>
                        </a:rPr>
                        <a:t> </a:t>
                      </a:r>
                      <a:r>
                        <a:rPr lang="en-US" altLang="ko-KR" sz="1300" b="0" i="0" u="none" strike="noStrike" noProof="0">
                          <a:solidFill>
                            <a:srgbClr val="243447"/>
                          </a:solidFill>
                          <a:effectLst/>
                        </a:rPr>
                        <a:t>support</a:t>
                      </a:r>
                      <a:r>
                        <a:rPr lang="ko-KR" altLang="en-US" sz="1300" b="0" i="0" u="none" strike="noStrike" noProof="0">
                          <a:solidFill>
                            <a:srgbClr val="243447"/>
                          </a:solidFill>
                          <a:effectLst/>
                        </a:rPr>
                        <a:t> </a:t>
                      </a:r>
                      <a:r>
                        <a:rPr lang="en-US" altLang="ko-KR" sz="1300" b="0" i="0" u="none" strike="noStrike" noProof="0">
                          <a:solidFill>
                            <a:srgbClr val="243447"/>
                          </a:solidFill>
                          <a:effectLst/>
                        </a:rPr>
                        <a:t>as</a:t>
                      </a:r>
                      <a:r>
                        <a:rPr lang="ko-KR" altLang="en-US" sz="1300" b="0" i="0" u="none" strike="noStrike" noProof="0">
                          <a:solidFill>
                            <a:srgbClr val="243447"/>
                          </a:solidFill>
                          <a:effectLst/>
                        </a:rPr>
                        <a:t> </a:t>
                      </a:r>
                      <a:r>
                        <a:rPr lang="en-US" altLang="ko-KR" sz="1300" b="0" i="0" u="none" strike="noStrike" noProof="0">
                          <a:solidFill>
                            <a:srgbClr val="243447"/>
                          </a:solidFill>
                          <a:effectLst/>
                        </a:rPr>
                        <a:t>part</a:t>
                      </a:r>
                      <a:r>
                        <a:rPr lang="ko-KR" altLang="en-US" sz="1300" b="0" i="0" u="none" strike="noStrike" noProof="0">
                          <a:solidFill>
                            <a:srgbClr val="243447"/>
                          </a:solidFill>
                          <a:effectLst/>
                        </a:rPr>
                        <a:t> </a:t>
                      </a:r>
                      <a:r>
                        <a:rPr lang="en-US" altLang="ko-KR" sz="1300" b="0" i="0" u="none" strike="noStrike" noProof="0">
                          <a:solidFill>
                            <a:srgbClr val="243447"/>
                          </a:solidFill>
                          <a:effectLst/>
                        </a:rPr>
                        <a:t>of</a:t>
                      </a:r>
                      <a:r>
                        <a:rPr lang="ko-KR" altLang="en-US" sz="1300" b="0" i="0" u="none" strike="noStrike" noProof="0">
                          <a:solidFill>
                            <a:srgbClr val="243447"/>
                          </a:solidFill>
                          <a:effectLst/>
                        </a:rPr>
                        <a:t> </a:t>
                      </a:r>
                      <a:r>
                        <a:rPr lang="en-US" altLang="ko-KR" sz="1300" b="0" i="0" u="none" strike="noStrike" noProof="0">
                          <a:solidFill>
                            <a:srgbClr val="243447"/>
                          </a:solidFill>
                          <a:effectLst/>
                        </a:rPr>
                        <a:t>its</a:t>
                      </a:r>
                      <a:r>
                        <a:rPr lang="ko-KR" altLang="en-US" sz="1300" b="0" i="0" u="none" strike="noStrike" noProof="0">
                          <a:solidFill>
                            <a:srgbClr val="243447"/>
                          </a:solidFill>
                          <a:effectLst/>
                        </a:rPr>
                        <a:t> </a:t>
                      </a:r>
                      <a:r>
                        <a:rPr lang="en-US" altLang="ko-KR" sz="1300" b="0" i="0" u="none" strike="noStrike" noProof="0">
                          <a:solidFill>
                            <a:srgbClr val="243447"/>
                          </a:solidFill>
                          <a:effectLst/>
                        </a:rPr>
                        <a:t>multi-OS</a:t>
                      </a:r>
                      <a:r>
                        <a:rPr lang="ko-KR" altLang="en-US" sz="1300" b="0" i="0" u="none" strike="noStrike" noProof="0">
                          <a:solidFill>
                            <a:srgbClr val="243447"/>
                          </a:solidFill>
                          <a:effectLst/>
                        </a:rPr>
                        <a:t> </a:t>
                      </a:r>
                      <a:r>
                        <a:rPr lang="en-US" altLang="ko-KR" sz="1300" b="0" i="0" u="none" strike="noStrike" noProof="0">
                          <a:solidFill>
                            <a:srgbClr val="243447"/>
                          </a:solidFill>
                          <a:effectLst/>
                        </a:rPr>
                        <a:t>endpoint</a:t>
                      </a:r>
                      <a:r>
                        <a:rPr lang="ko-KR" sz="1300" b="0" i="0" u="none" strike="noStrike" noProof="0">
                          <a:solidFill>
                            <a:srgbClr val="243447"/>
                          </a:solidFill>
                          <a:effectLst/>
                        </a:rPr>
                        <a:t> </a:t>
                      </a:r>
                      <a:r>
                        <a:rPr lang="en-US" altLang="ko-KR" sz="1300" b="0" i="0" u="none" strike="noStrike" noProof="0">
                          <a:solidFill>
                            <a:srgbClr val="243447"/>
                          </a:solidFill>
                          <a:effectLst/>
                        </a:rPr>
                        <a:t>architecture</a:t>
                      </a:r>
                      <a:r>
                        <a:rPr lang="ko-KR" sz="1300" b="0" i="0" u="none" strike="noStrike" noProof="0">
                          <a:solidFill>
                            <a:srgbClr val="243447"/>
                          </a:solidFill>
                          <a:effectLst/>
                        </a:rPr>
                        <a:t>.</a:t>
                      </a:r>
                      <a:r>
                        <a:rPr lang="ko-KR" altLang="en-US" sz="1300" b="0" i="0" u="none" strike="noStrike" noProof="0">
                          <a:solidFill>
                            <a:srgbClr val="243447"/>
                          </a:solidFill>
                          <a:effectLst/>
                        </a:rPr>
                        <a:t> </a:t>
                      </a:r>
                      <a:r>
                        <a:rPr lang="en-US" altLang="ko-KR" sz="1300" b="0" i="0" u="none" strike="noStrike" noProof="0">
                          <a:solidFill>
                            <a:srgbClr val="243447"/>
                          </a:solidFill>
                          <a:effectLst/>
                        </a:rPr>
                        <a:t>[S1,S2]</a:t>
                      </a:r>
                      <a:endParaRPr lang="en-US" altLang="ko-K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178096827"/>
                  </a:ext>
                </a:extLst>
              </a:tr>
              <a:tr h="314325">
                <a:tc>
                  <a:txBody>
                    <a:bodyPr/>
                    <a:lstStyle/>
                    <a:p>
                      <a:pPr algn="l">
                        <a:buNone/>
                      </a:pPr>
                      <a:r>
                        <a:rPr lang="ko-KR" sz="1300" b="1">
                          <a:solidFill>
                            <a:srgbClr val="243447"/>
                          </a:solidFill>
                          <a:effectLst/>
                          <a:latin typeface="Arial" panose="020B0604020202020204" pitchFamily="34" charset="0"/>
                          <a:ea typeface="Arial" panose="020B0604020202020204" pitchFamily="34" charset="0"/>
                        </a:rPr>
                        <a:t>D5-04</a:t>
                      </a:r>
                      <a:endParaRPr lang="ko-KR" sz="1300" b="1">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a:solidFill>
                            <a:srgbClr val="243447"/>
                          </a:solidFill>
                          <a:effectLst/>
                          <a:latin typeface="Arial" panose="020B0604020202020204" pitchFamily="34" charset="0"/>
                          <a:ea typeface="Arial" panose="020B0604020202020204" pitchFamily="34" charset="0"/>
                        </a:rPr>
                        <a:t>VDI support</a:t>
                      </a:r>
                      <a:endParaRPr lang="ko-KR" sz="1300">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b="1">
                          <a:solidFill>
                            <a:srgbClr val="5E6C7A"/>
                          </a:solidFill>
                          <a:effectLst/>
                          <a:latin typeface="Arial" panose="020B0604020202020204" pitchFamily="34" charset="0"/>
                          <a:ea typeface="Arial" panose="020B0604020202020204" pitchFamily="34" charset="0"/>
                        </a:rPr>
                        <a:t>?</a:t>
                      </a:r>
                      <a:endParaRPr lang="ko-KR" sz="1300" b="1">
                        <a:solidFill>
                          <a:srgbClr val="5E6C7A"/>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lvl="0" algn="l">
                        <a:buNone/>
                      </a:pPr>
                      <a:r>
                        <a:rPr lang="en-US" altLang="ko-KR" sz="1300" b="0" i="0" u="none" strike="noStrike" noProof="0">
                          <a:solidFill>
                            <a:srgbClr val="243447"/>
                          </a:solidFill>
                          <a:effectLst/>
                        </a:rPr>
                        <a:t>No</a:t>
                      </a:r>
                      <a:r>
                        <a:rPr lang="ko-KR" altLang="en-US" sz="1300" b="0" i="0" u="none" strike="noStrike" noProof="0">
                          <a:solidFill>
                            <a:srgbClr val="243447"/>
                          </a:solidFill>
                          <a:effectLst/>
                        </a:rPr>
                        <a:t> </a:t>
                      </a:r>
                      <a:r>
                        <a:rPr lang="en-US" altLang="ko-KR" sz="1300" b="0" i="0" u="none" strike="noStrike" noProof="0">
                          <a:solidFill>
                            <a:srgbClr val="243447"/>
                          </a:solidFill>
                          <a:effectLst/>
                        </a:rPr>
                        <a:t>explicit</a:t>
                      </a:r>
                      <a:r>
                        <a:rPr lang="ko-KR" altLang="en-US" sz="1300" b="0" i="0" u="none" strike="noStrike" noProof="0">
                          <a:solidFill>
                            <a:srgbClr val="243447"/>
                          </a:solidFill>
                          <a:effectLst/>
                        </a:rPr>
                        <a:t> </a:t>
                      </a:r>
                      <a:r>
                        <a:rPr lang="en-US" altLang="ko-KR" sz="1300" b="0" i="0" u="none" strike="noStrike" noProof="0">
                          <a:solidFill>
                            <a:srgbClr val="243447"/>
                          </a:solidFill>
                          <a:effectLst/>
                        </a:rPr>
                        <a:t>current</a:t>
                      </a:r>
                      <a:r>
                        <a:rPr lang="ko-KR" altLang="en-US" sz="1300" b="0" i="0" u="none" strike="noStrike" noProof="0">
                          <a:solidFill>
                            <a:srgbClr val="243447"/>
                          </a:solidFill>
                          <a:effectLst/>
                        </a:rPr>
                        <a:t> </a:t>
                      </a:r>
                      <a:r>
                        <a:rPr lang="ko-KR" sz="1300" b="0" i="0" u="none" strike="noStrike" noProof="0">
                          <a:solidFill>
                            <a:srgbClr val="243447"/>
                          </a:solidFill>
                          <a:effectLst/>
                        </a:rPr>
                        <a:t>VDI </a:t>
                      </a:r>
                      <a:r>
                        <a:rPr lang="en-US" altLang="ko-KR" sz="1300" b="0" i="0" u="none" strike="noStrike" noProof="0">
                          <a:solidFill>
                            <a:srgbClr val="243447"/>
                          </a:solidFill>
                          <a:effectLst/>
                        </a:rPr>
                        <a:t>/</a:t>
                      </a:r>
                      <a:r>
                        <a:rPr lang="ko-KR" sz="1300" b="0" i="0" u="none" strike="noStrike" noProof="0">
                          <a:solidFill>
                            <a:srgbClr val="243447"/>
                          </a:solidFill>
                          <a:effectLst/>
                        </a:rPr>
                        <a:t> </a:t>
                      </a:r>
                      <a:r>
                        <a:rPr lang="en-US" altLang="ko-KR" sz="1300" b="0" i="0" u="none" strike="noStrike" noProof="0">
                          <a:solidFill>
                            <a:srgbClr val="243447"/>
                          </a:solidFill>
                          <a:effectLst/>
                        </a:rPr>
                        <a:t>virtual-desktop</a:t>
                      </a:r>
                      <a:r>
                        <a:rPr lang="ko-KR" sz="1300" b="0" i="0" u="none" strike="noStrike" noProof="0">
                          <a:solidFill>
                            <a:srgbClr val="243447"/>
                          </a:solidFill>
                          <a:effectLst/>
                        </a:rPr>
                        <a:t> </a:t>
                      </a:r>
                      <a:r>
                        <a:rPr lang="en-US" altLang="ko-KR" sz="1300" b="0" i="0" u="none" strike="noStrike" noProof="0">
                          <a:solidFill>
                            <a:srgbClr val="243447"/>
                          </a:solidFill>
                          <a:effectLst/>
                        </a:rPr>
                        <a:t>compatibility</a:t>
                      </a:r>
                      <a:r>
                        <a:rPr lang="ko-KR" sz="1300" b="0" i="0" u="none" strike="noStrike" noProof="0">
                          <a:solidFill>
                            <a:srgbClr val="243447"/>
                          </a:solidFill>
                          <a:effectLst/>
                        </a:rPr>
                        <a:t> </a:t>
                      </a:r>
                      <a:r>
                        <a:rPr lang="en-US" altLang="ko-KR" sz="1300" b="0" i="0" u="none" strike="noStrike" noProof="0">
                          <a:solidFill>
                            <a:srgbClr val="243447"/>
                          </a:solidFill>
                          <a:effectLst/>
                        </a:rPr>
                        <a:t>statement</a:t>
                      </a:r>
                      <a:r>
                        <a:rPr lang="ko-KR" altLang="en-US" sz="1300" b="0" i="0" u="none" strike="noStrike" noProof="0">
                          <a:solidFill>
                            <a:srgbClr val="243447"/>
                          </a:solidFill>
                          <a:effectLst/>
                        </a:rPr>
                        <a:t> </a:t>
                      </a:r>
                      <a:r>
                        <a:rPr lang="en-US" altLang="ko-KR" sz="1300" b="0" i="0" u="none" strike="noStrike" noProof="0">
                          <a:solidFill>
                            <a:srgbClr val="243447"/>
                          </a:solidFill>
                          <a:effectLst/>
                        </a:rPr>
                        <a:t>was</a:t>
                      </a:r>
                      <a:r>
                        <a:rPr lang="ko-KR" sz="1300" b="0" i="0" u="none" strike="noStrike" noProof="0">
                          <a:solidFill>
                            <a:srgbClr val="243447"/>
                          </a:solidFill>
                          <a:effectLst/>
                        </a:rPr>
                        <a:t> identified </a:t>
                      </a:r>
                      <a:r>
                        <a:rPr lang="en-US" altLang="ko-KR" sz="1300" b="0" i="0" u="none" strike="noStrike" noProof="0">
                          <a:solidFill>
                            <a:srgbClr val="243447"/>
                          </a:solidFill>
                          <a:effectLst/>
                        </a:rPr>
                        <a:t>in</a:t>
                      </a:r>
                      <a:r>
                        <a:rPr lang="ko-KR" sz="1300" b="0" i="0" u="none" strike="noStrike" noProof="0">
                          <a:solidFill>
                            <a:srgbClr val="243447"/>
                          </a:solidFill>
                          <a:effectLst/>
                        </a:rPr>
                        <a:t> </a:t>
                      </a:r>
                      <a:r>
                        <a:rPr lang="en-US" altLang="ko-KR" sz="1300" b="0" i="0" u="none" strike="noStrike" noProof="0">
                          <a:solidFill>
                            <a:srgbClr val="243447"/>
                          </a:solidFill>
                          <a:effectLst/>
                        </a:rPr>
                        <a:t>the</a:t>
                      </a:r>
                      <a:r>
                        <a:rPr lang="ko-KR" sz="1300" b="0" i="0" u="none" strike="noStrike" noProof="0">
                          <a:solidFill>
                            <a:srgbClr val="243447"/>
                          </a:solidFill>
                          <a:effectLst/>
                        </a:rPr>
                        <a:t> </a:t>
                      </a:r>
                      <a:r>
                        <a:rPr lang="en-US" altLang="ko-KR" sz="1300" b="0" i="0" u="none" strike="noStrike" noProof="0">
                          <a:solidFill>
                            <a:srgbClr val="243447"/>
                          </a:solidFill>
                          <a:effectLst/>
                        </a:rPr>
                        <a:t>reviewed</a:t>
                      </a:r>
                      <a:r>
                        <a:rPr lang="ko-KR" sz="1300" b="0" i="0" u="none" strike="noStrike" noProof="0">
                          <a:solidFill>
                            <a:srgbClr val="243447"/>
                          </a:solidFill>
                          <a:effectLst/>
                        </a:rPr>
                        <a:t> </a:t>
                      </a:r>
                      <a:r>
                        <a:rPr lang="en-US" altLang="ko-KR" sz="1300" b="0" i="0" u="none" strike="noStrike" noProof="0">
                          <a:solidFill>
                            <a:srgbClr val="243447"/>
                          </a:solidFill>
                          <a:effectLst/>
                        </a:rPr>
                        <a:t>material</a:t>
                      </a:r>
                      <a:r>
                        <a:rPr lang="ko-KR" sz="1300" b="0" i="0" u="none" strike="noStrike" noProof="0">
                          <a:solidFill>
                            <a:srgbClr val="243447"/>
                          </a:solidFill>
                          <a:effectLst/>
                        </a:rPr>
                        <a:t>.</a:t>
                      </a:r>
                      <a:endParaRPr lang="en-US"/>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042153040"/>
                  </a:ext>
                </a:extLst>
              </a:tr>
              <a:tr h="314325">
                <a:tc>
                  <a:txBody>
                    <a:bodyPr/>
                    <a:lstStyle/>
                    <a:p>
                      <a:pPr algn="l">
                        <a:buNone/>
                      </a:pPr>
                      <a:r>
                        <a:rPr lang="ko-KR" sz="1300" b="1">
                          <a:solidFill>
                            <a:srgbClr val="243447"/>
                          </a:solidFill>
                          <a:effectLst/>
                          <a:latin typeface="Arial" panose="020B0604020202020204" pitchFamily="34" charset="0"/>
                          <a:ea typeface="Arial" panose="020B0604020202020204" pitchFamily="34" charset="0"/>
                        </a:rPr>
                        <a:t>D5-05</a:t>
                      </a:r>
                      <a:endParaRPr lang="ko-KR" sz="1300" b="1">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a:solidFill>
                            <a:srgbClr val="243447"/>
                          </a:solidFill>
                          <a:effectLst/>
                          <a:latin typeface="Arial" panose="020B0604020202020204" pitchFamily="34" charset="0"/>
                          <a:ea typeface="Arial" panose="020B0604020202020204" pitchFamily="34" charset="0"/>
                        </a:rPr>
                        <a:t>Cloud / SaaS delivery</a:t>
                      </a:r>
                      <a:endParaRPr lang="ko-KR" sz="1300">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lvl="0" algn="l">
                        <a:lnSpc>
                          <a:spcPct val="100000"/>
                        </a:lnSpc>
                        <a:spcBef>
                          <a:spcPts val="0"/>
                        </a:spcBef>
                        <a:spcAft>
                          <a:spcPts val="0"/>
                        </a:spcAft>
                        <a:buNone/>
                      </a:pPr>
                      <a:r>
                        <a:rPr lang="ko-KR" sz="1300" b="1" i="0" u="none" strike="noStrike" noProof="0">
                          <a:solidFill>
                            <a:srgbClr val="136F73"/>
                          </a:solidFill>
                          <a:effectLst/>
                          <a:latin typeface="Arial"/>
                          <a:cs typeface="Arial"/>
                        </a:rPr>
                        <a:t>●</a:t>
                      </a:r>
                      <a:endParaRPr lang="ko-KR" sz="1300" b="0" i="0" u="none" strike="noStrike" noProof="0">
                        <a:solidFill>
                          <a:srgbClr val="000000"/>
                        </a:solidFill>
                        <a:effectLst/>
                        <a:latin typeface="Arial"/>
                        <a:cs typeface="Arial"/>
                      </a:endParaRPr>
                    </a:p>
                    <a:p>
                      <a:pPr lvl="0" algn="l">
                        <a:lnSpc>
                          <a:spcPct val="100000"/>
                        </a:lnSpc>
                        <a:spcBef>
                          <a:spcPts val="0"/>
                        </a:spcBef>
                        <a:spcAft>
                          <a:spcPts val="0"/>
                        </a:spcAft>
                        <a:buNone/>
                      </a:pPr>
                      <a:endParaRPr lang="ko-KR" altLang="en-US" sz="1300" b="1" i="0" u="none" strike="noStrike" noProof="0">
                        <a:solidFill>
                          <a:srgbClr val="956319"/>
                        </a:solidFill>
                        <a:effectLst/>
                        <a:latin typeface="Arial"/>
                        <a:cs typeface="Arial"/>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lvl="0" algn="l">
                        <a:buNone/>
                      </a:pPr>
                      <a:r>
                        <a:rPr lang="en-US" altLang="ko-KR" sz="1300" b="0" i="0" u="none" strike="noStrike" noProof="0">
                          <a:solidFill>
                            <a:srgbClr val="243447"/>
                          </a:solidFill>
                          <a:effectLst/>
                          <a:latin typeface="맑은 고딕"/>
                          <a:ea typeface="맑은 고딕"/>
                        </a:rPr>
                        <a:t>SaferZone</a:t>
                      </a:r>
                      <a:r>
                        <a:rPr lang="ko-KR" altLang="en-US" sz="1300" b="0" i="0" u="none" strike="noStrike" noProof="0">
                          <a:solidFill>
                            <a:srgbClr val="243447"/>
                          </a:solidFill>
                          <a:effectLst/>
                          <a:latin typeface="맑은 고딕"/>
                          <a:ea typeface="맑은 고딕"/>
                        </a:rPr>
                        <a:t> </a:t>
                      </a:r>
                      <a:r>
                        <a:rPr lang="en-US" altLang="ko-KR" sz="1300" b="0" i="0" u="none" strike="noStrike" noProof="0">
                          <a:solidFill>
                            <a:srgbClr val="243447"/>
                          </a:solidFill>
                          <a:effectLst/>
                          <a:latin typeface="맑은 고딕"/>
                          <a:ea typeface="맑은 고딕"/>
                        </a:rPr>
                        <a:t>states</a:t>
                      </a:r>
                      <a:r>
                        <a:rPr lang="ko-KR" altLang="en-US" sz="1300" b="0" i="0" u="none" strike="noStrike" noProof="0">
                          <a:solidFill>
                            <a:srgbClr val="243447"/>
                          </a:solidFill>
                          <a:effectLst/>
                          <a:latin typeface="맑은 고딕"/>
                          <a:ea typeface="맑은 고딕"/>
                        </a:rPr>
                        <a:t> </a:t>
                      </a:r>
                      <a:r>
                        <a:rPr lang="en-US" altLang="ko-KR" sz="1300" b="0" i="0" u="none" strike="noStrike" noProof="0">
                          <a:solidFill>
                            <a:srgbClr val="243447"/>
                          </a:solidFill>
                          <a:effectLst/>
                          <a:latin typeface="맑은 고딕"/>
                          <a:ea typeface="맑은 고딕"/>
                        </a:rPr>
                        <a:t>that</a:t>
                      </a:r>
                      <a:r>
                        <a:rPr lang="ko-KR" altLang="en-US" sz="1300" b="0" i="0" u="none" strike="noStrike" noProof="0">
                          <a:solidFill>
                            <a:srgbClr val="243447"/>
                          </a:solidFill>
                          <a:effectLst/>
                          <a:latin typeface="맑은 고딕"/>
                          <a:ea typeface="맑은 고딕"/>
                        </a:rPr>
                        <a:t> </a:t>
                      </a:r>
                      <a:r>
                        <a:rPr lang="en-US" altLang="ko-KR" sz="1300" b="0" i="0" u="none" strike="noStrike" noProof="0">
                          <a:solidFill>
                            <a:srgbClr val="243447"/>
                          </a:solidFill>
                          <a:effectLst/>
                          <a:latin typeface="맑은 고딕"/>
                          <a:ea typeface="맑은 고딕"/>
                        </a:rPr>
                        <a:t>it</a:t>
                      </a:r>
                      <a:r>
                        <a:rPr lang="ko-KR" sz="1300" b="0" i="0" u="none" strike="noStrike" noProof="0">
                          <a:solidFill>
                            <a:srgbClr val="243447"/>
                          </a:solidFill>
                          <a:effectLst/>
                          <a:latin typeface="맑은 고딕"/>
                          <a:ea typeface="맑은 고딕"/>
                        </a:rPr>
                        <a:t> </a:t>
                      </a:r>
                      <a:r>
                        <a:rPr lang="en-US" altLang="ko-KR" sz="1300" b="0" i="0" u="none" strike="noStrike" noProof="0">
                          <a:solidFill>
                            <a:srgbClr val="243447"/>
                          </a:solidFill>
                          <a:effectLst/>
                          <a:latin typeface="맑은 고딕"/>
                          <a:ea typeface="맑은 고딕"/>
                        </a:rPr>
                        <a:t>supports</a:t>
                      </a:r>
                      <a:r>
                        <a:rPr lang="ko-KR" sz="1300" b="0" i="0" u="none" strike="noStrike" noProof="0">
                          <a:solidFill>
                            <a:srgbClr val="243447"/>
                          </a:solidFill>
                          <a:effectLst/>
                          <a:latin typeface="맑은 고딕"/>
                          <a:ea typeface="맑은 고딕"/>
                        </a:rPr>
                        <a:t> </a:t>
                      </a:r>
                      <a:r>
                        <a:rPr lang="en-US" altLang="ko-KR" sz="1300" b="0" i="0" u="none" strike="noStrike" noProof="0">
                          <a:solidFill>
                            <a:srgbClr val="243447"/>
                          </a:solidFill>
                          <a:effectLst/>
                          <a:latin typeface="맑은 고딕"/>
                          <a:ea typeface="맑은 고딕"/>
                        </a:rPr>
                        <a:t>both</a:t>
                      </a:r>
                      <a:r>
                        <a:rPr lang="ko-KR" altLang="en-US" sz="1300" b="0" i="0" u="none" strike="noStrike" noProof="0">
                          <a:solidFill>
                            <a:srgbClr val="243447"/>
                          </a:solidFill>
                          <a:effectLst/>
                          <a:latin typeface="맑은 고딕"/>
                          <a:ea typeface="맑은 고딕"/>
                        </a:rPr>
                        <a:t> </a:t>
                      </a:r>
                      <a:r>
                        <a:rPr lang="en-US" altLang="ko-KR" sz="1300" b="1" i="0" u="none" strike="noStrike" noProof="0">
                          <a:solidFill>
                            <a:srgbClr val="243447"/>
                          </a:solidFill>
                          <a:effectLst/>
                          <a:latin typeface="맑은 고딕"/>
                          <a:ea typeface="맑은 고딕"/>
                        </a:rPr>
                        <a:t>on-premise/appliance</a:t>
                      </a:r>
                      <a:r>
                        <a:rPr lang="ko-KR" altLang="en-US" sz="1300" b="0" i="0" u="none" strike="noStrike" noProof="0">
                          <a:solidFill>
                            <a:srgbClr val="243447"/>
                          </a:solidFill>
                          <a:effectLst/>
                          <a:latin typeface="맑은 고딕"/>
                          <a:ea typeface="맑은 고딕"/>
                        </a:rPr>
                        <a:t> </a:t>
                      </a:r>
                      <a:r>
                        <a:rPr lang="en-US" altLang="ko-KR" sz="1300" b="0" i="0" u="none" strike="noStrike" noProof="0">
                          <a:solidFill>
                            <a:srgbClr val="243447"/>
                          </a:solidFill>
                          <a:effectLst/>
                          <a:latin typeface="맑은 고딕"/>
                          <a:ea typeface="맑은 고딕"/>
                        </a:rPr>
                        <a:t>and</a:t>
                      </a:r>
                      <a:r>
                        <a:rPr lang="ko-KR" sz="1300" b="0" i="0" u="none" strike="noStrike" noProof="0">
                          <a:solidFill>
                            <a:srgbClr val="243447"/>
                          </a:solidFill>
                          <a:effectLst/>
                          <a:latin typeface="맑은 고딕"/>
                          <a:ea typeface="맑은 고딕"/>
                        </a:rPr>
                        <a:t> </a:t>
                      </a:r>
                      <a:r>
                        <a:rPr lang="en-US" altLang="ko-KR" sz="1300" b="1" i="0" u="none" strike="noStrike" noProof="0">
                          <a:solidFill>
                            <a:srgbClr val="243447"/>
                          </a:solidFill>
                          <a:effectLst/>
                          <a:latin typeface="맑은 고딕"/>
                          <a:ea typeface="맑은 고딕"/>
                        </a:rPr>
                        <a:t>cloud-native</a:t>
                      </a:r>
                      <a:r>
                        <a:rPr lang="ko-KR" sz="1300" b="0" i="0" u="none" strike="noStrike" noProof="0">
                          <a:solidFill>
                            <a:srgbClr val="243447"/>
                          </a:solidFill>
                          <a:effectLst/>
                          <a:latin typeface="맑은 고딕"/>
                          <a:ea typeface="맑은 고딕"/>
                        </a:rPr>
                        <a:t> </a:t>
                      </a:r>
                      <a:r>
                        <a:rPr lang="en-US" altLang="ko-KR" sz="1300" b="0" i="0" u="none" strike="noStrike" noProof="0">
                          <a:solidFill>
                            <a:srgbClr val="243447"/>
                          </a:solidFill>
                          <a:effectLst/>
                          <a:latin typeface="맑은 고딕"/>
                          <a:ea typeface="맑은 고딕"/>
                        </a:rPr>
                        <a:t>deployment;</a:t>
                      </a:r>
                      <a:r>
                        <a:rPr lang="ko-KR" altLang="en-US" sz="1300" b="0" i="0" u="none" strike="noStrike" noProof="0">
                          <a:solidFill>
                            <a:srgbClr val="243447"/>
                          </a:solidFill>
                          <a:effectLst/>
                          <a:latin typeface="맑은 고딕"/>
                          <a:ea typeface="맑은 고딕"/>
                        </a:rPr>
                        <a:t> </a:t>
                      </a:r>
                      <a:r>
                        <a:rPr lang="ko-KR" sz="1300" b="0" i="0" u="none" strike="noStrike" noProof="0">
                          <a:solidFill>
                            <a:srgbClr val="243447"/>
                          </a:solidFill>
                          <a:effectLst/>
                          <a:latin typeface="맑은 고딕"/>
                          <a:ea typeface="맑은 고딕"/>
                        </a:rPr>
                        <a:t>its</a:t>
                      </a:r>
                      <a:r>
                        <a:rPr lang="ko-KR" altLang="en-US" sz="1300" b="0" i="0" u="none" strike="noStrike" noProof="0">
                          <a:solidFill>
                            <a:srgbClr val="243447"/>
                          </a:solidFill>
                          <a:effectLst/>
                          <a:latin typeface="맑은 고딕"/>
                          <a:ea typeface="맑은 고딕"/>
                        </a:rPr>
                        <a:t> </a:t>
                      </a:r>
                      <a:r>
                        <a:rPr lang="en-US" altLang="ko-KR" sz="1300" b="0" i="0" u="none" strike="noStrike" noProof="0">
                          <a:solidFill>
                            <a:srgbClr val="243447"/>
                          </a:solidFill>
                          <a:effectLst/>
                          <a:latin typeface="맑은 고딕"/>
                          <a:ea typeface="맑은 고딕"/>
                        </a:rPr>
                        <a:t>product-introduction</a:t>
                      </a:r>
                      <a:r>
                        <a:rPr lang="ko-KR" sz="1300" b="0" i="0" u="none" strike="noStrike" noProof="0">
                          <a:solidFill>
                            <a:srgbClr val="243447"/>
                          </a:solidFill>
                          <a:effectLst/>
                          <a:latin typeface="맑은 고딕"/>
                          <a:ea typeface="맑은 고딕"/>
                        </a:rPr>
                        <a:t> </a:t>
                      </a:r>
                      <a:r>
                        <a:rPr lang="en-US" altLang="ko-KR" sz="1300" b="0" i="0" u="none" strike="noStrike" noProof="0">
                          <a:solidFill>
                            <a:srgbClr val="243447"/>
                          </a:solidFill>
                          <a:effectLst/>
                          <a:latin typeface="맑은 고딕"/>
                          <a:ea typeface="맑은 고딕"/>
                        </a:rPr>
                        <a:t>form</a:t>
                      </a:r>
                      <a:r>
                        <a:rPr lang="ko-KR" sz="1300" b="0" i="0" u="none" strike="noStrike" noProof="0">
                          <a:solidFill>
                            <a:srgbClr val="243447"/>
                          </a:solidFill>
                          <a:effectLst/>
                          <a:latin typeface="맑은 고딕"/>
                          <a:ea typeface="맑은 고딕"/>
                        </a:rPr>
                        <a:t> </a:t>
                      </a:r>
                      <a:r>
                        <a:rPr lang="en-US" altLang="ko-KR" sz="1300" b="0" i="0" u="none" strike="noStrike" noProof="0">
                          <a:solidFill>
                            <a:srgbClr val="243447"/>
                          </a:solidFill>
                          <a:effectLst/>
                          <a:latin typeface="맑은 고딕"/>
                          <a:ea typeface="맑은 고딕"/>
                        </a:rPr>
                        <a:t>also</a:t>
                      </a:r>
                      <a:r>
                        <a:rPr lang="ko-KR" altLang="en-US" sz="1300" b="0" i="0" u="none" strike="noStrike" noProof="0">
                          <a:solidFill>
                            <a:srgbClr val="243447"/>
                          </a:solidFill>
                          <a:effectLst/>
                          <a:latin typeface="맑은 고딕"/>
                          <a:ea typeface="맑은 고딕"/>
                        </a:rPr>
                        <a:t> </a:t>
                      </a:r>
                      <a:r>
                        <a:rPr lang="ko-KR" sz="1300" b="0" i="0" u="none" strike="noStrike" noProof="0">
                          <a:solidFill>
                            <a:srgbClr val="243447"/>
                          </a:solidFill>
                          <a:effectLst/>
                          <a:latin typeface="맑은 고딕"/>
                          <a:ea typeface="맑은 고딕"/>
                        </a:rPr>
                        <a:t>lets</a:t>
                      </a:r>
                      <a:r>
                        <a:rPr lang="ko-KR" altLang="en-US" sz="1300" b="0" i="0" u="none" strike="noStrike" noProof="0">
                          <a:solidFill>
                            <a:srgbClr val="243447"/>
                          </a:solidFill>
                          <a:effectLst/>
                          <a:latin typeface="맑은 고딕"/>
                          <a:ea typeface="맑은 고딕"/>
                        </a:rPr>
                        <a:t> </a:t>
                      </a:r>
                      <a:r>
                        <a:rPr lang="en-US" altLang="ko-KR" sz="1300" b="0" i="0" u="none" strike="noStrike" noProof="0">
                          <a:solidFill>
                            <a:srgbClr val="243447"/>
                          </a:solidFill>
                          <a:effectLst/>
                          <a:latin typeface="맑은 고딕"/>
                          <a:ea typeface="맑은 고딕"/>
                        </a:rPr>
                        <a:t>customers</a:t>
                      </a:r>
                      <a:r>
                        <a:rPr lang="ko-KR" altLang="en-US" sz="1300" b="0" i="0" u="none" strike="noStrike" noProof="0">
                          <a:solidFill>
                            <a:srgbClr val="243447"/>
                          </a:solidFill>
                          <a:effectLst/>
                          <a:latin typeface="맑은 고딕"/>
                          <a:ea typeface="맑은 고딕"/>
                        </a:rPr>
                        <a:t> </a:t>
                      </a:r>
                      <a:r>
                        <a:rPr lang="en-US" altLang="ko-KR" sz="1300" b="0" i="0" u="none" strike="noStrike" noProof="0">
                          <a:solidFill>
                            <a:srgbClr val="243447"/>
                          </a:solidFill>
                          <a:effectLst/>
                          <a:latin typeface="맑은 고딕"/>
                          <a:ea typeface="맑은 고딕"/>
                        </a:rPr>
                        <a:t>choose</a:t>
                      </a:r>
                      <a:r>
                        <a:rPr lang="ko-KR" altLang="en-US" sz="1300" b="0" i="0" u="none" strike="noStrike" noProof="0">
                          <a:solidFill>
                            <a:srgbClr val="243447"/>
                          </a:solidFill>
                          <a:effectLst/>
                          <a:latin typeface="맑은 고딕"/>
                          <a:ea typeface="맑은 고딕"/>
                        </a:rPr>
                        <a:t> </a:t>
                      </a:r>
                      <a:r>
                        <a:rPr lang="en-US" altLang="ko-KR" sz="1300" b="0" i="0" u="none" strike="noStrike" noProof="0">
                          <a:solidFill>
                            <a:srgbClr val="243447"/>
                          </a:solidFill>
                          <a:effectLst/>
                          <a:latin typeface="맑은 고딕"/>
                          <a:ea typeface="맑은 고딕"/>
                        </a:rPr>
                        <a:t>cloud</a:t>
                      </a:r>
                      <a:r>
                        <a:rPr lang="ko-KR" altLang="en-US" sz="1300" b="0" i="0" u="none" strike="noStrike" noProof="0">
                          <a:solidFill>
                            <a:srgbClr val="243447"/>
                          </a:solidFill>
                          <a:effectLst/>
                          <a:latin typeface="맑은 고딕"/>
                          <a:ea typeface="맑은 고딕"/>
                        </a:rPr>
                        <a:t> </a:t>
                      </a:r>
                      <a:r>
                        <a:rPr lang="en-US" altLang="ko-KR" sz="1300" b="0" i="0" u="none" strike="noStrike" noProof="0">
                          <a:solidFill>
                            <a:srgbClr val="243447"/>
                          </a:solidFill>
                          <a:effectLst/>
                          <a:latin typeface="맑은 고딕"/>
                          <a:ea typeface="맑은 고딕"/>
                        </a:rPr>
                        <a:t>or</a:t>
                      </a:r>
                      <a:r>
                        <a:rPr lang="ko-KR" altLang="en-US" sz="1300" b="0" i="0" u="none" strike="noStrike" noProof="0">
                          <a:solidFill>
                            <a:srgbClr val="243447"/>
                          </a:solidFill>
                          <a:effectLst/>
                          <a:latin typeface="맑은 고딕"/>
                          <a:ea typeface="맑은 고딕"/>
                        </a:rPr>
                        <a:t> </a:t>
                      </a:r>
                      <a:r>
                        <a:rPr lang="en-US" altLang="ko-KR" sz="1300" b="0" i="0" u="none" strike="noStrike" noProof="0">
                          <a:solidFill>
                            <a:srgbClr val="243447"/>
                          </a:solidFill>
                          <a:effectLst/>
                          <a:latin typeface="맑은 고딕"/>
                          <a:ea typeface="맑은 고딕"/>
                        </a:rPr>
                        <a:t>on-premise</a:t>
                      </a:r>
                      <a:r>
                        <a:rPr lang="ko-KR" altLang="en-US" sz="1300" b="0" i="0" u="none" strike="noStrike" noProof="0">
                          <a:solidFill>
                            <a:srgbClr val="243447"/>
                          </a:solidFill>
                          <a:effectLst/>
                          <a:latin typeface="맑은 고딕"/>
                          <a:ea typeface="맑은 고딕"/>
                        </a:rPr>
                        <a:t> </a:t>
                      </a:r>
                      <a:r>
                        <a:rPr lang="en-US" altLang="ko-KR" sz="1300" b="0" i="0" u="none" strike="noStrike" noProof="0">
                          <a:solidFill>
                            <a:srgbClr val="243447"/>
                          </a:solidFill>
                          <a:effectLst/>
                          <a:latin typeface="맑은 고딕"/>
                          <a:ea typeface="맑은 고딕"/>
                        </a:rPr>
                        <a:t>deployment</a:t>
                      </a:r>
                      <a:r>
                        <a:rPr lang="ko-KR" sz="1300" b="0" i="0" u="none" strike="noStrike" noProof="0">
                          <a:solidFill>
                            <a:srgbClr val="243447"/>
                          </a:solidFill>
                          <a:effectLst/>
                          <a:latin typeface="맑은 고딕"/>
                          <a:ea typeface="맑은 고딕"/>
                        </a:rPr>
                        <a:t>. [</a:t>
                      </a:r>
                      <a:r>
                        <a:rPr lang="en-US" altLang="ko-KR" sz="1300" b="0" i="0" u="none" strike="noStrike" noProof="0">
                          <a:solidFill>
                            <a:srgbClr val="243447"/>
                          </a:solidFill>
                          <a:effectLst/>
                          <a:latin typeface="맑은 고딕"/>
                          <a:ea typeface="맑은 고딕"/>
                        </a:rPr>
                        <a:t>S2,S3</a:t>
                      </a:r>
                      <a:r>
                        <a:rPr lang="ko-KR" sz="1300" b="0" i="0" u="none" strike="noStrike" noProof="0">
                          <a:solidFill>
                            <a:srgbClr val="243447"/>
                          </a:solidFill>
                          <a:effectLst/>
                          <a:latin typeface="맑은 고딕"/>
                          <a:ea typeface="맑은 고딕"/>
                        </a:rPr>
                        <a:t>]</a:t>
                      </a:r>
                      <a:endParaRPr lang="en-US">
                        <a:latin typeface="맑은 고딕"/>
                        <a:ea typeface="맑은 고딕"/>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879195049"/>
                  </a:ext>
                </a:extLst>
              </a:tr>
              <a:tr h="314325">
                <a:tc>
                  <a:txBody>
                    <a:bodyPr/>
                    <a:lstStyle/>
                    <a:p>
                      <a:pPr algn="l">
                        <a:buNone/>
                      </a:pPr>
                      <a:r>
                        <a:rPr lang="ko-KR" sz="1300" b="1">
                          <a:solidFill>
                            <a:srgbClr val="243447"/>
                          </a:solidFill>
                          <a:effectLst/>
                          <a:latin typeface="Arial" panose="020B0604020202020204" pitchFamily="34" charset="0"/>
                          <a:ea typeface="Arial" panose="020B0604020202020204" pitchFamily="34" charset="0"/>
                        </a:rPr>
                        <a:t>D5-06</a:t>
                      </a:r>
                      <a:endParaRPr lang="ko-KR" sz="1300" b="1">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a:solidFill>
                            <a:srgbClr val="243447"/>
                          </a:solidFill>
                          <a:effectLst/>
                          <a:latin typeface="Arial" panose="020B0604020202020204" pitchFamily="34" charset="0"/>
                          <a:ea typeface="Arial" panose="020B0604020202020204" pitchFamily="34" charset="0"/>
                        </a:rPr>
                        <a:t>Central console / reports</a:t>
                      </a:r>
                      <a:endParaRPr lang="ko-KR" sz="1300">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b="1">
                          <a:solidFill>
                            <a:srgbClr val="136F73"/>
                          </a:solidFill>
                          <a:effectLst/>
                          <a:latin typeface="Arial" panose="020B0604020202020204" pitchFamily="34" charset="0"/>
                          <a:ea typeface="Arial" panose="020B0604020202020204" pitchFamily="34" charset="0"/>
                        </a:rPr>
                        <a:t>●</a:t>
                      </a:r>
                      <a:endParaRPr lang="ko-KR" sz="1300" b="1">
                        <a:solidFill>
                          <a:srgbClr val="136F73"/>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lvl="0" algn="l">
                        <a:buNone/>
                      </a:pPr>
                      <a:r>
                        <a:rPr lang="en-US" altLang="ko-KR" sz="1300" b="0" i="0" u="none" strike="noStrike" noProof="0">
                          <a:solidFill>
                            <a:srgbClr val="243447"/>
                          </a:solidFill>
                          <a:effectLst/>
                          <a:latin typeface="맑은 고딕"/>
                          <a:ea typeface="맑은 고딕"/>
                        </a:rPr>
                        <a:t>SaferZone</a:t>
                      </a:r>
                      <a:r>
                        <a:rPr lang="ko-KR" altLang="en-US" sz="1300" b="0" i="0" u="none" strike="noStrike" noProof="0">
                          <a:solidFill>
                            <a:srgbClr val="243447"/>
                          </a:solidFill>
                          <a:effectLst/>
                          <a:latin typeface="맑은 고딕"/>
                          <a:ea typeface="맑은 고딕"/>
                        </a:rPr>
                        <a:t> </a:t>
                      </a:r>
                      <a:r>
                        <a:rPr lang="en-US" altLang="ko-KR" sz="1300" b="0" i="0" u="none" strike="noStrike" noProof="0">
                          <a:solidFill>
                            <a:srgbClr val="243447"/>
                          </a:solidFill>
                          <a:effectLst/>
                          <a:latin typeface="맑은 고딕"/>
                          <a:ea typeface="맑은 고딕"/>
                        </a:rPr>
                        <a:t>documents</a:t>
                      </a:r>
                      <a:r>
                        <a:rPr lang="ko-KR" altLang="en-US" sz="1300" b="0" i="0" u="none" strike="noStrike" noProof="0">
                          <a:solidFill>
                            <a:srgbClr val="243447"/>
                          </a:solidFill>
                          <a:effectLst/>
                          <a:latin typeface="맑은 고딕"/>
                          <a:ea typeface="맑은 고딕"/>
                        </a:rPr>
                        <a:t> </a:t>
                      </a:r>
                      <a:r>
                        <a:rPr lang="en-US" altLang="ko-KR" sz="1300" b="0" i="0" u="none" strike="noStrike" noProof="0">
                          <a:solidFill>
                            <a:srgbClr val="243447"/>
                          </a:solidFill>
                          <a:effectLst/>
                          <a:latin typeface="맑은 고딕"/>
                          <a:ea typeface="맑은 고딕"/>
                        </a:rPr>
                        <a:t>centralized</a:t>
                      </a:r>
                      <a:r>
                        <a:rPr lang="ko-KR" sz="1300" b="0" i="0" u="none" strike="noStrike" noProof="0">
                          <a:solidFill>
                            <a:srgbClr val="243447"/>
                          </a:solidFill>
                          <a:effectLst/>
                          <a:latin typeface="맑은 고딕"/>
                          <a:ea typeface="맑은 고딕"/>
                        </a:rPr>
                        <a:t> policy management</a:t>
                      </a:r>
                      <a:r>
                        <a:rPr lang="en-US" altLang="ko-KR" sz="1300" b="0" i="0" u="none" strike="noStrike" noProof="0">
                          <a:solidFill>
                            <a:srgbClr val="243447"/>
                          </a:solidFill>
                          <a:effectLst/>
                          <a:latin typeface="맑은 고딕"/>
                          <a:ea typeface="맑은 고딕"/>
                        </a:rPr>
                        <a:t>,</a:t>
                      </a:r>
                      <a:r>
                        <a:rPr lang="ko-KR" altLang="en-US" sz="1300" b="0" i="0" u="none" strike="noStrike" noProof="0">
                          <a:solidFill>
                            <a:srgbClr val="243447"/>
                          </a:solidFill>
                          <a:effectLst/>
                          <a:latin typeface="맑은 고딕"/>
                          <a:ea typeface="맑은 고딕"/>
                        </a:rPr>
                        <a:t> </a:t>
                      </a:r>
                      <a:r>
                        <a:rPr lang="en-US" altLang="ko-KR" sz="1300" b="0" i="0" u="none" strike="noStrike" noProof="0">
                          <a:solidFill>
                            <a:srgbClr val="243447"/>
                          </a:solidFill>
                          <a:effectLst/>
                          <a:latin typeface="맑은 고딕"/>
                          <a:ea typeface="맑은 고딕"/>
                        </a:rPr>
                        <a:t>user/group</a:t>
                      </a:r>
                      <a:r>
                        <a:rPr lang="ko-KR" altLang="en-US" sz="1300" b="0" i="0" u="none" strike="noStrike" noProof="0">
                          <a:solidFill>
                            <a:srgbClr val="243447"/>
                          </a:solidFill>
                          <a:effectLst/>
                          <a:latin typeface="맑은 고딕"/>
                          <a:ea typeface="맑은 고딕"/>
                        </a:rPr>
                        <a:t> </a:t>
                      </a:r>
                      <a:r>
                        <a:rPr lang="en-US" altLang="ko-KR" sz="1300" b="0" i="0" u="none" strike="noStrike" noProof="0">
                          <a:solidFill>
                            <a:srgbClr val="243447"/>
                          </a:solidFill>
                          <a:effectLst/>
                          <a:latin typeface="맑은 고딕"/>
                          <a:ea typeface="맑은 고딕"/>
                        </a:rPr>
                        <a:t>controls,</a:t>
                      </a:r>
                      <a:r>
                        <a:rPr lang="ko-KR" altLang="en-US" sz="1300" b="0" i="0" u="none" strike="noStrike" noProof="0">
                          <a:solidFill>
                            <a:srgbClr val="243447"/>
                          </a:solidFill>
                          <a:effectLst/>
                          <a:latin typeface="맑은 고딕"/>
                          <a:ea typeface="맑은 고딕"/>
                        </a:rPr>
                        <a:t> </a:t>
                      </a:r>
                      <a:r>
                        <a:rPr lang="en-US" altLang="ko-KR" sz="1300" b="0" i="0" u="none" strike="noStrike" noProof="0">
                          <a:solidFill>
                            <a:srgbClr val="243447"/>
                          </a:solidFill>
                          <a:effectLst/>
                          <a:latin typeface="맑은 고딕"/>
                          <a:ea typeface="맑은 고딕"/>
                        </a:rPr>
                        <a:t>logging,</a:t>
                      </a:r>
                      <a:r>
                        <a:rPr lang="ko-KR" altLang="en-US" sz="1300" b="0" i="0" u="none" strike="noStrike" noProof="0">
                          <a:solidFill>
                            <a:srgbClr val="243447"/>
                          </a:solidFill>
                          <a:effectLst/>
                          <a:latin typeface="맑은 고딕"/>
                          <a:ea typeface="맑은 고딕"/>
                        </a:rPr>
                        <a:t> </a:t>
                      </a:r>
                      <a:r>
                        <a:rPr lang="en-US" altLang="ko-KR" sz="1300" b="0" i="0" u="none" strike="noStrike" noProof="0">
                          <a:solidFill>
                            <a:srgbClr val="243447"/>
                          </a:solidFill>
                          <a:effectLst/>
                          <a:latin typeface="맑은 고딕"/>
                          <a:ea typeface="맑은 고딕"/>
                        </a:rPr>
                        <a:t>monitoring</a:t>
                      </a:r>
                      <a:r>
                        <a:rPr lang="ko-KR" altLang="en-US" sz="1300" b="0" i="0" u="none" strike="noStrike" noProof="0">
                          <a:solidFill>
                            <a:srgbClr val="243447"/>
                          </a:solidFill>
                          <a:effectLst/>
                          <a:latin typeface="맑은 고딕"/>
                          <a:ea typeface="맑은 고딕"/>
                        </a:rPr>
                        <a:t> </a:t>
                      </a:r>
                      <a:r>
                        <a:rPr lang="ko-KR" sz="1300" b="0" i="0" u="none" strike="noStrike" noProof="0">
                          <a:solidFill>
                            <a:srgbClr val="243447"/>
                          </a:solidFill>
                          <a:effectLst/>
                          <a:latin typeface="맑은 고딕"/>
                          <a:ea typeface="맑은 고딕"/>
                        </a:rPr>
                        <a:t>and </a:t>
                      </a:r>
                      <a:r>
                        <a:rPr lang="en-US" altLang="ko-KR" sz="1300" b="0" i="0" u="none" strike="noStrike" noProof="0">
                          <a:solidFill>
                            <a:srgbClr val="243447"/>
                          </a:solidFill>
                          <a:effectLst/>
                          <a:latin typeface="맑은 고딕"/>
                          <a:ea typeface="맑은 고딕"/>
                        </a:rPr>
                        <a:t>audit/reporting</a:t>
                      </a:r>
                      <a:r>
                        <a:rPr lang="ko-KR" altLang="en-US" sz="1300" b="0" i="0" u="none" strike="noStrike" noProof="0">
                          <a:solidFill>
                            <a:srgbClr val="243447"/>
                          </a:solidFill>
                          <a:effectLst/>
                          <a:latin typeface="맑은 고딕"/>
                          <a:ea typeface="맑은 고딕"/>
                        </a:rPr>
                        <a:t> </a:t>
                      </a:r>
                      <a:r>
                        <a:rPr lang="en-US" altLang="ko-KR" sz="1300" b="0" i="0" u="none" strike="noStrike" noProof="0">
                          <a:solidFill>
                            <a:srgbClr val="243447"/>
                          </a:solidFill>
                          <a:effectLst/>
                          <a:latin typeface="맑은 고딕"/>
                          <a:ea typeface="맑은 고딕"/>
                        </a:rPr>
                        <a:t>across</a:t>
                      </a:r>
                      <a:r>
                        <a:rPr lang="ko-KR" altLang="en-US" sz="1300" b="0" i="0" u="none" strike="noStrike" noProof="0">
                          <a:solidFill>
                            <a:srgbClr val="243447"/>
                          </a:solidFill>
                          <a:effectLst/>
                          <a:latin typeface="맑은 고딕"/>
                          <a:ea typeface="맑은 고딕"/>
                        </a:rPr>
                        <a:t> </a:t>
                      </a:r>
                      <a:r>
                        <a:rPr lang="en-US" altLang="ko-KR" sz="1300" b="0" i="0" u="none" strike="noStrike" noProof="0">
                          <a:solidFill>
                            <a:srgbClr val="243447"/>
                          </a:solidFill>
                          <a:effectLst/>
                          <a:latin typeface="맑은 고딕"/>
                          <a:ea typeface="맑은 고딕"/>
                        </a:rPr>
                        <a:t>endpoint</a:t>
                      </a:r>
                      <a:r>
                        <a:rPr lang="ko-KR" altLang="en-US" sz="1300" b="0" i="0" u="none" strike="noStrike" noProof="0">
                          <a:solidFill>
                            <a:srgbClr val="243447"/>
                          </a:solidFill>
                          <a:effectLst/>
                          <a:latin typeface="맑은 고딕"/>
                          <a:ea typeface="맑은 고딕"/>
                        </a:rPr>
                        <a:t> </a:t>
                      </a:r>
                      <a:r>
                        <a:rPr lang="en-US" altLang="ko-KR" sz="1300" b="0" i="0" u="none" strike="noStrike" noProof="0">
                          <a:solidFill>
                            <a:srgbClr val="243447"/>
                          </a:solidFill>
                          <a:effectLst/>
                          <a:latin typeface="맑은 고딕"/>
                          <a:ea typeface="맑은 고딕"/>
                        </a:rPr>
                        <a:t>security</a:t>
                      </a:r>
                      <a:r>
                        <a:rPr lang="ko-KR" altLang="en-US" sz="1300" b="0" i="0" u="none" strike="noStrike" noProof="0">
                          <a:solidFill>
                            <a:srgbClr val="243447"/>
                          </a:solidFill>
                          <a:effectLst/>
                          <a:latin typeface="맑은 고딕"/>
                          <a:ea typeface="맑은 고딕"/>
                        </a:rPr>
                        <a:t> </a:t>
                      </a:r>
                      <a:r>
                        <a:rPr lang="en-US" altLang="ko-KR" sz="1300" b="0" i="0" u="none" strike="noStrike" noProof="0">
                          <a:solidFill>
                            <a:srgbClr val="243447"/>
                          </a:solidFill>
                          <a:effectLst/>
                          <a:latin typeface="맑은 고딕"/>
                          <a:ea typeface="맑은 고딕"/>
                        </a:rPr>
                        <a:t>functions</a:t>
                      </a:r>
                      <a:r>
                        <a:rPr lang="ko-KR" sz="1300" b="0" i="0" u="none" strike="noStrike" noProof="0">
                          <a:solidFill>
                            <a:srgbClr val="243447"/>
                          </a:solidFill>
                          <a:effectLst/>
                          <a:latin typeface="맑은 고딕"/>
                          <a:ea typeface="맑은 고딕"/>
                        </a:rPr>
                        <a:t>. [</a:t>
                      </a:r>
                      <a:r>
                        <a:rPr lang="en-US" altLang="ko-KR" sz="1300" b="0" i="0" u="none" strike="noStrike" noProof="0">
                          <a:solidFill>
                            <a:srgbClr val="243447"/>
                          </a:solidFill>
                          <a:effectLst/>
                          <a:latin typeface="맑은 고딕"/>
                          <a:ea typeface="맑은 고딕"/>
                        </a:rPr>
                        <a:t>S1,S4</a:t>
                      </a:r>
                      <a:r>
                        <a:rPr lang="ko-KR" sz="1300" b="0" i="0" u="none" strike="noStrike" noProof="0">
                          <a:solidFill>
                            <a:srgbClr val="243447"/>
                          </a:solidFill>
                          <a:effectLst/>
                          <a:latin typeface="맑은 고딕"/>
                          <a:ea typeface="맑은 고딕"/>
                        </a:rPr>
                        <a:t>]</a:t>
                      </a:r>
                      <a:endParaRPr lang="en-US">
                        <a:latin typeface="맑은 고딕"/>
                        <a:ea typeface="맑은 고딕"/>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3959871901"/>
                  </a:ext>
                </a:extLst>
              </a:tr>
              <a:tr h="333910">
                <a:tc>
                  <a:txBody>
                    <a:bodyPr/>
                    <a:lstStyle/>
                    <a:p>
                      <a:pPr algn="l">
                        <a:buNone/>
                      </a:pPr>
                      <a:r>
                        <a:rPr lang="ko-KR" sz="1300" b="1">
                          <a:solidFill>
                            <a:srgbClr val="243447"/>
                          </a:solidFill>
                          <a:effectLst/>
                          <a:latin typeface="Arial" panose="020B0604020202020204" pitchFamily="34" charset="0"/>
                          <a:ea typeface="Arial" panose="020B0604020202020204" pitchFamily="34" charset="0"/>
                        </a:rPr>
                        <a:t>D5-07</a:t>
                      </a:r>
                      <a:endParaRPr lang="ko-KR" sz="1300" b="1">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a:solidFill>
                            <a:srgbClr val="243447"/>
                          </a:solidFill>
                          <a:effectLst/>
                          <a:latin typeface="Arial" panose="020B0604020202020204" pitchFamily="34" charset="0"/>
                          <a:ea typeface="Arial" panose="020B0604020202020204" pitchFamily="34" charset="0"/>
                        </a:rPr>
                        <a:t>Policy authoring model</a:t>
                      </a:r>
                      <a:endParaRPr lang="ko-KR" sz="1300">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b="1">
                          <a:solidFill>
                            <a:srgbClr val="136F73"/>
                          </a:solidFill>
                          <a:effectLst/>
                          <a:latin typeface="Arial" panose="020B0604020202020204" pitchFamily="34" charset="0"/>
                          <a:ea typeface="Arial" panose="020B0604020202020204" pitchFamily="34" charset="0"/>
                        </a:rPr>
                        <a:t>●</a:t>
                      </a:r>
                      <a:endParaRPr lang="ko-KR" sz="1300" b="1">
                        <a:solidFill>
                          <a:srgbClr val="136F73"/>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lvl="0" algn="l">
                        <a:buNone/>
                      </a:pPr>
                      <a:r>
                        <a:rPr lang="en-US" altLang="ko-KR" sz="1300" b="0" i="0" u="none" strike="noStrike" noProof="0">
                          <a:solidFill>
                            <a:srgbClr val="243447"/>
                          </a:solidFill>
                          <a:effectLst/>
                          <a:latin typeface="맑은 고딕"/>
                          <a:ea typeface="맑은 고딕"/>
                        </a:rPr>
                        <a:t>User</a:t>
                      </a:r>
                      <a:r>
                        <a:rPr lang="ko-KR" sz="1300" b="0" i="0" u="none" strike="noStrike" noProof="0">
                          <a:solidFill>
                            <a:srgbClr val="243447"/>
                          </a:solidFill>
                          <a:effectLst/>
                          <a:latin typeface="맑은 고딕"/>
                          <a:ea typeface="맑은 고딕"/>
                        </a:rPr>
                        <a:t>/</a:t>
                      </a:r>
                      <a:r>
                        <a:rPr lang="en-US" altLang="ko-KR" sz="1300" b="0" i="0" u="none" strike="noStrike" noProof="0">
                          <a:solidFill>
                            <a:srgbClr val="243447"/>
                          </a:solidFill>
                          <a:effectLst/>
                          <a:latin typeface="맑은 고딕"/>
                          <a:ea typeface="맑은 고딕"/>
                        </a:rPr>
                        <a:t>group-based</a:t>
                      </a:r>
                      <a:r>
                        <a:rPr lang="ko-KR" altLang="en-US" sz="1300" b="0" i="0" u="none" strike="noStrike" noProof="0">
                          <a:solidFill>
                            <a:srgbClr val="243447"/>
                          </a:solidFill>
                          <a:effectLst/>
                          <a:latin typeface="맑은 고딕"/>
                          <a:ea typeface="맑은 고딕"/>
                        </a:rPr>
                        <a:t> </a:t>
                      </a:r>
                      <a:r>
                        <a:rPr lang="en-US" altLang="ko-KR" sz="1300" b="0" i="0" u="none" strike="noStrike" noProof="0">
                          <a:solidFill>
                            <a:srgbClr val="243447"/>
                          </a:solidFill>
                          <a:effectLst/>
                          <a:latin typeface="맑은 고딕"/>
                          <a:ea typeface="맑은 고딕"/>
                        </a:rPr>
                        <a:t>policy</a:t>
                      </a:r>
                      <a:r>
                        <a:rPr lang="ko-KR" altLang="en-US" sz="1300" b="0" i="0" u="none" strike="noStrike" noProof="0">
                          <a:solidFill>
                            <a:srgbClr val="243447"/>
                          </a:solidFill>
                          <a:effectLst/>
                          <a:latin typeface="맑은 고딕"/>
                          <a:ea typeface="맑은 고딕"/>
                        </a:rPr>
                        <a:t> </a:t>
                      </a:r>
                      <a:r>
                        <a:rPr lang="en-US" altLang="ko-KR" sz="1300" b="0" i="0" u="none" strike="noStrike" noProof="0">
                          <a:solidFill>
                            <a:srgbClr val="243447"/>
                          </a:solidFill>
                          <a:effectLst/>
                          <a:latin typeface="맑은 고딕"/>
                          <a:ea typeface="맑은 고딕"/>
                        </a:rPr>
                        <a:t>application</a:t>
                      </a:r>
                      <a:r>
                        <a:rPr lang="ko-KR" altLang="en-US" sz="1300" b="0" i="0" u="none" strike="noStrike" noProof="0">
                          <a:solidFill>
                            <a:srgbClr val="243447"/>
                          </a:solidFill>
                          <a:effectLst/>
                          <a:latin typeface="맑은 고딕"/>
                          <a:ea typeface="맑은 고딕"/>
                        </a:rPr>
                        <a:t> </a:t>
                      </a:r>
                      <a:r>
                        <a:rPr lang="en-US" altLang="ko-KR" sz="1300" b="0" i="0" u="none" strike="noStrike" noProof="0">
                          <a:solidFill>
                            <a:srgbClr val="243447"/>
                          </a:solidFill>
                          <a:effectLst/>
                          <a:latin typeface="맑은 고딕"/>
                          <a:ea typeface="맑은 고딕"/>
                        </a:rPr>
                        <a:t>is</a:t>
                      </a:r>
                      <a:r>
                        <a:rPr lang="ko-KR" altLang="en-US" sz="1300" b="0" i="0" u="none" strike="noStrike" noProof="0">
                          <a:solidFill>
                            <a:srgbClr val="243447"/>
                          </a:solidFill>
                          <a:effectLst/>
                          <a:latin typeface="맑은 고딕"/>
                          <a:ea typeface="맑은 고딕"/>
                        </a:rPr>
                        <a:t> </a:t>
                      </a:r>
                      <a:r>
                        <a:rPr lang="en-US" altLang="ko-KR" sz="1300" b="0" i="0" u="none" strike="noStrike" noProof="0">
                          <a:solidFill>
                            <a:srgbClr val="243447"/>
                          </a:solidFill>
                          <a:effectLst/>
                          <a:latin typeface="맑은 고딕"/>
                          <a:ea typeface="맑은 고딕"/>
                        </a:rPr>
                        <a:t>explicitly</a:t>
                      </a:r>
                      <a:r>
                        <a:rPr lang="ko-KR" altLang="en-US" sz="1300" b="0" i="0" u="none" strike="noStrike" noProof="0">
                          <a:solidFill>
                            <a:srgbClr val="243447"/>
                          </a:solidFill>
                          <a:effectLst/>
                          <a:latin typeface="맑은 고딕"/>
                          <a:ea typeface="맑은 고딕"/>
                        </a:rPr>
                        <a:t> </a:t>
                      </a:r>
                      <a:r>
                        <a:rPr lang="en-US" altLang="ko-KR" sz="1300" b="0" i="0" u="none" strike="noStrike" noProof="0">
                          <a:solidFill>
                            <a:srgbClr val="243447"/>
                          </a:solidFill>
                          <a:effectLst/>
                          <a:latin typeface="맑은 고딕"/>
                          <a:ea typeface="맑은 고딕"/>
                        </a:rPr>
                        <a:t>documented</a:t>
                      </a:r>
                      <a:r>
                        <a:rPr lang="ko-KR" sz="1300" b="0" i="0" u="none" strike="noStrike" noProof="0">
                          <a:solidFill>
                            <a:srgbClr val="243447"/>
                          </a:solidFill>
                          <a:effectLst/>
                          <a:latin typeface="맑은 고딕"/>
                          <a:ea typeface="맑은 고딕"/>
                        </a:rPr>
                        <a:t>, </a:t>
                      </a:r>
                      <a:r>
                        <a:rPr lang="en-US" altLang="ko-KR" sz="1300" b="0" i="0" u="none" strike="noStrike" noProof="0">
                          <a:solidFill>
                            <a:srgbClr val="243447"/>
                          </a:solidFill>
                          <a:effectLst/>
                          <a:latin typeface="맑은 고딕"/>
                          <a:ea typeface="맑은 고딕"/>
                        </a:rPr>
                        <a:t>including</a:t>
                      </a:r>
                      <a:r>
                        <a:rPr lang="ko-KR" altLang="en-US" sz="1300" b="0" i="0" u="none" strike="noStrike" noProof="0">
                          <a:solidFill>
                            <a:srgbClr val="243447"/>
                          </a:solidFill>
                          <a:effectLst/>
                          <a:latin typeface="맑은 고딕"/>
                          <a:ea typeface="맑은 고딕"/>
                        </a:rPr>
                        <a:t> </a:t>
                      </a:r>
                      <a:r>
                        <a:rPr lang="en-US" altLang="ko-KR" sz="1300" b="0" i="0" u="none" strike="noStrike" noProof="0">
                          <a:solidFill>
                            <a:srgbClr val="243447"/>
                          </a:solidFill>
                          <a:effectLst/>
                          <a:latin typeface="맑은 고딕"/>
                          <a:ea typeface="맑은 고딕"/>
                        </a:rPr>
                        <a:t>file-transfer</a:t>
                      </a:r>
                      <a:r>
                        <a:rPr lang="ko-KR" sz="1300" b="0" i="0" u="none" strike="noStrike" noProof="0">
                          <a:solidFill>
                            <a:srgbClr val="243447"/>
                          </a:solidFill>
                          <a:effectLst/>
                          <a:latin typeface="맑은 고딕"/>
                          <a:ea typeface="맑은 고딕"/>
                        </a:rPr>
                        <a:t>, </a:t>
                      </a:r>
                      <a:r>
                        <a:rPr lang="en-US" altLang="ko-KR" sz="1300" b="0" i="0" u="none" strike="noStrike" noProof="0">
                          <a:solidFill>
                            <a:srgbClr val="243447"/>
                          </a:solidFill>
                          <a:effectLst/>
                          <a:latin typeface="맑은 고딕"/>
                          <a:ea typeface="맑은 고딕"/>
                        </a:rPr>
                        <a:t>external</a:t>
                      </a:r>
                      <a:r>
                        <a:rPr lang="ko-KR" altLang="en-US" sz="1300" b="0" i="0" u="none" strike="noStrike" noProof="0">
                          <a:solidFill>
                            <a:srgbClr val="243447"/>
                          </a:solidFill>
                          <a:effectLst/>
                          <a:latin typeface="맑은 고딕"/>
                          <a:ea typeface="맑은 고딕"/>
                        </a:rPr>
                        <a:t> </a:t>
                      </a:r>
                      <a:r>
                        <a:rPr lang="en-US" altLang="ko-KR" sz="1300" b="0" i="0" u="none" strike="noStrike" noProof="0">
                          <a:solidFill>
                            <a:srgbClr val="243447"/>
                          </a:solidFill>
                          <a:effectLst/>
                          <a:latin typeface="맑은 고딕"/>
                          <a:ea typeface="맑은 고딕"/>
                        </a:rPr>
                        <a:t>sharing</a:t>
                      </a:r>
                      <a:r>
                        <a:rPr lang="ko-KR" altLang="en-US" sz="1300" b="0" i="0" u="none" strike="noStrike" noProof="0">
                          <a:solidFill>
                            <a:srgbClr val="243447"/>
                          </a:solidFill>
                          <a:effectLst/>
                          <a:latin typeface="맑은 고딕"/>
                          <a:ea typeface="맑은 고딕"/>
                        </a:rPr>
                        <a:t> </a:t>
                      </a:r>
                      <a:r>
                        <a:rPr lang="ko-KR" sz="1300" b="0" i="0" u="none" strike="noStrike" noProof="0">
                          <a:solidFill>
                            <a:srgbClr val="243447"/>
                          </a:solidFill>
                          <a:effectLst/>
                          <a:latin typeface="맑은 고딕"/>
                          <a:ea typeface="맑은 고딕"/>
                        </a:rPr>
                        <a:t>and </a:t>
                      </a:r>
                      <a:r>
                        <a:rPr lang="en-US" altLang="ko-KR" sz="1300" b="0" i="0" u="none" strike="noStrike" noProof="0">
                          <a:solidFill>
                            <a:srgbClr val="243447"/>
                          </a:solidFill>
                          <a:effectLst/>
                          <a:latin typeface="맑은 고딕"/>
                          <a:ea typeface="맑은 고딕"/>
                        </a:rPr>
                        <a:t>endpoint-control</a:t>
                      </a:r>
                      <a:r>
                        <a:rPr lang="ko-KR" altLang="en-US" sz="1300" b="0" i="0" u="none" strike="noStrike" noProof="0">
                          <a:solidFill>
                            <a:srgbClr val="243447"/>
                          </a:solidFill>
                          <a:effectLst/>
                          <a:latin typeface="맑은 고딕"/>
                          <a:ea typeface="맑은 고딕"/>
                        </a:rPr>
                        <a:t> </a:t>
                      </a:r>
                      <a:r>
                        <a:rPr lang="en-US" altLang="ko-KR" sz="1300" b="0" i="0" u="none" strike="noStrike" noProof="0">
                          <a:solidFill>
                            <a:srgbClr val="243447"/>
                          </a:solidFill>
                          <a:effectLst/>
                          <a:latin typeface="맑은 고딕"/>
                          <a:ea typeface="맑은 고딕"/>
                        </a:rPr>
                        <a:t>policies</a:t>
                      </a:r>
                      <a:r>
                        <a:rPr lang="ko-KR" sz="1300" b="0" i="0" u="none" strike="noStrike" noProof="0">
                          <a:solidFill>
                            <a:srgbClr val="243447"/>
                          </a:solidFill>
                          <a:effectLst/>
                          <a:latin typeface="맑은 고딕"/>
                          <a:ea typeface="맑은 고딕"/>
                        </a:rPr>
                        <a:t>. [</a:t>
                      </a:r>
                      <a:r>
                        <a:rPr lang="en-US" altLang="ko-KR" sz="1300" b="0" i="0" u="none" strike="noStrike" noProof="0">
                          <a:solidFill>
                            <a:srgbClr val="243447"/>
                          </a:solidFill>
                          <a:effectLst/>
                          <a:latin typeface="맑은 고딕"/>
                          <a:ea typeface="맑은 고딕"/>
                        </a:rPr>
                        <a:t>S1,S4</a:t>
                      </a:r>
                      <a:r>
                        <a:rPr lang="ko-KR" sz="1300" b="0" i="0" u="none" strike="noStrike" noProof="0">
                          <a:solidFill>
                            <a:srgbClr val="243447"/>
                          </a:solidFill>
                          <a:effectLst/>
                          <a:latin typeface="맑은 고딕"/>
                          <a:ea typeface="맑은 고딕"/>
                        </a:rPr>
                        <a:t>]</a:t>
                      </a:r>
                      <a:endParaRPr lang="en-US">
                        <a:latin typeface="맑은 고딕"/>
                        <a:ea typeface="맑은 고딕"/>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202060797"/>
                  </a:ext>
                </a:extLst>
              </a:tr>
              <a:tr h="314325">
                <a:tc>
                  <a:txBody>
                    <a:bodyPr/>
                    <a:lstStyle/>
                    <a:p>
                      <a:pPr algn="l">
                        <a:buNone/>
                      </a:pPr>
                      <a:r>
                        <a:rPr lang="ko-KR" sz="1300" b="1">
                          <a:solidFill>
                            <a:srgbClr val="243447"/>
                          </a:solidFill>
                          <a:effectLst/>
                          <a:latin typeface="Arial" panose="020B0604020202020204" pitchFamily="34" charset="0"/>
                          <a:ea typeface="Arial" panose="020B0604020202020204" pitchFamily="34" charset="0"/>
                        </a:rPr>
                        <a:t>D5-08</a:t>
                      </a:r>
                      <a:endParaRPr lang="ko-KR" sz="1300" b="1">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a:solidFill>
                            <a:srgbClr val="243447"/>
                          </a:solidFill>
                          <a:effectLst/>
                          <a:latin typeface="Arial" panose="020B0604020202020204" pitchFamily="34" charset="0"/>
                          <a:ea typeface="Arial" panose="020B0604020202020204" pitchFamily="34" charset="0"/>
                        </a:rPr>
                        <a:t>Integrations: SIEM / NAC / MIP / API</a:t>
                      </a:r>
                      <a:endParaRPr lang="ko-KR" sz="1300">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b="1">
                          <a:solidFill>
                            <a:srgbClr val="956319"/>
                          </a:solidFill>
                          <a:effectLst/>
                          <a:latin typeface="Arial" panose="020B0604020202020204" pitchFamily="34" charset="0"/>
                          <a:ea typeface="Arial" panose="020B0604020202020204" pitchFamily="34" charset="0"/>
                        </a:rPr>
                        <a:t>◐</a:t>
                      </a:r>
                      <a:endParaRPr lang="ko-KR" sz="1300" b="1">
                        <a:solidFill>
                          <a:srgbClr val="956319"/>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lvl="0" algn="l">
                        <a:buNone/>
                      </a:pPr>
                      <a:r>
                        <a:rPr lang="en-US" altLang="ko-KR" sz="1300" b="0" i="0" u="none" strike="noStrike" noProof="0">
                          <a:solidFill>
                            <a:srgbClr val="243447"/>
                          </a:solidFill>
                          <a:effectLst/>
                          <a:latin typeface="맑은 고딕"/>
                          <a:ea typeface="맑은 고딕"/>
                        </a:rPr>
                        <a:t>SaferZone</a:t>
                      </a:r>
                      <a:r>
                        <a:rPr lang="ko-KR" altLang="en-US" sz="1300" b="0" i="0" u="none" strike="noStrike" noProof="0">
                          <a:solidFill>
                            <a:srgbClr val="243447"/>
                          </a:solidFill>
                          <a:effectLst/>
                          <a:latin typeface="맑은 고딕"/>
                          <a:ea typeface="맑은 고딕"/>
                        </a:rPr>
                        <a:t> </a:t>
                      </a:r>
                      <a:r>
                        <a:rPr lang="en-US" altLang="ko-KR" sz="1300" b="0" i="0" u="none" strike="noStrike" noProof="0">
                          <a:solidFill>
                            <a:srgbClr val="243447"/>
                          </a:solidFill>
                          <a:effectLst/>
                          <a:latin typeface="맑은 고딕"/>
                          <a:ea typeface="맑은 고딕"/>
                        </a:rPr>
                        <a:t>documents</a:t>
                      </a:r>
                      <a:r>
                        <a:rPr lang="ko-KR" sz="1300" b="0" i="0" u="none" strike="noStrike" noProof="0">
                          <a:solidFill>
                            <a:srgbClr val="243447"/>
                          </a:solidFill>
                          <a:effectLst/>
                          <a:latin typeface="맑은 고딕"/>
                          <a:ea typeface="맑은 고딕"/>
                        </a:rPr>
                        <a:t> </a:t>
                      </a:r>
                      <a:r>
                        <a:rPr lang="en-US" altLang="ko-KR" sz="1300" b="0" i="0" u="none" strike="noStrike" noProof="0">
                          <a:solidFill>
                            <a:srgbClr val="243447"/>
                          </a:solidFill>
                          <a:effectLst/>
                          <a:latin typeface="맑은 고딕"/>
                          <a:ea typeface="맑은 고딕"/>
                        </a:rPr>
                        <a:t>Microsoft</a:t>
                      </a:r>
                      <a:r>
                        <a:rPr lang="ko-KR" sz="1300" b="0" i="0" u="none" strike="noStrike" noProof="0">
                          <a:solidFill>
                            <a:srgbClr val="243447"/>
                          </a:solidFill>
                          <a:effectLst/>
                          <a:latin typeface="맑은 고딕"/>
                          <a:ea typeface="맑은 고딕"/>
                        </a:rPr>
                        <a:t> </a:t>
                      </a:r>
                      <a:r>
                        <a:rPr lang="en-US" altLang="ko-KR" sz="1300" b="0" i="0" u="none" strike="noStrike" noProof="0">
                          <a:solidFill>
                            <a:srgbClr val="243447"/>
                          </a:solidFill>
                          <a:effectLst/>
                          <a:latin typeface="맑은 고딕"/>
                          <a:ea typeface="맑은 고딕"/>
                        </a:rPr>
                        <a:t>365</a:t>
                      </a:r>
                      <a:r>
                        <a:rPr lang="ko-KR" altLang="en-US" sz="1300" b="0" i="0" u="none" strike="noStrike" noProof="0">
                          <a:solidFill>
                            <a:srgbClr val="243447"/>
                          </a:solidFill>
                          <a:effectLst/>
                          <a:latin typeface="맑은 고딕"/>
                          <a:ea typeface="맑은 고딕"/>
                        </a:rPr>
                        <a:t> </a:t>
                      </a:r>
                      <a:r>
                        <a:rPr lang="en-US" altLang="ko-KR" sz="1300" b="0" i="0" u="none" strike="noStrike" noProof="0">
                          <a:solidFill>
                            <a:srgbClr val="243447"/>
                          </a:solidFill>
                          <a:effectLst/>
                          <a:latin typeface="맑은 고딕"/>
                          <a:ea typeface="맑은 고딕"/>
                        </a:rPr>
                        <a:t>/</a:t>
                      </a:r>
                      <a:r>
                        <a:rPr lang="ko-KR" altLang="en-US" sz="1300" b="0" i="0" u="none" strike="noStrike" noProof="0">
                          <a:solidFill>
                            <a:srgbClr val="243447"/>
                          </a:solidFill>
                          <a:effectLst/>
                          <a:latin typeface="맑은 고딕"/>
                          <a:ea typeface="맑은 고딕"/>
                        </a:rPr>
                        <a:t> </a:t>
                      </a:r>
                      <a:r>
                        <a:rPr lang="en-US" altLang="ko-KR" sz="1300" b="0" i="0" u="none" strike="noStrike" noProof="0">
                          <a:solidFill>
                            <a:srgbClr val="243447"/>
                          </a:solidFill>
                          <a:effectLst/>
                          <a:latin typeface="맑은 고딕"/>
                          <a:ea typeface="맑은 고딕"/>
                        </a:rPr>
                        <a:t>Teams</a:t>
                      </a:r>
                      <a:r>
                        <a:rPr lang="ko-KR" sz="1300" b="0" i="0" u="none" strike="noStrike" noProof="0">
                          <a:solidFill>
                            <a:srgbClr val="243447"/>
                          </a:solidFill>
                          <a:effectLst/>
                          <a:latin typeface="맑은 고딕"/>
                          <a:ea typeface="맑은 고딕"/>
                        </a:rPr>
                        <a:t> </a:t>
                      </a:r>
                      <a:r>
                        <a:rPr lang="en-US" altLang="ko-KR" sz="1300" b="0" i="0" u="none" strike="noStrike" noProof="0">
                          <a:solidFill>
                            <a:srgbClr val="243447"/>
                          </a:solidFill>
                          <a:effectLst/>
                          <a:latin typeface="맑은 고딕"/>
                          <a:ea typeface="맑은 고딕"/>
                        </a:rPr>
                        <a:t>tenant</a:t>
                      </a:r>
                      <a:r>
                        <a:rPr lang="ko-KR" altLang="en-US" sz="1300" b="0" i="0" u="none" strike="noStrike" noProof="0">
                          <a:solidFill>
                            <a:srgbClr val="243447"/>
                          </a:solidFill>
                          <a:effectLst/>
                          <a:latin typeface="맑은 고딕"/>
                          <a:ea typeface="맑은 고딕"/>
                        </a:rPr>
                        <a:t> </a:t>
                      </a:r>
                      <a:r>
                        <a:rPr lang="en-US" altLang="ko-KR" sz="1300" b="0" i="0" u="none" strike="noStrike" noProof="0">
                          <a:solidFill>
                            <a:srgbClr val="243447"/>
                          </a:solidFill>
                          <a:effectLst/>
                          <a:latin typeface="맑은 고딕"/>
                          <a:ea typeface="맑은 고딕"/>
                        </a:rPr>
                        <a:t>external-sharing</a:t>
                      </a:r>
                      <a:r>
                        <a:rPr lang="ko-KR" altLang="en-US" sz="1300" b="0" i="0" u="none" strike="noStrike" noProof="0">
                          <a:solidFill>
                            <a:srgbClr val="243447"/>
                          </a:solidFill>
                          <a:effectLst/>
                          <a:latin typeface="맑은 고딕"/>
                          <a:ea typeface="맑은 고딕"/>
                        </a:rPr>
                        <a:t> </a:t>
                      </a:r>
                      <a:r>
                        <a:rPr lang="en-US" altLang="ko-KR" sz="1300" b="0" i="0" u="none" strike="noStrike" noProof="0">
                          <a:solidFill>
                            <a:srgbClr val="243447"/>
                          </a:solidFill>
                          <a:effectLst/>
                          <a:latin typeface="맑은 고딕"/>
                          <a:ea typeface="맑은 고딕"/>
                        </a:rPr>
                        <a:t>control</a:t>
                      </a:r>
                      <a:r>
                        <a:rPr lang="ko-KR" altLang="en-US" sz="1300" b="0" i="0" u="none" strike="noStrike" noProof="0">
                          <a:solidFill>
                            <a:srgbClr val="243447"/>
                          </a:solidFill>
                          <a:effectLst/>
                          <a:latin typeface="맑은 고딕"/>
                          <a:ea typeface="맑은 고딕"/>
                        </a:rPr>
                        <a:t> </a:t>
                      </a:r>
                      <a:r>
                        <a:rPr lang="ko-KR" sz="1300" b="0" i="0" u="none" strike="noStrike" noProof="0">
                          <a:solidFill>
                            <a:srgbClr val="243447"/>
                          </a:solidFill>
                          <a:effectLst/>
                          <a:latin typeface="맑은 고딕"/>
                          <a:ea typeface="맑은 고딕"/>
                        </a:rPr>
                        <a:t>and </a:t>
                      </a:r>
                      <a:r>
                        <a:rPr lang="en-US" altLang="ko-KR" sz="1300" b="0" i="0" u="none" strike="noStrike" noProof="0">
                          <a:solidFill>
                            <a:srgbClr val="243447"/>
                          </a:solidFill>
                          <a:effectLst/>
                          <a:latin typeface="맑은 고딕"/>
                          <a:ea typeface="맑은 고딕"/>
                        </a:rPr>
                        <a:t>centralized</a:t>
                      </a:r>
                      <a:r>
                        <a:rPr lang="ko-KR" altLang="en-US" sz="1300" b="0" i="0" u="none" strike="noStrike" noProof="0">
                          <a:solidFill>
                            <a:srgbClr val="243447"/>
                          </a:solidFill>
                          <a:effectLst/>
                          <a:latin typeface="맑은 고딕"/>
                          <a:ea typeface="맑은 고딕"/>
                        </a:rPr>
                        <a:t> </a:t>
                      </a:r>
                      <a:r>
                        <a:rPr lang="en-US" altLang="ko-KR" sz="1300" b="0" i="0" u="none" strike="noStrike" noProof="0">
                          <a:solidFill>
                            <a:srgbClr val="243447"/>
                          </a:solidFill>
                          <a:effectLst/>
                          <a:latin typeface="맑은 고딕"/>
                          <a:ea typeface="맑은 고딕"/>
                        </a:rPr>
                        <a:t>audit,</a:t>
                      </a:r>
                      <a:r>
                        <a:rPr lang="ko-KR" altLang="en-US" sz="1300" b="0" i="0" u="none" strike="noStrike" noProof="0">
                          <a:solidFill>
                            <a:srgbClr val="243447"/>
                          </a:solidFill>
                          <a:effectLst/>
                          <a:latin typeface="맑은 고딕"/>
                          <a:ea typeface="맑은 고딕"/>
                        </a:rPr>
                        <a:t> </a:t>
                      </a:r>
                      <a:r>
                        <a:rPr lang="en-US" altLang="ko-KR" sz="1300" b="0" i="0" u="none" strike="noStrike" noProof="0">
                          <a:solidFill>
                            <a:srgbClr val="243447"/>
                          </a:solidFill>
                          <a:effectLst/>
                          <a:latin typeface="맑은 고딕"/>
                          <a:ea typeface="맑은 고딕"/>
                        </a:rPr>
                        <a:t>but</a:t>
                      </a:r>
                      <a:r>
                        <a:rPr lang="ko-KR" altLang="en-US" sz="1300" b="0" i="0" u="none" strike="noStrike" noProof="0">
                          <a:solidFill>
                            <a:srgbClr val="243447"/>
                          </a:solidFill>
                          <a:effectLst/>
                          <a:latin typeface="맑은 고딕"/>
                          <a:ea typeface="맑은 고딕"/>
                        </a:rPr>
                        <a:t> </a:t>
                      </a:r>
                      <a:r>
                        <a:rPr lang="en-US" altLang="ko-KR" sz="1300" b="0" i="0" u="none" strike="noStrike" noProof="0">
                          <a:solidFill>
                            <a:srgbClr val="243447"/>
                          </a:solidFill>
                          <a:effectLst/>
                          <a:latin typeface="맑은 고딕"/>
                          <a:ea typeface="맑은 고딕"/>
                        </a:rPr>
                        <a:t>a</a:t>
                      </a:r>
                      <a:r>
                        <a:rPr lang="ko-KR" altLang="en-US" sz="1300" b="0" i="0" u="none" strike="noStrike" noProof="0">
                          <a:solidFill>
                            <a:srgbClr val="243447"/>
                          </a:solidFill>
                          <a:effectLst/>
                          <a:latin typeface="맑은 고딕"/>
                          <a:ea typeface="맑은 고딕"/>
                        </a:rPr>
                        <a:t> </a:t>
                      </a:r>
                      <a:r>
                        <a:rPr lang="en-US" altLang="ko-KR" sz="1300" b="0" i="0" u="none" strike="noStrike" noProof="0">
                          <a:solidFill>
                            <a:srgbClr val="243447"/>
                          </a:solidFill>
                          <a:effectLst/>
                          <a:latin typeface="맑은 고딕"/>
                          <a:ea typeface="맑은 고딕"/>
                        </a:rPr>
                        <a:t>general</a:t>
                      </a:r>
                      <a:r>
                        <a:rPr lang="ko-KR" altLang="en-US" sz="1300" b="0" i="0" u="none" strike="noStrike" noProof="0">
                          <a:solidFill>
                            <a:srgbClr val="243447"/>
                          </a:solidFill>
                          <a:effectLst/>
                          <a:latin typeface="맑은 고딕"/>
                          <a:ea typeface="맑은 고딕"/>
                        </a:rPr>
                        <a:t> </a:t>
                      </a:r>
                      <a:r>
                        <a:rPr lang="ko-KR" sz="1300" b="0" i="0" u="none" strike="noStrike" noProof="0">
                          <a:solidFill>
                            <a:srgbClr val="243447"/>
                          </a:solidFill>
                          <a:effectLst/>
                          <a:latin typeface="맑은 고딕"/>
                          <a:ea typeface="맑은 고딕"/>
                        </a:rPr>
                        <a:t>SIEM/NAC</a:t>
                      </a:r>
                      <a:r>
                        <a:rPr lang="en-US" altLang="ko-KR" sz="1300" b="0" i="0" u="none" strike="noStrike" noProof="0">
                          <a:solidFill>
                            <a:srgbClr val="243447"/>
                          </a:solidFill>
                          <a:effectLst/>
                          <a:latin typeface="맑은 고딕"/>
                          <a:ea typeface="맑은 고딕"/>
                        </a:rPr>
                        <a:t>/MIP/API</a:t>
                      </a:r>
                      <a:r>
                        <a:rPr lang="ko-KR" sz="1300" b="0" i="0" u="none" strike="noStrike" noProof="0">
                          <a:solidFill>
                            <a:srgbClr val="243447"/>
                          </a:solidFill>
                          <a:effectLst/>
                          <a:latin typeface="맑은 고딕"/>
                          <a:ea typeface="맑은 고딕"/>
                        </a:rPr>
                        <a:t> </a:t>
                      </a:r>
                      <a:r>
                        <a:rPr lang="en-US" altLang="ko-KR" sz="1300" b="0" i="0" u="none" strike="noStrike" noProof="0">
                          <a:solidFill>
                            <a:srgbClr val="243447"/>
                          </a:solidFill>
                          <a:effectLst/>
                          <a:latin typeface="맑은 고딕"/>
                          <a:ea typeface="맑은 고딕"/>
                        </a:rPr>
                        <a:t>integration</a:t>
                      </a:r>
                      <a:r>
                        <a:rPr lang="ko-KR" sz="1300" b="0" i="0" u="none" strike="noStrike" noProof="0">
                          <a:solidFill>
                            <a:srgbClr val="243447"/>
                          </a:solidFill>
                          <a:effectLst/>
                          <a:latin typeface="맑은 고딕"/>
                          <a:ea typeface="맑은 고딕"/>
                        </a:rPr>
                        <a:t> matrix </a:t>
                      </a:r>
                      <a:r>
                        <a:rPr lang="en-US" altLang="ko-KR" sz="1300" b="0" i="0" u="none" strike="noStrike" noProof="0">
                          <a:solidFill>
                            <a:srgbClr val="243447"/>
                          </a:solidFill>
                          <a:effectLst/>
                          <a:latin typeface="맑은 고딕"/>
                          <a:ea typeface="맑은 고딕"/>
                        </a:rPr>
                        <a:t>was</a:t>
                      </a:r>
                      <a:r>
                        <a:rPr lang="ko-KR" sz="1300" b="0" i="0" u="none" strike="noStrike" noProof="0">
                          <a:solidFill>
                            <a:srgbClr val="243447"/>
                          </a:solidFill>
                          <a:effectLst/>
                          <a:latin typeface="맑은 고딕"/>
                          <a:ea typeface="맑은 고딕"/>
                        </a:rPr>
                        <a:t> </a:t>
                      </a:r>
                      <a:r>
                        <a:rPr lang="en-US" altLang="ko-KR" sz="1300" b="0" i="0" u="none" strike="noStrike" noProof="0">
                          <a:solidFill>
                            <a:srgbClr val="243447"/>
                          </a:solidFill>
                          <a:effectLst/>
                          <a:latin typeface="맑은 고딕"/>
                          <a:ea typeface="맑은 고딕"/>
                        </a:rPr>
                        <a:t>not</a:t>
                      </a:r>
                      <a:r>
                        <a:rPr lang="ko-KR" sz="1300" b="0" i="0" u="none" strike="noStrike" noProof="0">
                          <a:solidFill>
                            <a:srgbClr val="243447"/>
                          </a:solidFill>
                          <a:effectLst/>
                          <a:latin typeface="맑은 고딕"/>
                          <a:ea typeface="맑은 고딕"/>
                        </a:rPr>
                        <a:t> </a:t>
                      </a:r>
                      <a:r>
                        <a:rPr lang="en-US" altLang="ko-KR" sz="1300" b="0" i="0" u="none" strike="noStrike" noProof="0">
                          <a:solidFill>
                            <a:srgbClr val="243447"/>
                          </a:solidFill>
                          <a:effectLst/>
                          <a:latin typeface="맑은 고딕"/>
                          <a:ea typeface="맑은 고딕"/>
                        </a:rPr>
                        <a:t>found</a:t>
                      </a:r>
                      <a:r>
                        <a:rPr lang="ko-KR" sz="1300" b="0" i="0" u="none" strike="noStrike" noProof="0">
                          <a:solidFill>
                            <a:srgbClr val="243447"/>
                          </a:solidFill>
                          <a:effectLst/>
                          <a:latin typeface="맑은 고딕"/>
                          <a:ea typeface="맑은 고딕"/>
                        </a:rPr>
                        <a:t>. [</a:t>
                      </a:r>
                      <a:r>
                        <a:rPr lang="en-US" altLang="ko-KR" sz="1300" b="0" i="0" u="none" strike="noStrike" noProof="0">
                          <a:solidFill>
                            <a:srgbClr val="243447"/>
                          </a:solidFill>
                          <a:effectLst/>
                          <a:latin typeface="맑은 고딕"/>
                          <a:ea typeface="맑은 고딕"/>
                        </a:rPr>
                        <a:t>S4</a:t>
                      </a:r>
                      <a:r>
                        <a:rPr lang="ko-KR" sz="1300" b="0" i="0" u="none" strike="noStrike" noProof="0">
                          <a:solidFill>
                            <a:srgbClr val="243447"/>
                          </a:solidFill>
                          <a:effectLst/>
                          <a:latin typeface="맑은 고딕"/>
                          <a:ea typeface="맑은 고딕"/>
                        </a:rPr>
                        <a:t>]</a:t>
                      </a:r>
                      <a:endParaRPr lang="en-US">
                        <a:latin typeface="맑은 고딕"/>
                        <a:ea typeface="맑은 고딕"/>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3949286064"/>
                  </a:ext>
                </a:extLst>
              </a:tr>
              <a:tr h="314325">
                <a:tc>
                  <a:txBody>
                    <a:bodyPr/>
                    <a:lstStyle/>
                    <a:p>
                      <a:pPr algn="l">
                        <a:buNone/>
                      </a:pPr>
                      <a:r>
                        <a:rPr lang="ko-KR" sz="1300" b="1">
                          <a:solidFill>
                            <a:srgbClr val="243447"/>
                          </a:solidFill>
                          <a:effectLst/>
                          <a:latin typeface="Arial" panose="020B0604020202020204" pitchFamily="34" charset="0"/>
                          <a:ea typeface="Arial" panose="020B0604020202020204" pitchFamily="34" charset="0"/>
                        </a:rPr>
                        <a:t>D5-09</a:t>
                      </a:r>
                      <a:endParaRPr lang="ko-KR" sz="1300" b="1">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a:solidFill>
                            <a:srgbClr val="243447"/>
                          </a:solidFill>
                          <a:effectLst/>
                          <a:latin typeface="Arial" panose="020B0604020202020204" pitchFamily="34" charset="0"/>
                          <a:ea typeface="Arial" panose="020B0604020202020204" pitchFamily="34" charset="0"/>
                        </a:rPr>
                        <a:t>AI processing on-prem only</a:t>
                      </a:r>
                      <a:endParaRPr lang="ko-KR" sz="1300">
                        <a:solidFill>
                          <a:srgbClr val="243447"/>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l">
                        <a:buNone/>
                      </a:pPr>
                      <a:r>
                        <a:rPr lang="ko-KR" sz="1300" b="1">
                          <a:solidFill>
                            <a:srgbClr val="5E6C7A"/>
                          </a:solidFill>
                          <a:effectLst/>
                          <a:latin typeface="Arial" panose="020B0604020202020204" pitchFamily="34" charset="0"/>
                          <a:ea typeface="Arial" panose="020B0604020202020204" pitchFamily="34" charset="0"/>
                        </a:rPr>
                        <a:t>?</a:t>
                      </a:r>
                      <a:endParaRPr lang="ko-KR" sz="1300" b="1">
                        <a:solidFill>
                          <a:srgbClr val="5E6C7A"/>
                        </a:solidFill>
                        <a:effectLst/>
                        <a:latin typeface="Arial" panose="020B0604020202020204" pitchFamily="34" charset="0"/>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lvl="0" algn="l">
                        <a:buNone/>
                      </a:pPr>
                      <a:r>
                        <a:rPr lang="en-US" sz="1300" b="0" i="0" u="none" strike="noStrike" noProof="0">
                          <a:solidFill>
                            <a:srgbClr val="243447"/>
                          </a:solidFill>
                          <a:effectLst/>
                          <a:latin typeface="맑은 고딕"/>
                          <a:ea typeface="맑은 고딕"/>
                        </a:rPr>
                        <a:t>Public material confirms </a:t>
                      </a:r>
                      <a:r>
                        <a:rPr lang="en-US" altLang="ko-KR" sz="1300" b="0" i="0" u="none" strike="noStrike" noProof="0">
                          <a:solidFill>
                            <a:srgbClr val="243447"/>
                          </a:solidFill>
                          <a:effectLst/>
                          <a:latin typeface="맑은 고딕"/>
                          <a:ea typeface="맑은 고딕"/>
                        </a:rPr>
                        <a:t>on-prem</a:t>
                      </a:r>
                      <a:r>
                        <a:rPr lang="en-US" sz="1300" b="0" i="0" u="none" strike="noStrike" noProof="0">
                          <a:solidFill>
                            <a:srgbClr val="243447"/>
                          </a:solidFill>
                          <a:effectLst/>
                          <a:latin typeface="맑은 고딕"/>
                          <a:ea typeface="맑은 고딕"/>
                        </a:rPr>
                        <a:t> and cloud deployment </a:t>
                      </a:r>
                      <a:r>
                        <a:rPr lang="en-US" altLang="ko-KR" sz="1300" b="0" i="0" u="none" strike="noStrike" noProof="0">
                          <a:solidFill>
                            <a:srgbClr val="243447"/>
                          </a:solidFill>
                          <a:effectLst/>
                          <a:latin typeface="맑은 고딕"/>
                          <a:ea typeface="맑은 고딕"/>
                        </a:rPr>
                        <a:t>options</a:t>
                      </a:r>
                      <a:r>
                        <a:rPr lang="en-US" sz="1300" b="0" i="0" u="none" strike="noStrike" noProof="0">
                          <a:solidFill>
                            <a:srgbClr val="243447"/>
                          </a:solidFill>
                          <a:effectLst/>
                          <a:latin typeface="맑은 고딕"/>
                          <a:ea typeface="맑은 고딕"/>
                        </a:rPr>
                        <a:t>,</a:t>
                      </a:r>
                      <a:r>
                        <a:rPr lang="en-US" altLang="ko-KR" sz="1300" b="0" i="0" u="none" strike="noStrike" noProof="0">
                          <a:solidFill>
                            <a:srgbClr val="243447"/>
                          </a:solidFill>
                          <a:effectLst/>
                          <a:latin typeface="맑은 고딕"/>
                          <a:ea typeface="맑은 고딕"/>
                        </a:rPr>
                        <a:t> </a:t>
                      </a:r>
                      <a:r>
                        <a:rPr lang="en-US" sz="1300" b="0" i="0" u="none" strike="noStrike" noProof="0">
                          <a:solidFill>
                            <a:srgbClr val="243447"/>
                          </a:solidFill>
                          <a:effectLst/>
                          <a:latin typeface="맑은 고딕"/>
                          <a:ea typeface="맑은 고딕"/>
                        </a:rPr>
                        <a:t>but</a:t>
                      </a:r>
                      <a:r>
                        <a:rPr lang="en-US" altLang="ko-KR" sz="1300" b="0" i="0" u="none" strike="noStrike" noProof="0">
                          <a:solidFill>
                            <a:srgbClr val="243447"/>
                          </a:solidFill>
                          <a:effectLst/>
                          <a:latin typeface="맑은 고딕"/>
                          <a:ea typeface="맑은 고딕"/>
                        </a:rPr>
                        <a:t> </a:t>
                      </a:r>
                      <a:r>
                        <a:rPr lang="en-US" sz="1300" b="0" i="0" u="none" strike="noStrike" noProof="0">
                          <a:solidFill>
                            <a:srgbClr val="243447"/>
                          </a:solidFill>
                          <a:effectLst/>
                          <a:latin typeface="맑은 고딕"/>
                          <a:ea typeface="맑은 고딕"/>
                        </a:rPr>
                        <a:t>does</a:t>
                      </a:r>
                      <a:r>
                        <a:rPr lang="en-US" altLang="ko-KR" sz="1300" b="0" i="0" u="none" strike="noStrike" noProof="0">
                          <a:solidFill>
                            <a:srgbClr val="243447"/>
                          </a:solidFill>
                          <a:effectLst/>
                          <a:latin typeface="맑은 고딕"/>
                          <a:ea typeface="맑은 고딕"/>
                        </a:rPr>
                        <a:t> not</a:t>
                      </a:r>
                      <a:r>
                        <a:rPr lang="en-US" sz="1300" b="0" i="0" u="none" strike="noStrike" noProof="0">
                          <a:solidFill>
                            <a:srgbClr val="243447"/>
                          </a:solidFill>
                          <a:effectLst/>
                          <a:latin typeface="맑은 고딕"/>
                          <a:ea typeface="맑은 고딕"/>
                        </a:rPr>
                        <a:t> establish that </a:t>
                      </a:r>
                      <a:r>
                        <a:rPr lang="en-US" altLang="ko-KR" sz="1300" b="0" i="0" u="none" strike="noStrike" noProof="0">
                          <a:solidFill>
                            <a:srgbClr val="243447"/>
                          </a:solidFill>
                          <a:effectLst/>
                          <a:latin typeface="맑은 고딕"/>
                          <a:ea typeface="맑은 고딕"/>
                        </a:rPr>
                        <a:t>AI-DLP</a:t>
                      </a:r>
                      <a:r>
                        <a:rPr lang="en-US" sz="1300" b="0" i="0" u="none" strike="noStrike" noProof="0">
                          <a:solidFill>
                            <a:srgbClr val="243447"/>
                          </a:solidFill>
                          <a:effectLst/>
                          <a:latin typeface="맑은 고딕"/>
                          <a:ea typeface="맑은 고딕"/>
                        </a:rPr>
                        <a:t> processing</a:t>
                      </a:r>
                      <a:r>
                        <a:rPr lang="en-US" altLang="ko-KR" sz="1300" b="0" i="0" u="none" strike="noStrike" noProof="0">
                          <a:solidFill>
                            <a:srgbClr val="243447"/>
                          </a:solidFill>
                          <a:effectLst/>
                          <a:latin typeface="맑은 고딕"/>
                          <a:ea typeface="맑은 고딕"/>
                        </a:rPr>
                        <a:t> </a:t>
                      </a:r>
                      <a:r>
                        <a:rPr lang="en-US" sz="1300" b="0" i="0" u="none" strike="noStrike" noProof="0">
                          <a:solidFill>
                            <a:srgbClr val="243447"/>
                          </a:solidFill>
                          <a:effectLst/>
                          <a:latin typeface="맑은 고딕"/>
                          <a:ea typeface="맑은 고딕"/>
                        </a:rPr>
                        <a:t>is</a:t>
                      </a:r>
                      <a:r>
                        <a:rPr lang="en-US" altLang="ko-KR" sz="1300" b="0" i="0" u="none" strike="noStrike" noProof="0">
                          <a:solidFill>
                            <a:srgbClr val="243447"/>
                          </a:solidFill>
                          <a:effectLst/>
                          <a:latin typeface="맑은 고딕"/>
                          <a:ea typeface="맑은 고딕"/>
                        </a:rPr>
                        <a:t> </a:t>
                      </a:r>
                      <a:r>
                        <a:rPr lang="en-US" sz="1300" b="0" i="0" u="none" strike="noStrike" noProof="0">
                          <a:solidFill>
                            <a:srgbClr val="243447"/>
                          </a:solidFill>
                          <a:effectLst/>
                          <a:latin typeface="맑은 고딕"/>
                          <a:ea typeface="맑은 고딕"/>
                        </a:rPr>
                        <a:t>strictly</a:t>
                      </a:r>
                      <a:r>
                        <a:rPr lang="en-US" altLang="ko-KR" sz="1300" b="0" i="0" u="none" strike="noStrike" noProof="0">
                          <a:solidFill>
                            <a:srgbClr val="243447"/>
                          </a:solidFill>
                          <a:effectLst/>
                          <a:latin typeface="맑은 고딕"/>
                          <a:ea typeface="맑은 고딕"/>
                        </a:rPr>
                        <a:t> </a:t>
                      </a:r>
                      <a:r>
                        <a:rPr lang="en-US" sz="1300" b="0" i="0" u="none" strike="noStrike" noProof="0">
                          <a:solidFill>
                            <a:srgbClr val="243447"/>
                          </a:solidFill>
                          <a:effectLst/>
                          <a:latin typeface="맑은 고딕"/>
                          <a:ea typeface="맑은 고딕"/>
                        </a:rPr>
                        <a:t>on-prem</a:t>
                      </a:r>
                      <a:r>
                        <a:rPr lang="en-US" altLang="ko-KR" sz="1300" b="0" i="0" u="none" strike="noStrike" noProof="0">
                          <a:solidFill>
                            <a:srgbClr val="243447"/>
                          </a:solidFill>
                          <a:effectLst/>
                          <a:latin typeface="맑은 고딕"/>
                          <a:ea typeface="맑은 고딕"/>
                        </a:rPr>
                        <a:t> </a:t>
                      </a:r>
                      <a:r>
                        <a:rPr lang="en-US" sz="1300" b="0" i="0" u="none" strike="noStrike" noProof="0">
                          <a:solidFill>
                            <a:srgbClr val="243447"/>
                          </a:solidFill>
                          <a:effectLst/>
                          <a:latin typeface="맑은 고딕"/>
                          <a:ea typeface="맑은 고딕"/>
                        </a:rPr>
                        <a:t>with</a:t>
                      </a:r>
                      <a:r>
                        <a:rPr lang="en-US" altLang="ko-KR" sz="1300" b="0" i="0" u="none" strike="noStrike" noProof="0">
                          <a:solidFill>
                            <a:srgbClr val="243447"/>
                          </a:solidFill>
                          <a:effectLst/>
                          <a:latin typeface="맑은 고딕"/>
                          <a:ea typeface="맑은 고딕"/>
                        </a:rPr>
                        <a:t> </a:t>
                      </a:r>
                      <a:r>
                        <a:rPr lang="en-US" sz="1300" b="0" i="0" u="none" strike="noStrike" noProof="0">
                          <a:solidFill>
                            <a:srgbClr val="243447"/>
                          </a:solidFill>
                          <a:effectLst/>
                          <a:latin typeface="맑은 고딕"/>
                          <a:ea typeface="맑은 고딕"/>
                        </a:rPr>
                        <a:t>no</a:t>
                      </a:r>
                      <a:r>
                        <a:rPr lang="en-US" altLang="ko-KR" sz="1300" b="0" i="0" u="none" strike="noStrike" noProof="0">
                          <a:solidFill>
                            <a:srgbClr val="243447"/>
                          </a:solidFill>
                          <a:effectLst/>
                          <a:latin typeface="맑은 고딕"/>
                          <a:ea typeface="맑은 고딕"/>
                        </a:rPr>
                        <a:t> </a:t>
                      </a:r>
                      <a:r>
                        <a:rPr lang="en-US" sz="1300" b="0" i="0" u="none" strike="noStrike" noProof="0">
                          <a:solidFill>
                            <a:srgbClr val="243447"/>
                          </a:solidFill>
                          <a:effectLst/>
                          <a:latin typeface="맑은 고딕"/>
                          <a:ea typeface="맑은 고딕"/>
                        </a:rPr>
                        <a:t>external</a:t>
                      </a:r>
                      <a:r>
                        <a:rPr lang="en-US" altLang="ko-KR" sz="1300" b="0" i="0" u="none" strike="noStrike" noProof="0">
                          <a:solidFill>
                            <a:srgbClr val="243447"/>
                          </a:solidFill>
                          <a:effectLst/>
                          <a:latin typeface="맑은 고딕"/>
                          <a:ea typeface="맑은 고딕"/>
                        </a:rPr>
                        <a:t> </a:t>
                      </a:r>
                      <a:r>
                        <a:rPr lang="en-US" sz="1300" b="0" i="0" u="none" strike="noStrike" noProof="0">
                          <a:solidFill>
                            <a:srgbClr val="243447"/>
                          </a:solidFill>
                          <a:effectLst/>
                          <a:latin typeface="맑은 고딕"/>
                          <a:ea typeface="맑은 고딕"/>
                        </a:rPr>
                        <a:t>AI</a:t>
                      </a:r>
                      <a:r>
                        <a:rPr lang="en-US" altLang="ko-KR" sz="1300" b="0" i="0" u="none" strike="noStrike" noProof="0">
                          <a:solidFill>
                            <a:srgbClr val="243447"/>
                          </a:solidFill>
                          <a:effectLst/>
                          <a:latin typeface="맑은 고딕"/>
                          <a:ea typeface="맑은 고딕"/>
                        </a:rPr>
                        <a:t>/model </a:t>
                      </a:r>
                      <a:r>
                        <a:rPr lang="en-US" sz="1300" b="0" i="0" u="none" strike="noStrike" noProof="0">
                          <a:solidFill>
                            <a:srgbClr val="243447"/>
                          </a:solidFill>
                          <a:effectLst/>
                          <a:latin typeface="맑은 고딕"/>
                          <a:ea typeface="맑은 고딕"/>
                        </a:rPr>
                        <a:t>dependency</a:t>
                      </a:r>
                      <a:r>
                        <a:rPr lang="en-US" altLang="ko-KR" sz="1300" b="0" i="0" u="none" strike="noStrike" noProof="0">
                          <a:solidFill>
                            <a:srgbClr val="243447"/>
                          </a:solidFill>
                          <a:effectLst/>
                          <a:latin typeface="맑은 고딕"/>
                          <a:ea typeface="맑은 고딕"/>
                        </a:rPr>
                        <a:t>.</a:t>
                      </a:r>
                      <a:endParaRPr lang="en-US">
                        <a:latin typeface="맑은 고딕"/>
                        <a:ea typeface="맑은 고딕"/>
                      </a:endParaRPr>
                    </a:p>
                  </a:txBody>
                  <a:tcP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967445963"/>
                  </a:ext>
                </a:extLst>
              </a:tr>
            </a:tbl>
          </a:graphicData>
        </a:graphic>
      </p:graphicFrame>
    </p:spTree>
    <p:extLst>
      <p:ext uri="{BB962C8B-B14F-4D97-AF65-F5344CB8AC3E}">
        <p14:creationId xmlns:p14="http://schemas.microsoft.com/office/powerpoint/2010/main" val="199439278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44D7DF-641B-ADBE-9D3D-9FB9FD3CE049}"/>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5B76C7B-2FF6-912C-D370-039E96D771BB}"/>
              </a:ext>
            </a:extLst>
          </p:cNvPr>
          <p:cNvSpPr>
            <a:spLocks noGrp="1"/>
          </p:cNvSpPr>
          <p:nvPr>
            <p:ph type="sldNum" sz="quarter" idx="4"/>
          </p:nvPr>
        </p:nvSpPr>
        <p:spPr/>
        <p:txBody>
          <a:bodyPr/>
          <a:lstStyle/>
          <a:p>
            <a:fld id="{4EA1E582-E1CC-4474-812F-1657BC5920B7}" type="slidenum">
              <a:rPr lang="ko-KR" altLang="en-US" smtClean="0"/>
              <a:t>43</a:t>
            </a:fld>
            <a:endParaRPr lang="ko-KR" altLang="en-US"/>
          </a:p>
        </p:txBody>
      </p:sp>
      <p:sp>
        <p:nvSpPr>
          <p:cNvPr id="5" name="Text Placeholder 4">
            <a:extLst>
              <a:ext uri="{FF2B5EF4-FFF2-40B4-BE49-F238E27FC236}">
                <a16:creationId xmlns:a16="http://schemas.microsoft.com/office/drawing/2014/main" id="{FB991F76-CD94-7D14-C2B0-1588B1CDBE5E}"/>
              </a:ext>
            </a:extLst>
          </p:cNvPr>
          <p:cNvSpPr>
            <a:spLocks noGrp="1"/>
          </p:cNvSpPr>
          <p:nvPr>
            <p:ph type="body" sz="quarter" idx="11"/>
          </p:nvPr>
        </p:nvSpPr>
        <p:spPr/>
        <p:txBody>
          <a:bodyPr/>
          <a:lstStyle/>
          <a:p>
            <a:endParaRPr lang="en-US"/>
          </a:p>
        </p:txBody>
      </p:sp>
      <p:sp>
        <p:nvSpPr>
          <p:cNvPr id="7" name="제목 3">
            <a:extLst>
              <a:ext uri="{FF2B5EF4-FFF2-40B4-BE49-F238E27FC236}">
                <a16:creationId xmlns:a16="http://schemas.microsoft.com/office/drawing/2014/main" id="{9166EAAC-91AC-1A85-A5DA-A09AE9A2DE42}"/>
              </a:ext>
            </a:extLst>
          </p:cNvPr>
          <p:cNvSpPr txBox="1">
            <a:spLocks/>
          </p:cNvSpPr>
          <p:nvPr/>
        </p:nvSpPr>
        <p:spPr>
          <a:xfrm>
            <a:off x="299562" y="252336"/>
            <a:ext cx="10666268" cy="464670"/>
          </a:xfrm>
          <a:prstGeom prst="rect">
            <a:avLst/>
          </a:prstGeom>
        </p:spPr>
        <p:txBody>
          <a:bodyPr lIns="91440" tIns="45720" rIns="91440" bIns="45720" anchor="ctr" anchorCtr="0"/>
          <a:lstStyle>
            <a:lvl1pPr algn="l" rtl="0" eaLnBrk="1" fontAlgn="base" latinLnBrk="1" hangingPunct="1">
              <a:spcBef>
                <a:spcPct val="0"/>
              </a:spcBef>
              <a:spcAft>
                <a:spcPct val="0"/>
              </a:spcAft>
              <a:defRPr lang="ko-KR" altLang="en-US" sz="2400" b="1" kern="1200" baseline="0" dirty="0">
                <a:ln>
                  <a:solidFill>
                    <a:schemeClr val="accent1">
                      <a:alpha val="0"/>
                    </a:schemeClr>
                  </a:solidFill>
                </a:ln>
                <a:solidFill>
                  <a:srgbClr val="144772"/>
                </a:solidFill>
                <a:effectLst>
                  <a:glow rad="127000">
                    <a:schemeClr val="bg1"/>
                  </a:glow>
                  <a:outerShdw blurRad="38100" dist="38100" dir="2700000" algn="tl" rotWithShape="0">
                    <a:prstClr val="black">
                      <a:alpha val="40000"/>
                    </a:prstClr>
                  </a:outerShdw>
                </a:effectLst>
                <a:latin typeface="Pretendard Black" panose="02000A03000000020004" pitchFamily="50" charset="-127"/>
                <a:ea typeface="Pretendard Black" panose="02000A03000000020004" pitchFamily="50" charset="-127"/>
                <a:cs typeface="Pretendard Black" panose="02000A03000000020004" pitchFamily="50" charset="-127"/>
              </a:defRPr>
            </a:lvl1pPr>
            <a:lvl2pPr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2pPr>
            <a:lvl3pPr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3pPr>
            <a:lvl4pPr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4pPr>
            <a:lvl5pPr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5pPr>
            <a:lvl6pPr marL="457200"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6pPr>
            <a:lvl7pPr marL="914400"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7pPr>
            <a:lvl8pPr marL="1371600"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8pPr>
            <a:lvl9pPr marL="1828800"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9pPr>
          </a:lstStyle>
          <a:p>
            <a:r>
              <a:rPr lang="ko-KR" err="1">
                <a:ln>
                  <a:solidFill>
                    <a:srgbClr val="4F81BD">
                      <a:alpha val="0"/>
                    </a:srgbClr>
                  </a:solidFill>
                </a:ln>
                <a:effectLst>
                  <a:glow rad="127000">
                    <a:prstClr val="white"/>
                  </a:glow>
                  <a:outerShdw blurRad="38100" dist="38100" dir="2700000" algn="tl" rotWithShape="0">
                    <a:prstClr val="black">
                      <a:alpha val="40000"/>
                    </a:prstClr>
                  </a:outerShdw>
                </a:effectLst>
                <a:latin typeface="Arial"/>
                <a:ea typeface="Pretendard Black"/>
                <a:cs typeface="Arial"/>
              </a:rPr>
              <a:t>세이퍼존</a:t>
            </a:r>
            <a:r>
              <a:rPr lang="ko-KR">
                <a:ln>
                  <a:solidFill>
                    <a:srgbClr val="4F81BD">
                      <a:alpha val="0"/>
                    </a:srgbClr>
                  </a:solidFill>
                </a:ln>
                <a:effectLst>
                  <a:glow rad="127000">
                    <a:prstClr val="white"/>
                  </a:glow>
                  <a:outerShdw blurRad="38100" dist="38100" dir="2700000" algn="tl" rotWithShape="0">
                    <a:prstClr val="black">
                      <a:alpha val="40000"/>
                    </a:prstClr>
                  </a:outerShdw>
                </a:effectLst>
                <a:latin typeface="Arial"/>
                <a:ea typeface="Pretendard Black"/>
                <a:cs typeface="Arial"/>
              </a:rPr>
              <a:t> </a:t>
            </a:r>
            <a:r>
              <a:rPr lang="ko-KR" altLang="en-US">
                <a:ln>
                  <a:solidFill>
                    <a:srgbClr val="4F81BD">
                      <a:alpha val="0"/>
                    </a:srgbClr>
                  </a:solidFill>
                </a:ln>
                <a:effectLst>
                  <a:glow rad="127000">
                    <a:prstClr val="white"/>
                  </a:glow>
                  <a:outerShdw blurRad="38100" dist="38100" dir="2700000" algn="tl" rotWithShape="0">
                    <a:prstClr val="black">
                      <a:alpha val="40000"/>
                    </a:prstClr>
                  </a:outerShdw>
                </a:effectLst>
                <a:latin typeface="Arial"/>
                <a:ea typeface="Pretendard Black"/>
                <a:cs typeface="Arial"/>
              </a:rPr>
              <a:t>(</a:t>
            </a:r>
            <a:r>
              <a:rPr lang="ko-KR" altLang="en-US">
                <a:ln>
                  <a:solidFill>
                    <a:srgbClr val="4F81BD">
                      <a:alpha val="0"/>
                    </a:srgbClr>
                  </a:solidFill>
                </a:ln>
                <a:effectLst>
                  <a:glow rad="127000">
                    <a:prstClr val="white"/>
                  </a:glow>
                  <a:outerShdw blurRad="38100" dist="38100" dir="2700000" algn="tl" rotWithShape="0">
                    <a:prstClr val="black">
                      <a:alpha val="40000"/>
                    </a:prstClr>
                  </a:outerShdw>
                </a:effectLst>
                <a:latin typeface="Arial"/>
                <a:ea typeface="Pretendard Black"/>
              </a:rPr>
              <a:t>Sercan): </a:t>
            </a:r>
            <a:r>
              <a:rPr lang="ko-KR" b="0">
                <a:ln>
                  <a:solidFill>
                    <a:srgbClr val="4F81BD">
                      <a:alpha val="0"/>
                    </a:srgbClr>
                  </a:solidFill>
                </a:ln>
                <a:effectLst>
                  <a:glow rad="127000">
                    <a:prstClr val="white"/>
                  </a:glow>
                  <a:outerShdw blurRad="38100" dist="38100" dir="2700000" algn="tl" rotWithShape="0">
                    <a:prstClr val="black">
                      <a:alpha val="40000"/>
                    </a:prstClr>
                  </a:outerShdw>
                </a:effectLst>
                <a:latin typeface="Arial"/>
                <a:ea typeface="Pretendard Black"/>
              </a:rPr>
              <a:t>D6 Compliance</a:t>
            </a:r>
            <a:endParaRPr lang="en-US" altLang="ko-KR">
              <a:ln>
                <a:solidFill>
                  <a:srgbClr val="4F81BD">
                    <a:alpha val="0"/>
                  </a:srgbClr>
                </a:solidFill>
              </a:ln>
              <a:effectLst>
                <a:glow rad="127000">
                  <a:prstClr val="white"/>
                </a:glow>
                <a:outerShdw blurRad="38100" dist="38100" dir="2700000" algn="tl" rotWithShape="0">
                  <a:prstClr val="black">
                    <a:alpha val="40000"/>
                  </a:prstClr>
                </a:outerShdw>
              </a:effectLst>
              <a:latin typeface="Pretendard Black"/>
            </a:endParaRPr>
          </a:p>
        </p:txBody>
      </p:sp>
      <p:graphicFrame>
        <p:nvGraphicFramePr>
          <p:cNvPr id="6" name="Table 5">
            <a:extLst>
              <a:ext uri="{FF2B5EF4-FFF2-40B4-BE49-F238E27FC236}">
                <a16:creationId xmlns:a16="http://schemas.microsoft.com/office/drawing/2014/main" id="{3BAADE4B-7C17-83F4-68B4-7CC802D7EFD6}"/>
              </a:ext>
            </a:extLst>
          </p:cNvPr>
          <p:cNvGraphicFramePr>
            <a:graphicFrameLocks noGrp="1"/>
          </p:cNvGraphicFramePr>
          <p:nvPr/>
        </p:nvGraphicFramePr>
        <p:xfrm>
          <a:off x="436880" y="985520"/>
          <a:ext cx="10937425" cy="5719573"/>
        </p:xfrm>
        <a:graphic>
          <a:graphicData uri="http://schemas.openxmlformats.org/drawingml/2006/table">
            <a:tbl>
              <a:tblPr firstRow="1" bandRow="1">
                <a:tableStyleId>{9D7B26C5-4107-4FEC-AEDC-1716B250A1EF}</a:tableStyleId>
              </a:tblPr>
              <a:tblGrid>
                <a:gridCol w="953786">
                  <a:extLst>
                    <a:ext uri="{9D8B030D-6E8A-4147-A177-3AD203B41FA5}">
                      <a16:colId xmlns:a16="http://schemas.microsoft.com/office/drawing/2014/main" val="3761190961"/>
                    </a:ext>
                  </a:extLst>
                </a:gridCol>
                <a:gridCol w="3594302">
                  <a:extLst>
                    <a:ext uri="{9D8B030D-6E8A-4147-A177-3AD203B41FA5}">
                      <a16:colId xmlns:a16="http://schemas.microsoft.com/office/drawing/2014/main" val="3009874471"/>
                    </a:ext>
                  </a:extLst>
                </a:gridCol>
                <a:gridCol w="1376009">
                  <a:extLst>
                    <a:ext uri="{9D8B030D-6E8A-4147-A177-3AD203B41FA5}">
                      <a16:colId xmlns:a16="http://schemas.microsoft.com/office/drawing/2014/main" val="316164474"/>
                    </a:ext>
                  </a:extLst>
                </a:gridCol>
                <a:gridCol w="5013328">
                  <a:extLst>
                    <a:ext uri="{9D8B030D-6E8A-4147-A177-3AD203B41FA5}">
                      <a16:colId xmlns:a16="http://schemas.microsoft.com/office/drawing/2014/main" val="1510347205"/>
                    </a:ext>
                  </a:extLst>
                </a:gridCol>
              </a:tblGrid>
              <a:tr h="348460">
                <a:tc>
                  <a:txBody>
                    <a:bodyPr/>
                    <a:lstStyle/>
                    <a:p>
                      <a:pPr algn="ctr"/>
                      <a:r>
                        <a:rPr lang="en-US" sz="1200">
                          <a:latin typeface="Arial"/>
                          <a:cs typeface="Arial"/>
                        </a:rPr>
                        <a:t>ID</a:t>
                      </a:r>
                    </a:p>
                  </a:txBody>
                  <a:tcPr>
                    <a:lnL w="12700">
                      <a:solidFill>
                        <a:schemeClr val="tx1"/>
                      </a:solidFill>
                    </a:lnL>
                    <a:lnR w="12700">
                      <a:solidFill>
                        <a:schemeClr val="tx1"/>
                      </a:solidFill>
                    </a:lnR>
                    <a:lnT w="12700">
                      <a:solidFill>
                        <a:schemeClr val="tx1"/>
                      </a:solidFill>
                    </a:lnT>
                    <a:lnB w="12700">
                      <a:solidFill>
                        <a:schemeClr val="tx1"/>
                      </a:solidFill>
                    </a:lnB>
                    <a:solidFill>
                      <a:schemeClr val="accent5">
                        <a:lumMod val="20000"/>
                        <a:lumOff val="80000"/>
                      </a:schemeClr>
                    </a:solidFill>
                  </a:tcPr>
                </a:tc>
                <a:tc>
                  <a:txBody>
                    <a:bodyPr/>
                    <a:lstStyle/>
                    <a:p>
                      <a:pPr algn="ctr"/>
                      <a:r>
                        <a:rPr lang="en-US" sz="1200">
                          <a:latin typeface="Arial"/>
                          <a:cs typeface="Arial"/>
                        </a:rPr>
                        <a:t>Capability</a:t>
                      </a:r>
                    </a:p>
                  </a:txBody>
                  <a:tcPr>
                    <a:lnL w="12700">
                      <a:solidFill>
                        <a:schemeClr val="tx1"/>
                      </a:solidFill>
                    </a:lnL>
                    <a:lnR w="12700">
                      <a:solidFill>
                        <a:schemeClr val="tx1"/>
                      </a:solidFill>
                    </a:lnR>
                    <a:lnT w="12700">
                      <a:solidFill>
                        <a:schemeClr val="tx1"/>
                      </a:solidFill>
                    </a:lnT>
                    <a:lnB w="12700">
                      <a:solidFill>
                        <a:schemeClr val="tx1"/>
                      </a:solidFill>
                    </a:lnB>
                    <a:solidFill>
                      <a:schemeClr val="accent5">
                        <a:lumMod val="20000"/>
                        <a:lumOff val="80000"/>
                      </a:schemeClr>
                    </a:solidFill>
                  </a:tcPr>
                </a:tc>
                <a:tc>
                  <a:txBody>
                    <a:bodyPr/>
                    <a:lstStyle/>
                    <a:p>
                      <a:pPr algn="ctr"/>
                      <a:r>
                        <a:rPr lang="en-US" sz="1200">
                          <a:latin typeface="Arial"/>
                          <a:cs typeface="Arial"/>
                        </a:rPr>
                        <a:t>Availability</a:t>
                      </a:r>
                    </a:p>
                  </a:txBody>
                  <a:tcPr>
                    <a:lnL w="12700">
                      <a:solidFill>
                        <a:schemeClr val="tx1"/>
                      </a:solidFill>
                    </a:lnL>
                    <a:lnR w="12700">
                      <a:solidFill>
                        <a:schemeClr val="tx1"/>
                      </a:solidFill>
                    </a:lnR>
                    <a:lnT w="12700">
                      <a:solidFill>
                        <a:schemeClr val="tx1"/>
                      </a:solidFill>
                    </a:lnT>
                    <a:lnB w="12700">
                      <a:solidFill>
                        <a:schemeClr val="tx1"/>
                      </a:solidFill>
                    </a:lnB>
                    <a:solidFill>
                      <a:schemeClr val="accent5">
                        <a:lumMod val="20000"/>
                        <a:lumOff val="80000"/>
                      </a:schemeClr>
                    </a:solidFill>
                  </a:tcPr>
                </a:tc>
                <a:tc>
                  <a:txBody>
                    <a:bodyPr/>
                    <a:lstStyle/>
                    <a:p>
                      <a:pPr algn="ctr"/>
                      <a:r>
                        <a:rPr lang="en-US" sz="1200">
                          <a:latin typeface="Arial"/>
                          <a:cs typeface="Arial"/>
                        </a:rPr>
                        <a:t>References</a:t>
                      </a:r>
                    </a:p>
                  </a:txBody>
                  <a:tcPr>
                    <a:lnL w="12700">
                      <a:solidFill>
                        <a:schemeClr val="tx1"/>
                      </a:solidFill>
                    </a:lnL>
                    <a:lnR w="12700">
                      <a:solidFill>
                        <a:schemeClr val="tx1"/>
                      </a:solidFill>
                    </a:lnR>
                    <a:lnT w="12700">
                      <a:solidFill>
                        <a:schemeClr val="tx1"/>
                      </a:solidFill>
                    </a:lnT>
                    <a:lnB w="12700">
                      <a:solidFill>
                        <a:schemeClr val="tx1"/>
                      </a:solidFill>
                    </a:lnB>
                    <a:solidFill>
                      <a:schemeClr val="accent5">
                        <a:lumMod val="20000"/>
                        <a:lumOff val="80000"/>
                      </a:schemeClr>
                    </a:solidFill>
                  </a:tcPr>
                </a:tc>
                <a:extLst>
                  <a:ext uri="{0D108BD9-81ED-4DB2-BD59-A6C34878D82A}">
                    <a16:rowId xmlns:a16="http://schemas.microsoft.com/office/drawing/2014/main" val="1080965025"/>
                  </a:ext>
                </a:extLst>
              </a:tr>
              <a:tr h="696923">
                <a:tc>
                  <a:txBody>
                    <a:bodyPr/>
                    <a:lstStyle/>
                    <a:p>
                      <a:pPr algn="ctr"/>
                      <a:r>
                        <a:rPr lang="en-US" sz="1200">
                          <a:latin typeface="Arial"/>
                          <a:cs typeface="Arial"/>
                        </a:rPr>
                        <a:t>D6-01</a:t>
                      </a:r>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lvl="0" algn="ctr">
                        <a:lnSpc>
                          <a:spcPct val="100000"/>
                        </a:lnSpc>
                        <a:spcBef>
                          <a:spcPts val="0"/>
                        </a:spcBef>
                        <a:spcAft>
                          <a:spcPts val="0"/>
                        </a:spcAft>
                        <a:buNone/>
                      </a:pPr>
                      <a:r>
                        <a:rPr lang="en-US" altLang="ko-KR" sz="1200" b="0" i="0" u="none" strike="noStrike" noProof="0">
                          <a:effectLst/>
                        </a:rPr>
                        <a:t>Security </a:t>
                      </a:r>
                      <a:r>
                        <a:rPr lang="en-US" sz="1200" b="0" i="0" u="none" strike="noStrike" noProof="0">
                          <a:effectLst/>
                        </a:rPr>
                        <a:t>verification / CC </a:t>
                      </a:r>
                      <a:r>
                        <a:rPr lang="en-US" altLang="ko-KR" sz="1200" b="0" i="0" u="none" strike="noStrike" noProof="0">
                          <a:effectLst/>
                        </a:rPr>
                        <a:t>for </a:t>
                      </a:r>
                      <a:r>
                        <a:rPr lang="en-US" sz="1200" b="0" i="0" u="none" strike="noStrike" noProof="0">
                          <a:effectLst/>
                        </a:rPr>
                        <a:t>DLP</a:t>
                      </a:r>
                      <a:endParaRPr lang="en-US" sz="1200"/>
                    </a:p>
                  </a:txBody>
                  <a:tcPr marL="0" marR="0" marT="0" marB="0" anchor="ctr">
                    <a:lnL w="12700">
                      <a:solidFill>
                        <a:schemeClr val="tx1"/>
                      </a:solidFill>
                    </a:lnL>
                    <a:lnR w="12700" cap="flat" cmpd="sng" algn="ctr">
                      <a:solidFill>
                        <a:schemeClr val="tx1"/>
                      </a:solidFill>
                      <a:prstDash val="solid"/>
                      <a:round/>
                      <a:headEnd type="none" w="med" len="med"/>
                      <a:tailEnd type="none" w="med" len="med"/>
                    </a:lnR>
                    <a:lnT w="12700">
                      <a:solidFill>
                        <a:schemeClr val="tx1"/>
                      </a:solidFill>
                    </a:lnT>
                    <a:lnB w="12700">
                      <a:solidFill>
                        <a:schemeClr val="tx1"/>
                      </a:solidFill>
                    </a:lnB>
                    <a:solidFill>
                      <a:schemeClr val="bg1"/>
                    </a:solidFill>
                  </a:tcPr>
                </a:tc>
                <a:tc>
                  <a:txBody>
                    <a:bodyPr/>
                    <a:lstStyle/>
                    <a:p>
                      <a:pPr lvl="0" algn="ctr">
                        <a:lnSpc>
                          <a:spcPct val="100000"/>
                        </a:lnSpc>
                        <a:spcBef>
                          <a:spcPts val="0"/>
                        </a:spcBef>
                        <a:spcAft>
                          <a:spcPts val="0"/>
                        </a:spcAft>
                        <a:buNone/>
                      </a:pPr>
                      <a:r>
                        <a:rPr lang="en-US" sz="1100" b="0" i="0" u="none" strike="noStrike" noProof="0">
                          <a:solidFill>
                            <a:srgbClr val="000000"/>
                          </a:solidFill>
                          <a:latin typeface="Malgun Gothic"/>
                          <a:ea typeface="Malgun Gothic"/>
                          <a:cs typeface="Arial"/>
                        </a:rPr>
                        <a:t>●</a:t>
                      </a:r>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lvl="0" algn="ctr">
                        <a:buNone/>
                      </a:pPr>
                      <a:r>
                        <a:rPr lang="en-US" sz="1200" b="0" i="0" u="none" strike="noStrike" noProof="0">
                          <a:latin typeface="맑은 고딕"/>
                          <a:ea typeface="맑은 고딕"/>
                        </a:rPr>
                        <a:t>SaferZone’s official product page lists a </a:t>
                      </a:r>
                      <a:r>
                        <a:rPr lang="ko-KR" altLang="en-US" sz="1200" b="1" i="0" u="none" strike="noStrike" noProof="0">
                          <a:latin typeface="맑은 고딕"/>
                          <a:ea typeface="맑은 고딕"/>
                        </a:rPr>
                        <a:t>보안기능확인서</a:t>
                      </a:r>
                      <a:r>
                        <a:rPr lang="en-US" sz="1200" b="0" i="0" u="none" strike="noStrike" noProof="0">
                          <a:latin typeface="맑은 고딕"/>
                          <a:ea typeface="맑은 고딕"/>
                        </a:rPr>
                        <a:t> for DLP, and company history also states National Intelligence Service security-function certification for SaferZone DLP/USB V10. [S1,S2]</a:t>
                      </a:r>
                      <a:endParaRPr lang="en-US">
                        <a:latin typeface="맑은 고딕"/>
                        <a:ea typeface="맑은 고딕"/>
                      </a:endParaRPr>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extLst>
                  <a:ext uri="{0D108BD9-81ED-4DB2-BD59-A6C34878D82A}">
                    <a16:rowId xmlns:a16="http://schemas.microsoft.com/office/drawing/2014/main" val="2715742840"/>
                  </a:ext>
                </a:extLst>
              </a:tr>
              <a:tr h="696923">
                <a:tc>
                  <a:txBody>
                    <a:bodyPr/>
                    <a:lstStyle/>
                    <a:p>
                      <a:pPr lvl="0" algn="ctr">
                        <a:lnSpc>
                          <a:spcPct val="100000"/>
                        </a:lnSpc>
                        <a:spcBef>
                          <a:spcPts val="0"/>
                        </a:spcBef>
                        <a:spcAft>
                          <a:spcPts val="0"/>
                        </a:spcAft>
                        <a:buNone/>
                      </a:pPr>
                      <a:r>
                        <a:rPr lang="en-US" sz="1200" b="0" i="0" u="none" strike="noStrike" noProof="0">
                          <a:solidFill>
                            <a:srgbClr val="000000"/>
                          </a:solidFill>
                          <a:latin typeface="Arial"/>
                          <a:cs typeface="Arial"/>
                        </a:rPr>
                        <a:t>D6-02</a:t>
                      </a:r>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lvl="0" algn="ctr">
                        <a:lnSpc>
                          <a:spcPct val="100000"/>
                        </a:lnSpc>
                        <a:spcBef>
                          <a:spcPts val="0"/>
                        </a:spcBef>
                        <a:spcAft>
                          <a:spcPts val="0"/>
                        </a:spcAft>
                        <a:buNone/>
                      </a:pPr>
                      <a:r>
                        <a:rPr lang="en-US" sz="1200" b="0" i="0" u="none" strike="noStrike" noProof="0">
                          <a:effectLst/>
                        </a:rPr>
                        <a:t>GS </a:t>
                      </a:r>
                      <a:r>
                        <a:rPr lang="en-US" altLang="ko-KR" sz="1200" b="0" i="0" u="none" strike="noStrike" noProof="0">
                          <a:effectLst/>
                        </a:rPr>
                        <a:t>certification</a:t>
                      </a:r>
                      <a:endParaRPr lang="en-US" sz="1200"/>
                    </a:p>
                  </a:txBody>
                  <a:tcPr marL="0" marR="0" marT="0" marB="0" anchor="ctr">
                    <a:lnL w="12700">
                      <a:solidFill>
                        <a:schemeClr val="tx1"/>
                      </a:solidFill>
                    </a:lnL>
                    <a:lnR w="12700" cap="flat" cmpd="sng" algn="ctr">
                      <a:solidFill>
                        <a:schemeClr val="tx1"/>
                      </a:solidFill>
                      <a:prstDash val="solid"/>
                      <a:round/>
                      <a:headEnd type="none" w="med" len="med"/>
                      <a:tailEnd type="none" w="med" len="med"/>
                    </a:lnR>
                    <a:lnT w="12700">
                      <a:solidFill>
                        <a:schemeClr val="tx1"/>
                      </a:solidFill>
                    </a:lnT>
                    <a:lnB w="12700">
                      <a:solidFill>
                        <a:schemeClr val="tx1"/>
                      </a:solidFill>
                    </a:lnB>
                    <a:solidFill>
                      <a:schemeClr val="bg1"/>
                    </a:solidFill>
                  </a:tcPr>
                </a:tc>
                <a:tc>
                  <a:txBody>
                    <a:bodyPr/>
                    <a:lstStyle/>
                    <a:p>
                      <a:pPr lvl="0" algn="ctr">
                        <a:lnSpc>
                          <a:spcPct val="100000"/>
                        </a:lnSpc>
                        <a:spcBef>
                          <a:spcPts val="0"/>
                        </a:spcBef>
                        <a:spcAft>
                          <a:spcPts val="0"/>
                        </a:spcAft>
                        <a:buNone/>
                      </a:pPr>
                      <a:r>
                        <a:rPr lang="en-US" sz="1100" b="0" i="0" u="none" strike="noStrike" noProof="0">
                          <a:solidFill>
                            <a:srgbClr val="000000"/>
                          </a:solidFill>
                          <a:latin typeface="Malgun Gothic"/>
                          <a:ea typeface="Malgun Gothic"/>
                          <a:cs typeface="Arial"/>
                        </a:rPr>
                        <a:t>●</a:t>
                      </a:r>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lvl="0" algn="ctr">
                        <a:buNone/>
                      </a:pPr>
                      <a:r>
                        <a:rPr lang="en-US" sz="1200" b="1" i="0" u="none" strike="noStrike" noProof="0">
                          <a:latin typeface="맑은 고딕"/>
                          <a:ea typeface="맑은 고딕"/>
                        </a:rPr>
                        <a:t>SaferZone DLP V10</a:t>
                      </a:r>
                      <a:r>
                        <a:rPr lang="en-US" sz="1200" b="0" i="0" u="none" strike="noStrike" noProof="0">
                          <a:latin typeface="맑은 고딕"/>
                          <a:ea typeface="맑은 고딕"/>
                        </a:rPr>
                        <a:t> received </a:t>
                      </a:r>
                      <a:r>
                        <a:rPr lang="en-US" sz="1200" b="1" i="0" u="none" strike="noStrike" noProof="0">
                          <a:latin typeface="맑은 고딕"/>
                          <a:ea typeface="맑은 고딕"/>
                        </a:rPr>
                        <a:t>GS Grade 1</a:t>
                      </a:r>
                      <a:r>
                        <a:rPr lang="en-US" sz="1200" b="0" i="0" u="none" strike="noStrike" noProof="0">
                          <a:latin typeface="맑은 고딕"/>
                          <a:ea typeface="맑은 고딕"/>
                        </a:rPr>
                        <a:t> certification from TTA; the official product page also lists GS certification. [S1,S3]</a:t>
                      </a:r>
                      <a:endParaRPr lang="en-US">
                        <a:latin typeface="맑은 고딕"/>
                        <a:ea typeface="맑은 고딕"/>
                      </a:endParaRPr>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extLst>
                  <a:ext uri="{0D108BD9-81ED-4DB2-BD59-A6C34878D82A}">
                    <a16:rowId xmlns:a16="http://schemas.microsoft.com/office/drawing/2014/main" val="2181622584"/>
                  </a:ext>
                </a:extLst>
              </a:tr>
              <a:tr h="696923">
                <a:tc>
                  <a:txBody>
                    <a:bodyPr/>
                    <a:lstStyle/>
                    <a:p>
                      <a:pPr lvl="0" algn="ctr">
                        <a:lnSpc>
                          <a:spcPct val="100000"/>
                        </a:lnSpc>
                        <a:spcBef>
                          <a:spcPts val="0"/>
                        </a:spcBef>
                        <a:spcAft>
                          <a:spcPts val="0"/>
                        </a:spcAft>
                        <a:buNone/>
                      </a:pPr>
                      <a:r>
                        <a:rPr lang="en-US" sz="1200" b="0" i="0" u="none" strike="noStrike" noProof="0">
                          <a:solidFill>
                            <a:srgbClr val="000000"/>
                          </a:solidFill>
                          <a:latin typeface="Arial"/>
                          <a:cs typeface="Arial"/>
                        </a:rPr>
                        <a:t>D6-03</a:t>
                      </a:r>
                      <a:endParaRPr lang="en-US" sz="1200">
                        <a:latin typeface="Arial"/>
                        <a:cs typeface="Arial"/>
                      </a:endParaRPr>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lvl="0" algn="ctr">
                        <a:lnSpc>
                          <a:spcPct val="100000"/>
                        </a:lnSpc>
                        <a:spcBef>
                          <a:spcPts val="0"/>
                        </a:spcBef>
                        <a:spcAft>
                          <a:spcPts val="0"/>
                        </a:spcAft>
                        <a:buNone/>
                      </a:pPr>
                      <a:r>
                        <a:rPr lang="en-US" sz="1200" b="0" i="0" u="none" strike="noStrike" noProof="0">
                          <a:effectLst/>
                        </a:rPr>
                        <a:t>Korean public procurement listing</a:t>
                      </a:r>
                      <a:endParaRPr lang="en-US" sz="1200"/>
                    </a:p>
                  </a:txBody>
                  <a:tcPr marL="0" marR="0" marT="0" marB="0" anchor="ctr">
                    <a:lnL w="12700">
                      <a:solidFill>
                        <a:schemeClr val="tx1"/>
                      </a:solidFill>
                    </a:lnL>
                    <a:lnR w="12700" cap="flat" cmpd="sng" algn="ctr">
                      <a:solidFill>
                        <a:schemeClr val="tx1"/>
                      </a:solidFill>
                      <a:prstDash val="solid"/>
                      <a:round/>
                      <a:headEnd type="none" w="med" len="med"/>
                      <a:tailEnd type="none" w="med" len="med"/>
                    </a:lnR>
                    <a:lnT w="12700">
                      <a:solidFill>
                        <a:schemeClr val="tx1"/>
                      </a:solidFill>
                    </a:lnT>
                    <a:lnB w="12700">
                      <a:solidFill>
                        <a:schemeClr val="tx1"/>
                      </a:solidFill>
                    </a:lnB>
                    <a:solidFill>
                      <a:schemeClr val="bg1"/>
                    </a:solidFill>
                  </a:tcPr>
                </a:tc>
                <a:tc>
                  <a:txBody>
                    <a:bodyPr/>
                    <a:lstStyle/>
                    <a:p>
                      <a:pPr lvl="0" algn="ctr">
                        <a:lnSpc>
                          <a:spcPct val="100000"/>
                        </a:lnSpc>
                        <a:spcBef>
                          <a:spcPts val="0"/>
                        </a:spcBef>
                        <a:spcAft>
                          <a:spcPts val="0"/>
                        </a:spcAft>
                        <a:buNone/>
                      </a:pPr>
                      <a:r>
                        <a:rPr lang="en-US" sz="1100" b="0" i="0" u="none" strike="noStrike" noProof="0">
                          <a:solidFill>
                            <a:srgbClr val="000000"/>
                          </a:solidFill>
                          <a:latin typeface="Malgun Gothic"/>
                          <a:ea typeface="Malgun Gothic"/>
                          <a:cs typeface="Arial"/>
                        </a:rPr>
                        <a:t>●</a:t>
                      </a:r>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lvl="0" algn="ctr">
                        <a:buNone/>
                      </a:pPr>
                      <a:r>
                        <a:rPr lang="en-US" sz="1200" b="1" i="0" u="none" strike="noStrike" noProof="0">
                          <a:latin typeface="맑은 고딕"/>
                          <a:ea typeface="맑은 고딕"/>
                        </a:rPr>
                        <a:t>SaferZone DLP V10</a:t>
                      </a:r>
                      <a:r>
                        <a:rPr lang="en-US" sz="1200" b="0" i="0" u="none" strike="noStrike" noProof="0">
                          <a:latin typeface="맑은 고딕"/>
                          <a:ea typeface="맑은 고딕"/>
                        </a:rPr>
                        <a:t> is registered for Korean public procurement; </a:t>
                      </a:r>
                      <a:r>
                        <a:rPr lang="en-US" sz="1200" b="1" i="0" u="none" strike="noStrike" noProof="0">
                          <a:latin typeface="맑은 고딕"/>
                          <a:ea typeface="맑은 고딕"/>
                        </a:rPr>
                        <a:t>SaferZone Email V10</a:t>
                      </a:r>
                      <a:r>
                        <a:rPr lang="en-US" sz="1200" b="0" i="0" u="none" strike="noStrike" noProof="0">
                          <a:latin typeface="맑은 고딕"/>
                          <a:ea typeface="맑은 고딕"/>
                        </a:rPr>
                        <a:t> also has procurement-listed SKUs. [S4,S5]</a:t>
                      </a:r>
                      <a:endParaRPr lang="en-US">
                        <a:latin typeface="맑은 고딕"/>
                        <a:ea typeface="맑은 고딕"/>
                      </a:endParaRPr>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extLst>
                  <a:ext uri="{0D108BD9-81ED-4DB2-BD59-A6C34878D82A}">
                    <a16:rowId xmlns:a16="http://schemas.microsoft.com/office/drawing/2014/main" val="903757581"/>
                  </a:ext>
                </a:extLst>
              </a:tr>
              <a:tr h="696923">
                <a:tc>
                  <a:txBody>
                    <a:bodyPr/>
                    <a:lstStyle/>
                    <a:p>
                      <a:pPr lvl="0" algn="ctr">
                        <a:lnSpc>
                          <a:spcPct val="100000"/>
                        </a:lnSpc>
                        <a:spcBef>
                          <a:spcPts val="0"/>
                        </a:spcBef>
                        <a:spcAft>
                          <a:spcPts val="0"/>
                        </a:spcAft>
                        <a:buNone/>
                      </a:pPr>
                      <a:r>
                        <a:rPr lang="en-US" sz="1200" b="0" i="0" u="none" strike="noStrike" noProof="0">
                          <a:solidFill>
                            <a:srgbClr val="000000"/>
                          </a:solidFill>
                          <a:latin typeface="Arial"/>
                          <a:cs typeface="Arial"/>
                        </a:rPr>
                        <a:t>D6-04</a:t>
                      </a:r>
                      <a:endParaRPr lang="en-US" sz="1200">
                        <a:latin typeface="Arial"/>
                        <a:cs typeface="Arial"/>
                      </a:endParaRPr>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lvl="0" algn="ctr">
                        <a:lnSpc>
                          <a:spcPct val="100000"/>
                        </a:lnSpc>
                        <a:spcBef>
                          <a:spcPts val="0"/>
                        </a:spcBef>
                        <a:spcAft>
                          <a:spcPts val="0"/>
                        </a:spcAft>
                        <a:buNone/>
                      </a:pPr>
                      <a:r>
                        <a:rPr lang="en-US" sz="1200" b="0" i="0" u="none" strike="noStrike" noProof="0">
                          <a:effectLst/>
                        </a:rPr>
                        <a:t>N2SF / C-S-O grade support</a:t>
                      </a:r>
                      <a:endParaRPr lang="en-US" sz="1200"/>
                    </a:p>
                  </a:txBody>
                  <a:tcPr marL="0" marR="0" marT="0" marB="0" anchor="ctr">
                    <a:lnL w="12700">
                      <a:solidFill>
                        <a:schemeClr val="tx1"/>
                      </a:solidFill>
                    </a:lnL>
                    <a:lnR w="12700" cap="flat" cmpd="sng" algn="ctr">
                      <a:solidFill>
                        <a:schemeClr val="tx1"/>
                      </a:solidFill>
                      <a:prstDash val="solid"/>
                      <a:round/>
                      <a:headEnd type="none" w="med" len="med"/>
                      <a:tailEnd type="none" w="med" len="med"/>
                    </a:lnR>
                    <a:lnT w="12700">
                      <a:solidFill>
                        <a:schemeClr val="tx1"/>
                      </a:solidFill>
                    </a:lnT>
                    <a:lnB w="12700">
                      <a:solidFill>
                        <a:schemeClr val="tx1"/>
                      </a:solidFill>
                    </a:lnB>
                    <a:solidFill>
                      <a:schemeClr val="bg1"/>
                    </a:solidFill>
                  </a:tcPr>
                </a:tc>
                <a:tc>
                  <a:txBody>
                    <a:bodyPr/>
                    <a:lstStyle/>
                    <a:p>
                      <a:pPr lvl="0" algn="ctr">
                        <a:lnSpc>
                          <a:spcPct val="100000"/>
                        </a:lnSpc>
                        <a:spcBef>
                          <a:spcPts val="0"/>
                        </a:spcBef>
                        <a:spcAft>
                          <a:spcPts val="0"/>
                        </a:spcAft>
                        <a:buNone/>
                      </a:pPr>
                      <a:r>
                        <a:rPr lang="en-US" sz="1200" b="0" i="0" u="none" strike="noStrike" noProof="0">
                          <a:solidFill>
                            <a:srgbClr val="000000"/>
                          </a:solidFill>
                          <a:latin typeface="Arial"/>
                          <a:ea typeface="Malgun Gothic"/>
                          <a:cs typeface="Arial"/>
                        </a:rPr>
                        <a:t>?</a:t>
                      </a:r>
                    </a:p>
                    <a:p>
                      <a:pPr lvl="0" algn="ctr">
                        <a:lnSpc>
                          <a:spcPct val="100000"/>
                        </a:lnSpc>
                        <a:spcBef>
                          <a:spcPts val="0"/>
                        </a:spcBef>
                        <a:spcAft>
                          <a:spcPts val="0"/>
                        </a:spcAft>
                        <a:buNone/>
                      </a:pPr>
                      <a:endParaRPr lang="en-US" sz="1100" b="0" i="0" u="none" strike="noStrike" noProof="0">
                        <a:solidFill>
                          <a:srgbClr val="000000"/>
                        </a:solidFill>
                        <a:latin typeface="Malgun Gothic"/>
                        <a:ea typeface="Malgun Gothic"/>
                        <a:cs typeface="Arial"/>
                      </a:endParaRPr>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lvl="0" algn="ctr">
                        <a:buNone/>
                      </a:pPr>
                      <a:r>
                        <a:rPr lang="en-US" sz="1200" b="0" i="0" u="none" strike="noStrike" noProof="0">
                          <a:latin typeface="맑은 고딕"/>
                          <a:ea typeface="맑은 고딕"/>
                        </a:rPr>
                        <a:t>No explicit N2SF / C-S-O product mapping was identified in reviewed public material.</a:t>
                      </a:r>
                      <a:endParaRPr lang="en-US">
                        <a:latin typeface="맑은 고딕"/>
                        <a:ea typeface="맑은 고딕"/>
                      </a:endParaRPr>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extLst>
                  <a:ext uri="{0D108BD9-81ED-4DB2-BD59-A6C34878D82A}">
                    <a16:rowId xmlns:a16="http://schemas.microsoft.com/office/drawing/2014/main" val="2970567322"/>
                  </a:ext>
                </a:extLst>
              </a:tr>
              <a:tr h="696923">
                <a:tc>
                  <a:txBody>
                    <a:bodyPr/>
                    <a:lstStyle/>
                    <a:p>
                      <a:pPr lvl="0" algn="ctr">
                        <a:lnSpc>
                          <a:spcPct val="100000"/>
                        </a:lnSpc>
                        <a:spcBef>
                          <a:spcPts val="0"/>
                        </a:spcBef>
                        <a:spcAft>
                          <a:spcPts val="0"/>
                        </a:spcAft>
                        <a:buNone/>
                      </a:pPr>
                      <a:r>
                        <a:rPr lang="en-US" sz="1200" b="0" i="0" u="none" strike="noStrike" noProof="0">
                          <a:solidFill>
                            <a:srgbClr val="000000"/>
                          </a:solidFill>
                          <a:latin typeface="Arial"/>
                          <a:cs typeface="Arial"/>
                        </a:rPr>
                        <a:t>D6-05</a:t>
                      </a:r>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lvl="0" algn="ctr">
                        <a:lnSpc>
                          <a:spcPct val="100000"/>
                        </a:lnSpc>
                        <a:spcBef>
                          <a:spcPts val="0"/>
                        </a:spcBef>
                        <a:spcAft>
                          <a:spcPts val="0"/>
                        </a:spcAft>
                        <a:buNone/>
                      </a:pPr>
                      <a:r>
                        <a:rPr lang="en-US" sz="1200" b="0" i="0" u="none" strike="noStrike" noProof="0">
                          <a:effectLst/>
                        </a:rPr>
                        <a:t>ISMS-P control alignment</a:t>
                      </a:r>
                      <a:endParaRPr lang="en-US" sz="1200"/>
                    </a:p>
                  </a:txBody>
                  <a:tcPr marL="0" marR="0" marT="0" marB="0" anchor="ctr">
                    <a:lnL w="12700">
                      <a:solidFill>
                        <a:schemeClr val="tx1"/>
                      </a:solidFill>
                    </a:lnL>
                    <a:lnR w="12700" cap="flat" cmpd="sng" algn="ctr">
                      <a:solidFill>
                        <a:schemeClr val="tx1"/>
                      </a:solidFill>
                      <a:prstDash val="solid"/>
                      <a:round/>
                      <a:headEnd type="none" w="med" len="med"/>
                      <a:tailEnd type="none" w="med" len="med"/>
                    </a:lnR>
                    <a:lnT w="12700">
                      <a:solidFill>
                        <a:schemeClr val="tx1"/>
                      </a:solidFill>
                    </a:lnT>
                    <a:lnB w="12700">
                      <a:solidFill>
                        <a:schemeClr val="tx1"/>
                      </a:solidFill>
                    </a:lnB>
                    <a:solidFill>
                      <a:schemeClr val="bg1"/>
                    </a:solidFill>
                  </a:tcPr>
                </a:tc>
                <a:tc>
                  <a:txBody>
                    <a:bodyPr/>
                    <a:lstStyle/>
                    <a:p>
                      <a:pPr lvl="0" algn="ctr">
                        <a:lnSpc>
                          <a:spcPct val="100000"/>
                        </a:lnSpc>
                        <a:spcBef>
                          <a:spcPts val="0"/>
                        </a:spcBef>
                        <a:spcAft>
                          <a:spcPts val="0"/>
                        </a:spcAft>
                        <a:buNone/>
                      </a:pPr>
                      <a:r>
                        <a:rPr lang="en-US" sz="1200" b="0" i="0" u="none" strike="noStrike" noProof="0">
                          <a:solidFill>
                            <a:srgbClr val="000000"/>
                          </a:solidFill>
                          <a:latin typeface="Arial"/>
                          <a:ea typeface="Malgun Gothic"/>
                          <a:cs typeface="Arial"/>
                        </a:rPr>
                        <a:t>?</a:t>
                      </a:r>
                    </a:p>
                    <a:p>
                      <a:pPr lvl="0" algn="ctr">
                        <a:lnSpc>
                          <a:spcPct val="100000"/>
                        </a:lnSpc>
                        <a:spcBef>
                          <a:spcPts val="0"/>
                        </a:spcBef>
                        <a:spcAft>
                          <a:spcPts val="0"/>
                        </a:spcAft>
                        <a:buNone/>
                      </a:pPr>
                      <a:endParaRPr lang="en-US" sz="1100" b="0" i="0" u="none" strike="noStrike" noProof="0">
                        <a:solidFill>
                          <a:srgbClr val="000000"/>
                        </a:solidFill>
                        <a:latin typeface="Malgun Gothic"/>
                        <a:ea typeface="Malgun Gothic"/>
                        <a:cs typeface="Arial"/>
                      </a:endParaRPr>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lvl="0" algn="ctr">
                        <a:buNone/>
                      </a:pPr>
                      <a:r>
                        <a:rPr lang="en-US" sz="1200" b="0" i="0" u="none" strike="noStrike" noProof="0">
                          <a:latin typeface="맑은 고딕"/>
                          <a:ea typeface="맑은 고딕"/>
                        </a:rPr>
                        <a:t>SaferZone positions its products for privacy/compliance use, but a formal product-specific ISMS-P control mapping was not identified.</a:t>
                      </a:r>
                      <a:endParaRPr lang="en-US">
                        <a:latin typeface="맑은 고딕"/>
                        <a:ea typeface="맑은 고딕"/>
                      </a:endParaRPr>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extLst>
                  <a:ext uri="{0D108BD9-81ED-4DB2-BD59-A6C34878D82A}">
                    <a16:rowId xmlns:a16="http://schemas.microsoft.com/office/drawing/2014/main" val="3874896899"/>
                  </a:ext>
                </a:extLst>
              </a:tr>
              <a:tr h="696923">
                <a:tc>
                  <a:txBody>
                    <a:bodyPr/>
                    <a:lstStyle/>
                    <a:p>
                      <a:pPr lvl="0" algn="ctr">
                        <a:lnSpc>
                          <a:spcPct val="100000"/>
                        </a:lnSpc>
                        <a:spcBef>
                          <a:spcPts val="0"/>
                        </a:spcBef>
                        <a:spcAft>
                          <a:spcPts val="0"/>
                        </a:spcAft>
                        <a:buNone/>
                      </a:pPr>
                      <a:r>
                        <a:rPr lang="en-US" sz="1200" b="0" i="0" u="none" strike="noStrike" noProof="0">
                          <a:solidFill>
                            <a:srgbClr val="000000"/>
                          </a:solidFill>
                          <a:latin typeface="Arial"/>
                          <a:cs typeface="Arial"/>
                        </a:rPr>
                        <a:t>D6-06</a:t>
                      </a:r>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lvl="0" algn="ctr">
                        <a:lnSpc>
                          <a:spcPct val="100000"/>
                        </a:lnSpc>
                        <a:spcBef>
                          <a:spcPts val="0"/>
                        </a:spcBef>
                        <a:spcAft>
                          <a:spcPts val="0"/>
                        </a:spcAft>
                        <a:buNone/>
                      </a:pPr>
                      <a:r>
                        <a:rPr lang="en-US" sz="1200" b="0" i="0" u="none" strike="noStrike" noProof="0">
                          <a:effectLst/>
                        </a:rPr>
                        <a:t>KCMVP-validated crypto module</a:t>
                      </a:r>
                      <a:endParaRPr lang="en-US" sz="1200"/>
                    </a:p>
                  </a:txBody>
                  <a:tcPr marL="0" marR="0" marT="0" marB="0" anchor="ctr">
                    <a:lnL w="12700">
                      <a:solidFill>
                        <a:schemeClr val="tx1"/>
                      </a:solidFill>
                    </a:lnL>
                    <a:lnR w="12700" cap="flat" cmpd="sng" algn="ctr">
                      <a:solidFill>
                        <a:schemeClr val="tx1"/>
                      </a:solidFill>
                      <a:prstDash val="solid"/>
                      <a:round/>
                      <a:headEnd type="none" w="med" len="med"/>
                      <a:tailEnd type="none" w="med" len="med"/>
                    </a:lnR>
                    <a:lnT w="12700">
                      <a:solidFill>
                        <a:schemeClr val="tx1"/>
                      </a:solidFill>
                    </a:lnT>
                    <a:lnB w="12700">
                      <a:solidFill>
                        <a:schemeClr val="tx1"/>
                      </a:solidFill>
                    </a:lnB>
                    <a:solidFill>
                      <a:schemeClr val="bg1"/>
                    </a:solidFill>
                  </a:tcPr>
                </a:tc>
                <a:tc>
                  <a:txBody>
                    <a:bodyPr/>
                    <a:lstStyle/>
                    <a:p>
                      <a:pPr algn="ctr"/>
                      <a:r>
                        <a:rPr lang="en-US" sz="1200">
                          <a:latin typeface="Arial"/>
                          <a:cs typeface="Arial"/>
                        </a:rPr>
                        <a:t>?</a:t>
                      </a:r>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lvl="0" algn="ctr">
                        <a:buNone/>
                      </a:pPr>
                      <a:r>
                        <a:rPr lang="en-US" sz="1200" b="0" i="0" u="none" strike="noStrike" noProof="0">
                          <a:latin typeface="맑은 고딕"/>
                          <a:ea typeface="맑은 고딕"/>
                        </a:rPr>
                        <a:t>Encryption is documented, but no current KCMVP-validated cryptographic module was identified in reviewed SaferZone material.</a:t>
                      </a:r>
                      <a:endParaRPr lang="en-US">
                        <a:latin typeface="맑은 고딕"/>
                        <a:ea typeface="맑은 고딕"/>
                      </a:endParaRPr>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extLst>
                  <a:ext uri="{0D108BD9-81ED-4DB2-BD59-A6C34878D82A}">
                    <a16:rowId xmlns:a16="http://schemas.microsoft.com/office/drawing/2014/main" val="463752911"/>
                  </a:ext>
                </a:extLst>
              </a:tr>
              <a:tr h="492652">
                <a:tc>
                  <a:txBody>
                    <a:bodyPr/>
                    <a:lstStyle/>
                    <a:p>
                      <a:pPr lvl="0" algn="ctr">
                        <a:lnSpc>
                          <a:spcPct val="100000"/>
                        </a:lnSpc>
                        <a:spcBef>
                          <a:spcPts val="0"/>
                        </a:spcBef>
                        <a:spcAft>
                          <a:spcPts val="0"/>
                        </a:spcAft>
                        <a:buNone/>
                      </a:pPr>
                      <a:r>
                        <a:rPr lang="en-US" sz="1200" b="0" i="0" u="none" strike="noStrike" noProof="0">
                          <a:solidFill>
                            <a:srgbClr val="000000"/>
                          </a:solidFill>
                          <a:latin typeface="Arial"/>
                          <a:cs typeface="Arial"/>
                        </a:rPr>
                        <a:t>D6-07</a:t>
                      </a:r>
                    </a:p>
                  </a:txBody>
                  <a:tcP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solidFill>
                      <a:schemeClr val="bg1"/>
                    </a:solidFill>
                  </a:tcPr>
                </a:tc>
                <a:tc>
                  <a:txBody>
                    <a:bodyPr/>
                    <a:lstStyle/>
                    <a:p>
                      <a:pPr lvl="0" algn="ctr">
                        <a:lnSpc>
                          <a:spcPct val="100000"/>
                        </a:lnSpc>
                        <a:spcBef>
                          <a:spcPts val="0"/>
                        </a:spcBef>
                        <a:spcAft>
                          <a:spcPts val="0"/>
                        </a:spcAft>
                        <a:buNone/>
                      </a:pPr>
                      <a:r>
                        <a:rPr lang="en-US" sz="1200" b="0" i="0" u="none" strike="noStrike" noProof="0">
                          <a:effectLst/>
                          <a:latin typeface="Arial"/>
                          <a:cs typeface="Arial"/>
                        </a:rPr>
                        <a:t>Independent analyst recognition </a:t>
                      </a:r>
                      <a:endParaRPr lang="en-US" sz="1200">
                        <a:latin typeface="Arial"/>
                        <a:cs typeface="Arial"/>
                      </a:endParaRPr>
                    </a:p>
                  </a:txBody>
                  <a:tcPr marL="0" marR="0" marT="0" marB="0" anchor="ctr">
                    <a:lnL w="12700">
                      <a:solidFill>
                        <a:schemeClr val="tx1"/>
                      </a:solidFill>
                    </a:lnL>
                    <a:lnR w="12700" cap="flat" cmpd="sng" algn="ctr">
                      <a:solidFill>
                        <a:schemeClr val="tx1"/>
                      </a:solidFill>
                      <a:prstDash val="solid"/>
                      <a:round/>
                      <a:headEnd type="none" w="med" len="med"/>
                      <a:tailEnd type="none" w="med" len="med"/>
                    </a:lnR>
                    <a:lnT w="12700">
                      <a:solidFill>
                        <a:schemeClr val="tx1"/>
                      </a:solidFill>
                    </a:lnT>
                    <a:lnB w="12700">
                      <a:solidFill>
                        <a:schemeClr val="tx1"/>
                      </a:solidFill>
                    </a:lnB>
                    <a:solidFill>
                      <a:schemeClr val="bg1"/>
                    </a:solidFill>
                  </a:tcPr>
                </a:tc>
                <a:tc>
                  <a:txBody>
                    <a:bodyPr/>
                    <a:lstStyle/>
                    <a:p>
                      <a:pPr algn="ctr"/>
                      <a:r>
                        <a:rPr lang="en-US" sz="1200">
                          <a:latin typeface="Arial"/>
                          <a:cs typeface="Arial"/>
                        </a:rPr>
                        <a:t>?</a:t>
                      </a:r>
                    </a:p>
                  </a:txBody>
                  <a:tcP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solidFill>
                      <a:schemeClr val="bg1"/>
                    </a:solidFill>
                  </a:tcPr>
                </a:tc>
                <a:tc>
                  <a:txBody>
                    <a:bodyPr/>
                    <a:lstStyle/>
                    <a:p>
                      <a:pPr lvl="0" algn="ctr">
                        <a:buNone/>
                      </a:pPr>
                      <a:r>
                        <a:rPr lang="en-US" sz="1200" b="0" i="0" u="none" strike="noStrike" noProof="0">
                          <a:latin typeface="맑은 고딕"/>
                          <a:ea typeface="맑은 고딕"/>
                        </a:rPr>
                        <a:t>No current Gartner/Forrester-style independent DLP analyst recognition was identified in reviewed sources.</a:t>
                      </a:r>
                      <a:endParaRPr lang="en-US">
                        <a:latin typeface="맑은 고딕"/>
                        <a:ea typeface="맑은 고딕"/>
                      </a:endParaRPr>
                    </a:p>
                  </a:txBody>
                  <a:tcP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38253598"/>
                  </a:ext>
                </a:extLst>
              </a:tr>
              <a:tr h="696923">
                <a:tc>
                  <a:txBody>
                    <a:bodyPr/>
                    <a:lstStyle/>
                    <a:p>
                      <a:pPr lvl="0" algn="ctr">
                        <a:lnSpc>
                          <a:spcPct val="100000"/>
                        </a:lnSpc>
                        <a:spcBef>
                          <a:spcPts val="0"/>
                        </a:spcBef>
                        <a:spcAft>
                          <a:spcPts val="0"/>
                        </a:spcAft>
                        <a:buNone/>
                      </a:pPr>
                      <a:r>
                        <a:rPr lang="en-US" sz="1200" b="0" i="0" u="none" strike="noStrike" noProof="0">
                          <a:solidFill>
                            <a:srgbClr val="000000"/>
                          </a:solidFill>
                          <a:latin typeface="Arial"/>
                          <a:cs typeface="Arial"/>
                        </a:rPr>
                        <a:t>D6-08</a:t>
                      </a:r>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lvl="0" algn="ctr">
                        <a:lnSpc>
                          <a:spcPct val="100000"/>
                        </a:lnSpc>
                        <a:spcBef>
                          <a:spcPts val="0"/>
                        </a:spcBef>
                        <a:spcAft>
                          <a:spcPts val="0"/>
                        </a:spcAft>
                        <a:buNone/>
                      </a:pPr>
                      <a:r>
                        <a:rPr lang="en-US" sz="1200" b="0" i="0" u="none" strike="noStrike" noProof="0">
                          <a:effectLst/>
                          <a:latin typeface="Arial"/>
                          <a:cs typeface="Arial"/>
                        </a:rPr>
                        <a:t>Others</a:t>
                      </a:r>
                      <a:endParaRPr lang="en-US" sz="1200">
                        <a:latin typeface="Arial"/>
                        <a:cs typeface="Arial"/>
                      </a:endParaRPr>
                    </a:p>
                  </a:txBody>
                  <a:tcPr marL="0" marR="0" marT="0" marB="0" anchor="ctr">
                    <a:lnL w="12700">
                      <a:solidFill>
                        <a:schemeClr val="tx1"/>
                      </a:solidFill>
                    </a:lnL>
                    <a:lnR w="12700" cap="flat" cmpd="sng" algn="ctr">
                      <a:solidFill>
                        <a:schemeClr val="tx1"/>
                      </a:solidFill>
                      <a:prstDash val="solid"/>
                      <a:round/>
                      <a:headEnd type="none" w="med" len="med"/>
                      <a:tailEnd type="none" w="med" len="med"/>
                    </a:lnR>
                    <a:lnT w="12700">
                      <a:solidFill>
                        <a:schemeClr val="tx1"/>
                      </a:solidFill>
                    </a:lnT>
                    <a:lnB w="12700">
                      <a:solidFill>
                        <a:schemeClr val="tx1"/>
                      </a:solidFill>
                    </a:lnB>
                    <a:solidFill>
                      <a:schemeClr val="bg1"/>
                    </a:solidFill>
                  </a:tcPr>
                </a:tc>
                <a:tc>
                  <a:txBody>
                    <a:bodyPr/>
                    <a:lstStyle/>
                    <a:p>
                      <a:pPr lvl="0" algn="ctr">
                        <a:lnSpc>
                          <a:spcPct val="100000"/>
                        </a:lnSpc>
                        <a:spcBef>
                          <a:spcPts val="0"/>
                        </a:spcBef>
                        <a:spcAft>
                          <a:spcPts val="0"/>
                        </a:spcAft>
                        <a:buNone/>
                      </a:pPr>
                      <a:r>
                        <a:rPr lang="en-US" sz="1100" b="0" i="0" u="none" strike="noStrike" noProof="0">
                          <a:solidFill>
                            <a:srgbClr val="000000"/>
                          </a:solidFill>
                          <a:latin typeface="Malgun Gothic"/>
                          <a:ea typeface="Malgun Gothic"/>
                          <a:cs typeface="Arial"/>
                        </a:rPr>
                        <a:t>●</a:t>
                      </a:r>
                    </a:p>
                    <a:p>
                      <a:pPr lvl="0" algn="ctr">
                        <a:buNone/>
                      </a:pPr>
                      <a:endParaRPr lang="en-US" sz="1200">
                        <a:latin typeface="Arial"/>
                        <a:cs typeface="Arial"/>
                      </a:endParaRPr>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lvl="0" algn="ctr">
                        <a:buNone/>
                      </a:pPr>
                      <a:r>
                        <a:rPr lang="en-US" sz="1200" b="0" i="0" u="none" strike="noStrike" noProof="0"/>
                        <a:t>Jiran documents multiple security patents; WEBFILTER also has cloud-computing service quality/performance verification. [J1,J3]</a:t>
                      </a:r>
                      <a:endParaRPr lang="en-US" sz="1200"/>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extLst>
                  <a:ext uri="{0D108BD9-81ED-4DB2-BD59-A6C34878D82A}">
                    <a16:rowId xmlns:a16="http://schemas.microsoft.com/office/drawing/2014/main" val="2034492820"/>
                  </a:ext>
                </a:extLst>
              </a:tr>
            </a:tbl>
          </a:graphicData>
        </a:graphic>
      </p:graphicFrame>
    </p:spTree>
    <p:extLst>
      <p:ext uri="{BB962C8B-B14F-4D97-AF65-F5344CB8AC3E}">
        <p14:creationId xmlns:p14="http://schemas.microsoft.com/office/powerpoint/2010/main" val="398754524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612E97-46DD-72F9-7FC7-DE1F29D1F8B9}"/>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6B24B5A-92A8-4E55-2017-85ABC048F57D}"/>
              </a:ext>
            </a:extLst>
          </p:cNvPr>
          <p:cNvSpPr>
            <a:spLocks noGrp="1"/>
          </p:cNvSpPr>
          <p:nvPr>
            <p:ph type="sldNum" sz="quarter" idx="4"/>
          </p:nvPr>
        </p:nvSpPr>
        <p:spPr/>
        <p:txBody>
          <a:bodyPr/>
          <a:lstStyle/>
          <a:p>
            <a:fld id="{4EA1E582-E1CC-4474-812F-1657BC5920B7}" type="slidenum">
              <a:rPr lang="ko-KR" altLang="en-US" smtClean="0"/>
              <a:t>44</a:t>
            </a:fld>
            <a:endParaRPr lang="ko-KR" altLang="en-US"/>
          </a:p>
        </p:txBody>
      </p:sp>
      <p:sp>
        <p:nvSpPr>
          <p:cNvPr id="5" name="Text Placeholder 4">
            <a:extLst>
              <a:ext uri="{FF2B5EF4-FFF2-40B4-BE49-F238E27FC236}">
                <a16:creationId xmlns:a16="http://schemas.microsoft.com/office/drawing/2014/main" id="{BDBF352C-BDAD-7ED6-199A-EEBB194F865E}"/>
              </a:ext>
            </a:extLst>
          </p:cNvPr>
          <p:cNvSpPr>
            <a:spLocks noGrp="1"/>
          </p:cNvSpPr>
          <p:nvPr>
            <p:ph type="body" sz="quarter" idx="11"/>
          </p:nvPr>
        </p:nvSpPr>
        <p:spPr/>
        <p:txBody>
          <a:bodyPr/>
          <a:lstStyle/>
          <a:p>
            <a:endParaRPr lang="en-US"/>
          </a:p>
        </p:txBody>
      </p:sp>
      <p:sp>
        <p:nvSpPr>
          <p:cNvPr id="7" name="제목 3">
            <a:extLst>
              <a:ext uri="{FF2B5EF4-FFF2-40B4-BE49-F238E27FC236}">
                <a16:creationId xmlns:a16="http://schemas.microsoft.com/office/drawing/2014/main" id="{CEFF98AA-AF07-2EBF-E5B0-2B62570283DC}"/>
              </a:ext>
            </a:extLst>
          </p:cNvPr>
          <p:cNvSpPr txBox="1">
            <a:spLocks/>
          </p:cNvSpPr>
          <p:nvPr/>
        </p:nvSpPr>
        <p:spPr>
          <a:xfrm>
            <a:off x="299562" y="252336"/>
            <a:ext cx="10666268" cy="464670"/>
          </a:xfrm>
          <a:prstGeom prst="rect">
            <a:avLst/>
          </a:prstGeom>
        </p:spPr>
        <p:txBody>
          <a:bodyPr lIns="91440" tIns="45720" rIns="91440" bIns="45720" anchor="ctr" anchorCtr="0"/>
          <a:lstStyle>
            <a:lvl1pPr algn="l" rtl="0" eaLnBrk="1" fontAlgn="base" latinLnBrk="1" hangingPunct="1">
              <a:spcBef>
                <a:spcPct val="0"/>
              </a:spcBef>
              <a:spcAft>
                <a:spcPct val="0"/>
              </a:spcAft>
              <a:defRPr lang="ko-KR" altLang="en-US" sz="2400" b="1" kern="1200" baseline="0" dirty="0">
                <a:ln>
                  <a:solidFill>
                    <a:schemeClr val="accent1">
                      <a:alpha val="0"/>
                    </a:schemeClr>
                  </a:solidFill>
                </a:ln>
                <a:solidFill>
                  <a:srgbClr val="144772"/>
                </a:solidFill>
                <a:effectLst>
                  <a:glow rad="127000">
                    <a:schemeClr val="bg1"/>
                  </a:glow>
                  <a:outerShdw blurRad="38100" dist="38100" dir="2700000" algn="tl" rotWithShape="0">
                    <a:prstClr val="black">
                      <a:alpha val="40000"/>
                    </a:prstClr>
                  </a:outerShdw>
                </a:effectLst>
                <a:latin typeface="Pretendard Black" panose="02000A03000000020004" pitchFamily="50" charset="-127"/>
                <a:ea typeface="Pretendard Black" panose="02000A03000000020004" pitchFamily="50" charset="-127"/>
                <a:cs typeface="Pretendard Black" panose="02000A03000000020004" pitchFamily="50" charset="-127"/>
              </a:defRPr>
            </a:lvl1pPr>
            <a:lvl2pPr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2pPr>
            <a:lvl3pPr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3pPr>
            <a:lvl4pPr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4pPr>
            <a:lvl5pPr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5pPr>
            <a:lvl6pPr marL="457200"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6pPr>
            <a:lvl7pPr marL="914400"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7pPr>
            <a:lvl8pPr marL="1371600"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8pPr>
            <a:lvl9pPr marL="1828800"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9pPr>
          </a:lstStyle>
          <a:p>
            <a:r>
              <a:rPr lang="en-US" altLang="ko-KR">
                <a:ln>
                  <a:solidFill>
                    <a:srgbClr val="4F81BD">
                      <a:alpha val="0"/>
                    </a:srgbClr>
                  </a:solidFill>
                </a:ln>
                <a:effectLst>
                  <a:glow rad="127000">
                    <a:prstClr val="white"/>
                  </a:glow>
                  <a:outerShdw blurRad="38100" dist="38100" dir="2700000" algn="tl" rotWithShape="0">
                    <a:prstClr val="black">
                      <a:alpha val="40000"/>
                    </a:prstClr>
                  </a:outerShdw>
                </a:effectLst>
                <a:latin typeface="Arial"/>
                <a:ea typeface="Pretendard Black"/>
                <a:cs typeface="Arial"/>
              </a:rPr>
              <a:t>Overview: </a:t>
            </a:r>
            <a:r>
              <a:rPr lang="en-US">
                <a:ea typeface="Pretendard Black"/>
              </a:rPr>
              <a:t>Jiran Data vs. SaferZone</a:t>
            </a:r>
            <a:endParaRPr lang="en-US" altLang="en-US">
              <a:ln>
                <a:solidFill>
                  <a:srgbClr val="4F81BD">
                    <a:alpha val="0"/>
                  </a:srgbClr>
                </a:solidFill>
              </a:ln>
              <a:effectLst>
                <a:glow rad="127000">
                  <a:prstClr val="white"/>
                </a:glow>
                <a:outerShdw blurRad="38100" dist="38100" dir="2700000" algn="tl" rotWithShape="0">
                  <a:prstClr val="black">
                    <a:alpha val="40000"/>
                  </a:prstClr>
                </a:outerShdw>
              </a:effectLst>
              <a:latin typeface="Arial"/>
              <a:ea typeface="Pretendard Black"/>
              <a:cs typeface="Arial"/>
            </a:endParaRPr>
          </a:p>
        </p:txBody>
      </p:sp>
      <p:graphicFrame>
        <p:nvGraphicFramePr>
          <p:cNvPr id="4" name="Table 3">
            <a:extLst>
              <a:ext uri="{FF2B5EF4-FFF2-40B4-BE49-F238E27FC236}">
                <a16:creationId xmlns:a16="http://schemas.microsoft.com/office/drawing/2014/main" id="{E7F51168-6263-BE7F-7D6F-3EA4311F69A8}"/>
              </a:ext>
            </a:extLst>
          </p:cNvPr>
          <p:cNvGraphicFramePr>
            <a:graphicFrameLocks noGrp="1"/>
          </p:cNvGraphicFramePr>
          <p:nvPr/>
        </p:nvGraphicFramePr>
        <p:xfrm>
          <a:off x="233680" y="721360"/>
          <a:ext cx="11549365" cy="4556975"/>
        </p:xfrm>
        <a:graphic>
          <a:graphicData uri="http://schemas.openxmlformats.org/drawingml/2006/table">
            <a:tbl>
              <a:tblPr firstRow="1" bandRow="1">
                <a:tableStyleId>{9D7B26C5-4107-4FEC-AEDC-1716B250A1EF}</a:tableStyleId>
              </a:tblPr>
              <a:tblGrid>
                <a:gridCol w="1859460">
                  <a:extLst>
                    <a:ext uri="{9D8B030D-6E8A-4147-A177-3AD203B41FA5}">
                      <a16:colId xmlns:a16="http://schemas.microsoft.com/office/drawing/2014/main" val="3761190961"/>
                    </a:ext>
                  </a:extLst>
                </a:gridCol>
                <a:gridCol w="4259382">
                  <a:extLst>
                    <a:ext uri="{9D8B030D-6E8A-4147-A177-3AD203B41FA5}">
                      <a16:colId xmlns:a16="http://schemas.microsoft.com/office/drawing/2014/main" val="3009874471"/>
                    </a:ext>
                  </a:extLst>
                </a:gridCol>
                <a:gridCol w="5430523">
                  <a:extLst>
                    <a:ext uri="{9D8B030D-6E8A-4147-A177-3AD203B41FA5}">
                      <a16:colId xmlns:a16="http://schemas.microsoft.com/office/drawing/2014/main" val="316164474"/>
                    </a:ext>
                  </a:extLst>
                </a:gridCol>
              </a:tblGrid>
              <a:tr h="348460">
                <a:tc>
                  <a:txBody>
                    <a:bodyPr/>
                    <a:lstStyle/>
                    <a:p>
                      <a:pPr lvl="0" algn="ctr">
                        <a:buNone/>
                      </a:pPr>
                      <a:r>
                        <a:rPr lang="en-US" sz="1050">
                          <a:latin typeface="Arial"/>
                          <a:cs typeface="Arial"/>
                        </a:rPr>
                        <a:t>ID</a:t>
                      </a:r>
                    </a:p>
                  </a:txBody>
                  <a:tcPr>
                    <a:lnL w="12700">
                      <a:solidFill>
                        <a:schemeClr val="tx1"/>
                      </a:solidFill>
                    </a:lnL>
                    <a:lnR w="12700">
                      <a:solidFill>
                        <a:schemeClr val="tx1"/>
                      </a:solidFill>
                    </a:lnR>
                    <a:lnT w="12700">
                      <a:solidFill>
                        <a:schemeClr val="tx1"/>
                      </a:solidFill>
                    </a:lnT>
                    <a:lnB w="12700">
                      <a:solidFill>
                        <a:schemeClr val="tx1"/>
                      </a:solidFill>
                    </a:lnB>
                    <a:solidFill>
                      <a:schemeClr val="accent5">
                        <a:lumMod val="20000"/>
                        <a:lumOff val="80000"/>
                      </a:schemeClr>
                    </a:solidFill>
                  </a:tcPr>
                </a:tc>
                <a:tc>
                  <a:txBody>
                    <a:bodyPr/>
                    <a:lstStyle/>
                    <a:p>
                      <a:pPr lvl="0" algn="ctr">
                        <a:buNone/>
                      </a:pPr>
                      <a:r>
                        <a:rPr lang="ko-KR" altLang="en-US" sz="1050" b="1" i="0" u="none" strike="noStrike" noProof="0"/>
                        <a:t>지란지교데이터</a:t>
                      </a:r>
                      <a:r>
                        <a:rPr lang="en-US" sz="1050" b="1" i="0" u="none" strike="noStrike" noProof="0"/>
                        <a:t> (Jiran Data)</a:t>
                      </a:r>
                      <a:endParaRPr lang="en-US" sz="1050" b="1"/>
                    </a:p>
                  </a:txBody>
                  <a:tcPr>
                    <a:lnL w="12700">
                      <a:solidFill>
                        <a:schemeClr val="tx1"/>
                      </a:solidFill>
                    </a:lnL>
                    <a:lnR w="12700">
                      <a:solidFill>
                        <a:schemeClr val="tx1"/>
                      </a:solidFill>
                    </a:lnR>
                    <a:lnT w="12700">
                      <a:solidFill>
                        <a:schemeClr val="tx1"/>
                      </a:solidFill>
                    </a:lnT>
                    <a:lnB w="12700">
                      <a:solidFill>
                        <a:schemeClr val="tx1"/>
                      </a:solidFill>
                    </a:lnB>
                    <a:solidFill>
                      <a:schemeClr val="accent5">
                        <a:lumMod val="20000"/>
                        <a:lumOff val="80000"/>
                      </a:schemeClr>
                    </a:solidFill>
                  </a:tcPr>
                </a:tc>
                <a:tc>
                  <a:txBody>
                    <a:bodyPr/>
                    <a:lstStyle/>
                    <a:p>
                      <a:pPr lvl="0" algn="ctr">
                        <a:buNone/>
                      </a:pPr>
                      <a:r>
                        <a:rPr lang="ko-KR" altLang="en-US" sz="1050" b="1" i="0" u="none" strike="noStrike" noProof="0"/>
                        <a:t>세이퍼존</a:t>
                      </a:r>
                      <a:r>
                        <a:rPr lang="en-US" sz="1050" b="1" i="0" u="none" strike="noStrike" noProof="0"/>
                        <a:t> (SaferZone)</a:t>
                      </a:r>
                      <a:endParaRPr lang="en-US" sz="1050" b="1"/>
                    </a:p>
                  </a:txBody>
                  <a:tcPr>
                    <a:lnL w="12700">
                      <a:solidFill>
                        <a:schemeClr val="tx1"/>
                      </a:solidFill>
                    </a:lnL>
                    <a:lnR w="12700">
                      <a:solidFill>
                        <a:schemeClr val="tx1"/>
                      </a:solidFill>
                    </a:lnR>
                    <a:lnT w="12700">
                      <a:solidFill>
                        <a:schemeClr val="tx1"/>
                      </a:solidFill>
                    </a:lnT>
                    <a:lnB w="12700">
                      <a:solidFill>
                        <a:schemeClr val="tx1"/>
                      </a:solidFill>
                    </a:lnB>
                    <a:solidFill>
                      <a:schemeClr val="accent5">
                        <a:lumMod val="20000"/>
                        <a:lumOff val="80000"/>
                      </a:schemeClr>
                    </a:solidFill>
                  </a:tcPr>
                </a:tc>
                <a:extLst>
                  <a:ext uri="{0D108BD9-81ED-4DB2-BD59-A6C34878D82A}">
                    <a16:rowId xmlns:a16="http://schemas.microsoft.com/office/drawing/2014/main" val="1080965025"/>
                  </a:ext>
                </a:extLst>
              </a:tr>
              <a:tr h="696923">
                <a:tc>
                  <a:txBody>
                    <a:bodyPr/>
                    <a:lstStyle/>
                    <a:p>
                      <a:pPr lvl="0" algn="ctr">
                        <a:lnSpc>
                          <a:spcPct val="100000"/>
                        </a:lnSpc>
                        <a:spcBef>
                          <a:spcPts val="0"/>
                        </a:spcBef>
                        <a:spcAft>
                          <a:spcPts val="0"/>
                        </a:spcAft>
                        <a:buNone/>
                      </a:pPr>
                      <a:r>
                        <a:rPr lang="en-US" sz="1050" b="1" i="0" u="none" strike="noStrike" noProof="0">
                          <a:solidFill>
                            <a:srgbClr val="000000"/>
                          </a:solidFill>
                        </a:rPr>
                        <a:t>D1 Channel Coverage</a:t>
                      </a:r>
                      <a:endParaRPr lang="en-US" sz="1050" b="1"/>
                    </a:p>
                    <a:p>
                      <a:pPr lvl="0" algn="ctr">
                        <a:buNone/>
                      </a:pPr>
                      <a:endParaRPr lang="en-US" sz="1050" b="1">
                        <a:latin typeface="Arial"/>
                        <a:cs typeface="Arial"/>
                      </a:endParaRPr>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lvl="0" algn="ctr">
                        <a:lnSpc>
                          <a:spcPct val="100000"/>
                        </a:lnSpc>
                        <a:spcBef>
                          <a:spcPts val="0"/>
                        </a:spcBef>
                        <a:spcAft>
                          <a:spcPts val="0"/>
                        </a:spcAft>
                        <a:buNone/>
                      </a:pPr>
                      <a:r>
                        <a:rPr lang="en-US" sz="1050" b="0" i="0" u="none" strike="noStrike" noProof="0">
                          <a:effectLst/>
                          <a:latin typeface="맑은 고딕"/>
                          <a:ea typeface="맑은 고딕"/>
                        </a:rPr>
                        <a:t>Strong endpoint coverage; USB, print, clipboard, wireless/shared folders, PC/server discovery and GenAI channels documented. LLM API/MCP unverified.</a:t>
                      </a:r>
                      <a:endParaRPr lang="en-US" sz="1050">
                        <a:latin typeface="맑은 고딕"/>
                        <a:ea typeface="맑은 고딕"/>
                      </a:endParaRPr>
                    </a:p>
                  </a:txBody>
                  <a:tcPr marL="0" marR="0" marT="0" marB="0" anchor="ctr">
                    <a:lnL w="12700">
                      <a:solidFill>
                        <a:schemeClr val="tx1"/>
                      </a:solidFill>
                    </a:lnL>
                    <a:lnR w="12700" cap="flat" cmpd="sng" algn="ctr">
                      <a:solidFill>
                        <a:schemeClr val="tx1"/>
                      </a:solidFill>
                      <a:prstDash val="solid"/>
                      <a:round/>
                      <a:headEnd type="none" w="med" len="med"/>
                      <a:tailEnd type="none" w="med" len="med"/>
                    </a:lnR>
                    <a:lnT w="12700">
                      <a:solidFill>
                        <a:schemeClr val="tx1"/>
                      </a:solidFill>
                    </a:lnT>
                    <a:lnB w="12700">
                      <a:solidFill>
                        <a:schemeClr val="tx1"/>
                      </a:solidFill>
                    </a:lnB>
                    <a:solidFill>
                      <a:schemeClr val="bg1"/>
                    </a:solidFill>
                  </a:tcPr>
                </a:tc>
                <a:tc>
                  <a:txBody>
                    <a:bodyPr/>
                    <a:lstStyle/>
                    <a:p>
                      <a:pPr lvl="0" algn="ctr">
                        <a:lnSpc>
                          <a:spcPct val="100000"/>
                        </a:lnSpc>
                        <a:spcBef>
                          <a:spcPts val="0"/>
                        </a:spcBef>
                        <a:spcAft>
                          <a:spcPts val="0"/>
                        </a:spcAft>
                        <a:buNone/>
                      </a:pPr>
                      <a:r>
                        <a:rPr lang="en-US" sz="1000" b="0" i="0" u="none" strike="noStrike" noProof="0">
                          <a:solidFill>
                            <a:srgbClr val="000000"/>
                          </a:solidFill>
                        </a:rPr>
                        <a:t>Strong endpoint + email coverage; USB, print, messenger, cloud, email and off-network AI controls documented. LLM API/MCP unverified.</a:t>
                      </a:r>
                      <a:endParaRPr lang="en-US" sz="1000"/>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extLst>
                  <a:ext uri="{0D108BD9-81ED-4DB2-BD59-A6C34878D82A}">
                    <a16:rowId xmlns:a16="http://schemas.microsoft.com/office/drawing/2014/main" val="2715742840"/>
                  </a:ext>
                </a:extLst>
              </a:tr>
              <a:tr h="696923">
                <a:tc>
                  <a:txBody>
                    <a:bodyPr/>
                    <a:lstStyle/>
                    <a:p>
                      <a:pPr lvl="0" algn="ctr">
                        <a:lnSpc>
                          <a:spcPct val="100000"/>
                        </a:lnSpc>
                        <a:spcBef>
                          <a:spcPts val="0"/>
                        </a:spcBef>
                        <a:spcAft>
                          <a:spcPts val="0"/>
                        </a:spcAft>
                        <a:buNone/>
                      </a:pPr>
                      <a:r>
                        <a:rPr lang="en-US" sz="1050" b="1" i="0" u="none" strike="noStrike" noProof="0">
                          <a:solidFill>
                            <a:srgbClr val="000000"/>
                          </a:solidFill>
                        </a:rPr>
                        <a:t>D2 Detection</a:t>
                      </a:r>
                      <a:endParaRPr lang="en-US" sz="1050" b="1" i="0" u="none" strike="noStrike" noProof="0">
                        <a:solidFill>
                          <a:srgbClr val="000000"/>
                        </a:solidFill>
                        <a:latin typeface="Arial"/>
                        <a:cs typeface="Arial"/>
                      </a:endParaRPr>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lvl="0" algn="ctr">
                        <a:lnSpc>
                          <a:spcPct val="100000"/>
                        </a:lnSpc>
                        <a:spcBef>
                          <a:spcPts val="0"/>
                        </a:spcBef>
                        <a:spcAft>
                          <a:spcPts val="0"/>
                        </a:spcAft>
                        <a:buNone/>
                      </a:pPr>
                      <a:r>
                        <a:rPr lang="en-US" sz="1050" b="0" i="0" u="none" strike="noStrike" noProof="0">
                          <a:effectLst/>
                          <a:latin typeface="맑은 고딕"/>
                          <a:ea typeface="맑은 고딕"/>
                        </a:rPr>
                        <a:t>Stronger advanced detection evidence: regex/keywords, OCR, HWP/HWPX, NER and organization-specific AI models. EDM and secret detection unverified.</a:t>
                      </a:r>
                      <a:endParaRPr lang="en-US" sz="1050">
                        <a:latin typeface="맑은 고딕"/>
                        <a:ea typeface="맑은 고딕"/>
                      </a:endParaRPr>
                    </a:p>
                  </a:txBody>
                  <a:tcPr marL="0" marR="0" marT="0" marB="0" anchor="ctr">
                    <a:lnL w="12700">
                      <a:solidFill>
                        <a:schemeClr val="tx1"/>
                      </a:solidFill>
                    </a:lnL>
                    <a:lnR w="12700" cap="flat" cmpd="sng" algn="ctr">
                      <a:solidFill>
                        <a:schemeClr val="tx1"/>
                      </a:solidFill>
                      <a:prstDash val="solid"/>
                      <a:round/>
                      <a:headEnd type="none" w="med" len="med"/>
                      <a:tailEnd type="none" w="med" len="med"/>
                    </a:lnR>
                    <a:lnT w="12700">
                      <a:solidFill>
                        <a:schemeClr val="tx1"/>
                      </a:solidFill>
                    </a:lnT>
                    <a:lnB w="12700">
                      <a:solidFill>
                        <a:schemeClr val="tx1"/>
                      </a:solidFill>
                    </a:lnB>
                    <a:solidFill>
                      <a:schemeClr val="bg1"/>
                    </a:solidFill>
                  </a:tcPr>
                </a:tc>
                <a:tc>
                  <a:txBody>
                    <a:bodyPr/>
                    <a:lstStyle/>
                    <a:p>
                      <a:pPr lvl="0" algn="ctr">
                        <a:lnSpc>
                          <a:spcPct val="100000"/>
                        </a:lnSpc>
                        <a:spcBef>
                          <a:spcPts val="0"/>
                        </a:spcBef>
                        <a:spcAft>
                          <a:spcPts val="0"/>
                        </a:spcAft>
                        <a:buNone/>
                      </a:pPr>
                      <a:r>
                        <a:rPr lang="en-US" sz="1000" b="0" i="0" u="none" strike="noStrike" noProof="0">
                          <a:solidFill>
                            <a:srgbClr val="000000"/>
                          </a:solidFill>
                        </a:rPr>
                        <a:t>Personal/confidential-data detection and compressed-file inspection documented. OCR, EDM, semantic/LLM classification and secret detection remain unclear.</a:t>
                      </a:r>
                      <a:endParaRPr lang="en-US" sz="1000"/>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extLst>
                  <a:ext uri="{0D108BD9-81ED-4DB2-BD59-A6C34878D82A}">
                    <a16:rowId xmlns:a16="http://schemas.microsoft.com/office/drawing/2014/main" val="2181622584"/>
                  </a:ext>
                </a:extLst>
              </a:tr>
              <a:tr h="696923">
                <a:tc>
                  <a:txBody>
                    <a:bodyPr/>
                    <a:lstStyle/>
                    <a:p>
                      <a:pPr lvl="0" algn="ctr">
                        <a:lnSpc>
                          <a:spcPct val="100000"/>
                        </a:lnSpc>
                        <a:spcBef>
                          <a:spcPts val="0"/>
                        </a:spcBef>
                        <a:spcAft>
                          <a:spcPts val="0"/>
                        </a:spcAft>
                        <a:buNone/>
                      </a:pPr>
                      <a:r>
                        <a:rPr lang="en-US" sz="1050" b="1" i="0" u="none" strike="noStrike" noProof="0">
                          <a:solidFill>
                            <a:srgbClr val="000000"/>
                          </a:solidFill>
                        </a:rPr>
                        <a:t>D3 Enforcement</a:t>
                      </a:r>
                      <a:endParaRPr lang="en-US" sz="1050" b="1"/>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lvl="0" algn="ctr">
                        <a:lnSpc>
                          <a:spcPct val="100000"/>
                        </a:lnSpc>
                        <a:spcBef>
                          <a:spcPts val="0"/>
                        </a:spcBef>
                        <a:spcAft>
                          <a:spcPts val="0"/>
                        </a:spcAft>
                        <a:buNone/>
                      </a:pPr>
                      <a:r>
                        <a:rPr lang="en-US" sz="1050" b="0" i="0" u="none" strike="noStrike" noProof="0">
                          <a:effectLst/>
                          <a:latin typeface="맑은 고딕"/>
                          <a:ea typeface="맑은 고딕"/>
                        </a:rPr>
                        <a:t>Strong endpoint enforcement: hard block, approval, encryption, watermarking, shadow-copy retention and remediation.</a:t>
                      </a:r>
                      <a:endParaRPr lang="en-US" sz="1050">
                        <a:latin typeface="맑은 고딕"/>
                        <a:ea typeface="맑은 고딕"/>
                      </a:endParaRPr>
                    </a:p>
                  </a:txBody>
                  <a:tcPr marL="0" marR="0" marT="0" marB="0" anchor="ctr">
                    <a:lnL w="12700">
                      <a:solidFill>
                        <a:schemeClr val="tx1"/>
                      </a:solidFill>
                    </a:lnL>
                    <a:lnR w="12700" cap="flat" cmpd="sng" algn="ctr">
                      <a:solidFill>
                        <a:schemeClr val="tx1"/>
                      </a:solidFill>
                      <a:prstDash val="solid"/>
                      <a:round/>
                      <a:headEnd type="none" w="med" len="med"/>
                      <a:tailEnd type="none" w="med" len="med"/>
                    </a:lnR>
                    <a:lnT w="12700">
                      <a:solidFill>
                        <a:schemeClr val="tx1"/>
                      </a:solidFill>
                    </a:lnT>
                    <a:lnB w="12700">
                      <a:solidFill>
                        <a:schemeClr val="tx1"/>
                      </a:solidFill>
                    </a:lnB>
                    <a:solidFill>
                      <a:schemeClr val="bg1"/>
                    </a:solidFill>
                  </a:tcPr>
                </a:tc>
                <a:tc>
                  <a:txBody>
                    <a:bodyPr/>
                    <a:lstStyle/>
                    <a:p>
                      <a:pPr lvl="0" algn="ctr">
                        <a:lnSpc>
                          <a:spcPct val="100000"/>
                        </a:lnSpc>
                        <a:spcBef>
                          <a:spcPts val="0"/>
                        </a:spcBef>
                        <a:spcAft>
                          <a:spcPts val="0"/>
                        </a:spcAft>
                        <a:buNone/>
                      </a:pPr>
                      <a:r>
                        <a:rPr lang="en-US" sz="1000" b="0" i="0" u="none" strike="noStrike" noProof="0">
                          <a:solidFill>
                            <a:srgbClr val="000000"/>
                          </a:solidFill>
                        </a:rPr>
                        <a:t>Strong traditional enforcement: hard block, approval, encryption, logging and quarantine. General masking and all-channel shadow-copy retention less clear.</a:t>
                      </a:r>
                      <a:endParaRPr lang="en-US" sz="1000"/>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extLst>
                  <a:ext uri="{0D108BD9-81ED-4DB2-BD59-A6C34878D82A}">
                    <a16:rowId xmlns:a16="http://schemas.microsoft.com/office/drawing/2014/main" val="903757581"/>
                  </a:ext>
                </a:extLst>
              </a:tr>
              <a:tr h="696923">
                <a:tc>
                  <a:txBody>
                    <a:bodyPr/>
                    <a:lstStyle/>
                    <a:p>
                      <a:pPr lvl="0" algn="ctr">
                        <a:lnSpc>
                          <a:spcPct val="100000"/>
                        </a:lnSpc>
                        <a:spcBef>
                          <a:spcPts val="0"/>
                        </a:spcBef>
                        <a:spcAft>
                          <a:spcPts val="0"/>
                        </a:spcAft>
                        <a:buNone/>
                      </a:pPr>
                      <a:r>
                        <a:rPr lang="en-US" sz="1050" b="1" i="0" u="none" strike="noStrike" noProof="0">
                          <a:solidFill>
                            <a:srgbClr val="000000"/>
                          </a:solidFill>
                        </a:rPr>
                        <a:t>D4 AI-specific</a:t>
                      </a:r>
                      <a:endParaRPr lang="en-US" sz="1050" b="1"/>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lvl="0" algn="ctr">
                        <a:lnSpc>
                          <a:spcPct val="100000"/>
                        </a:lnSpc>
                        <a:spcBef>
                          <a:spcPts val="0"/>
                        </a:spcBef>
                        <a:spcAft>
                          <a:spcPts val="0"/>
                        </a:spcAft>
                        <a:buNone/>
                      </a:pPr>
                      <a:r>
                        <a:rPr lang="en-US" sz="1050" b="0" i="0" u="none" strike="noStrike" noProof="0">
                          <a:effectLst/>
                          <a:latin typeface="맑은 고딕"/>
                          <a:ea typeface="맑은 고딕"/>
                        </a:rPr>
                        <a:t>Prompt inspection, AI attachment control, named GenAI services and full prompt+response logging documented. Response filtering, jailbreak and MCP controls unverified.</a:t>
                      </a:r>
                      <a:endParaRPr lang="en-US" sz="1050"/>
                    </a:p>
                  </a:txBody>
                  <a:tcPr marL="0" marR="0" marT="0" marB="0" anchor="ctr">
                    <a:lnL w="12700">
                      <a:solidFill>
                        <a:schemeClr val="tx1"/>
                      </a:solidFill>
                    </a:lnL>
                    <a:lnR w="12700" cap="flat" cmpd="sng" algn="ctr">
                      <a:solidFill>
                        <a:schemeClr val="tx1"/>
                      </a:solidFill>
                      <a:prstDash val="solid"/>
                      <a:round/>
                      <a:headEnd type="none" w="med" len="med"/>
                      <a:tailEnd type="none" w="med" len="med"/>
                    </a:lnR>
                    <a:lnT w="12700">
                      <a:solidFill>
                        <a:schemeClr val="tx1"/>
                      </a:solidFill>
                    </a:lnT>
                    <a:lnB w="12700">
                      <a:solidFill>
                        <a:schemeClr val="tx1"/>
                      </a:solidFill>
                    </a:lnB>
                    <a:solidFill>
                      <a:schemeClr val="bg1"/>
                    </a:solidFill>
                  </a:tcPr>
                </a:tc>
                <a:tc>
                  <a:txBody>
                    <a:bodyPr/>
                    <a:lstStyle/>
                    <a:p>
                      <a:pPr lvl="0" algn="ctr">
                        <a:lnSpc>
                          <a:spcPct val="100000"/>
                        </a:lnSpc>
                        <a:spcBef>
                          <a:spcPts val="0"/>
                        </a:spcBef>
                        <a:spcAft>
                          <a:spcPts val="0"/>
                        </a:spcAft>
                        <a:buNone/>
                      </a:pPr>
                      <a:r>
                        <a:rPr lang="en-US" sz="1050" b="0" i="0" u="none" strike="noStrike" noProof="0">
                          <a:solidFill>
                            <a:srgbClr val="000000"/>
                          </a:solidFill>
                        </a:rPr>
                        <a:t>Prompt and attachment control documented, including off-network enforcement and ChatGPT/Gemini app control. Response filtering, jailbreak and MCP controls unverified.</a:t>
                      </a:r>
                      <a:endParaRPr lang="en-US" sz="1050"/>
                    </a:p>
                    <a:p>
                      <a:pPr lvl="0" algn="ctr">
                        <a:lnSpc>
                          <a:spcPct val="100000"/>
                        </a:lnSpc>
                        <a:spcBef>
                          <a:spcPts val="0"/>
                        </a:spcBef>
                        <a:spcAft>
                          <a:spcPts val="0"/>
                        </a:spcAft>
                        <a:buNone/>
                      </a:pPr>
                      <a:endParaRPr lang="en-US" sz="1000" b="0" i="0" u="none" strike="noStrike" noProof="0">
                        <a:solidFill>
                          <a:srgbClr val="000000"/>
                        </a:solidFill>
                        <a:latin typeface="Malgun Gothic"/>
                        <a:ea typeface="Malgun Gothic"/>
                        <a:cs typeface="Arial"/>
                      </a:endParaRPr>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extLst>
                  <a:ext uri="{0D108BD9-81ED-4DB2-BD59-A6C34878D82A}">
                    <a16:rowId xmlns:a16="http://schemas.microsoft.com/office/drawing/2014/main" val="2970567322"/>
                  </a:ext>
                </a:extLst>
              </a:tr>
              <a:tr h="696923">
                <a:tc>
                  <a:txBody>
                    <a:bodyPr/>
                    <a:lstStyle/>
                    <a:p>
                      <a:pPr lvl="0" algn="ctr">
                        <a:lnSpc>
                          <a:spcPct val="100000"/>
                        </a:lnSpc>
                        <a:spcBef>
                          <a:spcPts val="0"/>
                        </a:spcBef>
                        <a:spcAft>
                          <a:spcPts val="0"/>
                        </a:spcAft>
                        <a:buNone/>
                      </a:pPr>
                      <a:r>
                        <a:rPr lang="en-US" sz="1050" b="1" i="0" u="none" strike="noStrike" noProof="0">
                          <a:solidFill>
                            <a:srgbClr val="000000"/>
                          </a:solidFill>
                        </a:rPr>
                        <a:t>D5 Ops &amp; Deployment</a:t>
                      </a:r>
                      <a:endParaRPr lang="en-US" sz="1050" b="1" i="0" u="none" strike="noStrike" noProof="0">
                        <a:solidFill>
                          <a:srgbClr val="000000"/>
                        </a:solidFill>
                        <a:latin typeface="Arial"/>
                        <a:cs typeface="Arial"/>
                      </a:endParaRPr>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lvl="0" algn="ctr">
                        <a:lnSpc>
                          <a:spcPct val="100000"/>
                        </a:lnSpc>
                        <a:spcBef>
                          <a:spcPts val="0"/>
                        </a:spcBef>
                        <a:spcAft>
                          <a:spcPts val="0"/>
                        </a:spcAft>
                        <a:buNone/>
                      </a:pPr>
                      <a:r>
                        <a:rPr lang="en-US" sz="1050" b="0" i="0" u="none" strike="noStrike" noProof="0">
                          <a:effectLst/>
                          <a:latin typeface="맑은 고딕"/>
                          <a:ea typeface="맑은 고딕"/>
                        </a:rPr>
                        <a:t>Centralized endpoint-policy model. Windows clearly documented; macOS/Linux/VDI less clear. API integration exists through AIFILTER.</a:t>
                      </a:r>
                      <a:endParaRPr lang="en-US" sz="1050"/>
                    </a:p>
                  </a:txBody>
                  <a:tcPr marL="0" marR="0" marT="0" marB="0" anchor="ctr">
                    <a:lnL w="12700">
                      <a:solidFill>
                        <a:schemeClr val="tx1"/>
                      </a:solidFill>
                    </a:lnL>
                    <a:lnR w="12700" cap="flat" cmpd="sng" algn="ctr">
                      <a:solidFill>
                        <a:schemeClr val="tx1"/>
                      </a:solidFill>
                      <a:prstDash val="solid"/>
                      <a:round/>
                      <a:headEnd type="none" w="med" len="med"/>
                      <a:tailEnd type="none" w="med" len="med"/>
                    </a:lnR>
                    <a:lnT w="12700">
                      <a:solidFill>
                        <a:schemeClr val="tx1"/>
                      </a:solidFill>
                    </a:lnT>
                    <a:lnB w="12700">
                      <a:solidFill>
                        <a:schemeClr val="tx1"/>
                      </a:solidFill>
                    </a:lnB>
                    <a:solidFill>
                      <a:schemeClr val="bg1"/>
                    </a:solidFill>
                  </a:tcPr>
                </a:tc>
                <a:tc>
                  <a:txBody>
                    <a:bodyPr/>
                    <a:lstStyle/>
                    <a:p>
                      <a:pPr lvl="0" algn="ctr">
                        <a:lnSpc>
                          <a:spcPct val="100000"/>
                        </a:lnSpc>
                        <a:spcBef>
                          <a:spcPts val="0"/>
                        </a:spcBef>
                        <a:spcAft>
                          <a:spcPts val="0"/>
                        </a:spcAft>
                        <a:buNone/>
                      </a:pPr>
                      <a:r>
                        <a:rPr lang="en-US" sz="1050" b="0" i="0" u="none" strike="noStrike" noProof="0">
                          <a:solidFill>
                            <a:srgbClr val="000000"/>
                          </a:solidFill>
                        </a:rPr>
                        <a:t>Stronger deployment breadth: Windows, macOS, Linux, cloud and on-prem deployment documented. VDI and broad SIEM/NAC/MIP integration remain unverified.</a:t>
                      </a:r>
                      <a:endParaRPr lang="en-US" sz="1050"/>
                    </a:p>
                    <a:p>
                      <a:pPr lvl="0" algn="ctr">
                        <a:lnSpc>
                          <a:spcPct val="100000"/>
                        </a:lnSpc>
                        <a:spcBef>
                          <a:spcPts val="0"/>
                        </a:spcBef>
                        <a:spcAft>
                          <a:spcPts val="0"/>
                        </a:spcAft>
                        <a:buNone/>
                      </a:pPr>
                      <a:endParaRPr lang="en-US" sz="1000" b="0" i="0" u="none" strike="noStrike" noProof="0">
                        <a:solidFill>
                          <a:srgbClr val="000000"/>
                        </a:solidFill>
                        <a:latin typeface="Malgun Gothic"/>
                        <a:ea typeface="Malgun Gothic"/>
                        <a:cs typeface="Arial"/>
                      </a:endParaRPr>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extLst>
                  <a:ext uri="{0D108BD9-81ED-4DB2-BD59-A6C34878D82A}">
                    <a16:rowId xmlns:a16="http://schemas.microsoft.com/office/drawing/2014/main" val="3874896899"/>
                  </a:ext>
                </a:extLst>
              </a:tr>
              <a:tr h="696923">
                <a:tc>
                  <a:txBody>
                    <a:bodyPr/>
                    <a:lstStyle/>
                    <a:p>
                      <a:pPr lvl="0" algn="ctr">
                        <a:lnSpc>
                          <a:spcPct val="100000"/>
                        </a:lnSpc>
                        <a:spcBef>
                          <a:spcPts val="0"/>
                        </a:spcBef>
                        <a:spcAft>
                          <a:spcPts val="0"/>
                        </a:spcAft>
                        <a:buNone/>
                      </a:pPr>
                      <a:r>
                        <a:rPr lang="en-US" sz="1050" b="1" i="0" u="none" strike="noStrike" noProof="0">
                          <a:solidFill>
                            <a:srgbClr val="000000"/>
                          </a:solidFill>
                        </a:rPr>
                        <a:t>D6 Compliance</a:t>
                      </a:r>
                      <a:endParaRPr lang="en-US" sz="1050" b="1" i="0" u="none" strike="noStrike" noProof="0">
                        <a:solidFill>
                          <a:srgbClr val="000000"/>
                        </a:solidFill>
                        <a:latin typeface="Arial"/>
                        <a:cs typeface="Arial"/>
                      </a:endParaRPr>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lvl="0" algn="ctr">
                        <a:lnSpc>
                          <a:spcPct val="100000"/>
                        </a:lnSpc>
                        <a:spcBef>
                          <a:spcPts val="0"/>
                        </a:spcBef>
                        <a:spcAft>
                          <a:spcPts val="0"/>
                        </a:spcAft>
                        <a:buNone/>
                      </a:pPr>
                      <a:r>
                        <a:rPr lang="en-US" sz="1050" b="0" i="0" u="none" strike="noStrike" noProof="0">
                          <a:effectLst/>
                          <a:latin typeface="맑은 고딕"/>
                          <a:ea typeface="맑은 고딕"/>
                        </a:rPr>
                        <a:t>Strong Korean certification/procurement evidence: security-function verification, GS, procurement, CC for SERVERFILTER.</a:t>
                      </a:r>
                      <a:endParaRPr lang="en-US" sz="1050"/>
                    </a:p>
                  </a:txBody>
                  <a:tcPr marL="0" marR="0" marT="0" marB="0" anchor="ctr">
                    <a:lnL w="12700">
                      <a:solidFill>
                        <a:schemeClr val="tx1"/>
                      </a:solidFill>
                    </a:lnL>
                    <a:lnR w="12700" cap="flat" cmpd="sng" algn="ctr">
                      <a:solidFill>
                        <a:schemeClr val="tx1"/>
                      </a:solidFill>
                      <a:prstDash val="solid"/>
                      <a:round/>
                      <a:headEnd type="none" w="med" len="med"/>
                      <a:tailEnd type="none" w="med" len="med"/>
                    </a:lnR>
                    <a:lnT w="12700">
                      <a:solidFill>
                        <a:schemeClr val="tx1"/>
                      </a:solidFill>
                    </a:lnT>
                    <a:lnB w="12700">
                      <a:solidFill>
                        <a:schemeClr val="tx1"/>
                      </a:solidFill>
                    </a:lnB>
                    <a:solidFill>
                      <a:schemeClr val="bg1"/>
                    </a:solidFill>
                  </a:tcPr>
                </a:tc>
                <a:tc>
                  <a:txBody>
                    <a:bodyPr/>
                    <a:lstStyle/>
                    <a:p>
                      <a:pPr lvl="0" algn="ctr">
                        <a:buNone/>
                      </a:pPr>
                      <a:r>
                        <a:rPr lang="en-US" sz="1050" b="0" i="0" u="none" strike="noStrike" noProof="0"/>
                        <a:t>Strong Korean public-sector readiness: security-function verification, GS Grade 1, procurement and cloud quality/performance verification.</a:t>
                      </a:r>
                      <a:endParaRPr lang="en-US" sz="1050">
                        <a:latin typeface="Arial"/>
                        <a:cs typeface="Arial"/>
                      </a:endParaRPr>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extLst>
                  <a:ext uri="{0D108BD9-81ED-4DB2-BD59-A6C34878D82A}">
                    <a16:rowId xmlns:a16="http://schemas.microsoft.com/office/drawing/2014/main" val="463752911"/>
                  </a:ext>
                </a:extLst>
              </a:tr>
            </a:tbl>
          </a:graphicData>
        </a:graphic>
      </p:graphicFrame>
      <p:sp>
        <p:nvSpPr>
          <p:cNvPr id="6" name="TextBox 5">
            <a:extLst>
              <a:ext uri="{FF2B5EF4-FFF2-40B4-BE49-F238E27FC236}">
                <a16:creationId xmlns:a16="http://schemas.microsoft.com/office/drawing/2014/main" id="{99AB511B-CBFE-65BE-8064-4428D93377D7}"/>
              </a:ext>
            </a:extLst>
          </p:cNvPr>
          <p:cNvSpPr txBox="1"/>
          <p:nvPr/>
        </p:nvSpPr>
        <p:spPr>
          <a:xfrm>
            <a:off x="121920" y="5369560"/>
            <a:ext cx="11643360" cy="160043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buFont typeface=""/>
              <a:buChar char="•"/>
            </a:pPr>
            <a:r>
              <a:rPr lang="en-US" sz="1400" b="1"/>
              <a:t>Jiran Data</a:t>
            </a:r>
            <a:r>
              <a:rPr lang="en-US" sz="1400"/>
              <a:t> shows stronger public evidence around </a:t>
            </a:r>
            <a:r>
              <a:rPr lang="en-US" sz="1400" b="1"/>
              <a:t>content detection and AI inspection</a:t>
            </a:r>
            <a:r>
              <a:rPr lang="en-US" sz="1400"/>
              <a:t>, especially OCR, NER, custom models and prompt/response logging.</a:t>
            </a:r>
            <a:endParaRPr lang="en-US" sz="1400">
              <a:ea typeface="맑은 고딕"/>
            </a:endParaRPr>
          </a:p>
          <a:p>
            <a:pPr>
              <a:buFont typeface=""/>
              <a:buChar char="•"/>
            </a:pPr>
            <a:r>
              <a:rPr lang="en-US" sz="1400" b="1"/>
              <a:t>SaferZone</a:t>
            </a:r>
            <a:r>
              <a:rPr lang="en-US" sz="1400"/>
              <a:t> shows stronger public evidence around </a:t>
            </a:r>
            <a:r>
              <a:rPr lang="en-US" sz="1400" b="1"/>
              <a:t>deployment breadth and traditional endpoint/email enforcement</a:t>
            </a:r>
            <a:r>
              <a:rPr lang="en-US" sz="1400"/>
              <a:t>, especially multi-OS support and off-network AI control.</a:t>
            </a:r>
            <a:endParaRPr lang="en-US" sz="1400">
              <a:ea typeface="맑은 고딕"/>
            </a:endParaRPr>
          </a:p>
          <a:p>
            <a:pPr>
              <a:buFont typeface=""/>
              <a:buChar char="•"/>
            </a:pPr>
            <a:r>
              <a:rPr lang="en-US" sz="1400"/>
              <a:t>For both vendors, the main unresolved areas are </a:t>
            </a:r>
            <a:r>
              <a:rPr lang="en-US" sz="1400" b="1"/>
              <a:t>LLM API inspection, AI-agent/MCP mediation, prompt-injection defense, and response-side AI enforcement</a:t>
            </a:r>
            <a:r>
              <a:rPr lang="en-US" sz="1400"/>
              <a:t>.</a:t>
            </a:r>
            <a:endParaRPr lang="en-US" sz="1400">
              <a:ea typeface="맑은 고딕"/>
            </a:endParaRPr>
          </a:p>
          <a:p>
            <a:pPr algn="ctr"/>
            <a:endParaRPr lang="en-US" sz="1400">
              <a:ea typeface="맑은 고딕"/>
            </a:endParaRPr>
          </a:p>
        </p:txBody>
      </p:sp>
    </p:spTree>
    <p:extLst>
      <p:ext uri="{BB962C8B-B14F-4D97-AF65-F5344CB8AC3E}">
        <p14:creationId xmlns:p14="http://schemas.microsoft.com/office/powerpoint/2010/main" val="227212744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76C550-B793-8A94-7414-A279F8B0231F}"/>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0E0B8B1-8AFA-0C32-EDE3-AB75D9D4C48C}"/>
              </a:ext>
            </a:extLst>
          </p:cNvPr>
          <p:cNvSpPr>
            <a:spLocks noGrp="1"/>
          </p:cNvSpPr>
          <p:nvPr>
            <p:ph type="sldNum" sz="quarter" idx="4"/>
          </p:nvPr>
        </p:nvSpPr>
        <p:spPr/>
        <p:txBody>
          <a:bodyPr/>
          <a:lstStyle/>
          <a:p>
            <a:fld id="{4EA1E582-E1CC-4474-812F-1657BC5920B7}" type="slidenum">
              <a:rPr lang="ko-KR" altLang="en-US" smtClean="0"/>
              <a:t>45</a:t>
            </a:fld>
            <a:endParaRPr lang="ko-KR" altLang="en-US"/>
          </a:p>
        </p:txBody>
      </p:sp>
      <p:sp>
        <p:nvSpPr>
          <p:cNvPr id="5" name="Text Placeholder 4">
            <a:extLst>
              <a:ext uri="{FF2B5EF4-FFF2-40B4-BE49-F238E27FC236}">
                <a16:creationId xmlns:a16="http://schemas.microsoft.com/office/drawing/2014/main" id="{31809392-905A-84F3-AB39-78F7F9A34F5D}"/>
              </a:ext>
            </a:extLst>
          </p:cNvPr>
          <p:cNvSpPr>
            <a:spLocks noGrp="1"/>
          </p:cNvSpPr>
          <p:nvPr>
            <p:ph type="body" sz="quarter" idx="11"/>
          </p:nvPr>
        </p:nvSpPr>
        <p:spPr/>
        <p:txBody>
          <a:bodyPr lIns="91440" tIns="45720" rIns="91440" bIns="45720" anchor="ctr" anchorCtr="0"/>
          <a:lstStyle/>
          <a:p>
            <a:r>
              <a:rPr lang="en-US">
                <a:ea typeface="KoPub돋움체 Bold"/>
              </a:rPr>
              <a:t>D1 – Channel Coverage</a:t>
            </a:r>
            <a:endParaRPr lang="en-US"/>
          </a:p>
        </p:txBody>
      </p:sp>
      <p:sp>
        <p:nvSpPr>
          <p:cNvPr id="7" name="제목 3">
            <a:extLst>
              <a:ext uri="{FF2B5EF4-FFF2-40B4-BE49-F238E27FC236}">
                <a16:creationId xmlns:a16="http://schemas.microsoft.com/office/drawing/2014/main" id="{E86FE085-5A74-6B01-E8FE-1C65B8FA1D1C}"/>
              </a:ext>
            </a:extLst>
          </p:cNvPr>
          <p:cNvSpPr txBox="1">
            <a:spLocks/>
          </p:cNvSpPr>
          <p:nvPr/>
        </p:nvSpPr>
        <p:spPr>
          <a:xfrm>
            <a:off x="286194" y="265704"/>
            <a:ext cx="10666268" cy="464670"/>
          </a:xfrm>
          <a:prstGeom prst="rect">
            <a:avLst/>
          </a:prstGeom>
        </p:spPr>
        <p:txBody>
          <a:bodyPr lIns="91440" tIns="45720" rIns="91440" bIns="45720" anchor="ctr" anchorCtr="0"/>
          <a:lstStyle>
            <a:lvl1pPr algn="l" rtl="0" eaLnBrk="1" fontAlgn="base" latinLnBrk="1" hangingPunct="1">
              <a:spcBef>
                <a:spcPct val="0"/>
              </a:spcBef>
              <a:spcAft>
                <a:spcPct val="0"/>
              </a:spcAft>
              <a:defRPr lang="ko-KR" altLang="en-US" sz="2400" b="1" kern="1200" baseline="0" dirty="0">
                <a:ln>
                  <a:solidFill>
                    <a:schemeClr val="accent1">
                      <a:alpha val="0"/>
                    </a:schemeClr>
                  </a:solidFill>
                </a:ln>
                <a:solidFill>
                  <a:srgbClr val="144772"/>
                </a:solidFill>
                <a:effectLst>
                  <a:glow rad="127000">
                    <a:schemeClr val="bg1"/>
                  </a:glow>
                  <a:outerShdw blurRad="38100" dist="38100" dir="2700000" algn="tl" rotWithShape="0">
                    <a:prstClr val="black">
                      <a:alpha val="40000"/>
                    </a:prstClr>
                  </a:outerShdw>
                </a:effectLst>
                <a:latin typeface="Pretendard Black" panose="02000A03000000020004" pitchFamily="50" charset="-127"/>
                <a:ea typeface="Pretendard Black" panose="02000A03000000020004" pitchFamily="50" charset="-127"/>
                <a:cs typeface="Pretendard Black" panose="02000A03000000020004" pitchFamily="50" charset="-127"/>
              </a:defRPr>
            </a:lvl1pPr>
            <a:lvl2pPr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2pPr>
            <a:lvl3pPr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3pPr>
            <a:lvl4pPr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4pPr>
            <a:lvl5pPr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5pPr>
            <a:lvl6pPr marL="457200"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6pPr>
            <a:lvl7pPr marL="914400"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7pPr>
            <a:lvl8pPr marL="1371600"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8pPr>
            <a:lvl9pPr marL="1828800"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9pPr>
          </a:lstStyle>
          <a:p>
            <a:r>
              <a:rPr lang="ko-KR" err="1">
                <a:ln>
                  <a:solidFill>
                    <a:srgbClr val="4F81BD">
                      <a:alpha val="0"/>
                    </a:srgbClr>
                  </a:solidFill>
                </a:ln>
                <a:effectLst>
                  <a:glow rad="127000">
                    <a:prstClr val="white"/>
                  </a:glow>
                  <a:outerShdw blurRad="38100" dist="38100" dir="2700000" algn="tl" rotWithShape="0">
                    <a:prstClr val="black">
                      <a:alpha val="40000"/>
                    </a:prstClr>
                  </a:outerShdw>
                </a:effectLst>
                <a:latin typeface="Arial"/>
                <a:ea typeface="Pretendard Black"/>
                <a:cs typeface="Arial"/>
              </a:rPr>
              <a:t>컴트루</a:t>
            </a:r>
            <a:r>
              <a:rPr lang="ko-KR">
                <a:ln>
                  <a:solidFill>
                    <a:srgbClr val="4F81BD">
                      <a:alpha val="0"/>
                    </a:srgbClr>
                  </a:solidFill>
                </a:ln>
                <a:effectLst>
                  <a:glow rad="127000">
                    <a:prstClr val="white"/>
                  </a:glow>
                  <a:outerShdw blurRad="38100" dist="38100" dir="2700000" algn="tl" rotWithShape="0">
                    <a:prstClr val="black">
                      <a:alpha val="40000"/>
                    </a:prstClr>
                  </a:outerShdw>
                </a:effectLst>
                <a:latin typeface="Arial"/>
                <a:ea typeface="Pretendard Black"/>
                <a:cs typeface="Arial"/>
              </a:rPr>
              <a:t> </a:t>
            </a:r>
            <a:r>
              <a:rPr lang="ko-KR" altLang="en-US">
                <a:ln>
                  <a:solidFill>
                    <a:srgbClr val="4F81BD">
                      <a:alpha val="0"/>
                    </a:srgbClr>
                  </a:solidFill>
                </a:ln>
                <a:effectLst>
                  <a:glow rad="127000">
                    <a:prstClr val="white"/>
                  </a:glow>
                  <a:outerShdw blurRad="38100" dist="38100" dir="2700000" algn="tl" rotWithShape="0">
                    <a:prstClr val="black">
                      <a:alpha val="40000"/>
                    </a:prstClr>
                  </a:outerShdw>
                </a:effectLst>
                <a:latin typeface="Arial"/>
                <a:ea typeface="Pretendard Black"/>
                <a:cs typeface="Arial"/>
              </a:rPr>
              <a:t>(</a:t>
            </a:r>
            <a:r>
              <a:rPr lang="ko-KR" altLang="en-US" err="1">
                <a:ln>
                  <a:solidFill>
                    <a:srgbClr val="4F81BD">
                      <a:alpha val="0"/>
                    </a:srgbClr>
                  </a:solidFill>
                </a:ln>
                <a:effectLst>
                  <a:glow rad="127000">
                    <a:prstClr val="white"/>
                  </a:glow>
                  <a:outerShdw blurRad="38100" dist="38100" dir="2700000" algn="tl" rotWithShape="0">
                    <a:prstClr val="black">
                      <a:alpha val="40000"/>
                    </a:prstClr>
                  </a:outerShdw>
                </a:effectLst>
                <a:latin typeface="Arial"/>
                <a:ea typeface="Pretendard Black"/>
              </a:rPr>
              <a:t>Alta</a:t>
            </a:r>
            <a:r>
              <a:rPr lang="ko-KR" altLang="en-US">
                <a:ln>
                  <a:solidFill>
                    <a:srgbClr val="4F81BD">
                      <a:alpha val="0"/>
                    </a:srgbClr>
                  </a:solidFill>
                </a:ln>
                <a:effectLst>
                  <a:glow rad="127000">
                    <a:prstClr val="white"/>
                  </a:glow>
                  <a:outerShdw blurRad="38100" dist="38100" dir="2700000" algn="tl" rotWithShape="0">
                    <a:prstClr val="black">
                      <a:alpha val="40000"/>
                    </a:prstClr>
                  </a:outerShdw>
                </a:effectLst>
                <a:latin typeface="Arial"/>
                <a:ea typeface="Pretendard Black"/>
              </a:rPr>
              <a:t>)</a:t>
            </a:r>
            <a:endParaRPr lang="en-US" altLang="ko-KR">
              <a:ln>
                <a:solidFill>
                  <a:srgbClr val="4F81BD">
                    <a:alpha val="0"/>
                  </a:srgbClr>
                </a:solidFill>
              </a:ln>
              <a:effectLst>
                <a:glow rad="127000">
                  <a:prstClr val="white"/>
                </a:glow>
                <a:outerShdw blurRad="38100" dist="38100" dir="2700000" algn="tl" rotWithShape="0">
                  <a:prstClr val="black">
                    <a:alpha val="40000"/>
                  </a:prstClr>
                </a:outerShdw>
              </a:effectLst>
              <a:latin typeface="Pretendard Black"/>
            </a:endParaRPr>
          </a:p>
        </p:txBody>
      </p:sp>
      <p:graphicFrame>
        <p:nvGraphicFramePr>
          <p:cNvPr id="3" name="Table 2">
            <a:extLst>
              <a:ext uri="{FF2B5EF4-FFF2-40B4-BE49-F238E27FC236}">
                <a16:creationId xmlns:a16="http://schemas.microsoft.com/office/drawing/2014/main" id="{6D3AB65C-A7EB-5CE1-E976-E2ED6BBE1697}"/>
              </a:ext>
            </a:extLst>
          </p:cNvPr>
          <p:cNvGraphicFramePr>
            <a:graphicFrameLocks noGrp="1"/>
          </p:cNvGraphicFramePr>
          <p:nvPr>
            <p:extLst>
              <p:ext uri="{D42A27DB-BD31-4B8C-83A1-F6EECF244321}">
                <p14:modId xmlns:p14="http://schemas.microsoft.com/office/powerpoint/2010/main" val="3265035489"/>
              </p:ext>
            </p:extLst>
          </p:nvPr>
        </p:nvGraphicFramePr>
        <p:xfrm>
          <a:off x="501100" y="1271289"/>
          <a:ext cx="11187127" cy="5408930"/>
        </p:xfrm>
        <a:graphic>
          <a:graphicData uri="http://schemas.openxmlformats.org/drawingml/2006/table">
            <a:tbl>
              <a:tblPr firstRow="1" bandRow="1">
                <a:tableStyleId>{9D7B26C5-4107-4FEC-AEDC-1716B250A1EF}</a:tableStyleId>
              </a:tblPr>
              <a:tblGrid>
                <a:gridCol w="672829">
                  <a:extLst>
                    <a:ext uri="{9D8B030D-6E8A-4147-A177-3AD203B41FA5}">
                      <a16:colId xmlns:a16="http://schemas.microsoft.com/office/drawing/2014/main" val="3761190961"/>
                    </a:ext>
                  </a:extLst>
                </a:gridCol>
                <a:gridCol w="3420532">
                  <a:extLst>
                    <a:ext uri="{9D8B030D-6E8A-4147-A177-3AD203B41FA5}">
                      <a16:colId xmlns:a16="http://schemas.microsoft.com/office/drawing/2014/main" val="3009874471"/>
                    </a:ext>
                  </a:extLst>
                </a:gridCol>
                <a:gridCol w="1058333">
                  <a:extLst>
                    <a:ext uri="{9D8B030D-6E8A-4147-A177-3AD203B41FA5}">
                      <a16:colId xmlns:a16="http://schemas.microsoft.com/office/drawing/2014/main" val="316164474"/>
                    </a:ext>
                  </a:extLst>
                </a:gridCol>
                <a:gridCol w="6035433">
                  <a:extLst>
                    <a:ext uri="{9D8B030D-6E8A-4147-A177-3AD203B41FA5}">
                      <a16:colId xmlns:a16="http://schemas.microsoft.com/office/drawing/2014/main" val="1510347205"/>
                    </a:ext>
                  </a:extLst>
                </a:gridCol>
              </a:tblGrid>
              <a:tr h="370840">
                <a:tc>
                  <a:txBody>
                    <a:bodyPr/>
                    <a:lstStyle/>
                    <a:p>
                      <a:pPr algn="ctr"/>
                      <a:r>
                        <a:rPr lang="en-US" sz="1200">
                          <a:latin typeface="Arial"/>
                          <a:cs typeface="Arial"/>
                        </a:rPr>
                        <a:t>ID</a:t>
                      </a:r>
                    </a:p>
                  </a:txBody>
                  <a:tcPr>
                    <a:lnL w="12700">
                      <a:solidFill>
                        <a:schemeClr val="tx1"/>
                      </a:solidFill>
                    </a:lnL>
                    <a:lnR w="12700">
                      <a:solidFill>
                        <a:schemeClr val="tx1"/>
                      </a:solidFill>
                    </a:lnR>
                    <a:lnT w="12700">
                      <a:solidFill>
                        <a:schemeClr val="tx1"/>
                      </a:solidFill>
                    </a:lnT>
                    <a:lnB w="12700">
                      <a:solidFill>
                        <a:schemeClr val="tx1"/>
                      </a:solidFill>
                    </a:lnB>
                    <a:solidFill>
                      <a:schemeClr val="accent5">
                        <a:lumMod val="20000"/>
                        <a:lumOff val="80000"/>
                      </a:schemeClr>
                    </a:solidFill>
                  </a:tcPr>
                </a:tc>
                <a:tc>
                  <a:txBody>
                    <a:bodyPr/>
                    <a:lstStyle/>
                    <a:p>
                      <a:pPr algn="ctr"/>
                      <a:r>
                        <a:rPr lang="en-US" sz="1200">
                          <a:latin typeface="Arial"/>
                          <a:cs typeface="Arial"/>
                        </a:rPr>
                        <a:t>Capability</a:t>
                      </a:r>
                    </a:p>
                  </a:txBody>
                  <a:tcPr>
                    <a:lnL w="12700">
                      <a:solidFill>
                        <a:schemeClr val="tx1"/>
                      </a:solidFill>
                    </a:lnL>
                    <a:lnR w="12700">
                      <a:solidFill>
                        <a:schemeClr val="tx1"/>
                      </a:solidFill>
                    </a:lnR>
                    <a:lnT w="12700">
                      <a:solidFill>
                        <a:schemeClr val="tx1"/>
                      </a:solidFill>
                    </a:lnT>
                    <a:lnB w="12700">
                      <a:solidFill>
                        <a:schemeClr val="tx1"/>
                      </a:solidFill>
                    </a:lnB>
                    <a:solidFill>
                      <a:schemeClr val="accent5">
                        <a:lumMod val="20000"/>
                        <a:lumOff val="80000"/>
                      </a:schemeClr>
                    </a:solidFill>
                  </a:tcPr>
                </a:tc>
                <a:tc>
                  <a:txBody>
                    <a:bodyPr/>
                    <a:lstStyle/>
                    <a:p>
                      <a:pPr algn="ctr"/>
                      <a:r>
                        <a:rPr lang="en-US" sz="1200">
                          <a:latin typeface="Arial"/>
                          <a:cs typeface="Arial"/>
                        </a:rPr>
                        <a:t>Availability</a:t>
                      </a:r>
                    </a:p>
                  </a:txBody>
                  <a:tcPr>
                    <a:lnL w="12700">
                      <a:solidFill>
                        <a:schemeClr val="tx1"/>
                      </a:solidFill>
                    </a:lnL>
                    <a:lnR w="12700">
                      <a:solidFill>
                        <a:schemeClr val="tx1"/>
                      </a:solidFill>
                    </a:lnR>
                    <a:lnT w="12700">
                      <a:solidFill>
                        <a:schemeClr val="tx1"/>
                      </a:solidFill>
                    </a:lnT>
                    <a:lnB w="12700">
                      <a:solidFill>
                        <a:schemeClr val="tx1"/>
                      </a:solidFill>
                    </a:lnB>
                    <a:solidFill>
                      <a:schemeClr val="accent5">
                        <a:lumMod val="20000"/>
                        <a:lumOff val="80000"/>
                      </a:schemeClr>
                    </a:solidFill>
                  </a:tcPr>
                </a:tc>
                <a:tc>
                  <a:txBody>
                    <a:bodyPr/>
                    <a:lstStyle/>
                    <a:p>
                      <a:pPr algn="ctr"/>
                      <a:r>
                        <a:rPr lang="en-US" sz="1200">
                          <a:latin typeface="Arial"/>
                          <a:cs typeface="Arial"/>
                        </a:rPr>
                        <a:t>References</a:t>
                      </a:r>
                    </a:p>
                  </a:txBody>
                  <a:tcPr>
                    <a:lnL w="12700">
                      <a:solidFill>
                        <a:schemeClr val="tx1"/>
                      </a:solidFill>
                    </a:lnL>
                    <a:lnR w="12700">
                      <a:solidFill>
                        <a:schemeClr val="tx1"/>
                      </a:solidFill>
                    </a:lnR>
                    <a:lnT w="12700">
                      <a:solidFill>
                        <a:schemeClr val="tx1"/>
                      </a:solidFill>
                    </a:lnT>
                    <a:lnB w="12700">
                      <a:solidFill>
                        <a:schemeClr val="tx1"/>
                      </a:solidFill>
                    </a:lnB>
                    <a:solidFill>
                      <a:schemeClr val="accent5">
                        <a:lumMod val="20000"/>
                        <a:lumOff val="80000"/>
                      </a:schemeClr>
                    </a:solidFill>
                  </a:tcPr>
                </a:tc>
                <a:extLst>
                  <a:ext uri="{0D108BD9-81ED-4DB2-BD59-A6C34878D82A}">
                    <a16:rowId xmlns:a16="http://schemas.microsoft.com/office/drawing/2014/main" val="1080965025"/>
                  </a:ext>
                </a:extLst>
              </a:tr>
              <a:tr h="370840">
                <a:tc>
                  <a:txBody>
                    <a:bodyPr/>
                    <a:lstStyle/>
                    <a:p>
                      <a:r>
                        <a:rPr lang="en-US" sz="1200">
                          <a:latin typeface="Arial"/>
                          <a:cs typeface="Arial"/>
                        </a:rPr>
                        <a:t>D1-01</a:t>
                      </a:r>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lvl="0">
                        <a:buNone/>
                      </a:pPr>
                      <a:r>
                        <a:rPr lang="en-US" sz="1200">
                          <a:effectLst/>
                          <a:latin typeface="Arial"/>
                          <a:cs typeface="Arial"/>
                        </a:rPr>
                        <a:t>USB / removable media</a:t>
                      </a:r>
                      <a:endParaRPr lang="en-US" sz="1200">
                        <a:latin typeface="Arial"/>
                        <a:cs typeface="Arial"/>
                      </a:endParaRPr>
                    </a:p>
                  </a:txBody>
                  <a:tcPr marL="0" marR="0" marT="0" marB="0" anchor="ctr">
                    <a:lnL w="12700">
                      <a:solidFill>
                        <a:schemeClr val="tx1"/>
                      </a:solidFill>
                    </a:lnL>
                    <a:lnR w="12700" cap="flat" cmpd="sng" algn="ctr">
                      <a:solidFill>
                        <a:schemeClr val="tx1"/>
                      </a:solidFill>
                      <a:prstDash val="solid"/>
                      <a:round/>
                      <a:headEnd type="none" w="med" len="med"/>
                      <a:tailEnd type="none" w="med" len="med"/>
                    </a:lnR>
                    <a:lnT w="12700">
                      <a:solidFill>
                        <a:schemeClr val="tx1"/>
                      </a:solidFill>
                    </a:lnT>
                    <a:lnB w="12700">
                      <a:solidFill>
                        <a:schemeClr val="tx1"/>
                      </a:solidFill>
                    </a:lnB>
                    <a:solidFill>
                      <a:schemeClr val="bg1"/>
                    </a:solidFill>
                  </a:tcPr>
                </a:tc>
                <a:tc>
                  <a:txBody>
                    <a:bodyPr/>
                    <a:lstStyle/>
                    <a:p>
                      <a:pPr lvl="0" algn="ctr">
                        <a:buNone/>
                      </a:pPr>
                      <a:r>
                        <a:rPr lang="en-US" sz="1200" b="0" i="0" u="none" strike="noStrike" noProof="0">
                          <a:solidFill>
                            <a:srgbClr val="000000"/>
                          </a:solidFill>
                        </a:rPr>
                        <a:t>●</a:t>
                      </a:r>
                      <a:endParaRPr lang="en-US" sz="1200" b="0" i="0" u="none" strike="noStrike" noProof="0">
                        <a:solidFill>
                          <a:srgbClr val="000000"/>
                        </a:solidFill>
                        <a:latin typeface="맑은 고딕"/>
                        <a:ea typeface="맑은 고딕"/>
                      </a:endParaRPr>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lvl="0" algn="just">
                        <a:buNone/>
                      </a:pPr>
                      <a:r>
                        <a:rPr lang="ko-KR" altLang="en-US" sz="1000" b="0" i="0" u="none" strike="noStrike" noProof="0">
                          <a:latin typeface="Arial"/>
                          <a:cs typeface="Arial"/>
                        </a:rPr>
                        <a:t>셜록홈즈</a:t>
                      </a:r>
                      <a:r>
                        <a:rPr lang="en-US" sz="1000" b="0" i="0" u="none" strike="noStrike" noProof="0">
                          <a:latin typeface="Arial"/>
                          <a:cs typeface="Arial"/>
                        </a:rPr>
                        <a:t> PC</a:t>
                      </a:r>
                      <a:r>
                        <a:rPr lang="ko-KR" altLang="en-US" sz="1000" b="0" i="0" u="none" strike="noStrike" noProof="0">
                          <a:latin typeface="Arial"/>
                          <a:cs typeface="Arial"/>
                        </a:rPr>
                        <a:t>정보보안</a:t>
                      </a:r>
                      <a:r>
                        <a:rPr lang="en-US" sz="1000" b="0" i="0" u="none" strike="noStrike" noProof="0">
                          <a:latin typeface="Arial"/>
                          <a:cs typeface="Arial"/>
                        </a:rPr>
                        <a:t> –</a:t>
                      </a:r>
                      <a:r>
                        <a:rPr lang="en-US" altLang="ko-KR" sz="1000" b="0" i="0" u="none" strike="noStrike" noProof="0">
                          <a:latin typeface="Arial"/>
                          <a:cs typeface="Arial"/>
                        </a:rPr>
                        <a:t> </a:t>
                      </a:r>
                      <a:r>
                        <a:rPr lang="ko-KR" altLang="en-US" sz="1000" b="0" i="0" u="none" strike="noStrike" noProof="0">
                          <a:latin typeface="Arial"/>
                          <a:cs typeface="Arial"/>
                        </a:rPr>
                        <a:t>매체보안</a:t>
                      </a:r>
                      <a:r>
                        <a:rPr lang="en-US" sz="1000" b="0" i="0" u="none" strike="noStrike" noProof="0">
                          <a:latin typeface="Arial"/>
                          <a:cs typeface="Arial"/>
                        </a:rPr>
                        <a:t> module: per-group/user policy (read-only, block copy, log) for USB, external HDD, CD; 'certified USB' mode and admin approval for export [1], [2].</a:t>
                      </a:r>
                      <a:endParaRPr lang="en-US" sz="1000">
                        <a:latin typeface="Arial"/>
                        <a:cs typeface="Arial"/>
                      </a:endParaRPr>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extLst>
                  <a:ext uri="{0D108BD9-81ED-4DB2-BD59-A6C34878D82A}">
                    <a16:rowId xmlns:a16="http://schemas.microsoft.com/office/drawing/2014/main" val="2715742840"/>
                  </a:ext>
                </a:extLst>
              </a:tr>
              <a:tr h="370840">
                <a:tc>
                  <a:txBody>
                    <a:bodyPr/>
                    <a:lstStyle/>
                    <a:p>
                      <a:pPr lvl="0" algn="l">
                        <a:lnSpc>
                          <a:spcPct val="100000"/>
                        </a:lnSpc>
                        <a:spcBef>
                          <a:spcPts val="0"/>
                        </a:spcBef>
                        <a:spcAft>
                          <a:spcPts val="0"/>
                        </a:spcAft>
                        <a:buNone/>
                      </a:pPr>
                      <a:r>
                        <a:rPr lang="en-US" sz="1200" b="0" i="0" u="none" strike="noStrike" noProof="0">
                          <a:solidFill>
                            <a:srgbClr val="000000"/>
                          </a:solidFill>
                          <a:latin typeface="Arial"/>
                          <a:cs typeface="Arial"/>
                        </a:rPr>
                        <a:t>D1-02</a:t>
                      </a:r>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lvl="0">
                        <a:buNone/>
                      </a:pPr>
                      <a:r>
                        <a:rPr lang="en-US" sz="1200">
                          <a:effectLst/>
                          <a:latin typeface="Arial"/>
                          <a:cs typeface="Arial"/>
                        </a:rPr>
                        <a:t>Print</a:t>
                      </a:r>
                      <a:endParaRPr lang="en-US" sz="1200">
                        <a:latin typeface="Arial"/>
                        <a:cs typeface="Arial"/>
                      </a:endParaRPr>
                    </a:p>
                  </a:txBody>
                  <a:tcPr marL="0" marR="0" marT="0" marB="0" anchor="ctr">
                    <a:lnL w="12700">
                      <a:solidFill>
                        <a:schemeClr val="tx1"/>
                      </a:solidFill>
                    </a:lnL>
                    <a:lnR w="12700" cap="flat" cmpd="sng" algn="ctr">
                      <a:solidFill>
                        <a:schemeClr val="tx1"/>
                      </a:solidFill>
                      <a:prstDash val="solid"/>
                      <a:round/>
                      <a:headEnd type="none" w="med" len="med"/>
                      <a:tailEnd type="none" w="med" len="med"/>
                    </a:lnR>
                    <a:lnT w="12700">
                      <a:solidFill>
                        <a:schemeClr val="tx1"/>
                      </a:solidFill>
                    </a:lnT>
                    <a:lnB w="12700">
                      <a:solidFill>
                        <a:schemeClr val="tx1"/>
                      </a:solidFill>
                    </a:lnB>
                    <a:solidFill>
                      <a:schemeClr val="bg1"/>
                    </a:solidFill>
                  </a:tcPr>
                </a:tc>
                <a:tc>
                  <a:txBody>
                    <a:bodyPr/>
                    <a:lstStyle/>
                    <a:p>
                      <a:pPr lvl="0" algn="ctr">
                        <a:buNone/>
                      </a:pPr>
                      <a:r>
                        <a:rPr lang="en-US" sz="1200" b="0" i="0" u="none" strike="noStrike" noProof="0">
                          <a:solidFill>
                            <a:srgbClr val="000000"/>
                          </a:solidFill>
                          <a:latin typeface="Malgun Gothic"/>
                          <a:ea typeface="Malgun Gothic"/>
                          <a:cs typeface="Arial"/>
                        </a:rPr>
                        <a:t>●</a:t>
                      </a:r>
                      <a:endParaRPr lang="en-US" sz="1200"/>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lvl="0">
                        <a:buNone/>
                      </a:pPr>
                      <a:r>
                        <a:rPr lang="en-US" sz="1000" b="0" i="0" u="none" strike="noStrike" noProof="0">
                          <a:latin typeface="Arial"/>
                          <a:cs typeface="Arial"/>
                        </a:rPr>
                        <a:t>PC</a:t>
                      </a:r>
                      <a:r>
                        <a:rPr lang="ko-KR" altLang="en-US" sz="1000" b="0" i="0" u="none" strike="noStrike" noProof="0">
                          <a:latin typeface="Arial"/>
                          <a:cs typeface="Arial"/>
                        </a:rPr>
                        <a:t>정보보안</a:t>
                      </a:r>
                      <a:r>
                        <a:rPr lang="en-US" sz="1000" b="0" i="0" u="none" strike="noStrike" noProof="0">
                          <a:latin typeface="Arial"/>
                          <a:cs typeface="Arial"/>
                        </a:rPr>
                        <a:t> –</a:t>
                      </a:r>
                      <a:r>
                        <a:rPr lang="en-US" altLang="ko-KR" sz="1000" b="0" i="0" u="none" strike="noStrike" noProof="0">
                          <a:latin typeface="Arial"/>
                          <a:cs typeface="Arial"/>
                        </a:rPr>
                        <a:t> </a:t>
                      </a:r>
                      <a:r>
                        <a:rPr lang="ko-KR" altLang="en-US" sz="1000" b="0" i="0" u="none" strike="noStrike" noProof="0">
                          <a:latin typeface="Arial"/>
                          <a:cs typeface="Arial"/>
                        </a:rPr>
                        <a:t>출력물보안</a:t>
                      </a:r>
                      <a:r>
                        <a:rPr lang="en-US" sz="1000" b="0" i="0" u="none" strike="noStrike" noProof="0">
                          <a:latin typeface="Arial"/>
                          <a:cs typeface="Arial"/>
                        </a:rPr>
                        <a:t>: per-group/user print policy (block / log / watermark); export approval or rejection [1], [2].</a:t>
                      </a:r>
                      <a:endParaRPr lang="en-US" sz="1000">
                        <a:latin typeface="Arial"/>
                        <a:cs typeface="Arial"/>
                      </a:endParaRPr>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extLst>
                  <a:ext uri="{0D108BD9-81ED-4DB2-BD59-A6C34878D82A}">
                    <a16:rowId xmlns:a16="http://schemas.microsoft.com/office/drawing/2014/main" val="2181622584"/>
                  </a:ext>
                </a:extLst>
              </a:tr>
              <a:tr h="370840">
                <a:tc>
                  <a:txBody>
                    <a:bodyPr/>
                    <a:lstStyle/>
                    <a:p>
                      <a:pPr lvl="0" algn="l">
                        <a:lnSpc>
                          <a:spcPct val="100000"/>
                        </a:lnSpc>
                        <a:spcBef>
                          <a:spcPts val="0"/>
                        </a:spcBef>
                        <a:spcAft>
                          <a:spcPts val="0"/>
                        </a:spcAft>
                        <a:buNone/>
                      </a:pPr>
                      <a:r>
                        <a:rPr lang="en-US" sz="1200" b="0" i="0" u="none" strike="noStrike" noProof="0">
                          <a:solidFill>
                            <a:srgbClr val="000000"/>
                          </a:solidFill>
                          <a:latin typeface="Arial"/>
                          <a:cs typeface="Arial"/>
                        </a:rPr>
                        <a:t>D1-03</a:t>
                      </a:r>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lvl="0">
                        <a:buNone/>
                      </a:pPr>
                      <a:r>
                        <a:rPr lang="en-US" sz="1200">
                          <a:effectLst/>
                          <a:latin typeface="Arial"/>
                          <a:cs typeface="Arial"/>
                        </a:rPr>
                        <a:t>Clipboard copy/paste</a:t>
                      </a:r>
                      <a:endParaRPr lang="en-US" sz="1200">
                        <a:latin typeface="Arial"/>
                        <a:cs typeface="Arial"/>
                      </a:endParaRPr>
                    </a:p>
                  </a:txBody>
                  <a:tcPr marL="0" marR="0" marT="0" marB="0" anchor="ctr">
                    <a:lnL w="12700">
                      <a:solidFill>
                        <a:schemeClr val="tx1"/>
                      </a:solidFill>
                    </a:lnL>
                    <a:lnR w="12700" cap="flat" cmpd="sng" algn="ctr">
                      <a:solidFill>
                        <a:schemeClr val="tx1"/>
                      </a:solidFill>
                      <a:prstDash val="solid"/>
                      <a:round/>
                      <a:headEnd type="none" w="med" len="med"/>
                      <a:tailEnd type="none" w="med" len="med"/>
                    </a:lnR>
                    <a:lnT w="12700">
                      <a:solidFill>
                        <a:schemeClr val="tx1"/>
                      </a:solidFill>
                    </a:lnT>
                    <a:lnB w="12700">
                      <a:solidFill>
                        <a:schemeClr val="tx1"/>
                      </a:solidFill>
                    </a:lnB>
                    <a:solidFill>
                      <a:schemeClr val="bg1"/>
                    </a:solidFill>
                  </a:tcPr>
                </a:tc>
                <a:tc>
                  <a:txBody>
                    <a:bodyPr/>
                    <a:lstStyle/>
                    <a:p>
                      <a:pPr algn="ctr"/>
                      <a:endParaRPr lang="en-US" sz="1200">
                        <a:latin typeface="Arial"/>
                        <a:cs typeface="Arial"/>
                      </a:endParaRPr>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lvl="0">
                        <a:buNone/>
                      </a:pPr>
                      <a:r>
                        <a:rPr lang="en-US" sz="1000" b="0" i="0" u="none" strike="noStrike" noProof="0">
                          <a:latin typeface="Arial"/>
                          <a:cs typeface="Arial"/>
                        </a:rPr>
                        <a:t>Sphinx AI DLP only inspects text once it reaches a GenAI service [1].</a:t>
                      </a:r>
                      <a:endParaRPr lang="en-US">
                        <a:latin typeface="Arial"/>
                        <a:cs typeface="Arial"/>
                      </a:endParaRPr>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extLst>
                  <a:ext uri="{0D108BD9-81ED-4DB2-BD59-A6C34878D82A}">
                    <a16:rowId xmlns:a16="http://schemas.microsoft.com/office/drawing/2014/main" val="903757581"/>
                  </a:ext>
                </a:extLst>
              </a:tr>
              <a:tr h="370840">
                <a:tc>
                  <a:txBody>
                    <a:bodyPr/>
                    <a:lstStyle/>
                    <a:p>
                      <a:pPr lvl="0" algn="l">
                        <a:lnSpc>
                          <a:spcPct val="100000"/>
                        </a:lnSpc>
                        <a:spcBef>
                          <a:spcPts val="0"/>
                        </a:spcBef>
                        <a:spcAft>
                          <a:spcPts val="0"/>
                        </a:spcAft>
                        <a:buNone/>
                      </a:pPr>
                      <a:r>
                        <a:rPr lang="en-US" sz="1200" b="0" i="0" u="none" strike="noStrike" noProof="0">
                          <a:solidFill>
                            <a:srgbClr val="000000"/>
                          </a:solidFill>
                          <a:latin typeface="Arial"/>
                          <a:cs typeface="Arial"/>
                        </a:rPr>
                        <a:t>D1-04</a:t>
                      </a:r>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lvl="0">
                        <a:buNone/>
                      </a:pPr>
                      <a:r>
                        <a:rPr lang="en-US" sz="1200">
                          <a:effectLst/>
                          <a:latin typeface="Arial"/>
                          <a:cs typeface="Arial"/>
                        </a:rPr>
                        <a:t>Screen capture</a:t>
                      </a:r>
                      <a:endParaRPr lang="en-US" sz="1200">
                        <a:latin typeface="Arial"/>
                        <a:cs typeface="Arial"/>
                      </a:endParaRPr>
                    </a:p>
                  </a:txBody>
                  <a:tcPr marL="0" marR="0" marT="0" marB="0" anchor="ctr">
                    <a:lnL w="12700">
                      <a:solidFill>
                        <a:schemeClr val="tx1"/>
                      </a:solidFill>
                    </a:lnL>
                    <a:lnR w="12700" cap="flat" cmpd="sng" algn="ctr">
                      <a:solidFill>
                        <a:schemeClr val="tx1"/>
                      </a:solidFill>
                      <a:prstDash val="solid"/>
                      <a:round/>
                      <a:headEnd type="none" w="med" len="med"/>
                      <a:tailEnd type="none" w="med" len="med"/>
                    </a:lnR>
                    <a:lnT w="12700">
                      <a:solidFill>
                        <a:schemeClr val="tx1"/>
                      </a:solidFill>
                    </a:lnT>
                    <a:lnB w="12700">
                      <a:solidFill>
                        <a:schemeClr val="tx1"/>
                      </a:solidFill>
                    </a:lnB>
                    <a:solidFill>
                      <a:schemeClr val="bg1"/>
                    </a:solidFill>
                  </a:tcPr>
                </a:tc>
                <a:tc>
                  <a:txBody>
                    <a:bodyPr/>
                    <a:lstStyle/>
                    <a:p>
                      <a:pPr algn="ctr"/>
                      <a:endParaRPr lang="en-US" sz="1200">
                        <a:latin typeface="Arial"/>
                        <a:cs typeface="Arial"/>
                      </a:endParaRPr>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endParaRPr lang="en-US" sz="1000">
                        <a:latin typeface="Arial"/>
                        <a:cs typeface="Arial"/>
                      </a:endParaRPr>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extLst>
                  <a:ext uri="{0D108BD9-81ED-4DB2-BD59-A6C34878D82A}">
                    <a16:rowId xmlns:a16="http://schemas.microsoft.com/office/drawing/2014/main" val="2970567322"/>
                  </a:ext>
                </a:extLst>
              </a:tr>
              <a:tr h="370840">
                <a:tc>
                  <a:txBody>
                    <a:bodyPr/>
                    <a:lstStyle/>
                    <a:p>
                      <a:pPr lvl="0" algn="l">
                        <a:lnSpc>
                          <a:spcPct val="100000"/>
                        </a:lnSpc>
                        <a:spcBef>
                          <a:spcPts val="0"/>
                        </a:spcBef>
                        <a:spcAft>
                          <a:spcPts val="0"/>
                        </a:spcAft>
                        <a:buNone/>
                      </a:pPr>
                      <a:r>
                        <a:rPr lang="en-US" sz="1200" b="0" i="0" u="none" strike="noStrike" noProof="0">
                          <a:solidFill>
                            <a:srgbClr val="000000"/>
                          </a:solidFill>
                          <a:latin typeface="Arial"/>
                          <a:cs typeface="Arial"/>
                        </a:rPr>
                        <a:t>D1-05</a:t>
                      </a:r>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lvl="0">
                        <a:buNone/>
                      </a:pPr>
                      <a:r>
                        <a:rPr lang="en-US" sz="1200">
                          <a:effectLst/>
                          <a:latin typeface="Arial"/>
                          <a:cs typeface="Arial"/>
                        </a:rPr>
                        <a:t>Email (SMTP / webmail)</a:t>
                      </a:r>
                      <a:endParaRPr lang="en-US" sz="1200">
                        <a:latin typeface="Arial"/>
                        <a:cs typeface="Arial"/>
                      </a:endParaRPr>
                    </a:p>
                  </a:txBody>
                  <a:tcPr marL="0" marR="0" marT="0" marB="0" anchor="ctr">
                    <a:lnL w="12700">
                      <a:solidFill>
                        <a:schemeClr val="tx1"/>
                      </a:solidFill>
                    </a:lnL>
                    <a:lnR w="12700" cap="flat" cmpd="sng" algn="ctr">
                      <a:solidFill>
                        <a:schemeClr val="tx1"/>
                      </a:solidFill>
                      <a:prstDash val="solid"/>
                      <a:round/>
                      <a:headEnd type="none" w="med" len="med"/>
                      <a:tailEnd type="none" w="med" len="med"/>
                    </a:lnR>
                    <a:lnT w="12700">
                      <a:solidFill>
                        <a:schemeClr val="tx1"/>
                      </a:solidFill>
                    </a:lnT>
                    <a:lnB w="12700">
                      <a:solidFill>
                        <a:schemeClr val="tx1"/>
                      </a:solidFill>
                    </a:lnB>
                    <a:solidFill>
                      <a:schemeClr val="bg1"/>
                    </a:solidFill>
                  </a:tcPr>
                </a:tc>
                <a:tc>
                  <a:txBody>
                    <a:bodyPr/>
                    <a:lstStyle/>
                    <a:p>
                      <a:pPr lvl="0" algn="ctr">
                        <a:buNone/>
                      </a:pPr>
                      <a:r>
                        <a:rPr lang="en-US" sz="1200" b="0" i="0" u="none" strike="noStrike" noProof="0">
                          <a:solidFill>
                            <a:srgbClr val="000000"/>
                          </a:solidFill>
                          <a:latin typeface="Malgun Gothic"/>
                          <a:ea typeface="Malgun Gothic"/>
                          <a:cs typeface="Arial"/>
                        </a:rPr>
                        <a:t>◐</a:t>
                      </a:r>
                      <a:endParaRPr lang="en-US" sz="1200"/>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lvl="0">
                        <a:buNone/>
                      </a:pPr>
                      <a:r>
                        <a:rPr lang="ko-KR" altLang="en-US" sz="1000" b="0" i="0" u="none" strike="noStrike" noProof="0">
                          <a:latin typeface="Arial"/>
                          <a:cs typeface="Arial"/>
                        </a:rPr>
                        <a:t>셜록홈즈</a:t>
                      </a:r>
                      <a:r>
                        <a:rPr lang="en-US" sz="1000" b="0" i="0" u="none" strike="noStrike" noProof="0">
                          <a:latin typeface="Arial"/>
                          <a:cs typeface="Arial"/>
                        </a:rPr>
                        <a:t> </a:t>
                      </a:r>
                      <a:r>
                        <a:rPr lang="en-US" sz="1000" b="0" i="0" u="none" strike="noStrike" noProof="0" err="1">
                          <a:latin typeface="Arial"/>
                          <a:cs typeface="Arial"/>
                        </a:rPr>
                        <a:t>NetCenter</a:t>
                      </a:r>
                      <a:r>
                        <a:rPr lang="en-US" sz="1000" b="0" i="0" u="none" strike="noStrike" noProof="0">
                          <a:latin typeface="Arial"/>
                          <a:cs typeface="Arial"/>
                        </a:rPr>
                        <a:t> monitors corporate mail and webmail via TAP/mirroring — content-aware detection and logging, but passive (no inline blocking). </a:t>
                      </a:r>
                      <a:r>
                        <a:rPr lang="en-US" sz="1000" b="0" i="0" u="none" strike="noStrike" noProof="0" err="1">
                          <a:latin typeface="Arial"/>
                          <a:cs typeface="Arial"/>
                        </a:rPr>
                        <a:t>ArchiveCenter</a:t>
                      </a:r>
                      <a:r>
                        <a:rPr lang="en-US" sz="1000" b="0" i="0" u="none" strike="noStrike" noProof="0">
                          <a:latin typeface="Arial"/>
                          <a:cs typeface="Arial"/>
                        </a:rPr>
                        <a:t> archives mail [3].</a:t>
                      </a:r>
                      <a:endParaRPr lang="en-US" sz="1000">
                        <a:latin typeface="Arial"/>
                        <a:cs typeface="Arial"/>
                      </a:endParaRPr>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extLst>
                  <a:ext uri="{0D108BD9-81ED-4DB2-BD59-A6C34878D82A}">
                    <a16:rowId xmlns:a16="http://schemas.microsoft.com/office/drawing/2014/main" val="3874896899"/>
                  </a:ext>
                </a:extLst>
              </a:tr>
              <a:tr h="370840">
                <a:tc>
                  <a:txBody>
                    <a:bodyPr/>
                    <a:lstStyle/>
                    <a:p>
                      <a:pPr lvl="0" algn="l">
                        <a:lnSpc>
                          <a:spcPct val="100000"/>
                        </a:lnSpc>
                        <a:spcBef>
                          <a:spcPts val="0"/>
                        </a:spcBef>
                        <a:spcAft>
                          <a:spcPts val="0"/>
                        </a:spcAft>
                        <a:buNone/>
                      </a:pPr>
                      <a:r>
                        <a:rPr lang="en-US" sz="1200" b="0" i="0" u="none" strike="noStrike" noProof="0">
                          <a:solidFill>
                            <a:srgbClr val="000000"/>
                          </a:solidFill>
                          <a:latin typeface="Arial"/>
                          <a:cs typeface="Arial"/>
                        </a:rPr>
                        <a:t>D1-06</a:t>
                      </a:r>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lvl="0">
                        <a:buNone/>
                      </a:pPr>
                      <a:r>
                        <a:rPr lang="en-US" sz="1200">
                          <a:effectLst/>
                          <a:latin typeface="Arial"/>
                          <a:cs typeface="Arial"/>
                        </a:rPr>
                        <a:t>Web upload inspection (HTTP/S, TLS decryption)</a:t>
                      </a:r>
                      <a:endParaRPr lang="en-US" sz="1200">
                        <a:latin typeface="Arial"/>
                        <a:cs typeface="Arial"/>
                      </a:endParaRPr>
                    </a:p>
                  </a:txBody>
                  <a:tcPr marL="0" marR="0" marT="0" marB="0" anchor="ctr">
                    <a:lnL w="12700">
                      <a:solidFill>
                        <a:schemeClr val="tx1"/>
                      </a:solidFill>
                    </a:lnL>
                    <a:lnR w="12700" cap="flat" cmpd="sng" algn="ctr">
                      <a:solidFill>
                        <a:schemeClr val="tx1"/>
                      </a:solidFill>
                      <a:prstDash val="solid"/>
                      <a:round/>
                      <a:headEnd type="none" w="med" len="med"/>
                      <a:tailEnd type="none" w="med" len="med"/>
                    </a:lnR>
                    <a:lnT w="12700">
                      <a:solidFill>
                        <a:schemeClr val="tx1"/>
                      </a:solidFill>
                    </a:lnT>
                    <a:lnB w="12700">
                      <a:solidFill>
                        <a:schemeClr val="tx1"/>
                      </a:solidFill>
                    </a:lnB>
                    <a:solidFill>
                      <a:schemeClr val="bg1"/>
                    </a:solidFill>
                  </a:tcPr>
                </a:tc>
                <a:tc>
                  <a:txBody>
                    <a:bodyPr/>
                    <a:lstStyle/>
                    <a:p>
                      <a:pPr lvl="0" algn="ctr">
                        <a:buNone/>
                      </a:pPr>
                      <a:r>
                        <a:rPr lang="en-US" sz="1200" b="0" i="0" u="none" strike="noStrike" noProof="0">
                          <a:solidFill>
                            <a:srgbClr val="000000"/>
                          </a:solidFill>
                          <a:latin typeface="Malgun Gothic"/>
                          <a:ea typeface="Malgun Gothic"/>
                          <a:cs typeface="Arial"/>
                        </a:rPr>
                        <a:t>◐</a:t>
                      </a:r>
                      <a:endParaRPr lang="en-US" sz="1200"/>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lvl="0">
                        <a:buNone/>
                      </a:pPr>
                      <a:r>
                        <a:rPr lang="en-US" sz="1000" b="0" i="0" u="none" strike="noStrike" noProof="0" err="1">
                          <a:latin typeface="Arial"/>
                          <a:cs typeface="Arial"/>
                        </a:rPr>
                        <a:t>NetCenter</a:t>
                      </a:r>
                      <a:r>
                        <a:rPr lang="en-US" sz="1000" b="0" i="0" u="none" strike="noStrike" noProof="0">
                          <a:latin typeface="Arial"/>
                          <a:cs typeface="Arial"/>
                        </a:rPr>
                        <a:t> logs HTTP POST with attachments (raw HTTP POST optional). HTTPS requires the separate 'HTTPS Center' appliance. Monitoring only [3].</a:t>
                      </a:r>
                      <a:endParaRPr lang="en-US">
                        <a:latin typeface="Arial"/>
                        <a:cs typeface="Arial"/>
                      </a:endParaRPr>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extLst>
                  <a:ext uri="{0D108BD9-81ED-4DB2-BD59-A6C34878D82A}">
                    <a16:rowId xmlns:a16="http://schemas.microsoft.com/office/drawing/2014/main" val="463752911"/>
                  </a:ext>
                </a:extLst>
              </a:tr>
              <a:tr h="365125">
                <a:tc>
                  <a:txBody>
                    <a:bodyPr/>
                    <a:lstStyle/>
                    <a:p>
                      <a:pPr lvl="0" algn="l">
                        <a:lnSpc>
                          <a:spcPct val="100000"/>
                        </a:lnSpc>
                        <a:spcBef>
                          <a:spcPts val="0"/>
                        </a:spcBef>
                        <a:spcAft>
                          <a:spcPts val="0"/>
                        </a:spcAft>
                        <a:buNone/>
                      </a:pPr>
                      <a:r>
                        <a:rPr lang="en-US" sz="1200" b="0" i="0" u="none" strike="noStrike" noProof="0">
                          <a:solidFill>
                            <a:srgbClr val="000000"/>
                          </a:solidFill>
                          <a:latin typeface="Arial"/>
                          <a:cs typeface="Arial"/>
                        </a:rPr>
                        <a:t>D1-07</a:t>
                      </a:r>
                    </a:p>
                  </a:txBody>
                  <a:tcP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solidFill>
                      <a:schemeClr val="bg1"/>
                    </a:solidFill>
                  </a:tcPr>
                </a:tc>
                <a:tc>
                  <a:txBody>
                    <a:bodyPr/>
                    <a:lstStyle/>
                    <a:p>
                      <a:pPr lvl="0">
                        <a:buNone/>
                      </a:pPr>
                      <a:r>
                        <a:rPr lang="en-US" sz="1200">
                          <a:effectLst/>
                          <a:latin typeface="Arial"/>
                          <a:cs typeface="Arial"/>
                        </a:rPr>
                        <a:t>PC messenger</a:t>
                      </a:r>
                      <a:endParaRPr lang="en-US" sz="1200">
                        <a:latin typeface="Arial"/>
                        <a:cs typeface="Arial"/>
                      </a:endParaRPr>
                    </a:p>
                  </a:txBody>
                  <a:tcPr marL="0" marR="0" marT="0" marB="0" anchor="ctr">
                    <a:lnL w="12700">
                      <a:solidFill>
                        <a:schemeClr val="tx1"/>
                      </a:solidFill>
                    </a:lnL>
                    <a:lnR w="12700" cap="flat" cmpd="sng" algn="ctr">
                      <a:solidFill>
                        <a:schemeClr val="tx1"/>
                      </a:solidFill>
                      <a:prstDash val="solid"/>
                      <a:round/>
                      <a:headEnd type="none" w="med" len="med"/>
                      <a:tailEnd type="none" w="med" len="med"/>
                    </a:lnR>
                    <a:lnT w="12700">
                      <a:solidFill>
                        <a:schemeClr val="tx1"/>
                      </a:solidFill>
                    </a:lnT>
                    <a:lnB w="12700">
                      <a:solidFill>
                        <a:schemeClr val="tx1"/>
                      </a:solidFill>
                    </a:lnB>
                    <a:solidFill>
                      <a:schemeClr val="bg1"/>
                    </a:solidFill>
                  </a:tcPr>
                </a:tc>
                <a:tc>
                  <a:txBody>
                    <a:bodyPr/>
                    <a:lstStyle/>
                    <a:p>
                      <a:pPr lvl="0" algn="ctr">
                        <a:buNone/>
                      </a:pPr>
                      <a:r>
                        <a:rPr lang="en-US" sz="1200" b="0" i="0" u="none" strike="noStrike" noProof="0">
                          <a:solidFill>
                            <a:srgbClr val="000000"/>
                          </a:solidFill>
                          <a:latin typeface="Malgun Gothic"/>
                          <a:ea typeface="Malgun Gothic"/>
                          <a:cs typeface="Arial"/>
                        </a:rPr>
                        <a:t>◐</a:t>
                      </a:r>
                      <a:endParaRPr lang="en-US" sz="1200"/>
                    </a:p>
                  </a:txBody>
                  <a:tcP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solidFill>
                      <a:schemeClr val="bg1"/>
                    </a:solidFill>
                  </a:tcPr>
                </a:tc>
                <a:tc>
                  <a:txBody>
                    <a:bodyPr/>
                    <a:lstStyle/>
                    <a:p>
                      <a:pPr lvl="0">
                        <a:buNone/>
                      </a:pPr>
                      <a:r>
                        <a:rPr lang="en-US" sz="1000" b="0" i="0" u="none" strike="noStrike" noProof="0" err="1">
                          <a:latin typeface="Arial"/>
                          <a:cs typeface="Arial"/>
                        </a:rPr>
                        <a:t>NetCenter</a:t>
                      </a:r>
                      <a:r>
                        <a:rPr lang="en-US" sz="1000" b="0" i="0" u="none" strike="noStrike" noProof="0">
                          <a:latin typeface="Arial"/>
                          <a:cs typeface="Arial"/>
                        </a:rPr>
                        <a:t> monitors messengers incl. finance-sector K-Bond (1:1, group, notes, attachments) — logging, not blocking [3].</a:t>
                      </a:r>
                      <a:endParaRPr lang="en-US">
                        <a:latin typeface="Arial"/>
                        <a:cs typeface="Arial"/>
                      </a:endParaRPr>
                    </a:p>
                  </a:txBody>
                  <a:tcP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38253598"/>
                  </a:ext>
                </a:extLst>
              </a:tr>
              <a:tr h="365125">
                <a:tc>
                  <a:txBody>
                    <a:bodyPr/>
                    <a:lstStyle/>
                    <a:p>
                      <a:pPr lvl="0" algn="l">
                        <a:lnSpc>
                          <a:spcPct val="100000"/>
                        </a:lnSpc>
                        <a:spcBef>
                          <a:spcPts val="0"/>
                        </a:spcBef>
                        <a:spcAft>
                          <a:spcPts val="0"/>
                        </a:spcAft>
                        <a:buNone/>
                      </a:pPr>
                      <a:r>
                        <a:rPr lang="en-US" sz="1200" b="0" i="0" u="none" strike="noStrike" noProof="0">
                          <a:solidFill>
                            <a:srgbClr val="000000"/>
                          </a:solidFill>
                          <a:latin typeface="Arial"/>
                          <a:cs typeface="Arial"/>
                        </a:rPr>
                        <a:t>D1-08</a:t>
                      </a:r>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lvl="0">
                        <a:buNone/>
                      </a:pPr>
                      <a:r>
                        <a:rPr lang="en-US" sz="1200">
                          <a:effectLst/>
                          <a:latin typeface="Arial"/>
                          <a:cs typeface="Arial"/>
                        </a:rPr>
                        <a:t>Cloud storage / </a:t>
                      </a:r>
                      <a:r>
                        <a:rPr lang="en-US" sz="1200" err="1">
                          <a:effectLst/>
                          <a:latin typeface="Arial"/>
                          <a:cs typeface="Arial"/>
                        </a:rPr>
                        <a:t>webhard</a:t>
                      </a:r>
                      <a:r>
                        <a:rPr lang="en-US" sz="1200">
                          <a:effectLst/>
                          <a:latin typeface="Arial"/>
                          <a:cs typeface="Arial"/>
                        </a:rPr>
                        <a:t> upload</a:t>
                      </a:r>
                      <a:endParaRPr lang="en-US" sz="1200">
                        <a:latin typeface="Arial"/>
                        <a:cs typeface="Arial"/>
                      </a:endParaRPr>
                    </a:p>
                  </a:txBody>
                  <a:tcPr marL="0" marR="0" marT="0" marB="0" anchor="ctr">
                    <a:lnL w="12700">
                      <a:solidFill>
                        <a:schemeClr val="tx1"/>
                      </a:solidFill>
                    </a:lnL>
                    <a:lnR w="12700" cap="flat" cmpd="sng" algn="ctr">
                      <a:solidFill>
                        <a:schemeClr val="tx1"/>
                      </a:solidFill>
                      <a:prstDash val="solid"/>
                      <a:round/>
                      <a:headEnd type="none" w="med" len="med"/>
                      <a:tailEnd type="none" w="med" len="med"/>
                    </a:lnR>
                    <a:lnT w="12700">
                      <a:solidFill>
                        <a:schemeClr val="tx1"/>
                      </a:solidFill>
                    </a:lnT>
                    <a:lnB w="12700">
                      <a:solidFill>
                        <a:schemeClr val="tx1"/>
                      </a:solidFill>
                    </a:lnB>
                    <a:solidFill>
                      <a:schemeClr val="bg1"/>
                    </a:solidFill>
                  </a:tcPr>
                </a:tc>
                <a:tc>
                  <a:txBody>
                    <a:bodyPr/>
                    <a:lstStyle/>
                    <a:p>
                      <a:pPr lvl="0" algn="ctr">
                        <a:buNone/>
                      </a:pPr>
                      <a:r>
                        <a:rPr lang="en-US" sz="1200" b="0" i="0" u="none" strike="noStrike" noProof="0">
                          <a:solidFill>
                            <a:srgbClr val="000000"/>
                          </a:solidFill>
                          <a:latin typeface="Malgun Gothic"/>
                          <a:ea typeface="Malgun Gothic"/>
                          <a:cs typeface="Arial"/>
                        </a:rPr>
                        <a:t>◐</a:t>
                      </a:r>
                      <a:endParaRPr lang="en-US" sz="1200"/>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lvl="0">
                        <a:buNone/>
                      </a:pPr>
                      <a:r>
                        <a:rPr lang="en-US" sz="1000" b="0" i="0" u="none" strike="noStrike" noProof="0" err="1">
                          <a:latin typeface="Arial"/>
                          <a:cs typeface="Arial"/>
                        </a:rPr>
                        <a:t>NetCenter</a:t>
                      </a:r>
                      <a:r>
                        <a:rPr lang="en-US" sz="1000" b="0" i="0" u="none" strike="noStrike" noProof="0">
                          <a:latin typeface="Arial"/>
                          <a:cs typeface="Arial"/>
                        </a:rPr>
                        <a:t> monitors </a:t>
                      </a:r>
                      <a:r>
                        <a:rPr lang="en-US" sz="1000" b="0" i="0" u="none" strike="noStrike" noProof="0" err="1">
                          <a:latin typeface="Arial"/>
                          <a:cs typeface="Arial"/>
                        </a:rPr>
                        <a:t>webhard</a:t>
                      </a:r>
                      <a:r>
                        <a:rPr lang="en-US" sz="1000" b="0" i="0" u="none" strike="noStrike" noProof="0">
                          <a:latin typeface="Arial"/>
                          <a:cs typeface="Arial"/>
                        </a:rPr>
                        <a:t>/cloud, web boards, FTP (passive) [3].</a:t>
                      </a:r>
                      <a:endParaRPr lang="en-US">
                        <a:latin typeface="Arial"/>
                        <a:cs typeface="Arial"/>
                      </a:endParaRPr>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extLst>
                  <a:ext uri="{0D108BD9-81ED-4DB2-BD59-A6C34878D82A}">
                    <a16:rowId xmlns:a16="http://schemas.microsoft.com/office/drawing/2014/main" val="2034492820"/>
                  </a:ext>
                </a:extLst>
              </a:tr>
              <a:tr h="365125">
                <a:tc>
                  <a:txBody>
                    <a:bodyPr/>
                    <a:lstStyle/>
                    <a:p>
                      <a:pPr lvl="0" algn="l">
                        <a:lnSpc>
                          <a:spcPct val="100000"/>
                        </a:lnSpc>
                        <a:spcBef>
                          <a:spcPts val="0"/>
                        </a:spcBef>
                        <a:spcAft>
                          <a:spcPts val="0"/>
                        </a:spcAft>
                        <a:buNone/>
                      </a:pPr>
                      <a:r>
                        <a:rPr lang="en-US" sz="1200" b="0" i="0" u="none" strike="noStrike" noProof="0">
                          <a:solidFill>
                            <a:srgbClr val="000000"/>
                          </a:solidFill>
                          <a:latin typeface="Arial"/>
                          <a:cs typeface="Arial"/>
                        </a:rPr>
                        <a:t>D1-09</a:t>
                      </a:r>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lvl="0">
                        <a:buNone/>
                      </a:pPr>
                      <a:r>
                        <a:rPr lang="en-US" sz="1200">
                          <a:effectLst/>
                          <a:latin typeface="Arial"/>
                          <a:cs typeface="Arial"/>
                        </a:rPr>
                        <a:t>Wireless (Wi-Fi/Bluetooth) &amp; shared folders</a:t>
                      </a:r>
                      <a:endParaRPr lang="en-US" sz="1200">
                        <a:latin typeface="Arial"/>
                        <a:cs typeface="Arial"/>
                      </a:endParaRPr>
                    </a:p>
                  </a:txBody>
                  <a:tcPr marL="0" marR="0" marT="0" marB="0" anchor="ctr">
                    <a:lnL w="12700">
                      <a:solidFill>
                        <a:schemeClr val="tx1"/>
                      </a:solidFill>
                    </a:lnL>
                    <a:lnR w="12700" cap="flat" cmpd="sng" algn="ctr">
                      <a:solidFill>
                        <a:schemeClr val="tx1"/>
                      </a:solidFill>
                      <a:prstDash val="solid"/>
                      <a:round/>
                      <a:headEnd type="none" w="med" len="med"/>
                      <a:tailEnd type="none" w="med" len="med"/>
                    </a:lnR>
                    <a:lnT w="12700">
                      <a:solidFill>
                        <a:schemeClr val="tx1"/>
                      </a:solidFill>
                    </a:lnT>
                    <a:lnB w="12700">
                      <a:solidFill>
                        <a:schemeClr val="tx1"/>
                      </a:solidFill>
                    </a:lnB>
                    <a:solidFill>
                      <a:schemeClr val="bg1"/>
                    </a:solidFill>
                  </a:tcPr>
                </a:tc>
                <a:tc>
                  <a:txBody>
                    <a:bodyPr/>
                    <a:lstStyle/>
                    <a:p>
                      <a:pPr lvl="0" algn="ctr">
                        <a:buNone/>
                      </a:pPr>
                      <a:endParaRPr lang="en-US" sz="1200">
                        <a:latin typeface="Arial"/>
                        <a:cs typeface="Arial"/>
                      </a:endParaRPr>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lvl="0">
                        <a:buNone/>
                      </a:pPr>
                      <a:r>
                        <a:rPr lang="ko-KR" altLang="en-US" sz="1000" b="0" i="0" u="none" strike="noStrike" noProof="0">
                          <a:latin typeface="Arial"/>
                          <a:cs typeface="Arial"/>
                        </a:rPr>
                        <a:t>매체보안</a:t>
                      </a:r>
                      <a:r>
                        <a:rPr lang="en-US" sz="1000" b="0" i="0" u="none" strike="noStrike" noProof="0">
                          <a:latin typeface="Arial"/>
                          <a:cs typeface="Arial"/>
                        </a:rPr>
                        <a:t> covers USB / external HDD / CD [1]; no Wi-Fi, Bluetooth or shared-folder control documented.</a:t>
                      </a:r>
                      <a:endParaRPr lang="en-US">
                        <a:latin typeface="Arial"/>
                        <a:cs typeface="Arial"/>
                      </a:endParaRPr>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extLst>
                  <a:ext uri="{0D108BD9-81ED-4DB2-BD59-A6C34878D82A}">
                    <a16:rowId xmlns:a16="http://schemas.microsoft.com/office/drawing/2014/main" val="1581998811"/>
                  </a:ext>
                </a:extLst>
              </a:tr>
              <a:tr h="365125">
                <a:tc>
                  <a:txBody>
                    <a:bodyPr/>
                    <a:lstStyle/>
                    <a:p>
                      <a:pPr lvl="0" algn="l">
                        <a:lnSpc>
                          <a:spcPct val="100000"/>
                        </a:lnSpc>
                        <a:spcBef>
                          <a:spcPts val="0"/>
                        </a:spcBef>
                        <a:spcAft>
                          <a:spcPts val="0"/>
                        </a:spcAft>
                        <a:buNone/>
                      </a:pPr>
                      <a:r>
                        <a:rPr lang="en-US" sz="1200" b="0" i="0" u="none" strike="noStrike" noProof="0">
                          <a:solidFill>
                            <a:srgbClr val="000000"/>
                          </a:solidFill>
                          <a:latin typeface="Arial"/>
                          <a:cs typeface="Arial"/>
                        </a:rPr>
                        <a:t>D1-10</a:t>
                      </a:r>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lvl="0">
                        <a:buNone/>
                      </a:pPr>
                      <a:r>
                        <a:rPr lang="en-US" sz="1200">
                          <a:effectLst/>
                          <a:latin typeface="Arial"/>
                          <a:cs typeface="Arial"/>
                        </a:rPr>
                        <a:t>Data-at-rest discovery on PC / server</a:t>
                      </a:r>
                      <a:endParaRPr lang="en-US" sz="1200">
                        <a:latin typeface="Arial"/>
                        <a:cs typeface="Arial"/>
                      </a:endParaRPr>
                    </a:p>
                  </a:txBody>
                  <a:tcPr marL="0" marR="0" marT="0" marB="0" anchor="ctr">
                    <a:lnL w="12700">
                      <a:solidFill>
                        <a:schemeClr val="tx1"/>
                      </a:solidFill>
                    </a:lnL>
                    <a:lnR w="12700" cap="flat" cmpd="sng" algn="ctr">
                      <a:solidFill>
                        <a:schemeClr val="tx1"/>
                      </a:solidFill>
                      <a:prstDash val="solid"/>
                      <a:round/>
                      <a:headEnd type="none" w="med" len="med"/>
                      <a:tailEnd type="none" w="med" len="med"/>
                    </a:lnR>
                    <a:lnT w="12700">
                      <a:solidFill>
                        <a:schemeClr val="tx1"/>
                      </a:solidFill>
                    </a:lnT>
                    <a:lnB w="12700">
                      <a:solidFill>
                        <a:schemeClr val="tx1"/>
                      </a:solidFill>
                    </a:lnB>
                    <a:solidFill>
                      <a:schemeClr val="bg1"/>
                    </a:solidFill>
                  </a:tcPr>
                </a:tc>
                <a:tc>
                  <a:txBody>
                    <a:bodyPr/>
                    <a:lstStyle/>
                    <a:p>
                      <a:pPr lvl="0" algn="ctr">
                        <a:lnSpc>
                          <a:spcPct val="100000"/>
                        </a:lnSpc>
                        <a:spcBef>
                          <a:spcPts val="0"/>
                        </a:spcBef>
                        <a:spcAft>
                          <a:spcPts val="0"/>
                        </a:spcAft>
                        <a:buNone/>
                      </a:pPr>
                      <a:r>
                        <a:rPr lang="en-US" sz="1200" b="0" i="0" u="none" strike="noStrike" noProof="0">
                          <a:solidFill>
                            <a:srgbClr val="000000"/>
                          </a:solidFill>
                          <a:latin typeface="Malgun Gothic"/>
                          <a:ea typeface="Malgun Gothic"/>
                          <a:cs typeface="Arial"/>
                        </a:rPr>
                        <a:t>●</a:t>
                      </a:r>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lvl="0">
                        <a:buNone/>
                      </a:pPr>
                      <a:r>
                        <a:rPr lang="en-US" sz="1000" b="0" i="0" u="none" strike="noStrike" noProof="0">
                          <a:latin typeface="Arial"/>
                          <a:cs typeface="Arial"/>
                        </a:rPr>
                        <a:t>PC</a:t>
                      </a:r>
                      <a:r>
                        <a:rPr lang="ko-KR" altLang="en-US" sz="1000" b="0" i="0" u="none" strike="noStrike" noProof="0">
                          <a:latin typeface="Arial"/>
                          <a:cs typeface="Arial"/>
                        </a:rPr>
                        <a:t>스캔</a:t>
                      </a:r>
                      <a:r>
                        <a:rPr lang="en-US" sz="1000" b="0" i="0" u="none" strike="noStrike" noProof="0">
                          <a:latin typeface="Arial"/>
                          <a:cs typeface="Arial"/>
                        </a:rPr>
                        <a:t> &amp;</a:t>
                      </a:r>
                      <a:r>
                        <a:rPr lang="en-US" altLang="ko-KR" sz="1000" b="0" i="0" u="none" strike="noStrike" noProof="0">
                          <a:latin typeface="Arial"/>
                          <a:cs typeface="Arial"/>
                        </a:rPr>
                        <a:t> </a:t>
                      </a:r>
                      <a:r>
                        <a:rPr lang="ko-KR" altLang="en-US" sz="1000" b="0" i="0" u="none" strike="noStrike" noProof="0">
                          <a:latin typeface="Arial"/>
                          <a:cs typeface="Arial"/>
                        </a:rPr>
                        <a:t>이미지스캔</a:t>
                      </a:r>
                      <a:r>
                        <a:rPr lang="en-US" sz="1000" b="0" i="0" u="none" strike="noStrike" noProof="0">
                          <a:latin typeface="Arial"/>
                          <a:cs typeface="Arial"/>
                        </a:rPr>
                        <a:t> (PC files + images, real-time on create/modify/copy); </a:t>
                      </a:r>
                      <a:r>
                        <a:rPr lang="en-US" sz="1000" b="0" i="0" u="none" strike="noStrike" noProof="0" err="1">
                          <a:latin typeface="Arial"/>
                          <a:cs typeface="Arial"/>
                        </a:rPr>
                        <a:t>PrivacyCenter</a:t>
                      </a:r>
                      <a:r>
                        <a:rPr lang="en-US" sz="1000" b="0" i="0" u="none" strike="noStrike" noProof="0">
                          <a:latin typeface="Arial"/>
                          <a:cs typeface="Arial"/>
                        </a:rPr>
                        <a:t> /</a:t>
                      </a:r>
                      <a:r>
                        <a:rPr lang="en-US" altLang="ko-KR" sz="1000" b="0" i="0" u="none" strike="noStrike" noProof="0">
                          <a:latin typeface="Arial"/>
                          <a:cs typeface="Arial"/>
                        </a:rPr>
                        <a:t> </a:t>
                      </a:r>
                      <a:r>
                        <a:rPr lang="ko-KR" altLang="en-US" sz="1000" b="0" i="0" u="none" strike="noStrike" noProof="0">
                          <a:latin typeface="Arial"/>
                          <a:cs typeface="Arial"/>
                        </a:rPr>
                        <a:t>서버스캔</a:t>
                      </a:r>
                      <a:r>
                        <a:rPr lang="en-US" sz="1000" b="0" i="0" u="none" strike="noStrike" noProof="0">
                          <a:latin typeface="Arial"/>
                          <a:cs typeface="Arial"/>
                        </a:rPr>
                        <a:t> for web, file and e-approval servers [4], [5].</a:t>
                      </a:r>
                      <a:endParaRPr lang="en-US">
                        <a:latin typeface="Arial"/>
                        <a:cs typeface="Arial"/>
                      </a:endParaRPr>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extLst>
                  <a:ext uri="{0D108BD9-81ED-4DB2-BD59-A6C34878D82A}">
                    <a16:rowId xmlns:a16="http://schemas.microsoft.com/office/drawing/2014/main" val="3342861274"/>
                  </a:ext>
                </a:extLst>
              </a:tr>
              <a:tr h="365125">
                <a:tc>
                  <a:txBody>
                    <a:bodyPr/>
                    <a:lstStyle/>
                    <a:p>
                      <a:pPr lvl="0" algn="l">
                        <a:lnSpc>
                          <a:spcPct val="100000"/>
                        </a:lnSpc>
                        <a:spcBef>
                          <a:spcPts val="0"/>
                        </a:spcBef>
                        <a:spcAft>
                          <a:spcPts val="0"/>
                        </a:spcAft>
                        <a:buNone/>
                      </a:pPr>
                      <a:r>
                        <a:rPr lang="en-US" sz="1200" b="0" i="0" u="none" strike="noStrike" noProof="0">
                          <a:solidFill>
                            <a:srgbClr val="000000"/>
                          </a:solidFill>
                          <a:latin typeface="Arial"/>
                          <a:cs typeface="Arial"/>
                        </a:rPr>
                        <a:t>D1-11</a:t>
                      </a:r>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lvl="0">
                        <a:buNone/>
                      </a:pPr>
                      <a:r>
                        <a:rPr lang="en-US" sz="1200">
                          <a:effectLst/>
                          <a:latin typeface="Arial"/>
                          <a:cs typeface="Arial"/>
                        </a:rPr>
                        <a:t>GenAI chat channel (web / desktop app)</a:t>
                      </a:r>
                      <a:endParaRPr lang="en-US" sz="1200">
                        <a:latin typeface="Arial"/>
                        <a:cs typeface="Arial"/>
                      </a:endParaRPr>
                    </a:p>
                  </a:txBody>
                  <a:tcPr marL="0" marR="0" marT="0" marB="0" anchor="ctr">
                    <a:lnL w="12700">
                      <a:solidFill>
                        <a:schemeClr val="tx1"/>
                      </a:solidFill>
                    </a:lnL>
                    <a:lnR w="12700" cap="flat" cmpd="sng" algn="ctr">
                      <a:solidFill>
                        <a:schemeClr val="tx1"/>
                      </a:solidFill>
                      <a:prstDash val="solid"/>
                      <a:round/>
                      <a:headEnd type="none" w="med" len="med"/>
                      <a:tailEnd type="none" w="med" len="med"/>
                    </a:lnR>
                    <a:lnT w="12700">
                      <a:solidFill>
                        <a:schemeClr val="tx1"/>
                      </a:solidFill>
                    </a:lnT>
                    <a:lnB w="12700">
                      <a:solidFill>
                        <a:schemeClr val="tx1"/>
                      </a:solidFill>
                    </a:lnB>
                    <a:solidFill>
                      <a:schemeClr val="bg1"/>
                    </a:solidFill>
                  </a:tcPr>
                </a:tc>
                <a:tc>
                  <a:txBody>
                    <a:bodyPr/>
                    <a:lstStyle/>
                    <a:p>
                      <a:pPr lvl="0" algn="ctr">
                        <a:lnSpc>
                          <a:spcPct val="100000"/>
                        </a:lnSpc>
                        <a:spcBef>
                          <a:spcPts val="0"/>
                        </a:spcBef>
                        <a:spcAft>
                          <a:spcPts val="0"/>
                        </a:spcAft>
                        <a:buNone/>
                      </a:pPr>
                      <a:r>
                        <a:rPr lang="en-US" sz="1200" b="0" i="0" u="none" strike="noStrike" noProof="0">
                          <a:solidFill>
                            <a:srgbClr val="000000"/>
                          </a:solidFill>
                          <a:latin typeface="Malgun Gothic"/>
                          <a:ea typeface="Malgun Gothic"/>
                          <a:cs typeface="Arial"/>
                        </a:rPr>
                        <a:t>●</a:t>
                      </a:r>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lvl="0">
                        <a:buNone/>
                      </a:pPr>
                      <a:r>
                        <a:rPr lang="en-US" sz="1000" b="0" i="0" u="none" strike="noStrike" noProof="0">
                          <a:latin typeface="Arial"/>
                          <a:cs typeface="Arial"/>
                        </a:rPr>
                        <a:t>Sphinx AI DLP (proxy mode) – ChatGPT, Gemini, Claude, Copilot, M365 Copilot, Perplexity, </a:t>
                      </a:r>
                      <a:r>
                        <a:rPr lang="en-US" sz="1000" b="0" i="0" u="none" strike="noStrike" noProof="0" err="1">
                          <a:latin typeface="Arial"/>
                          <a:cs typeface="Arial"/>
                        </a:rPr>
                        <a:t>Wrks</a:t>
                      </a:r>
                      <a:r>
                        <a:rPr lang="en-US" sz="1000" b="0" i="0" u="none" strike="noStrike" noProof="0">
                          <a:latin typeface="Arial"/>
                          <a:cs typeface="Arial"/>
                        </a:rPr>
                        <a:t> AI, </a:t>
                      </a:r>
                      <a:r>
                        <a:rPr lang="en-US" sz="1000" b="0" i="0" u="none" strike="noStrike" noProof="0" err="1">
                          <a:latin typeface="Arial"/>
                          <a:cs typeface="Arial"/>
                        </a:rPr>
                        <a:t>MiriCanvas</a:t>
                      </a:r>
                      <a:r>
                        <a:rPr lang="en-US" sz="1000" b="0" i="0" u="none" strike="noStrike" noProof="0">
                          <a:latin typeface="Arial"/>
                          <a:cs typeface="Arial"/>
                        </a:rPr>
                        <a:t>, etc., with existing UI unchanged [6].</a:t>
                      </a:r>
                      <a:endParaRPr lang="en-US">
                        <a:latin typeface="Arial"/>
                        <a:cs typeface="Arial"/>
                      </a:endParaRPr>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extLst>
                  <a:ext uri="{0D108BD9-81ED-4DB2-BD59-A6C34878D82A}">
                    <a16:rowId xmlns:a16="http://schemas.microsoft.com/office/drawing/2014/main" val="3851848939"/>
                  </a:ext>
                </a:extLst>
              </a:tr>
              <a:tr h="365125">
                <a:tc>
                  <a:txBody>
                    <a:bodyPr/>
                    <a:lstStyle/>
                    <a:p>
                      <a:pPr lvl="0" algn="l">
                        <a:lnSpc>
                          <a:spcPct val="100000"/>
                        </a:lnSpc>
                        <a:spcBef>
                          <a:spcPts val="0"/>
                        </a:spcBef>
                        <a:spcAft>
                          <a:spcPts val="0"/>
                        </a:spcAft>
                        <a:buNone/>
                      </a:pPr>
                      <a:r>
                        <a:rPr lang="en-US" sz="1200" b="0" i="0" u="none" strike="noStrike" noProof="0">
                          <a:solidFill>
                            <a:srgbClr val="000000"/>
                          </a:solidFill>
                          <a:latin typeface="Arial"/>
                          <a:cs typeface="Arial"/>
                        </a:rPr>
                        <a:t>D1-12</a:t>
                      </a:r>
                    </a:p>
                  </a:txBody>
                  <a:tcP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solidFill>
                      <a:schemeClr val="bg1"/>
                    </a:solidFill>
                  </a:tcPr>
                </a:tc>
                <a:tc>
                  <a:txBody>
                    <a:bodyPr/>
                    <a:lstStyle/>
                    <a:p>
                      <a:pPr lvl="0">
                        <a:buNone/>
                      </a:pPr>
                      <a:r>
                        <a:rPr lang="en-US" sz="1200">
                          <a:effectLst/>
                          <a:latin typeface="Arial"/>
                          <a:cs typeface="Arial"/>
                        </a:rPr>
                        <a:t>LLM API channel (system-to-system) </a:t>
                      </a:r>
                      <a:endParaRPr lang="en-US" sz="1200">
                        <a:solidFill>
                          <a:srgbClr val="0000FF"/>
                        </a:solidFill>
                        <a:effectLst/>
                        <a:latin typeface="Arial"/>
                        <a:cs typeface="Arial"/>
                      </a:endParaRPr>
                    </a:p>
                  </a:txBody>
                  <a:tcPr marL="0" marR="0" marT="0" marB="0" anchor="ctr">
                    <a:lnL w="12700">
                      <a:solidFill>
                        <a:schemeClr val="tx1"/>
                      </a:solidFill>
                    </a:lnL>
                    <a:lnR w="12700" cap="flat" cmpd="sng" algn="ctr">
                      <a:solidFill>
                        <a:schemeClr val="tx1"/>
                      </a:solidFill>
                      <a:prstDash val="solid"/>
                      <a:round/>
                      <a:headEnd type="none" w="med" len="med"/>
                      <a:tailEnd type="none" w="med" len="med"/>
                    </a:lnR>
                    <a:lnT w="12700">
                      <a:solidFill>
                        <a:schemeClr val="tx1"/>
                      </a:solidFill>
                    </a:lnT>
                    <a:lnB w="12700" cap="flat" cmpd="sng" algn="ctr">
                      <a:solidFill>
                        <a:schemeClr val="tx1"/>
                      </a:solidFill>
                      <a:prstDash val="solid"/>
                      <a:round/>
                      <a:headEnd type="none" w="med" len="med"/>
                      <a:tailEnd type="none" w="med" len="med"/>
                    </a:lnB>
                    <a:solidFill>
                      <a:schemeClr val="bg1"/>
                    </a:solidFill>
                  </a:tcPr>
                </a:tc>
                <a:tc>
                  <a:txBody>
                    <a:bodyPr/>
                    <a:lstStyle/>
                    <a:p>
                      <a:pPr lvl="0" algn="ctr">
                        <a:lnSpc>
                          <a:spcPct val="100000"/>
                        </a:lnSpc>
                        <a:spcBef>
                          <a:spcPts val="0"/>
                        </a:spcBef>
                        <a:spcAft>
                          <a:spcPts val="0"/>
                        </a:spcAft>
                        <a:buNone/>
                      </a:pPr>
                      <a:r>
                        <a:rPr lang="en-US" sz="1200" b="0" i="0" u="none" strike="noStrike" noProof="0">
                          <a:solidFill>
                            <a:srgbClr val="000000"/>
                          </a:solidFill>
                          <a:latin typeface="Malgun Gothic"/>
                          <a:ea typeface="Malgun Gothic"/>
                          <a:cs typeface="Arial"/>
                        </a:rPr>
                        <a:t>●</a:t>
                      </a:r>
                    </a:p>
                  </a:txBody>
                  <a:tcP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solidFill>
                      <a:schemeClr val="bg1"/>
                    </a:solidFill>
                  </a:tcPr>
                </a:tc>
                <a:tc>
                  <a:txBody>
                    <a:bodyPr/>
                    <a:lstStyle/>
                    <a:p>
                      <a:pPr lvl="0">
                        <a:buNone/>
                      </a:pPr>
                      <a:r>
                        <a:rPr lang="en-US" sz="1000" b="0" i="0" u="none" strike="noStrike" noProof="0">
                          <a:latin typeface="Arial"/>
                          <a:cs typeface="Arial"/>
                        </a:rPr>
                        <a:t>Sphinx AI DLP API mode for in-house / private LLMs; relays commercial LLMs into the corporate environment [6], [7].</a:t>
                      </a:r>
                      <a:endParaRPr lang="en-US">
                        <a:latin typeface="Arial"/>
                        <a:cs typeface="Arial"/>
                      </a:endParaRPr>
                    </a:p>
                  </a:txBody>
                  <a:tcP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540371967"/>
                  </a:ext>
                </a:extLst>
              </a:tr>
              <a:tr h="365125">
                <a:tc>
                  <a:txBody>
                    <a:bodyPr/>
                    <a:lstStyle/>
                    <a:p>
                      <a:pPr lvl="0" algn="l">
                        <a:lnSpc>
                          <a:spcPct val="100000"/>
                        </a:lnSpc>
                        <a:spcBef>
                          <a:spcPts val="0"/>
                        </a:spcBef>
                        <a:spcAft>
                          <a:spcPts val="0"/>
                        </a:spcAft>
                        <a:buNone/>
                      </a:pPr>
                      <a:r>
                        <a:rPr lang="en-US" sz="1200" b="0" i="0" u="none" strike="noStrike" noProof="0">
                          <a:solidFill>
                            <a:srgbClr val="000000"/>
                          </a:solidFill>
                          <a:latin typeface="Arial"/>
                          <a:cs typeface="Arial"/>
                        </a:rPr>
                        <a:t>D1-13</a:t>
                      </a:r>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lvl="0">
                        <a:buNone/>
                      </a:pPr>
                      <a:r>
                        <a:rPr lang="en-US" sz="1200">
                          <a:effectLst/>
                          <a:latin typeface="Arial"/>
                          <a:cs typeface="Arial"/>
                        </a:rPr>
                        <a:t>Agent tool-call / MCP mediation</a:t>
                      </a:r>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lvl="0" algn="ctr">
                        <a:lnSpc>
                          <a:spcPct val="100000"/>
                        </a:lnSpc>
                        <a:spcBef>
                          <a:spcPts val="0"/>
                        </a:spcBef>
                        <a:spcAft>
                          <a:spcPts val="0"/>
                        </a:spcAft>
                        <a:buNone/>
                      </a:pPr>
                      <a:r>
                        <a:rPr lang="en-US" sz="1200" b="0" i="0" u="none" strike="noStrike" noProof="0">
                          <a:solidFill>
                            <a:srgbClr val="000000"/>
                          </a:solidFill>
                          <a:latin typeface="Malgun Gothic"/>
                          <a:ea typeface="Malgun Gothic"/>
                          <a:cs typeface="Arial"/>
                        </a:rPr>
                        <a:t>◐</a:t>
                      </a:r>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lvl="0">
                        <a:buNone/>
                      </a:pPr>
                      <a:r>
                        <a:rPr lang="en-US" sz="1000" b="0" i="0" u="none" strike="noStrike" noProof="0">
                          <a:latin typeface="Arial"/>
                          <a:cs typeface="Arial"/>
                        </a:rPr>
                        <a:t>Supports agentic coding tools (Claude Code, Codex, Cursor, GitHub Copilot) and demos 'agent' environments; no explicit MCP / tool-call mediation documented [6], [8].</a:t>
                      </a:r>
                      <a:endParaRPr lang="en-US">
                        <a:latin typeface="Arial"/>
                        <a:cs typeface="Arial"/>
                      </a:endParaRPr>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extLst>
                  <a:ext uri="{0D108BD9-81ED-4DB2-BD59-A6C34878D82A}">
                    <a16:rowId xmlns:a16="http://schemas.microsoft.com/office/drawing/2014/main" val="3618365900"/>
                  </a:ext>
                </a:extLst>
              </a:tr>
            </a:tbl>
          </a:graphicData>
        </a:graphic>
      </p:graphicFrame>
    </p:spTree>
    <p:extLst>
      <p:ext uri="{BB962C8B-B14F-4D97-AF65-F5344CB8AC3E}">
        <p14:creationId xmlns:p14="http://schemas.microsoft.com/office/powerpoint/2010/main" val="99273304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A11542-B536-B574-7415-83904C91C099}"/>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9E76077-877E-0C52-9C82-56401C8411D3}"/>
              </a:ext>
            </a:extLst>
          </p:cNvPr>
          <p:cNvSpPr>
            <a:spLocks noGrp="1"/>
          </p:cNvSpPr>
          <p:nvPr>
            <p:ph type="sldNum" sz="quarter" idx="4"/>
          </p:nvPr>
        </p:nvSpPr>
        <p:spPr/>
        <p:txBody>
          <a:bodyPr/>
          <a:lstStyle/>
          <a:p>
            <a:fld id="{4EA1E582-E1CC-4474-812F-1657BC5920B7}" type="slidenum">
              <a:rPr lang="ko-KR" altLang="en-US" smtClean="0"/>
              <a:t>46</a:t>
            </a:fld>
            <a:endParaRPr lang="ko-KR" altLang="en-US"/>
          </a:p>
        </p:txBody>
      </p:sp>
      <p:sp>
        <p:nvSpPr>
          <p:cNvPr id="5" name="Text Placeholder 4">
            <a:extLst>
              <a:ext uri="{FF2B5EF4-FFF2-40B4-BE49-F238E27FC236}">
                <a16:creationId xmlns:a16="http://schemas.microsoft.com/office/drawing/2014/main" id="{A2AAC959-AC2E-EB44-F658-004A1CD760A6}"/>
              </a:ext>
            </a:extLst>
          </p:cNvPr>
          <p:cNvSpPr>
            <a:spLocks noGrp="1"/>
          </p:cNvSpPr>
          <p:nvPr>
            <p:ph type="body" sz="quarter" idx="11"/>
          </p:nvPr>
        </p:nvSpPr>
        <p:spPr/>
        <p:txBody>
          <a:bodyPr lIns="91440" tIns="45720" rIns="91440" bIns="45720" anchor="ctr" anchorCtr="0"/>
          <a:lstStyle/>
          <a:p>
            <a:r>
              <a:rPr lang="en-US">
                <a:ea typeface="KoPub돋움체 Bold"/>
              </a:rPr>
              <a:t>D2 – Detection Technique</a:t>
            </a:r>
            <a:endParaRPr lang="en-US" b="0">
              <a:ea typeface="KoPub돋움체 Bold"/>
            </a:endParaRPr>
          </a:p>
        </p:txBody>
      </p:sp>
      <p:sp>
        <p:nvSpPr>
          <p:cNvPr id="7" name="제목 3">
            <a:extLst>
              <a:ext uri="{FF2B5EF4-FFF2-40B4-BE49-F238E27FC236}">
                <a16:creationId xmlns:a16="http://schemas.microsoft.com/office/drawing/2014/main" id="{C1B862D9-4BEE-6F25-F264-C89AFDA363DC}"/>
              </a:ext>
            </a:extLst>
          </p:cNvPr>
          <p:cNvSpPr txBox="1">
            <a:spLocks/>
          </p:cNvSpPr>
          <p:nvPr/>
        </p:nvSpPr>
        <p:spPr>
          <a:xfrm>
            <a:off x="286194" y="265704"/>
            <a:ext cx="10666268" cy="464670"/>
          </a:xfrm>
          <a:prstGeom prst="rect">
            <a:avLst/>
          </a:prstGeom>
        </p:spPr>
        <p:txBody>
          <a:bodyPr lIns="91440" tIns="45720" rIns="91440" bIns="45720" anchor="ctr" anchorCtr="0"/>
          <a:lstStyle>
            <a:lvl1pPr algn="l" rtl="0" eaLnBrk="1" fontAlgn="base" latinLnBrk="1" hangingPunct="1">
              <a:spcBef>
                <a:spcPct val="0"/>
              </a:spcBef>
              <a:spcAft>
                <a:spcPct val="0"/>
              </a:spcAft>
              <a:defRPr lang="ko-KR" altLang="en-US" sz="2400" b="1" kern="1200" baseline="0" dirty="0">
                <a:ln>
                  <a:solidFill>
                    <a:schemeClr val="accent1">
                      <a:alpha val="0"/>
                    </a:schemeClr>
                  </a:solidFill>
                </a:ln>
                <a:solidFill>
                  <a:srgbClr val="144772"/>
                </a:solidFill>
                <a:effectLst>
                  <a:glow rad="127000">
                    <a:schemeClr val="bg1"/>
                  </a:glow>
                  <a:outerShdw blurRad="38100" dist="38100" dir="2700000" algn="tl" rotWithShape="0">
                    <a:prstClr val="black">
                      <a:alpha val="40000"/>
                    </a:prstClr>
                  </a:outerShdw>
                </a:effectLst>
                <a:latin typeface="Pretendard Black" panose="02000A03000000020004" pitchFamily="50" charset="-127"/>
                <a:ea typeface="Pretendard Black" panose="02000A03000000020004" pitchFamily="50" charset="-127"/>
                <a:cs typeface="Pretendard Black" panose="02000A03000000020004" pitchFamily="50" charset="-127"/>
              </a:defRPr>
            </a:lvl1pPr>
            <a:lvl2pPr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2pPr>
            <a:lvl3pPr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3pPr>
            <a:lvl4pPr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4pPr>
            <a:lvl5pPr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5pPr>
            <a:lvl6pPr marL="457200"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6pPr>
            <a:lvl7pPr marL="914400"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7pPr>
            <a:lvl8pPr marL="1371600"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8pPr>
            <a:lvl9pPr marL="1828800"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9pPr>
          </a:lstStyle>
          <a:p>
            <a:r>
              <a:rPr lang="ko-KR" err="1">
                <a:ln>
                  <a:solidFill>
                    <a:srgbClr val="4F81BD">
                      <a:alpha val="0"/>
                    </a:srgbClr>
                  </a:solidFill>
                </a:ln>
                <a:effectLst>
                  <a:glow rad="127000">
                    <a:prstClr val="white"/>
                  </a:glow>
                  <a:outerShdw blurRad="38100" dist="38100" dir="2700000" algn="tl" rotWithShape="0">
                    <a:prstClr val="black">
                      <a:alpha val="40000"/>
                    </a:prstClr>
                  </a:outerShdw>
                </a:effectLst>
                <a:latin typeface="Arial"/>
                <a:ea typeface="Pretendard Black"/>
                <a:cs typeface="Arial"/>
              </a:rPr>
              <a:t>컴트루</a:t>
            </a:r>
            <a:r>
              <a:rPr lang="ko-KR">
                <a:ln>
                  <a:solidFill>
                    <a:srgbClr val="4F81BD">
                      <a:alpha val="0"/>
                    </a:srgbClr>
                  </a:solidFill>
                </a:ln>
                <a:effectLst>
                  <a:glow rad="127000">
                    <a:prstClr val="white"/>
                  </a:glow>
                  <a:outerShdw blurRad="38100" dist="38100" dir="2700000" algn="tl" rotWithShape="0">
                    <a:prstClr val="black">
                      <a:alpha val="40000"/>
                    </a:prstClr>
                  </a:outerShdw>
                </a:effectLst>
                <a:latin typeface="Arial"/>
                <a:ea typeface="Pretendard Black"/>
                <a:cs typeface="Arial"/>
              </a:rPr>
              <a:t> </a:t>
            </a:r>
            <a:r>
              <a:rPr lang="ko-KR" altLang="en-US">
                <a:ln>
                  <a:solidFill>
                    <a:srgbClr val="4F81BD">
                      <a:alpha val="0"/>
                    </a:srgbClr>
                  </a:solidFill>
                </a:ln>
                <a:effectLst>
                  <a:glow rad="127000">
                    <a:prstClr val="white"/>
                  </a:glow>
                  <a:outerShdw blurRad="38100" dist="38100" dir="2700000" algn="tl" rotWithShape="0">
                    <a:prstClr val="black">
                      <a:alpha val="40000"/>
                    </a:prstClr>
                  </a:outerShdw>
                </a:effectLst>
                <a:latin typeface="Arial"/>
                <a:ea typeface="Pretendard Black"/>
                <a:cs typeface="Arial"/>
              </a:rPr>
              <a:t>(</a:t>
            </a:r>
            <a:r>
              <a:rPr lang="ko-KR" altLang="en-US" err="1">
                <a:ln>
                  <a:solidFill>
                    <a:srgbClr val="4F81BD">
                      <a:alpha val="0"/>
                    </a:srgbClr>
                  </a:solidFill>
                </a:ln>
                <a:effectLst>
                  <a:glow rad="127000">
                    <a:prstClr val="white"/>
                  </a:glow>
                  <a:outerShdw blurRad="38100" dist="38100" dir="2700000" algn="tl" rotWithShape="0">
                    <a:prstClr val="black">
                      <a:alpha val="40000"/>
                    </a:prstClr>
                  </a:outerShdw>
                </a:effectLst>
                <a:latin typeface="Arial"/>
                <a:ea typeface="Pretendard Black"/>
              </a:rPr>
              <a:t>Alta</a:t>
            </a:r>
            <a:r>
              <a:rPr lang="ko-KR" altLang="en-US">
                <a:ln>
                  <a:solidFill>
                    <a:srgbClr val="4F81BD">
                      <a:alpha val="0"/>
                    </a:srgbClr>
                  </a:solidFill>
                </a:ln>
                <a:effectLst>
                  <a:glow rad="127000">
                    <a:prstClr val="white"/>
                  </a:glow>
                  <a:outerShdw blurRad="38100" dist="38100" dir="2700000" algn="tl" rotWithShape="0">
                    <a:prstClr val="black">
                      <a:alpha val="40000"/>
                    </a:prstClr>
                  </a:outerShdw>
                </a:effectLst>
                <a:latin typeface="Arial"/>
                <a:ea typeface="Pretendard Black"/>
              </a:rPr>
              <a:t>)</a:t>
            </a:r>
            <a:endParaRPr lang="en-US" altLang="ko-KR">
              <a:ln>
                <a:solidFill>
                  <a:srgbClr val="4F81BD">
                    <a:alpha val="0"/>
                  </a:srgbClr>
                </a:solidFill>
              </a:ln>
              <a:effectLst>
                <a:glow rad="127000">
                  <a:prstClr val="white"/>
                </a:glow>
                <a:outerShdw blurRad="38100" dist="38100" dir="2700000" algn="tl" rotWithShape="0">
                  <a:prstClr val="black">
                    <a:alpha val="40000"/>
                  </a:prstClr>
                </a:outerShdw>
              </a:effectLst>
              <a:latin typeface="Pretendard Black"/>
            </a:endParaRPr>
          </a:p>
        </p:txBody>
      </p:sp>
      <p:graphicFrame>
        <p:nvGraphicFramePr>
          <p:cNvPr id="3" name="Table 2">
            <a:extLst>
              <a:ext uri="{FF2B5EF4-FFF2-40B4-BE49-F238E27FC236}">
                <a16:creationId xmlns:a16="http://schemas.microsoft.com/office/drawing/2014/main" id="{11724352-3F0F-95E8-FCAB-BBE7970D914F}"/>
              </a:ext>
            </a:extLst>
          </p:cNvPr>
          <p:cNvGraphicFramePr>
            <a:graphicFrameLocks noGrp="1"/>
          </p:cNvGraphicFramePr>
          <p:nvPr>
            <p:extLst>
              <p:ext uri="{D42A27DB-BD31-4B8C-83A1-F6EECF244321}">
                <p14:modId xmlns:p14="http://schemas.microsoft.com/office/powerpoint/2010/main" val="1129714512"/>
              </p:ext>
            </p:extLst>
          </p:nvPr>
        </p:nvGraphicFramePr>
        <p:xfrm>
          <a:off x="518160" y="1402080"/>
          <a:ext cx="11187142" cy="5196205"/>
        </p:xfrm>
        <a:graphic>
          <a:graphicData uri="http://schemas.openxmlformats.org/drawingml/2006/table">
            <a:tbl>
              <a:tblPr firstRow="1" bandRow="1">
                <a:tableStyleId>{9D7B26C5-4107-4FEC-AEDC-1716B250A1EF}</a:tableStyleId>
              </a:tblPr>
              <a:tblGrid>
                <a:gridCol w="810335">
                  <a:extLst>
                    <a:ext uri="{9D8B030D-6E8A-4147-A177-3AD203B41FA5}">
                      <a16:colId xmlns:a16="http://schemas.microsoft.com/office/drawing/2014/main" val="3761190961"/>
                    </a:ext>
                  </a:extLst>
                </a:gridCol>
                <a:gridCol w="4043148">
                  <a:extLst>
                    <a:ext uri="{9D8B030D-6E8A-4147-A177-3AD203B41FA5}">
                      <a16:colId xmlns:a16="http://schemas.microsoft.com/office/drawing/2014/main" val="3009874471"/>
                    </a:ext>
                  </a:extLst>
                </a:gridCol>
                <a:gridCol w="1450074">
                  <a:extLst>
                    <a:ext uri="{9D8B030D-6E8A-4147-A177-3AD203B41FA5}">
                      <a16:colId xmlns:a16="http://schemas.microsoft.com/office/drawing/2014/main" val="316164474"/>
                    </a:ext>
                  </a:extLst>
                </a:gridCol>
                <a:gridCol w="4883585">
                  <a:extLst>
                    <a:ext uri="{9D8B030D-6E8A-4147-A177-3AD203B41FA5}">
                      <a16:colId xmlns:a16="http://schemas.microsoft.com/office/drawing/2014/main" val="1510347205"/>
                    </a:ext>
                  </a:extLst>
                </a:gridCol>
              </a:tblGrid>
              <a:tr h="370840">
                <a:tc>
                  <a:txBody>
                    <a:bodyPr/>
                    <a:lstStyle/>
                    <a:p>
                      <a:pPr algn="ctr"/>
                      <a:r>
                        <a:rPr lang="en-US" sz="1400">
                          <a:latin typeface="Arial"/>
                          <a:cs typeface="Arial"/>
                        </a:rPr>
                        <a:t>ID</a:t>
                      </a:r>
                    </a:p>
                  </a:txBody>
                  <a:tcPr>
                    <a:lnL w="12700">
                      <a:solidFill>
                        <a:schemeClr val="tx1"/>
                      </a:solidFill>
                    </a:lnL>
                    <a:lnR w="12700">
                      <a:solidFill>
                        <a:schemeClr val="tx1"/>
                      </a:solidFill>
                    </a:lnR>
                    <a:lnT w="12700">
                      <a:solidFill>
                        <a:schemeClr val="tx1"/>
                      </a:solidFill>
                    </a:lnT>
                    <a:lnB w="12700">
                      <a:solidFill>
                        <a:schemeClr val="tx1"/>
                      </a:solidFill>
                    </a:lnB>
                    <a:solidFill>
                      <a:schemeClr val="accent5">
                        <a:lumMod val="20000"/>
                        <a:lumOff val="80000"/>
                      </a:schemeClr>
                    </a:solidFill>
                  </a:tcPr>
                </a:tc>
                <a:tc>
                  <a:txBody>
                    <a:bodyPr/>
                    <a:lstStyle/>
                    <a:p>
                      <a:pPr algn="ctr"/>
                      <a:r>
                        <a:rPr lang="en-US" sz="1400">
                          <a:latin typeface="Arial"/>
                          <a:cs typeface="Arial"/>
                        </a:rPr>
                        <a:t>Capability</a:t>
                      </a:r>
                    </a:p>
                  </a:txBody>
                  <a:tcPr>
                    <a:lnL w="12700">
                      <a:solidFill>
                        <a:schemeClr val="tx1"/>
                      </a:solidFill>
                    </a:lnL>
                    <a:lnR w="12700">
                      <a:solidFill>
                        <a:schemeClr val="tx1"/>
                      </a:solidFill>
                    </a:lnR>
                    <a:lnT w="12700">
                      <a:solidFill>
                        <a:schemeClr val="tx1"/>
                      </a:solidFill>
                    </a:lnT>
                    <a:lnB w="12700">
                      <a:solidFill>
                        <a:schemeClr val="tx1"/>
                      </a:solidFill>
                    </a:lnB>
                    <a:solidFill>
                      <a:schemeClr val="accent5">
                        <a:lumMod val="20000"/>
                        <a:lumOff val="80000"/>
                      </a:schemeClr>
                    </a:solidFill>
                  </a:tcPr>
                </a:tc>
                <a:tc>
                  <a:txBody>
                    <a:bodyPr/>
                    <a:lstStyle/>
                    <a:p>
                      <a:pPr algn="ctr"/>
                      <a:r>
                        <a:rPr lang="en-US" sz="1400">
                          <a:latin typeface="Arial"/>
                          <a:cs typeface="Arial"/>
                        </a:rPr>
                        <a:t>Availability</a:t>
                      </a:r>
                    </a:p>
                  </a:txBody>
                  <a:tcPr>
                    <a:lnL w="12700">
                      <a:solidFill>
                        <a:schemeClr val="tx1"/>
                      </a:solidFill>
                    </a:lnL>
                    <a:lnR w="12700">
                      <a:solidFill>
                        <a:schemeClr val="tx1"/>
                      </a:solidFill>
                    </a:lnR>
                    <a:lnT w="12700">
                      <a:solidFill>
                        <a:schemeClr val="tx1"/>
                      </a:solidFill>
                    </a:lnT>
                    <a:lnB w="12700">
                      <a:solidFill>
                        <a:schemeClr val="tx1"/>
                      </a:solidFill>
                    </a:lnB>
                    <a:solidFill>
                      <a:schemeClr val="accent5">
                        <a:lumMod val="20000"/>
                        <a:lumOff val="80000"/>
                      </a:schemeClr>
                    </a:solidFill>
                  </a:tcPr>
                </a:tc>
                <a:tc>
                  <a:txBody>
                    <a:bodyPr/>
                    <a:lstStyle/>
                    <a:p>
                      <a:pPr algn="ctr"/>
                      <a:r>
                        <a:rPr lang="en-US" sz="1400">
                          <a:latin typeface="Arial"/>
                          <a:cs typeface="Arial"/>
                        </a:rPr>
                        <a:t>References</a:t>
                      </a:r>
                    </a:p>
                  </a:txBody>
                  <a:tcPr>
                    <a:lnL w="12700">
                      <a:solidFill>
                        <a:schemeClr val="tx1"/>
                      </a:solidFill>
                    </a:lnL>
                    <a:lnR w="12700">
                      <a:solidFill>
                        <a:schemeClr val="tx1"/>
                      </a:solidFill>
                    </a:lnR>
                    <a:lnT w="12700">
                      <a:solidFill>
                        <a:schemeClr val="tx1"/>
                      </a:solidFill>
                    </a:lnT>
                    <a:lnB w="12700">
                      <a:solidFill>
                        <a:schemeClr val="tx1"/>
                      </a:solidFill>
                    </a:lnB>
                    <a:solidFill>
                      <a:schemeClr val="accent5">
                        <a:lumMod val="20000"/>
                        <a:lumOff val="80000"/>
                      </a:schemeClr>
                    </a:solidFill>
                  </a:tcPr>
                </a:tc>
                <a:extLst>
                  <a:ext uri="{0D108BD9-81ED-4DB2-BD59-A6C34878D82A}">
                    <a16:rowId xmlns:a16="http://schemas.microsoft.com/office/drawing/2014/main" val="1080965025"/>
                  </a:ext>
                </a:extLst>
              </a:tr>
              <a:tr h="370840">
                <a:tc>
                  <a:txBody>
                    <a:bodyPr/>
                    <a:lstStyle/>
                    <a:p>
                      <a:r>
                        <a:rPr lang="en-US" sz="1400">
                          <a:latin typeface="Arial"/>
                          <a:cs typeface="Arial"/>
                        </a:rPr>
                        <a:t>D2-01</a:t>
                      </a:r>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lvl="0">
                        <a:buNone/>
                      </a:pPr>
                      <a:r>
                        <a:rPr lang="en-US" sz="1400" b="0" i="0" u="none" strike="noStrike" noProof="0">
                          <a:effectLst/>
                          <a:latin typeface="Arial"/>
                          <a:cs typeface="Arial"/>
                        </a:rPr>
                        <a:t>Regex / pattern with Korean identification format validation </a:t>
                      </a:r>
                      <a:endParaRPr lang="en-US" sz="1400">
                        <a:latin typeface="Arial"/>
                        <a:cs typeface="Arial"/>
                      </a:endParaRPr>
                    </a:p>
                  </a:txBody>
                  <a:tcPr marL="0" marR="0" marT="0" marB="0" anchor="ctr">
                    <a:lnL w="12700">
                      <a:solidFill>
                        <a:schemeClr val="tx1"/>
                      </a:solidFill>
                    </a:lnL>
                    <a:lnR w="12700" cap="flat" cmpd="sng" algn="ctr">
                      <a:solidFill>
                        <a:schemeClr val="tx1"/>
                      </a:solidFill>
                      <a:prstDash val="solid"/>
                      <a:round/>
                      <a:headEnd type="none" w="med" len="med"/>
                      <a:tailEnd type="none" w="med" len="med"/>
                    </a:lnR>
                    <a:lnT w="12700">
                      <a:solidFill>
                        <a:schemeClr val="tx1"/>
                      </a:solidFill>
                    </a:lnT>
                    <a:lnB w="12700">
                      <a:solidFill>
                        <a:schemeClr val="tx1"/>
                      </a:solidFill>
                    </a:lnB>
                    <a:solidFill>
                      <a:schemeClr val="bg1"/>
                    </a:solidFill>
                  </a:tcPr>
                </a:tc>
                <a:tc>
                  <a:txBody>
                    <a:bodyPr/>
                    <a:lstStyle/>
                    <a:p>
                      <a:pPr lvl="0" algn="ctr">
                        <a:lnSpc>
                          <a:spcPct val="100000"/>
                        </a:lnSpc>
                        <a:spcBef>
                          <a:spcPts val="0"/>
                        </a:spcBef>
                        <a:spcAft>
                          <a:spcPts val="0"/>
                        </a:spcAft>
                        <a:buNone/>
                      </a:pPr>
                      <a:r>
                        <a:rPr lang="en-US" sz="1200" b="0" i="0" u="none" strike="noStrike" noProof="0">
                          <a:solidFill>
                            <a:srgbClr val="000000"/>
                          </a:solidFill>
                          <a:latin typeface="Malgun Gothic"/>
                          <a:ea typeface="Malgun Gothic"/>
                          <a:cs typeface="Arial"/>
                        </a:rPr>
                        <a:t>◐</a:t>
                      </a:r>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lvl="0">
                        <a:buNone/>
                      </a:pPr>
                      <a:r>
                        <a:rPr lang="en-US" sz="1000" b="0" i="0" u="none" strike="noStrike" noProof="0">
                          <a:latin typeface="Arial"/>
                          <a:cs typeface="Arial"/>
                        </a:rPr>
                        <a:t>Regex plus what </a:t>
                      </a:r>
                      <a:r>
                        <a:rPr lang="en-US" sz="1000" b="0" i="0" u="none" strike="noStrike" noProof="0" err="1">
                          <a:latin typeface="Arial"/>
                          <a:cs typeface="Arial"/>
                        </a:rPr>
                        <a:t>Comtrue</a:t>
                      </a:r>
                      <a:r>
                        <a:rPr lang="en-US" sz="1000" b="0" i="0" u="none" strike="noStrike" noProof="0">
                          <a:latin typeface="Arial"/>
                          <a:cs typeface="Arial"/>
                        </a:rPr>
                        <a:t> calls the largest Korean PII pattern set (RRN, driver </a:t>
                      </a:r>
                      <a:r>
                        <a:rPr lang="en-US" sz="1000" b="0" i="0" u="none" strike="noStrike" noProof="0" err="1">
                          <a:latin typeface="Arial"/>
                          <a:cs typeface="Arial"/>
                        </a:rPr>
                        <a:t>licence</a:t>
                      </a:r>
                      <a:r>
                        <a:rPr lang="en-US" sz="1000" b="0" i="0" u="none" strike="noStrike" noProof="0">
                          <a:latin typeface="Arial"/>
                          <a:cs typeface="Arial"/>
                        </a:rPr>
                        <a:t>, alien reg., passport, phone, account, card) [1], [2]. Checksum validation not explicitly stated </a:t>
                      </a:r>
                      <a:r>
                        <a:rPr lang="en-US" sz="1000" b="1" i="0" u="none" strike="noStrike" noProof="0">
                          <a:solidFill>
                            <a:srgbClr val="000000"/>
                          </a:solidFill>
                          <a:latin typeface="Arial"/>
                          <a:ea typeface="Malgun Gothic"/>
                          <a:cs typeface="Arial"/>
                        </a:rPr>
                        <a:t>[need to confirm!]</a:t>
                      </a:r>
                      <a:r>
                        <a:rPr lang="en-US" sz="1000" b="0" i="0" u="none" strike="noStrike" noProof="0">
                          <a:latin typeface="Arial"/>
                          <a:cs typeface="Arial"/>
                        </a:rPr>
                        <a:t>.</a:t>
                      </a:r>
                      <a:endParaRPr lang="en-US" sz="1000">
                        <a:latin typeface="Arial"/>
                        <a:cs typeface="Arial"/>
                      </a:endParaRPr>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extLst>
                  <a:ext uri="{0D108BD9-81ED-4DB2-BD59-A6C34878D82A}">
                    <a16:rowId xmlns:a16="http://schemas.microsoft.com/office/drawing/2014/main" val="2715742840"/>
                  </a:ext>
                </a:extLst>
              </a:tr>
              <a:tr h="370840">
                <a:tc>
                  <a:txBody>
                    <a:bodyPr/>
                    <a:lstStyle/>
                    <a:p>
                      <a:pPr lvl="0" algn="l">
                        <a:lnSpc>
                          <a:spcPct val="100000"/>
                        </a:lnSpc>
                        <a:spcBef>
                          <a:spcPts val="0"/>
                        </a:spcBef>
                        <a:spcAft>
                          <a:spcPts val="0"/>
                        </a:spcAft>
                        <a:buNone/>
                      </a:pPr>
                      <a:r>
                        <a:rPr lang="en-US" sz="1400" b="0" i="0" u="none" strike="noStrike" noProof="0">
                          <a:solidFill>
                            <a:srgbClr val="000000"/>
                          </a:solidFill>
                          <a:latin typeface="Arial"/>
                          <a:cs typeface="Arial"/>
                        </a:rPr>
                        <a:t>D2-02</a:t>
                      </a:r>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lvl="0" algn="l">
                        <a:lnSpc>
                          <a:spcPct val="100000"/>
                        </a:lnSpc>
                        <a:spcBef>
                          <a:spcPts val="0"/>
                        </a:spcBef>
                        <a:spcAft>
                          <a:spcPts val="0"/>
                        </a:spcAft>
                        <a:buNone/>
                      </a:pPr>
                      <a:r>
                        <a:rPr lang="en-US" sz="1400" b="0" i="0" u="none" strike="noStrike" noProof="0">
                          <a:effectLst/>
                          <a:latin typeface="Arial"/>
                          <a:cs typeface="Arial"/>
                        </a:rPr>
                        <a:t>Keyword / dictionary based rules </a:t>
                      </a:r>
                      <a:endParaRPr lang="en-US" sz="1400">
                        <a:latin typeface="Arial"/>
                        <a:cs typeface="Arial"/>
                      </a:endParaRPr>
                    </a:p>
                  </a:txBody>
                  <a:tcPr marL="0" marR="0" marT="0" marB="0" anchor="ctr">
                    <a:lnL w="12700">
                      <a:solidFill>
                        <a:schemeClr val="tx1"/>
                      </a:solidFill>
                    </a:lnL>
                    <a:lnR w="12700" cap="flat" cmpd="sng" algn="ctr">
                      <a:solidFill>
                        <a:schemeClr val="tx1"/>
                      </a:solidFill>
                      <a:prstDash val="solid"/>
                      <a:round/>
                      <a:headEnd type="none" w="med" len="med"/>
                      <a:tailEnd type="none" w="med" len="med"/>
                    </a:lnR>
                    <a:lnT w="12700">
                      <a:solidFill>
                        <a:schemeClr val="tx1"/>
                      </a:solidFill>
                    </a:lnT>
                    <a:lnB w="12700">
                      <a:solidFill>
                        <a:schemeClr val="tx1"/>
                      </a:solidFill>
                    </a:lnB>
                    <a:solidFill>
                      <a:schemeClr val="bg1"/>
                    </a:solidFill>
                  </a:tcPr>
                </a:tc>
                <a:tc>
                  <a:txBody>
                    <a:bodyPr/>
                    <a:lstStyle/>
                    <a:p>
                      <a:pPr lvl="0" algn="ctr">
                        <a:lnSpc>
                          <a:spcPct val="100000"/>
                        </a:lnSpc>
                        <a:spcBef>
                          <a:spcPts val="0"/>
                        </a:spcBef>
                        <a:spcAft>
                          <a:spcPts val="0"/>
                        </a:spcAft>
                        <a:buNone/>
                      </a:pPr>
                      <a:r>
                        <a:rPr lang="en-US" sz="1200" b="0" i="0" u="none" strike="noStrike" noProof="0">
                          <a:solidFill>
                            <a:srgbClr val="000000"/>
                          </a:solidFill>
                          <a:latin typeface="Malgun Gothic"/>
                          <a:ea typeface="Malgun Gothic"/>
                          <a:cs typeface="Arial"/>
                        </a:rPr>
                        <a:t>●</a:t>
                      </a:r>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lvl="0">
                        <a:buNone/>
                      </a:pPr>
                      <a:r>
                        <a:rPr lang="en-US" sz="1000" b="0" i="0" u="none" strike="noStrike" noProof="0">
                          <a:latin typeface="Arial"/>
                          <a:cs typeface="Arial"/>
                        </a:rPr>
                        <a:t>Keyword detection and keyword substitution (Sphinx); keyword patterns in </a:t>
                      </a:r>
                      <a:r>
                        <a:rPr lang="en-US" sz="1000" b="0" i="0" u="none" strike="noStrike" noProof="0" err="1">
                          <a:latin typeface="Arial"/>
                          <a:cs typeface="Arial"/>
                        </a:rPr>
                        <a:t>NetCenter</a:t>
                      </a:r>
                      <a:r>
                        <a:rPr lang="en-US" sz="1000" b="0" i="0" u="none" strike="noStrike" noProof="0">
                          <a:latin typeface="Arial"/>
                          <a:cs typeface="Arial"/>
                        </a:rPr>
                        <a:t> [2], [3].</a:t>
                      </a:r>
                      <a:endParaRPr lang="en-US" sz="1000">
                        <a:latin typeface="Arial"/>
                        <a:cs typeface="Arial"/>
                      </a:endParaRPr>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extLst>
                  <a:ext uri="{0D108BD9-81ED-4DB2-BD59-A6C34878D82A}">
                    <a16:rowId xmlns:a16="http://schemas.microsoft.com/office/drawing/2014/main" val="2181622584"/>
                  </a:ext>
                </a:extLst>
              </a:tr>
              <a:tr h="370840">
                <a:tc>
                  <a:txBody>
                    <a:bodyPr/>
                    <a:lstStyle/>
                    <a:p>
                      <a:pPr lvl="0" algn="l">
                        <a:lnSpc>
                          <a:spcPct val="100000"/>
                        </a:lnSpc>
                        <a:spcBef>
                          <a:spcPts val="0"/>
                        </a:spcBef>
                        <a:spcAft>
                          <a:spcPts val="0"/>
                        </a:spcAft>
                        <a:buNone/>
                      </a:pPr>
                      <a:r>
                        <a:rPr lang="en-US" sz="1400" b="0" i="0" u="none" strike="noStrike" noProof="0">
                          <a:solidFill>
                            <a:srgbClr val="000000"/>
                          </a:solidFill>
                          <a:latin typeface="Arial"/>
                          <a:cs typeface="Arial"/>
                        </a:rPr>
                        <a:t>D2-03</a:t>
                      </a:r>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lvl="0" algn="l">
                        <a:lnSpc>
                          <a:spcPct val="100000"/>
                        </a:lnSpc>
                        <a:spcBef>
                          <a:spcPts val="0"/>
                        </a:spcBef>
                        <a:spcAft>
                          <a:spcPts val="0"/>
                        </a:spcAft>
                        <a:buNone/>
                      </a:pPr>
                      <a:r>
                        <a:rPr lang="en-US" sz="1400" b="0" i="0" u="none" strike="noStrike" noProof="0">
                          <a:effectLst/>
                          <a:latin typeface="Arial"/>
                          <a:cs typeface="Arial"/>
                        </a:rPr>
                        <a:t>Exact data matching (DB fingerprint) </a:t>
                      </a:r>
                      <a:endParaRPr lang="en-US" sz="1400">
                        <a:latin typeface="Arial"/>
                        <a:cs typeface="Arial"/>
                      </a:endParaRPr>
                    </a:p>
                  </a:txBody>
                  <a:tcPr marL="0" marR="0" marT="0" marB="0" anchor="ctr">
                    <a:lnL w="12700">
                      <a:solidFill>
                        <a:schemeClr val="tx1"/>
                      </a:solidFill>
                    </a:lnL>
                    <a:lnR w="12700" cap="flat" cmpd="sng" algn="ctr">
                      <a:solidFill>
                        <a:schemeClr val="tx1"/>
                      </a:solidFill>
                      <a:prstDash val="solid"/>
                      <a:round/>
                      <a:headEnd type="none" w="med" len="med"/>
                      <a:tailEnd type="none" w="med" len="med"/>
                    </a:lnR>
                    <a:lnT w="12700">
                      <a:solidFill>
                        <a:schemeClr val="tx1"/>
                      </a:solidFill>
                    </a:lnT>
                    <a:lnB w="12700">
                      <a:solidFill>
                        <a:schemeClr val="tx1"/>
                      </a:solidFill>
                    </a:lnB>
                    <a:solidFill>
                      <a:schemeClr val="bg1"/>
                    </a:solidFill>
                  </a:tcPr>
                </a:tc>
                <a:tc>
                  <a:txBody>
                    <a:bodyPr/>
                    <a:lstStyle/>
                    <a:p>
                      <a:pPr algn="ctr"/>
                      <a:endParaRPr lang="en-US" sz="1400">
                        <a:latin typeface="Arial"/>
                        <a:cs typeface="Arial"/>
                      </a:endParaRPr>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endParaRPr lang="en-US" sz="1000">
                        <a:latin typeface="Arial"/>
                        <a:cs typeface="Arial"/>
                      </a:endParaRPr>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extLst>
                  <a:ext uri="{0D108BD9-81ED-4DB2-BD59-A6C34878D82A}">
                    <a16:rowId xmlns:a16="http://schemas.microsoft.com/office/drawing/2014/main" val="903757581"/>
                  </a:ext>
                </a:extLst>
              </a:tr>
              <a:tr h="370840">
                <a:tc>
                  <a:txBody>
                    <a:bodyPr/>
                    <a:lstStyle/>
                    <a:p>
                      <a:pPr lvl="0" algn="l">
                        <a:lnSpc>
                          <a:spcPct val="100000"/>
                        </a:lnSpc>
                        <a:spcBef>
                          <a:spcPts val="0"/>
                        </a:spcBef>
                        <a:spcAft>
                          <a:spcPts val="0"/>
                        </a:spcAft>
                        <a:buNone/>
                      </a:pPr>
                      <a:r>
                        <a:rPr lang="en-US" sz="1400" b="0" i="0" u="none" strike="noStrike" noProof="0">
                          <a:solidFill>
                            <a:srgbClr val="000000"/>
                          </a:solidFill>
                          <a:latin typeface="Arial"/>
                          <a:cs typeface="Arial"/>
                        </a:rPr>
                        <a:t>D2-04</a:t>
                      </a:r>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lvl="0" algn="l">
                        <a:lnSpc>
                          <a:spcPct val="100000"/>
                        </a:lnSpc>
                        <a:spcBef>
                          <a:spcPts val="0"/>
                        </a:spcBef>
                        <a:spcAft>
                          <a:spcPts val="0"/>
                        </a:spcAft>
                        <a:buNone/>
                      </a:pPr>
                      <a:r>
                        <a:rPr lang="en-US" sz="1400" b="0" i="0" u="none" strike="noStrike" noProof="0">
                          <a:effectLst/>
                          <a:latin typeface="Arial"/>
                          <a:cs typeface="Arial"/>
                        </a:rPr>
                        <a:t>Indexed document / semantic similarity </a:t>
                      </a:r>
                      <a:endParaRPr lang="en-US" sz="1400">
                        <a:latin typeface="Arial"/>
                        <a:cs typeface="Arial"/>
                      </a:endParaRPr>
                    </a:p>
                  </a:txBody>
                  <a:tcPr marL="0" marR="0" marT="0" marB="0" anchor="ctr">
                    <a:lnL w="12700">
                      <a:solidFill>
                        <a:schemeClr val="tx1"/>
                      </a:solidFill>
                    </a:lnL>
                    <a:lnR w="12700" cap="flat" cmpd="sng" algn="ctr">
                      <a:solidFill>
                        <a:schemeClr val="tx1"/>
                      </a:solidFill>
                      <a:prstDash val="solid"/>
                      <a:round/>
                      <a:headEnd type="none" w="med" len="med"/>
                      <a:tailEnd type="none" w="med" len="med"/>
                    </a:lnR>
                    <a:lnT w="12700">
                      <a:solidFill>
                        <a:schemeClr val="tx1"/>
                      </a:solidFill>
                    </a:lnT>
                    <a:lnB w="12700">
                      <a:solidFill>
                        <a:schemeClr val="tx1"/>
                      </a:solidFill>
                    </a:lnB>
                    <a:solidFill>
                      <a:schemeClr val="bg1"/>
                    </a:solidFill>
                  </a:tcPr>
                </a:tc>
                <a:tc>
                  <a:txBody>
                    <a:bodyPr/>
                    <a:lstStyle/>
                    <a:p>
                      <a:pPr lvl="0" algn="ctr">
                        <a:lnSpc>
                          <a:spcPct val="100000"/>
                        </a:lnSpc>
                        <a:spcBef>
                          <a:spcPts val="0"/>
                        </a:spcBef>
                        <a:spcAft>
                          <a:spcPts val="0"/>
                        </a:spcAft>
                        <a:buNone/>
                      </a:pPr>
                      <a:r>
                        <a:rPr lang="en-US" sz="1200" b="0" i="0" u="none" strike="noStrike" noProof="0">
                          <a:solidFill>
                            <a:srgbClr val="000000"/>
                          </a:solidFill>
                          <a:latin typeface="Malgun Gothic"/>
                          <a:ea typeface="Malgun Gothic"/>
                          <a:cs typeface="Arial"/>
                        </a:rPr>
                        <a:t>●</a:t>
                      </a:r>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lvl="0">
                        <a:buNone/>
                      </a:pPr>
                      <a:r>
                        <a:rPr lang="en-US" sz="1000" b="0" i="0" u="none" strike="noStrike" noProof="0">
                          <a:latin typeface="Arial"/>
                          <a:cs typeface="Arial"/>
                        </a:rPr>
                        <a:t>Sphinx – register confidential documents; similar content is blocked ('</a:t>
                      </a:r>
                      <a:r>
                        <a:rPr lang="ko-KR" altLang="en-US" sz="1000" b="0" i="0" u="none" strike="noStrike" noProof="0">
                          <a:latin typeface="Arial"/>
                          <a:cs typeface="Arial"/>
                        </a:rPr>
                        <a:t>기밀정보</a:t>
                      </a:r>
                      <a:r>
                        <a:rPr lang="en-US" altLang="ko-KR" sz="1000" b="0" i="0" u="none" strike="noStrike" noProof="0">
                          <a:latin typeface="Arial"/>
                          <a:cs typeface="Arial"/>
                        </a:rPr>
                        <a:t> </a:t>
                      </a:r>
                      <a:r>
                        <a:rPr lang="ko-KR" altLang="en-US" sz="1000" b="0" i="0" u="none" strike="noStrike" noProof="0">
                          <a:latin typeface="Arial"/>
                          <a:cs typeface="Arial"/>
                        </a:rPr>
                        <a:t>유사도</a:t>
                      </a:r>
                      <a:r>
                        <a:rPr lang="en-US" altLang="ko-KR" sz="1000" b="0" i="0" u="none" strike="noStrike" noProof="0">
                          <a:latin typeface="Arial"/>
                          <a:cs typeface="Arial"/>
                        </a:rPr>
                        <a:t> </a:t>
                      </a:r>
                      <a:r>
                        <a:rPr lang="ko-KR" altLang="en-US" sz="1000" b="0" i="0" u="none" strike="noStrike" noProof="0">
                          <a:latin typeface="Arial"/>
                          <a:cs typeface="Arial"/>
                        </a:rPr>
                        <a:t>분석</a:t>
                      </a:r>
                      <a:r>
                        <a:rPr lang="en-US" altLang="ko-KR" sz="1000" b="0" i="0" u="none" strike="noStrike" noProof="0">
                          <a:latin typeface="Arial"/>
                          <a:cs typeface="Arial"/>
                        </a:rPr>
                        <a:t> </a:t>
                      </a:r>
                      <a:r>
                        <a:rPr lang="ko-KR" altLang="en-US" sz="1000" b="0" i="0" u="none" strike="noStrike" noProof="0">
                          <a:latin typeface="Arial"/>
                          <a:cs typeface="Arial"/>
                        </a:rPr>
                        <a:t>차단</a:t>
                      </a:r>
                      <a:r>
                        <a:rPr lang="en-US" sz="1000" b="0" i="0" u="none" strike="noStrike" noProof="0">
                          <a:latin typeface="Arial"/>
                          <a:cs typeface="Arial"/>
                        </a:rPr>
                        <a:t>'), used at Samsung C&amp;T / SDI and K-water [2].</a:t>
                      </a:r>
                      <a:endParaRPr lang="en-US" sz="1000">
                        <a:latin typeface="Arial"/>
                        <a:cs typeface="Arial"/>
                      </a:endParaRPr>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extLst>
                  <a:ext uri="{0D108BD9-81ED-4DB2-BD59-A6C34878D82A}">
                    <a16:rowId xmlns:a16="http://schemas.microsoft.com/office/drawing/2014/main" val="2970567322"/>
                  </a:ext>
                </a:extLst>
              </a:tr>
              <a:tr h="370840">
                <a:tc>
                  <a:txBody>
                    <a:bodyPr/>
                    <a:lstStyle/>
                    <a:p>
                      <a:pPr lvl="0" algn="l">
                        <a:lnSpc>
                          <a:spcPct val="100000"/>
                        </a:lnSpc>
                        <a:spcBef>
                          <a:spcPts val="0"/>
                        </a:spcBef>
                        <a:spcAft>
                          <a:spcPts val="0"/>
                        </a:spcAft>
                        <a:buNone/>
                      </a:pPr>
                      <a:r>
                        <a:rPr lang="en-US" sz="1400" b="0" i="0" u="none" strike="noStrike" noProof="0">
                          <a:solidFill>
                            <a:srgbClr val="000000"/>
                          </a:solidFill>
                          <a:latin typeface="Arial"/>
                          <a:cs typeface="Arial"/>
                        </a:rPr>
                        <a:t>D2-05</a:t>
                      </a:r>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lvl="0" algn="l">
                        <a:lnSpc>
                          <a:spcPct val="100000"/>
                        </a:lnSpc>
                        <a:spcBef>
                          <a:spcPts val="0"/>
                        </a:spcBef>
                        <a:spcAft>
                          <a:spcPts val="0"/>
                        </a:spcAft>
                        <a:buNone/>
                      </a:pPr>
                      <a:r>
                        <a:rPr lang="en-US" sz="1400" b="0" i="0" u="none" strike="noStrike" noProof="0">
                          <a:effectLst/>
                          <a:latin typeface="Arial"/>
                          <a:cs typeface="Arial"/>
                        </a:rPr>
                        <a:t>True file-type identification </a:t>
                      </a:r>
                      <a:endParaRPr lang="en-US" sz="1400">
                        <a:latin typeface="Arial"/>
                        <a:cs typeface="Arial"/>
                      </a:endParaRPr>
                    </a:p>
                  </a:txBody>
                  <a:tcPr marL="0" marR="0" marT="0" marB="0" anchor="ctr">
                    <a:lnL w="12700">
                      <a:solidFill>
                        <a:schemeClr val="tx1"/>
                      </a:solidFill>
                    </a:lnL>
                    <a:lnR w="12700" cap="flat" cmpd="sng" algn="ctr">
                      <a:solidFill>
                        <a:schemeClr val="tx1"/>
                      </a:solidFill>
                      <a:prstDash val="solid"/>
                      <a:round/>
                      <a:headEnd type="none" w="med" len="med"/>
                      <a:tailEnd type="none" w="med" len="med"/>
                    </a:lnR>
                    <a:lnT w="12700">
                      <a:solidFill>
                        <a:schemeClr val="tx1"/>
                      </a:solidFill>
                    </a:lnT>
                    <a:lnB w="12700">
                      <a:solidFill>
                        <a:schemeClr val="tx1"/>
                      </a:solidFill>
                    </a:lnB>
                    <a:solidFill>
                      <a:schemeClr val="bg1"/>
                    </a:solidFill>
                  </a:tcPr>
                </a:tc>
                <a:tc>
                  <a:txBody>
                    <a:bodyPr/>
                    <a:lstStyle/>
                    <a:p>
                      <a:pPr algn="ctr"/>
                      <a:endParaRPr lang="en-US" sz="1400">
                        <a:latin typeface="Arial"/>
                        <a:cs typeface="Arial"/>
                      </a:endParaRPr>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r>
                        <a:rPr lang="en-US" sz="1000" b="1">
                          <a:latin typeface="Arial"/>
                          <a:cs typeface="Arial"/>
                        </a:rPr>
                        <a:t>[need to confirm!]</a:t>
                      </a:r>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extLst>
                  <a:ext uri="{0D108BD9-81ED-4DB2-BD59-A6C34878D82A}">
                    <a16:rowId xmlns:a16="http://schemas.microsoft.com/office/drawing/2014/main" val="3874896899"/>
                  </a:ext>
                </a:extLst>
              </a:tr>
              <a:tr h="370840">
                <a:tc>
                  <a:txBody>
                    <a:bodyPr/>
                    <a:lstStyle/>
                    <a:p>
                      <a:pPr lvl="0" algn="l">
                        <a:lnSpc>
                          <a:spcPct val="100000"/>
                        </a:lnSpc>
                        <a:spcBef>
                          <a:spcPts val="0"/>
                        </a:spcBef>
                        <a:spcAft>
                          <a:spcPts val="0"/>
                        </a:spcAft>
                        <a:buNone/>
                      </a:pPr>
                      <a:r>
                        <a:rPr lang="en-US" sz="1400" b="0" i="0" u="none" strike="noStrike" noProof="0">
                          <a:solidFill>
                            <a:srgbClr val="000000"/>
                          </a:solidFill>
                          <a:latin typeface="Arial"/>
                          <a:cs typeface="Arial"/>
                        </a:rPr>
                        <a:t>D2-06</a:t>
                      </a:r>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lvl="0" algn="l">
                        <a:lnSpc>
                          <a:spcPct val="100000"/>
                        </a:lnSpc>
                        <a:spcBef>
                          <a:spcPts val="0"/>
                        </a:spcBef>
                        <a:spcAft>
                          <a:spcPts val="0"/>
                        </a:spcAft>
                        <a:buNone/>
                      </a:pPr>
                      <a:r>
                        <a:rPr lang="en-US" sz="1400" b="0" i="0" u="none" strike="noStrike" noProof="0">
                          <a:effectLst/>
                          <a:latin typeface="Arial"/>
                          <a:cs typeface="Arial"/>
                        </a:rPr>
                        <a:t>OCR on images &amp; scans </a:t>
                      </a:r>
                      <a:endParaRPr lang="en-US" sz="1400">
                        <a:latin typeface="Arial"/>
                        <a:cs typeface="Arial"/>
                      </a:endParaRPr>
                    </a:p>
                  </a:txBody>
                  <a:tcPr marL="0" marR="0" marT="0" marB="0" anchor="ctr">
                    <a:lnL w="12700">
                      <a:solidFill>
                        <a:schemeClr val="tx1"/>
                      </a:solidFill>
                    </a:lnL>
                    <a:lnR w="12700" cap="flat" cmpd="sng" algn="ctr">
                      <a:solidFill>
                        <a:schemeClr val="tx1"/>
                      </a:solidFill>
                      <a:prstDash val="solid"/>
                      <a:round/>
                      <a:headEnd type="none" w="med" len="med"/>
                      <a:tailEnd type="none" w="med" len="med"/>
                    </a:lnR>
                    <a:lnT w="12700">
                      <a:solidFill>
                        <a:schemeClr val="tx1"/>
                      </a:solidFill>
                    </a:lnT>
                    <a:lnB w="12700">
                      <a:solidFill>
                        <a:schemeClr val="tx1"/>
                      </a:solidFill>
                    </a:lnB>
                    <a:solidFill>
                      <a:schemeClr val="bg1"/>
                    </a:solidFill>
                  </a:tcPr>
                </a:tc>
                <a:tc>
                  <a:txBody>
                    <a:bodyPr/>
                    <a:lstStyle/>
                    <a:p>
                      <a:pPr lvl="0" algn="ctr">
                        <a:lnSpc>
                          <a:spcPct val="100000"/>
                        </a:lnSpc>
                        <a:spcBef>
                          <a:spcPts val="0"/>
                        </a:spcBef>
                        <a:spcAft>
                          <a:spcPts val="0"/>
                        </a:spcAft>
                        <a:buNone/>
                      </a:pPr>
                      <a:r>
                        <a:rPr lang="en-US" sz="1200" b="0" i="0" u="none" strike="noStrike" noProof="0">
                          <a:solidFill>
                            <a:srgbClr val="000000"/>
                          </a:solidFill>
                          <a:latin typeface="Malgun Gothic"/>
                          <a:ea typeface="Malgun Gothic"/>
                          <a:cs typeface="Arial"/>
                        </a:rPr>
                        <a:t>●</a:t>
                      </a:r>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lvl="0">
                        <a:buNone/>
                      </a:pPr>
                      <a:r>
                        <a:rPr lang="en-US" sz="1000" b="0" i="0" u="none" strike="noStrike" noProof="0">
                          <a:latin typeface="Arial"/>
                          <a:cs typeface="Arial"/>
                        </a:rPr>
                        <a:t>Own AI OCR neural net: images and OLE images inside documents, rotated / low-quality scans (PC</a:t>
                      </a:r>
                      <a:r>
                        <a:rPr lang="ko-KR" altLang="en-US" sz="1000" b="0" i="0" u="none" strike="noStrike" noProof="0">
                          <a:latin typeface="Arial"/>
                          <a:cs typeface="Arial"/>
                        </a:rPr>
                        <a:t>이미지스캔</a:t>
                      </a:r>
                      <a:r>
                        <a:rPr lang="en-US" sz="1000" b="0" i="0" u="none" strike="noStrike" noProof="0">
                          <a:latin typeface="Arial"/>
                          <a:cs typeface="Arial"/>
                        </a:rPr>
                        <a:t>); OCR on GenAI uploads (Sphinx) [2], [4], [5].</a:t>
                      </a:r>
                      <a:endParaRPr lang="en-US" sz="1000">
                        <a:latin typeface="Arial"/>
                        <a:cs typeface="Arial"/>
                      </a:endParaRPr>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extLst>
                  <a:ext uri="{0D108BD9-81ED-4DB2-BD59-A6C34878D82A}">
                    <a16:rowId xmlns:a16="http://schemas.microsoft.com/office/drawing/2014/main" val="463752911"/>
                  </a:ext>
                </a:extLst>
              </a:tr>
              <a:tr h="365125">
                <a:tc>
                  <a:txBody>
                    <a:bodyPr/>
                    <a:lstStyle/>
                    <a:p>
                      <a:pPr lvl="0" algn="l">
                        <a:lnSpc>
                          <a:spcPct val="100000"/>
                        </a:lnSpc>
                        <a:spcBef>
                          <a:spcPts val="0"/>
                        </a:spcBef>
                        <a:spcAft>
                          <a:spcPts val="0"/>
                        </a:spcAft>
                        <a:buNone/>
                      </a:pPr>
                      <a:r>
                        <a:rPr lang="en-US" sz="1400" b="0" i="0" u="none" strike="noStrike" noProof="0">
                          <a:solidFill>
                            <a:srgbClr val="000000"/>
                          </a:solidFill>
                          <a:latin typeface="Arial"/>
                          <a:cs typeface="Arial"/>
                        </a:rPr>
                        <a:t>D2-07</a:t>
                      </a:r>
                    </a:p>
                  </a:txBody>
                  <a:tcP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solidFill>
                      <a:schemeClr val="bg1"/>
                    </a:solidFill>
                  </a:tcPr>
                </a:tc>
                <a:tc>
                  <a:txBody>
                    <a:bodyPr/>
                    <a:lstStyle/>
                    <a:p>
                      <a:pPr lvl="0" algn="l">
                        <a:lnSpc>
                          <a:spcPct val="100000"/>
                        </a:lnSpc>
                        <a:spcBef>
                          <a:spcPts val="0"/>
                        </a:spcBef>
                        <a:spcAft>
                          <a:spcPts val="0"/>
                        </a:spcAft>
                        <a:buNone/>
                      </a:pPr>
                      <a:r>
                        <a:rPr lang="en-US" sz="1400" b="0" i="0" u="none" strike="noStrike" noProof="0">
                          <a:effectLst/>
                          <a:latin typeface="Arial"/>
                          <a:cs typeface="Arial"/>
                        </a:rPr>
                        <a:t>HWP / HWPX content parsing </a:t>
                      </a:r>
                      <a:endParaRPr lang="en-US" sz="1400">
                        <a:latin typeface="Arial"/>
                        <a:cs typeface="Arial"/>
                      </a:endParaRPr>
                    </a:p>
                  </a:txBody>
                  <a:tcPr marL="0" marR="0" marT="0" marB="0" anchor="ctr">
                    <a:lnL w="12700">
                      <a:solidFill>
                        <a:schemeClr val="tx1"/>
                      </a:solidFill>
                    </a:lnL>
                    <a:lnR w="12700" cap="flat" cmpd="sng" algn="ctr">
                      <a:solidFill>
                        <a:schemeClr val="tx1"/>
                      </a:solidFill>
                      <a:prstDash val="solid"/>
                      <a:round/>
                      <a:headEnd type="none" w="med" len="med"/>
                      <a:tailEnd type="none" w="med" len="med"/>
                    </a:lnR>
                    <a:lnT w="12700">
                      <a:solidFill>
                        <a:schemeClr val="tx1"/>
                      </a:solidFill>
                    </a:lnT>
                    <a:lnB w="12700">
                      <a:solidFill>
                        <a:schemeClr val="tx1"/>
                      </a:solidFill>
                    </a:lnB>
                    <a:solidFill>
                      <a:schemeClr val="bg1"/>
                    </a:solidFill>
                  </a:tcPr>
                </a:tc>
                <a:tc>
                  <a:txBody>
                    <a:bodyPr/>
                    <a:lstStyle/>
                    <a:p>
                      <a:pPr lvl="0" algn="ctr">
                        <a:lnSpc>
                          <a:spcPct val="100000"/>
                        </a:lnSpc>
                        <a:spcBef>
                          <a:spcPts val="0"/>
                        </a:spcBef>
                        <a:spcAft>
                          <a:spcPts val="0"/>
                        </a:spcAft>
                        <a:buNone/>
                      </a:pPr>
                      <a:r>
                        <a:rPr lang="en-US" sz="1200" b="0" i="0" u="none" strike="noStrike" noProof="0">
                          <a:solidFill>
                            <a:srgbClr val="000000"/>
                          </a:solidFill>
                          <a:latin typeface="Malgun Gothic"/>
                          <a:ea typeface="Malgun Gothic"/>
                          <a:cs typeface="Arial"/>
                        </a:rPr>
                        <a:t>●</a:t>
                      </a:r>
                    </a:p>
                  </a:txBody>
                  <a:tcP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solidFill>
                      <a:schemeClr val="bg1"/>
                    </a:solidFill>
                  </a:tcPr>
                </a:tc>
                <a:tc>
                  <a:txBody>
                    <a:bodyPr/>
                    <a:lstStyle/>
                    <a:p>
                      <a:pPr lvl="0">
                        <a:buNone/>
                      </a:pPr>
                      <a:r>
                        <a:rPr lang="en-US" sz="1000" b="0" i="0" u="none" strike="noStrike" noProof="0">
                          <a:latin typeface="Arial"/>
                          <a:cs typeface="Arial"/>
                        </a:rPr>
                        <a:t>HWP explicitly supported (image-PII post-processing in HWP, PPTX) [4]. HWPX not named </a:t>
                      </a:r>
                      <a:r>
                        <a:rPr lang="en-US" sz="1000" b="1" i="0" u="none" strike="noStrike" noProof="0">
                          <a:solidFill>
                            <a:srgbClr val="000000"/>
                          </a:solidFill>
                          <a:latin typeface="Arial"/>
                          <a:ea typeface="Malgun Gothic"/>
                          <a:cs typeface="Arial"/>
                        </a:rPr>
                        <a:t>[need to confirm!]</a:t>
                      </a:r>
                      <a:r>
                        <a:rPr lang="en-US" sz="1000" b="0" i="0" u="none" strike="noStrike" noProof="0">
                          <a:latin typeface="Arial"/>
                          <a:cs typeface="Arial"/>
                        </a:rPr>
                        <a:t>.</a:t>
                      </a:r>
                      <a:endParaRPr lang="en-US" sz="1000">
                        <a:latin typeface="Arial"/>
                        <a:cs typeface="Arial"/>
                      </a:endParaRPr>
                    </a:p>
                  </a:txBody>
                  <a:tcP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38253598"/>
                  </a:ext>
                </a:extLst>
              </a:tr>
              <a:tr h="365125">
                <a:tc>
                  <a:txBody>
                    <a:bodyPr/>
                    <a:lstStyle/>
                    <a:p>
                      <a:pPr lvl="0" algn="l">
                        <a:lnSpc>
                          <a:spcPct val="100000"/>
                        </a:lnSpc>
                        <a:spcBef>
                          <a:spcPts val="0"/>
                        </a:spcBef>
                        <a:spcAft>
                          <a:spcPts val="0"/>
                        </a:spcAft>
                        <a:buNone/>
                      </a:pPr>
                      <a:r>
                        <a:rPr lang="en-US" sz="1400" b="0" i="0" u="none" strike="noStrike" noProof="0">
                          <a:solidFill>
                            <a:srgbClr val="000000"/>
                          </a:solidFill>
                          <a:latin typeface="Arial"/>
                          <a:cs typeface="Arial"/>
                        </a:rPr>
                        <a:t>D2-08</a:t>
                      </a:r>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lvl="0" algn="l">
                        <a:lnSpc>
                          <a:spcPct val="100000"/>
                        </a:lnSpc>
                        <a:spcBef>
                          <a:spcPts val="0"/>
                        </a:spcBef>
                        <a:spcAft>
                          <a:spcPts val="0"/>
                        </a:spcAft>
                        <a:buNone/>
                      </a:pPr>
                      <a:r>
                        <a:rPr lang="en-US" sz="1400" b="0" i="0" u="none" strike="noStrike" noProof="0">
                          <a:effectLst/>
                          <a:latin typeface="Arial"/>
                          <a:cs typeface="Arial"/>
                        </a:rPr>
                        <a:t>Archive recursion (ZIP/RAR/7z/</a:t>
                      </a:r>
                      <a:r>
                        <a:rPr lang="en-US" sz="1400" b="0" i="0" u="none" strike="noStrike" noProof="0" err="1">
                          <a:effectLst/>
                          <a:latin typeface="Arial"/>
                          <a:cs typeface="Arial"/>
                        </a:rPr>
                        <a:t>ALZip</a:t>
                      </a:r>
                      <a:r>
                        <a:rPr lang="en-US" sz="1400" b="0" i="0" u="none" strike="noStrike" noProof="0">
                          <a:effectLst/>
                          <a:latin typeface="Arial"/>
                          <a:cs typeface="Arial"/>
                        </a:rPr>
                        <a:t>/EGG) </a:t>
                      </a:r>
                      <a:endParaRPr lang="en-US" sz="1400">
                        <a:latin typeface="Arial"/>
                        <a:cs typeface="Arial"/>
                      </a:endParaRPr>
                    </a:p>
                  </a:txBody>
                  <a:tcPr marL="0" marR="0" marT="0" marB="0" anchor="ctr">
                    <a:lnL w="12700">
                      <a:solidFill>
                        <a:schemeClr val="tx1"/>
                      </a:solidFill>
                    </a:lnL>
                    <a:lnR w="12700" cap="flat" cmpd="sng" algn="ctr">
                      <a:solidFill>
                        <a:schemeClr val="tx1"/>
                      </a:solidFill>
                      <a:prstDash val="solid"/>
                      <a:round/>
                      <a:headEnd type="none" w="med" len="med"/>
                      <a:tailEnd type="none" w="med" len="med"/>
                    </a:lnR>
                    <a:lnT w="12700">
                      <a:solidFill>
                        <a:schemeClr val="tx1"/>
                      </a:solidFill>
                    </a:lnT>
                    <a:lnB w="12700">
                      <a:solidFill>
                        <a:schemeClr val="tx1"/>
                      </a:solidFill>
                    </a:lnB>
                    <a:solidFill>
                      <a:schemeClr val="bg1"/>
                    </a:solidFill>
                  </a:tcPr>
                </a:tc>
                <a:tc>
                  <a:txBody>
                    <a:bodyPr/>
                    <a:lstStyle/>
                    <a:p>
                      <a:pPr lvl="0" algn="ctr">
                        <a:buNone/>
                      </a:pPr>
                      <a:endParaRPr lang="en-US" sz="1400">
                        <a:latin typeface="Arial"/>
                        <a:cs typeface="Arial"/>
                      </a:endParaRPr>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lvl="0" algn="l">
                        <a:lnSpc>
                          <a:spcPct val="100000"/>
                        </a:lnSpc>
                        <a:spcBef>
                          <a:spcPts val="0"/>
                        </a:spcBef>
                        <a:spcAft>
                          <a:spcPts val="0"/>
                        </a:spcAft>
                        <a:buNone/>
                      </a:pPr>
                      <a:r>
                        <a:rPr lang="en-US" sz="1000" b="1" i="0" u="none" strike="noStrike" noProof="0">
                          <a:solidFill>
                            <a:srgbClr val="000000"/>
                          </a:solidFill>
                          <a:latin typeface="Arial"/>
                          <a:cs typeface="Arial"/>
                        </a:rPr>
                        <a:t>[need to confirm!]</a:t>
                      </a:r>
                      <a:endParaRPr lang="en-US" sz="1000" b="0" i="0" u="none" strike="noStrike" noProof="0">
                        <a:solidFill>
                          <a:srgbClr val="000000"/>
                        </a:solidFill>
                        <a:latin typeface="Arial"/>
                        <a:cs typeface="Arial"/>
                      </a:endParaRPr>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extLst>
                  <a:ext uri="{0D108BD9-81ED-4DB2-BD59-A6C34878D82A}">
                    <a16:rowId xmlns:a16="http://schemas.microsoft.com/office/drawing/2014/main" val="2034492820"/>
                  </a:ext>
                </a:extLst>
              </a:tr>
              <a:tr h="365125">
                <a:tc>
                  <a:txBody>
                    <a:bodyPr/>
                    <a:lstStyle/>
                    <a:p>
                      <a:pPr lvl="0" algn="l">
                        <a:lnSpc>
                          <a:spcPct val="100000"/>
                        </a:lnSpc>
                        <a:spcBef>
                          <a:spcPts val="0"/>
                        </a:spcBef>
                        <a:spcAft>
                          <a:spcPts val="0"/>
                        </a:spcAft>
                        <a:buNone/>
                      </a:pPr>
                      <a:r>
                        <a:rPr lang="en-US" sz="1400" b="0" i="0" u="none" strike="noStrike" noProof="0">
                          <a:solidFill>
                            <a:srgbClr val="000000"/>
                          </a:solidFill>
                          <a:latin typeface="Arial"/>
                          <a:cs typeface="Arial"/>
                        </a:rPr>
                        <a:t>D2-09</a:t>
                      </a:r>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lvl="0" algn="l">
                        <a:lnSpc>
                          <a:spcPct val="100000"/>
                        </a:lnSpc>
                        <a:spcBef>
                          <a:spcPts val="0"/>
                        </a:spcBef>
                        <a:spcAft>
                          <a:spcPts val="0"/>
                        </a:spcAft>
                        <a:buNone/>
                      </a:pPr>
                      <a:r>
                        <a:rPr lang="en-US" sz="1400" b="0" i="0" u="none" strike="noStrike" noProof="0">
                          <a:effectLst/>
                          <a:latin typeface="Arial"/>
                          <a:cs typeface="Arial"/>
                        </a:rPr>
                        <a:t>ML / NLP / LLM contextual classification </a:t>
                      </a:r>
                      <a:endParaRPr lang="en-US" sz="1400">
                        <a:latin typeface="Arial"/>
                        <a:cs typeface="Arial"/>
                      </a:endParaRPr>
                    </a:p>
                  </a:txBody>
                  <a:tcPr marL="0" marR="0" marT="0" marB="0" anchor="ctr">
                    <a:lnL w="12700">
                      <a:solidFill>
                        <a:schemeClr val="tx1"/>
                      </a:solidFill>
                    </a:lnL>
                    <a:lnR w="12700" cap="flat" cmpd="sng" algn="ctr">
                      <a:solidFill>
                        <a:schemeClr val="tx1"/>
                      </a:solidFill>
                      <a:prstDash val="solid"/>
                      <a:round/>
                      <a:headEnd type="none" w="med" len="med"/>
                      <a:tailEnd type="none" w="med" len="med"/>
                    </a:lnR>
                    <a:lnT w="12700">
                      <a:solidFill>
                        <a:schemeClr val="tx1"/>
                      </a:solidFill>
                    </a:lnT>
                    <a:lnB w="12700">
                      <a:solidFill>
                        <a:schemeClr val="tx1"/>
                      </a:solidFill>
                    </a:lnB>
                    <a:solidFill>
                      <a:schemeClr val="bg1"/>
                    </a:solidFill>
                  </a:tcPr>
                </a:tc>
                <a:tc>
                  <a:txBody>
                    <a:bodyPr/>
                    <a:lstStyle/>
                    <a:p>
                      <a:pPr lvl="0" algn="ctr">
                        <a:lnSpc>
                          <a:spcPct val="100000"/>
                        </a:lnSpc>
                        <a:spcBef>
                          <a:spcPts val="0"/>
                        </a:spcBef>
                        <a:spcAft>
                          <a:spcPts val="0"/>
                        </a:spcAft>
                        <a:buNone/>
                      </a:pPr>
                      <a:r>
                        <a:rPr lang="en-US" sz="1200" b="0" i="0" u="none" strike="noStrike" noProof="0">
                          <a:solidFill>
                            <a:srgbClr val="000000"/>
                          </a:solidFill>
                          <a:latin typeface="Malgun Gothic"/>
                          <a:ea typeface="Malgun Gothic"/>
                          <a:cs typeface="Arial"/>
                        </a:rPr>
                        <a:t>●</a:t>
                      </a:r>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lvl="0">
                        <a:buNone/>
                      </a:pPr>
                      <a:r>
                        <a:rPr lang="en-US" sz="1000" b="0" i="0" u="none" strike="noStrike" noProof="0"/>
                        <a:t>Context-based detection of PII/confidential info (Sphinx); RAG-based extended search in PC</a:t>
                      </a:r>
                      <a:r>
                        <a:rPr lang="ko-KR" altLang="en-US" sz="1000" b="0" i="0" u="none" strike="noStrike" noProof="0"/>
                        <a:t>정보보안</a:t>
                      </a:r>
                      <a:r>
                        <a:rPr lang="en-US" sz="1000" b="0" i="0" u="none" strike="noStrike" noProof="0"/>
                        <a:t>; 'DLP + AI 2-step' detection [1], [2], [6].</a:t>
                      </a:r>
                      <a:endParaRPr lang="en-US" sz="1000"/>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extLst>
                  <a:ext uri="{0D108BD9-81ED-4DB2-BD59-A6C34878D82A}">
                    <a16:rowId xmlns:a16="http://schemas.microsoft.com/office/drawing/2014/main" val="1581998811"/>
                  </a:ext>
                </a:extLst>
              </a:tr>
              <a:tr h="365125">
                <a:tc>
                  <a:txBody>
                    <a:bodyPr/>
                    <a:lstStyle/>
                    <a:p>
                      <a:pPr lvl="0" algn="l">
                        <a:lnSpc>
                          <a:spcPct val="100000"/>
                        </a:lnSpc>
                        <a:spcBef>
                          <a:spcPts val="0"/>
                        </a:spcBef>
                        <a:spcAft>
                          <a:spcPts val="0"/>
                        </a:spcAft>
                        <a:buNone/>
                      </a:pPr>
                      <a:r>
                        <a:rPr lang="en-US" sz="1400" b="0" i="0" u="none" strike="noStrike" noProof="0">
                          <a:solidFill>
                            <a:srgbClr val="000000"/>
                          </a:solidFill>
                          <a:latin typeface="Arial"/>
                          <a:cs typeface="Arial"/>
                        </a:rPr>
                        <a:t>D2-10</a:t>
                      </a:r>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lvl="0" algn="l">
                        <a:lnSpc>
                          <a:spcPct val="100000"/>
                        </a:lnSpc>
                        <a:spcBef>
                          <a:spcPts val="0"/>
                        </a:spcBef>
                        <a:spcAft>
                          <a:spcPts val="0"/>
                        </a:spcAft>
                        <a:buNone/>
                      </a:pPr>
                      <a:r>
                        <a:rPr lang="en-US" sz="1400" b="0" i="0" u="none" strike="noStrike" noProof="0">
                          <a:effectLst/>
                          <a:latin typeface="Arial"/>
                          <a:cs typeface="Arial"/>
                        </a:rPr>
                        <a:t>Source code &amp; secret (API key) detection </a:t>
                      </a:r>
                      <a:endParaRPr lang="en-US" sz="1400">
                        <a:latin typeface="Arial"/>
                        <a:cs typeface="Arial"/>
                      </a:endParaRPr>
                    </a:p>
                  </a:txBody>
                  <a:tcPr marL="0" marR="0" marT="0" marB="0" anchor="ctr">
                    <a:lnL w="12700">
                      <a:solidFill>
                        <a:schemeClr val="tx1"/>
                      </a:solidFill>
                    </a:lnL>
                    <a:lnR w="12700" cap="flat" cmpd="sng" algn="ctr">
                      <a:solidFill>
                        <a:schemeClr val="tx1"/>
                      </a:solidFill>
                      <a:prstDash val="solid"/>
                      <a:round/>
                      <a:headEnd type="none" w="med" len="med"/>
                      <a:tailEnd type="none" w="med" len="med"/>
                    </a:lnR>
                    <a:lnT w="12700">
                      <a:solidFill>
                        <a:schemeClr val="tx1"/>
                      </a:solidFill>
                    </a:lnT>
                    <a:lnB w="12700">
                      <a:solidFill>
                        <a:schemeClr val="tx1"/>
                      </a:solidFill>
                    </a:lnB>
                    <a:solidFill>
                      <a:schemeClr val="bg1"/>
                    </a:solidFill>
                  </a:tcPr>
                </a:tc>
                <a:tc>
                  <a:txBody>
                    <a:bodyPr/>
                    <a:lstStyle/>
                    <a:p>
                      <a:pPr lvl="0" algn="ctr">
                        <a:buNone/>
                      </a:pPr>
                      <a:r>
                        <a:rPr lang="en-US" sz="1200" b="0" i="0" u="none" strike="noStrike" noProof="0">
                          <a:solidFill>
                            <a:srgbClr val="000000"/>
                          </a:solidFill>
                          <a:latin typeface="Malgun Gothic"/>
                          <a:ea typeface="Malgun Gothic"/>
                          <a:cs typeface="Arial"/>
                        </a:rPr>
                        <a:t>◐</a:t>
                      </a:r>
                      <a:endParaRPr lang="en-US"/>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lvl="0">
                        <a:buNone/>
                      </a:pPr>
                      <a:r>
                        <a:rPr lang="en-US" sz="1000" b="0" i="0" u="none" strike="noStrike" noProof="0"/>
                        <a:t>Filtering in Cursor IDE / coding assistants is demonstrated; no dedicated secret/API-key detector documented [2].</a:t>
                      </a:r>
                      <a:endParaRPr lang="en-US" sz="1000"/>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extLst>
                  <a:ext uri="{0D108BD9-81ED-4DB2-BD59-A6C34878D82A}">
                    <a16:rowId xmlns:a16="http://schemas.microsoft.com/office/drawing/2014/main" val="3342861274"/>
                  </a:ext>
                </a:extLst>
              </a:tr>
              <a:tr h="365125">
                <a:tc>
                  <a:txBody>
                    <a:bodyPr/>
                    <a:lstStyle/>
                    <a:p>
                      <a:pPr lvl="0" algn="l">
                        <a:lnSpc>
                          <a:spcPct val="100000"/>
                        </a:lnSpc>
                        <a:spcBef>
                          <a:spcPts val="0"/>
                        </a:spcBef>
                        <a:spcAft>
                          <a:spcPts val="0"/>
                        </a:spcAft>
                        <a:buNone/>
                      </a:pPr>
                      <a:r>
                        <a:rPr lang="en-US" sz="1400" b="0" i="0" u="none" strike="noStrike" noProof="0">
                          <a:solidFill>
                            <a:srgbClr val="000000"/>
                          </a:solidFill>
                          <a:latin typeface="Arial"/>
                          <a:cs typeface="Arial"/>
                        </a:rPr>
                        <a:t>D2-11</a:t>
                      </a:r>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lvl="0" algn="l">
                        <a:lnSpc>
                          <a:spcPct val="100000"/>
                        </a:lnSpc>
                        <a:spcBef>
                          <a:spcPts val="0"/>
                        </a:spcBef>
                        <a:spcAft>
                          <a:spcPts val="0"/>
                        </a:spcAft>
                        <a:buNone/>
                      </a:pPr>
                      <a:r>
                        <a:rPr lang="en-US" sz="1400" b="0" i="0" u="none" strike="noStrike" noProof="0">
                          <a:effectLst/>
                          <a:latin typeface="Arial"/>
                          <a:cs typeface="Arial"/>
                        </a:rPr>
                        <a:t>Custom / trainable detection models</a:t>
                      </a:r>
                      <a:endParaRPr lang="en-US" sz="1400">
                        <a:latin typeface="Arial"/>
                        <a:cs typeface="Arial"/>
                      </a:endParaRPr>
                    </a:p>
                  </a:txBody>
                  <a:tcPr marL="0" marR="0" marT="0" marB="0" anchor="ctr">
                    <a:lnL w="12700">
                      <a:solidFill>
                        <a:schemeClr val="tx1"/>
                      </a:solidFill>
                    </a:lnL>
                    <a:lnR w="12700" cap="flat" cmpd="sng" algn="ctr">
                      <a:solidFill>
                        <a:schemeClr val="tx1"/>
                      </a:solidFill>
                      <a:prstDash val="solid"/>
                      <a:round/>
                      <a:headEnd type="none" w="med" len="med"/>
                      <a:tailEnd type="none" w="med" len="med"/>
                    </a:lnR>
                    <a:lnT w="12700">
                      <a:solidFill>
                        <a:schemeClr val="tx1"/>
                      </a:solidFill>
                    </a:lnT>
                    <a:lnB w="12700">
                      <a:solidFill>
                        <a:schemeClr val="tx1"/>
                      </a:solidFill>
                    </a:lnB>
                    <a:solidFill>
                      <a:schemeClr val="bg1"/>
                    </a:solidFill>
                  </a:tcPr>
                </a:tc>
                <a:tc>
                  <a:txBody>
                    <a:bodyPr/>
                    <a:lstStyle/>
                    <a:p>
                      <a:pPr lvl="0" algn="ctr">
                        <a:buNone/>
                      </a:pPr>
                      <a:r>
                        <a:rPr lang="en-US" sz="1200" b="0" i="0" u="none" strike="noStrike" noProof="0">
                          <a:solidFill>
                            <a:srgbClr val="000000"/>
                          </a:solidFill>
                          <a:latin typeface="Malgun Gothic"/>
                          <a:ea typeface="Malgun Gothic"/>
                          <a:cs typeface="Arial"/>
                        </a:rPr>
                        <a:t>◐</a:t>
                      </a:r>
                      <a:endParaRPr lang="en-US"/>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lvl="0">
                        <a:buNone/>
                      </a:pPr>
                      <a:r>
                        <a:rPr lang="en-US" sz="1000" b="0" i="0" u="none" strike="noStrike" noProof="0"/>
                        <a:t>User-defined confidential data registered for similarity blocking; in-house neural nets; no customer-trainable classifier documented [2].</a:t>
                      </a:r>
                      <a:endParaRPr lang="en-US" sz="1000"/>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extLst>
                  <a:ext uri="{0D108BD9-81ED-4DB2-BD59-A6C34878D82A}">
                    <a16:rowId xmlns:a16="http://schemas.microsoft.com/office/drawing/2014/main" val="3851848939"/>
                  </a:ext>
                </a:extLst>
              </a:tr>
              <a:tr h="365125">
                <a:tc>
                  <a:txBody>
                    <a:bodyPr/>
                    <a:lstStyle/>
                    <a:p>
                      <a:pPr lvl="0" algn="l">
                        <a:lnSpc>
                          <a:spcPct val="100000"/>
                        </a:lnSpc>
                        <a:spcBef>
                          <a:spcPts val="0"/>
                        </a:spcBef>
                        <a:spcAft>
                          <a:spcPts val="0"/>
                        </a:spcAft>
                        <a:buNone/>
                      </a:pPr>
                      <a:r>
                        <a:rPr lang="en-US" sz="1400" b="0" i="0" u="none" strike="noStrike" noProof="0">
                          <a:solidFill>
                            <a:srgbClr val="000000"/>
                          </a:solidFill>
                          <a:latin typeface="Arial"/>
                          <a:cs typeface="Arial"/>
                        </a:rPr>
                        <a:t>D2-12</a:t>
                      </a:r>
                    </a:p>
                  </a:txBody>
                  <a:tcP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solidFill>
                      <a:schemeClr val="bg1"/>
                    </a:solidFill>
                  </a:tcPr>
                </a:tc>
                <a:tc>
                  <a:txBody>
                    <a:bodyPr/>
                    <a:lstStyle/>
                    <a:p>
                      <a:pPr lvl="0" algn="l">
                        <a:lnSpc>
                          <a:spcPct val="100000"/>
                        </a:lnSpc>
                        <a:spcBef>
                          <a:spcPts val="0"/>
                        </a:spcBef>
                        <a:spcAft>
                          <a:spcPts val="0"/>
                        </a:spcAft>
                        <a:buNone/>
                      </a:pPr>
                      <a:r>
                        <a:rPr lang="en-US" sz="1400" b="0" i="0" u="none" strike="noStrike" noProof="0">
                          <a:latin typeface="Arial"/>
                          <a:ea typeface="맑은 고딕"/>
                          <a:cs typeface="Arial"/>
                        </a:rPr>
                        <a:t>False-positive tuning mechanism</a:t>
                      </a:r>
                      <a:endParaRPr lang="en-US" sz="1400">
                        <a:latin typeface="Arial"/>
                        <a:cs typeface="Arial"/>
                      </a:endParaRPr>
                    </a:p>
                  </a:txBody>
                  <a:tcPr marL="0" marR="0" marT="0" marB="0" anchor="ctr">
                    <a:lnL w="12700">
                      <a:solidFill>
                        <a:schemeClr val="tx1"/>
                      </a:solidFill>
                    </a:lnL>
                    <a:lnR w="12700" cap="flat" cmpd="sng" algn="ctr">
                      <a:solidFill>
                        <a:schemeClr val="tx1"/>
                      </a:solidFill>
                      <a:prstDash val="solid"/>
                      <a:round/>
                      <a:headEnd type="none" w="med" len="med"/>
                      <a:tailEnd type="none" w="med" len="med"/>
                    </a:lnR>
                    <a:lnT w="12700">
                      <a:solidFill>
                        <a:schemeClr val="tx1"/>
                      </a:solidFill>
                    </a:lnT>
                    <a:lnB w="12700">
                      <a:solidFill>
                        <a:schemeClr val="tx1"/>
                      </a:solidFill>
                    </a:lnB>
                    <a:solidFill>
                      <a:schemeClr val="bg1"/>
                    </a:solidFill>
                  </a:tcPr>
                </a:tc>
                <a:tc>
                  <a:txBody>
                    <a:bodyPr/>
                    <a:lstStyle/>
                    <a:p>
                      <a:pPr lvl="0" algn="ctr">
                        <a:buNone/>
                      </a:pPr>
                      <a:r>
                        <a:rPr lang="en-US" sz="1200" b="0" i="0" u="none" strike="noStrike" noProof="0">
                          <a:solidFill>
                            <a:srgbClr val="000000"/>
                          </a:solidFill>
                          <a:latin typeface="Malgun Gothic"/>
                          <a:ea typeface="Malgun Gothic"/>
                          <a:cs typeface="Arial"/>
                        </a:rPr>
                        <a:t>◐</a:t>
                      </a:r>
                      <a:endParaRPr lang="en-US"/>
                    </a:p>
                  </a:txBody>
                  <a:tcP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solidFill>
                      <a:schemeClr val="bg1"/>
                    </a:solidFill>
                  </a:tcPr>
                </a:tc>
                <a:tc>
                  <a:txBody>
                    <a:bodyPr/>
                    <a:lstStyle/>
                    <a:p>
                      <a:pPr lvl="0">
                        <a:buNone/>
                      </a:pPr>
                      <a:r>
                        <a:rPr lang="en-US" sz="1000" b="0" i="0" u="none" strike="noStrike" noProof="0"/>
                        <a:t>2-Step PII detection positioned to cut regex false positives; policy exceptions (e.g., CEO, time windows) in </a:t>
                      </a:r>
                      <a:r>
                        <a:rPr lang="en-US" sz="1000" b="0" i="0" u="none" strike="noStrike" noProof="0" err="1"/>
                        <a:t>NetCenter</a:t>
                      </a:r>
                      <a:r>
                        <a:rPr lang="en-US" sz="1000" b="0" i="0" u="none" strike="noStrike" noProof="0"/>
                        <a:t> [3], [6].</a:t>
                      </a:r>
                      <a:endParaRPr lang="en-US" sz="1000"/>
                    </a:p>
                  </a:txBody>
                  <a:tcP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540371967"/>
                  </a:ext>
                </a:extLst>
              </a:tr>
            </a:tbl>
          </a:graphicData>
        </a:graphic>
      </p:graphicFrame>
    </p:spTree>
    <p:extLst>
      <p:ext uri="{BB962C8B-B14F-4D97-AF65-F5344CB8AC3E}">
        <p14:creationId xmlns:p14="http://schemas.microsoft.com/office/powerpoint/2010/main" val="313856656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BD9368-2C96-EE71-8AAC-268926EEF7FA}"/>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B41D1E4-1113-2264-9941-0516C576581A}"/>
              </a:ext>
            </a:extLst>
          </p:cNvPr>
          <p:cNvSpPr>
            <a:spLocks noGrp="1"/>
          </p:cNvSpPr>
          <p:nvPr>
            <p:ph type="sldNum" sz="quarter" idx="4"/>
          </p:nvPr>
        </p:nvSpPr>
        <p:spPr/>
        <p:txBody>
          <a:bodyPr/>
          <a:lstStyle/>
          <a:p>
            <a:fld id="{4EA1E582-E1CC-4474-812F-1657BC5920B7}" type="slidenum">
              <a:rPr lang="ko-KR" altLang="en-US" smtClean="0"/>
              <a:t>47</a:t>
            </a:fld>
            <a:endParaRPr lang="ko-KR" altLang="en-US"/>
          </a:p>
        </p:txBody>
      </p:sp>
      <p:sp>
        <p:nvSpPr>
          <p:cNvPr id="5" name="Text Placeholder 4">
            <a:extLst>
              <a:ext uri="{FF2B5EF4-FFF2-40B4-BE49-F238E27FC236}">
                <a16:creationId xmlns:a16="http://schemas.microsoft.com/office/drawing/2014/main" id="{144F9DFC-EE9C-4207-0261-A4BACFA39832}"/>
              </a:ext>
            </a:extLst>
          </p:cNvPr>
          <p:cNvSpPr>
            <a:spLocks noGrp="1"/>
          </p:cNvSpPr>
          <p:nvPr>
            <p:ph type="body" sz="quarter" idx="11"/>
          </p:nvPr>
        </p:nvSpPr>
        <p:spPr/>
        <p:txBody>
          <a:bodyPr lIns="91440" tIns="45720" rIns="91440" bIns="45720" anchor="ctr" anchorCtr="0"/>
          <a:lstStyle/>
          <a:p>
            <a:r>
              <a:rPr lang="en-US">
                <a:ea typeface="KoPub돋움체 Bold"/>
              </a:rPr>
              <a:t>D3 – Enforcement</a:t>
            </a:r>
            <a:endParaRPr lang="en-US" b="0">
              <a:ea typeface="KoPub돋움체 Bold"/>
            </a:endParaRPr>
          </a:p>
        </p:txBody>
      </p:sp>
      <p:sp>
        <p:nvSpPr>
          <p:cNvPr id="7" name="제목 3">
            <a:extLst>
              <a:ext uri="{FF2B5EF4-FFF2-40B4-BE49-F238E27FC236}">
                <a16:creationId xmlns:a16="http://schemas.microsoft.com/office/drawing/2014/main" id="{956C0FAF-5815-970D-6553-78140EA7EBAD}"/>
              </a:ext>
            </a:extLst>
          </p:cNvPr>
          <p:cNvSpPr txBox="1">
            <a:spLocks/>
          </p:cNvSpPr>
          <p:nvPr/>
        </p:nvSpPr>
        <p:spPr>
          <a:xfrm>
            <a:off x="286194" y="265704"/>
            <a:ext cx="10666268" cy="464670"/>
          </a:xfrm>
          <a:prstGeom prst="rect">
            <a:avLst/>
          </a:prstGeom>
        </p:spPr>
        <p:txBody>
          <a:bodyPr lIns="91440" tIns="45720" rIns="91440" bIns="45720" anchor="ctr" anchorCtr="0"/>
          <a:lstStyle>
            <a:lvl1pPr algn="l" rtl="0" eaLnBrk="1" fontAlgn="base" latinLnBrk="1" hangingPunct="1">
              <a:spcBef>
                <a:spcPct val="0"/>
              </a:spcBef>
              <a:spcAft>
                <a:spcPct val="0"/>
              </a:spcAft>
              <a:defRPr lang="ko-KR" altLang="en-US" sz="2400" b="1" kern="1200" baseline="0" dirty="0">
                <a:ln>
                  <a:solidFill>
                    <a:schemeClr val="accent1">
                      <a:alpha val="0"/>
                    </a:schemeClr>
                  </a:solidFill>
                </a:ln>
                <a:solidFill>
                  <a:srgbClr val="144772"/>
                </a:solidFill>
                <a:effectLst>
                  <a:glow rad="127000">
                    <a:schemeClr val="bg1"/>
                  </a:glow>
                  <a:outerShdw blurRad="38100" dist="38100" dir="2700000" algn="tl" rotWithShape="0">
                    <a:prstClr val="black">
                      <a:alpha val="40000"/>
                    </a:prstClr>
                  </a:outerShdw>
                </a:effectLst>
                <a:latin typeface="Pretendard Black" panose="02000A03000000020004" pitchFamily="50" charset="-127"/>
                <a:ea typeface="Pretendard Black" panose="02000A03000000020004" pitchFamily="50" charset="-127"/>
                <a:cs typeface="Pretendard Black" panose="02000A03000000020004" pitchFamily="50" charset="-127"/>
              </a:defRPr>
            </a:lvl1pPr>
            <a:lvl2pPr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2pPr>
            <a:lvl3pPr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3pPr>
            <a:lvl4pPr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4pPr>
            <a:lvl5pPr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5pPr>
            <a:lvl6pPr marL="457200"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6pPr>
            <a:lvl7pPr marL="914400"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7pPr>
            <a:lvl8pPr marL="1371600"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8pPr>
            <a:lvl9pPr marL="1828800"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9pPr>
          </a:lstStyle>
          <a:p>
            <a:r>
              <a:rPr lang="ko-KR" err="1">
                <a:ln>
                  <a:solidFill>
                    <a:srgbClr val="4F81BD">
                      <a:alpha val="0"/>
                    </a:srgbClr>
                  </a:solidFill>
                </a:ln>
                <a:effectLst>
                  <a:glow rad="127000">
                    <a:prstClr val="white"/>
                  </a:glow>
                  <a:outerShdw blurRad="38100" dist="38100" dir="2700000" algn="tl" rotWithShape="0">
                    <a:prstClr val="black">
                      <a:alpha val="40000"/>
                    </a:prstClr>
                  </a:outerShdw>
                </a:effectLst>
                <a:latin typeface="Arial"/>
                <a:ea typeface="Pretendard Black"/>
                <a:cs typeface="Arial"/>
              </a:rPr>
              <a:t>컴트루</a:t>
            </a:r>
            <a:r>
              <a:rPr lang="ko-KR">
                <a:ln>
                  <a:solidFill>
                    <a:srgbClr val="4F81BD">
                      <a:alpha val="0"/>
                    </a:srgbClr>
                  </a:solidFill>
                </a:ln>
                <a:effectLst>
                  <a:glow rad="127000">
                    <a:prstClr val="white"/>
                  </a:glow>
                  <a:outerShdw blurRad="38100" dist="38100" dir="2700000" algn="tl" rotWithShape="0">
                    <a:prstClr val="black">
                      <a:alpha val="40000"/>
                    </a:prstClr>
                  </a:outerShdw>
                </a:effectLst>
                <a:latin typeface="Arial"/>
                <a:ea typeface="Pretendard Black"/>
                <a:cs typeface="Arial"/>
              </a:rPr>
              <a:t> </a:t>
            </a:r>
            <a:r>
              <a:rPr lang="ko-KR" altLang="en-US">
                <a:ln>
                  <a:solidFill>
                    <a:srgbClr val="4F81BD">
                      <a:alpha val="0"/>
                    </a:srgbClr>
                  </a:solidFill>
                </a:ln>
                <a:effectLst>
                  <a:glow rad="127000">
                    <a:prstClr val="white"/>
                  </a:glow>
                  <a:outerShdw blurRad="38100" dist="38100" dir="2700000" algn="tl" rotWithShape="0">
                    <a:prstClr val="black">
                      <a:alpha val="40000"/>
                    </a:prstClr>
                  </a:outerShdw>
                </a:effectLst>
                <a:latin typeface="Arial"/>
                <a:ea typeface="Pretendard Black"/>
                <a:cs typeface="Arial"/>
              </a:rPr>
              <a:t>(</a:t>
            </a:r>
            <a:r>
              <a:rPr lang="ko-KR" altLang="en-US" err="1">
                <a:ln>
                  <a:solidFill>
                    <a:srgbClr val="4F81BD">
                      <a:alpha val="0"/>
                    </a:srgbClr>
                  </a:solidFill>
                </a:ln>
                <a:effectLst>
                  <a:glow rad="127000">
                    <a:prstClr val="white"/>
                  </a:glow>
                  <a:outerShdw blurRad="38100" dist="38100" dir="2700000" algn="tl" rotWithShape="0">
                    <a:prstClr val="black">
                      <a:alpha val="40000"/>
                    </a:prstClr>
                  </a:outerShdw>
                </a:effectLst>
                <a:latin typeface="Arial"/>
                <a:ea typeface="Pretendard Black"/>
              </a:rPr>
              <a:t>Alta</a:t>
            </a:r>
            <a:r>
              <a:rPr lang="ko-KR" altLang="en-US">
                <a:ln>
                  <a:solidFill>
                    <a:srgbClr val="4F81BD">
                      <a:alpha val="0"/>
                    </a:srgbClr>
                  </a:solidFill>
                </a:ln>
                <a:effectLst>
                  <a:glow rad="127000">
                    <a:prstClr val="white"/>
                  </a:glow>
                  <a:outerShdw blurRad="38100" dist="38100" dir="2700000" algn="tl" rotWithShape="0">
                    <a:prstClr val="black">
                      <a:alpha val="40000"/>
                    </a:prstClr>
                  </a:outerShdw>
                </a:effectLst>
                <a:latin typeface="Arial"/>
                <a:ea typeface="Pretendard Black"/>
              </a:rPr>
              <a:t>)</a:t>
            </a:r>
            <a:endParaRPr lang="en-US" altLang="ko-KR">
              <a:ln>
                <a:solidFill>
                  <a:srgbClr val="4F81BD">
                    <a:alpha val="0"/>
                  </a:srgbClr>
                </a:solidFill>
              </a:ln>
              <a:effectLst>
                <a:glow rad="127000">
                  <a:prstClr val="white"/>
                </a:glow>
                <a:outerShdw blurRad="38100" dist="38100" dir="2700000" algn="tl" rotWithShape="0">
                  <a:prstClr val="black">
                    <a:alpha val="40000"/>
                  </a:prstClr>
                </a:outerShdw>
              </a:effectLst>
              <a:latin typeface="Pretendard Black"/>
            </a:endParaRPr>
          </a:p>
        </p:txBody>
      </p:sp>
      <p:graphicFrame>
        <p:nvGraphicFramePr>
          <p:cNvPr id="3" name="Table 2">
            <a:extLst>
              <a:ext uri="{FF2B5EF4-FFF2-40B4-BE49-F238E27FC236}">
                <a16:creationId xmlns:a16="http://schemas.microsoft.com/office/drawing/2014/main" id="{DEEF6F91-9440-4BB7-54B3-F8AAB82EDFC9}"/>
              </a:ext>
            </a:extLst>
          </p:cNvPr>
          <p:cNvGraphicFramePr>
            <a:graphicFrameLocks noGrp="1"/>
          </p:cNvGraphicFramePr>
          <p:nvPr>
            <p:extLst>
              <p:ext uri="{D42A27DB-BD31-4B8C-83A1-F6EECF244321}">
                <p14:modId xmlns:p14="http://schemas.microsoft.com/office/powerpoint/2010/main" val="1466277633"/>
              </p:ext>
            </p:extLst>
          </p:nvPr>
        </p:nvGraphicFramePr>
        <p:xfrm>
          <a:off x="518160" y="1402080"/>
          <a:ext cx="11187146" cy="4393565"/>
        </p:xfrm>
        <a:graphic>
          <a:graphicData uri="http://schemas.openxmlformats.org/drawingml/2006/table">
            <a:tbl>
              <a:tblPr firstRow="1" bandRow="1">
                <a:tableStyleId>{9D7B26C5-4107-4FEC-AEDC-1716B250A1EF}</a:tableStyleId>
              </a:tblPr>
              <a:tblGrid>
                <a:gridCol w="975564">
                  <a:extLst>
                    <a:ext uri="{9D8B030D-6E8A-4147-A177-3AD203B41FA5}">
                      <a16:colId xmlns:a16="http://schemas.microsoft.com/office/drawing/2014/main" val="3761190961"/>
                    </a:ext>
                  </a:extLst>
                </a:gridCol>
                <a:gridCol w="4384343">
                  <a:extLst>
                    <a:ext uri="{9D8B030D-6E8A-4147-A177-3AD203B41FA5}">
                      <a16:colId xmlns:a16="http://schemas.microsoft.com/office/drawing/2014/main" val="3009874471"/>
                    </a:ext>
                  </a:extLst>
                </a:gridCol>
                <a:gridCol w="1475664">
                  <a:extLst>
                    <a:ext uri="{9D8B030D-6E8A-4147-A177-3AD203B41FA5}">
                      <a16:colId xmlns:a16="http://schemas.microsoft.com/office/drawing/2014/main" val="316164474"/>
                    </a:ext>
                  </a:extLst>
                </a:gridCol>
                <a:gridCol w="4351575">
                  <a:extLst>
                    <a:ext uri="{9D8B030D-6E8A-4147-A177-3AD203B41FA5}">
                      <a16:colId xmlns:a16="http://schemas.microsoft.com/office/drawing/2014/main" val="1510347205"/>
                    </a:ext>
                  </a:extLst>
                </a:gridCol>
              </a:tblGrid>
              <a:tr h="370840">
                <a:tc>
                  <a:txBody>
                    <a:bodyPr/>
                    <a:lstStyle/>
                    <a:p>
                      <a:pPr algn="ctr"/>
                      <a:r>
                        <a:rPr lang="en-US" sz="1400">
                          <a:latin typeface="Arial"/>
                          <a:cs typeface="Arial"/>
                        </a:rPr>
                        <a:t>ID</a:t>
                      </a:r>
                    </a:p>
                  </a:txBody>
                  <a:tcPr>
                    <a:lnL w="12700">
                      <a:solidFill>
                        <a:schemeClr val="tx1"/>
                      </a:solidFill>
                    </a:lnL>
                    <a:lnR w="12700">
                      <a:solidFill>
                        <a:schemeClr val="tx1"/>
                      </a:solidFill>
                    </a:lnR>
                    <a:lnT w="12700">
                      <a:solidFill>
                        <a:schemeClr val="tx1"/>
                      </a:solidFill>
                    </a:lnT>
                    <a:lnB w="12700">
                      <a:solidFill>
                        <a:schemeClr val="tx1"/>
                      </a:solidFill>
                    </a:lnB>
                    <a:solidFill>
                      <a:schemeClr val="accent5">
                        <a:lumMod val="20000"/>
                        <a:lumOff val="80000"/>
                      </a:schemeClr>
                    </a:solidFill>
                  </a:tcPr>
                </a:tc>
                <a:tc>
                  <a:txBody>
                    <a:bodyPr/>
                    <a:lstStyle/>
                    <a:p>
                      <a:pPr algn="ctr"/>
                      <a:r>
                        <a:rPr lang="en-US" sz="1400">
                          <a:latin typeface="Arial"/>
                          <a:cs typeface="Arial"/>
                        </a:rPr>
                        <a:t>Capability</a:t>
                      </a:r>
                    </a:p>
                  </a:txBody>
                  <a:tcPr>
                    <a:lnL w="12700">
                      <a:solidFill>
                        <a:schemeClr val="tx1"/>
                      </a:solidFill>
                    </a:lnL>
                    <a:lnR w="12700">
                      <a:solidFill>
                        <a:schemeClr val="tx1"/>
                      </a:solidFill>
                    </a:lnR>
                    <a:lnT w="12700">
                      <a:solidFill>
                        <a:schemeClr val="tx1"/>
                      </a:solidFill>
                    </a:lnT>
                    <a:lnB w="12700">
                      <a:solidFill>
                        <a:schemeClr val="tx1"/>
                      </a:solidFill>
                    </a:lnB>
                    <a:solidFill>
                      <a:schemeClr val="accent5">
                        <a:lumMod val="20000"/>
                        <a:lumOff val="80000"/>
                      </a:schemeClr>
                    </a:solidFill>
                  </a:tcPr>
                </a:tc>
                <a:tc>
                  <a:txBody>
                    <a:bodyPr/>
                    <a:lstStyle/>
                    <a:p>
                      <a:pPr algn="ctr"/>
                      <a:r>
                        <a:rPr lang="en-US" sz="1400">
                          <a:latin typeface="Arial"/>
                          <a:cs typeface="Arial"/>
                        </a:rPr>
                        <a:t>Availability</a:t>
                      </a:r>
                    </a:p>
                  </a:txBody>
                  <a:tcPr>
                    <a:lnL w="12700">
                      <a:solidFill>
                        <a:schemeClr val="tx1"/>
                      </a:solidFill>
                    </a:lnL>
                    <a:lnR w="12700">
                      <a:solidFill>
                        <a:schemeClr val="tx1"/>
                      </a:solidFill>
                    </a:lnR>
                    <a:lnT w="12700">
                      <a:solidFill>
                        <a:schemeClr val="tx1"/>
                      </a:solidFill>
                    </a:lnT>
                    <a:lnB w="12700">
                      <a:solidFill>
                        <a:schemeClr val="tx1"/>
                      </a:solidFill>
                    </a:lnB>
                    <a:solidFill>
                      <a:schemeClr val="accent5">
                        <a:lumMod val="20000"/>
                        <a:lumOff val="80000"/>
                      </a:schemeClr>
                    </a:solidFill>
                  </a:tcPr>
                </a:tc>
                <a:tc>
                  <a:txBody>
                    <a:bodyPr/>
                    <a:lstStyle/>
                    <a:p>
                      <a:pPr algn="ctr"/>
                      <a:r>
                        <a:rPr lang="en-US" sz="1400">
                          <a:latin typeface="Arial"/>
                          <a:cs typeface="Arial"/>
                        </a:rPr>
                        <a:t>References</a:t>
                      </a:r>
                    </a:p>
                  </a:txBody>
                  <a:tcPr>
                    <a:lnL w="12700">
                      <a:solidFill>
                        <a:schemeClr val="tx1"/>
                      </a:solidFill>
                    </a:lnL>
                    <a:lnR w="12700">
                      <a:solidFill>
                        <a:schemeClr val="tx1"/>
                      </a:solidFill>
                    </a:lnR>
                    <a:lnT w="12700">
                      <a:solidFill>
                        <a:schemeClr val="tx1"/>
                      </a:solidFill>
                    </a:lnT>
                    <a:lnB w="12700">
                      <a:solidFill>
                        <a:schemeClr val="tx1"/>
                      </a:solidFill>
                    </a:lnB>
                    <a:solidFill>
                      <a:schemeClr val="accent5">
                        <a:lumMod val="20000"/>
                        <a:lumOff val="80000"/>
                      </a:schemeClr>
                    </a:solidFill>
                  </a:tcPr>
                </a:tc>
                <a:extLst>
                  <a:ext uri="{0D108BD9-81ED-4DB2-BD59-A6C34878D82A}">
                    <a16:rowId xmlns:a16="http://schemas.microsoft.com/office/drawing/2014/main" val="1080965025"/>
                  </a:ext>
                </a:extLst>
              </a:tr>
              <a:tr h="370840">
                <a:tc>
                  <a:txBody>
                    <a:bodyPr/>
                    <a:lstStyle/>
                    <a:p>
                      <a:r>
                        <a:rPr lang="en-US" sz="1400">
                          <a:latin typeface="Arial"/>
                          <a:cs typeface="Arial"/>
                        </a:rPr>
                        <a:t>D3-01</a:t>
                      </a:r>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lvl="0" algn="l">
                        <a:lnSpc>
                          <a:spcPct val="100000"/>
                        </a:lnSpc>
                        <a:spcBef>
                          <a:spcPts val="0"/>
                        </a:spcBef>
                        <a:spcAft>
                          <a:spcPts val="0"/>
                        </a:spcAft>
                        <a:buNone/>
                      </a:pPr>
                      <a:r>
                        <a:rPr lang="en-US" sz="1400" b="0" i="0" u="none" strike="noStrike" noProof="0">
                          <a:effectLst/>
                          <a:latin typeface="Arial"/>
                          <a:cs typeface="Arial"/>
                        </a:rPr>
                        <a:t>Monitor &amp; log only </a:t>
                      </a:r>
                      <a:endParaRPr lang="en-US" sz="1400">
                        <a:latin typeface="Arial"/>
                        <a:cs typeface="Arial"/>
                      </a:endParaRPr>
                    </a:p>
                  </a:txBody>
                  <a:tcPr marL="0" marR="0" marT="0" marB="0" anchor="ctr">
                    <a:lnL w="12700">
                      <a:solidFill>
                        <a:schemeClr val="tx1"/>
                      </a:solidFill>
                    </a:lnL>
                    <a:lnR w="12700" cap="flat" cmpd="sng" algn="ctr">
                      <a:solidFill>
                        <a:schemeClr val="tx1"/>
                      </a:solidFill>
                      <a:prstDash val="solid"/>
                      <a:round/>
                      <a:headEnd type="none" w="med" len="med"/>
                      <a:tailEnd type="none" w="med" len="med"/>
                    </a:lnR>
                    <a:lnT w="12700">
                      <a:solidFill>
                        <a:schemeClr val="tx1"/>
                      </a:solidFill>
                    </a:lnT>
                    <a:lnB w="12700">
                      <a:solidFill>
                        <a:schemeClr val="tx1"/>
                      </a:solidFill>
                    </a:lnB>
                    <a:solidFill>
                      <a:schemeClr val="bg1"/>
                    </a:solidFill>
                  </a:tcPr>
                </a:tc>
                <a:tc>
                  <a:txBody>
                    <a:bodyPr/>
                    <a:lstStyle/>
                    <a:p>
                      <a:pPr lvl="0" algn="ctr">
                        <a:lnSpc>
                          <a:spcPct val="100000"/>
                        </a:lnSpc>
                        <a:spcBef>
                          <a:spcPts val="0"/>
                        </a:spcBef>
                        <a:spcAft>
                          <a:spcPts val="0"/>
                        </a:spcAft>
                        <a:buNone/>
                      </a:pPr>
                      <a:r>
                        <a:rPr lang="en-US" sz="1200" b="0" i="0" u="none" strike="noStrike" noProof="0">
                          <a:solidFill>
                            <a:srgbClr val="000000"/>
                          </a:solidFill>
                          <a:latin typeface="Malgun Gothic"/>
                          <a:ea typeface="Malgun Gothic"/>
                          <a:cs typeface="Arial"/>
                        </a:rPr>
                        <a:t>●</a:t>
                      </a:r>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lvl="0">
                        <a:buNone/>
                      </a:pPr>
                      <a:r>
                        <a:rPr lang="en-US" sz="1200" b="0" i="0" u="none" strike="noStrike" noProof="0" err="1"/>
                        <a:t>NetCenter</a:t>
                      </a:r>
                      <a:r>
                        <a:rPr lang="en-US" sz="1200" b="0" i="0" u="none" strike="noStrike" noProof="0"/>
                        <a:t> is monitoring-by-design; Sphinx records input and block logs [1], [2].</a:t>
                      </a:r>
                      <a:endParaRPr lang="en-US" sz="1200"/>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extLst>
                  <a:ext uri="{0D108BD9-81ED-4DB2-BD59-A6C34878D82A}">
                    <a16:rowId xmlns:a16="http://schemas.microsoft.com/office/drawing/2014/main" val="2715742840"/>
                  </a:ext>
                </a:extLst>
              </a:tr>
              <a:tr h="370840">
                <a:tc>
                  <a:txBody>
                    <a:bodyPr/>
                    <a:lstStyle/>
                    <a:p>
                      <a:pPr lvl="0" algn="l">
                        <a:lnSpc>
                          <a:spcPct val="100000"/>
                        </a:lnSpc>
                        <a:spcBef>
                          <a:spcPts val="0"/>
                        </a:spcBef>
                        <a:spcAft>
                          <a:spcPts val="0"/>
                        </a:spcAft>
                        <a:buNone/>
                      </a:pPr>
                      <a:r>
                        <a:rPr lang="en-US" sz="1400" b="0" i="0" u="none" strike="noStrike" noProof="0">
                          <a:solidFill>
                            <a:srgbClr val="000000"/>
                          </a:solidFill>
                          <a:latin typeface="Arial"/>
                          <a:cs typeface="Arial"/>
                        </a:rPr>
                        <a:t>D3-02</a:t>
                      </a:r>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lvl="0" algn="l">
                        <a:lnSpc>
                          <a:spcPct val="100000"/>
                        </a:lnSpc>
                        <a:spcBef>
                          <a:spcPts val="0"/>
                        </a:spcBef>
                        <a:spcAft>
                          <a:spcPts val="0"/>
                        </a:spcAft>
                        <a:buNone/>
                      </a:pPr>
                      <a:r>
                        <a:rPr lang="en-US" sz="1400" b="0" i="0" u="none" strike="noStrike" noProof="0">
                          <a:effectLst/>
                          <a:latin typeface="Arial"/>
                          <a:cs typeface="Arial"/>
                        </a:rPr>
                        <a:t>Warn / user justification </a:t>
                      </a:r>
                      <a:endParaRPr lang="en-US" sz="1400">
                        <a:latin typeface="Arial"/>
                        <a:cs typeface="Arial"/>
                      </a:endParaRPr>
                    </a:p>
                  </a:txBody>
                  <a:tcPr marL="0" marR="0" marT="0" marB="0" anchor="ctr">
                    <a:lnL w="12700">
                      <a:solidFill>
                        <a:schemeClr val="tx1"/>
                      </a:solidFill>
                    </a:lnL>
                    <a:lnR w="12700" cap="flat" cmpd="sng" algn="ctr">
                      <a:solidFill>
                        <a:schemeClr val="tx1"/>
                      </a:solidFill>
                      <a:prstDash val="solid"/>
                      <a:round/>
                      <a:headEnd type="none" w="med" len="med"/>
                      <a:tailEnd type="none" w="med" len="med"/>
                    </a:lnR>
                    <a:lnT w="12700">
                      <a:solidFill>
                        <a:schemeClr val="tx1"/>
                      </a:solidFill>
                    </a:lnT>
                    <a:lnB w="12700">
                      <a:solidFill>
                        <a:schemeClr val="tx1"/>
                      </a:solidFill>
                    </a:lnB>
                    <a:solidFill>
                      <a:schemeClr val="bg1"/>
                    </a:solidFill>
                  </a:tcPr>
                </a:tc>
                <a:tc>
                  <a:txBody>
                    <a:bodyPr/>
                    <a:lstStyle/>
                    <a:p>
                      <a:pPr lvl="0" algn="ctr">
                        <a:lnSpc>
                          <a:spcPct val="100000"/>
                        </a:lnSpc>
                        <a:spcBef>
                          <a:spcPts val="0"/>
                        </a:spcBef>
                        <a:spcAft>
                          <a:spcPts val="0"/>
                        </a:spcAft>
                        <a:buNone/>
                      </a:pPr>
                      <a:r>
                        <a:rPr lang="en-US" sz="1200" b="0" i="0" u="none" strike="noStrike" noProof="0">
                          <a:solidFill>
                            <a:srgbClr val="000000"/>
                          </a:solidFill>
                          <a:latin typeface="Malgun Gothic"/>
                          <a:ea typeface="Malgun Gothic"/>
                          <a:cs typeface="Arial"/>
                        </a:rPr>
                        <a:t>◐</a:t>
                      </a:r>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lvl="0">
                        <a:buNone/>
                      </a:pPr>
                      <a:r>
                        <a:rPr lang="en-US" sz="1200" b="0" i="0" u="none" strike="noStrike" noProof="0"/>
                        <a:t>Sphinx shows block reason and details to the user; free-text justification not documented [2].</a:t>
                      </a:r>
                      <a:endParaRPr lang="en-US" sz="1200"/>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extLst>
                  <a:ext uri="{0D108BD9-81ED-4DB2-BD59-A6C34878D82A}">
                    <a16:rowId xmlns:a16="http://schemas.microsoft.com/office/drawing/2014/main" val="2181622584"/>
                  </a:ext>
                </a:extLst>
              </a:tr>
              <a:tr h="370840">
                <a:tc>
                  <a:txBody>
                    <a:bodyPr/>
                    <a:lstStyle/>
                    <a:p>
                      <a:pPr lvl="0" algn="l">
                        <a:lnSpc>
                          <a:spcPct val="100000"/>
                        </a:lnSpc>
                        <a:spcBef>
                          <a:spcPts val="0"/>
                        </a:spcBef>
                        <a:spcAft>
                          <a:spcPts val="0"/>
                        </a:spcAft>
                        <a:buNone/>
                      </a:pPr>
                      <a:r>
                        <a:rPr lang="en-US" sz="1400" b="0" i="0" u="none" strike="noStrike" noProof="0">
                          <a:solidFill>
                            <a:srgbClr val="000000"/>
                          </a:solidFill>
                          <a:latin typeface="Arial"/>
                          <a:cs typeface="Arial"/>
                        </a:rPr>
                        <a:t>D3-03</a:t>
                      </a:r>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lvl="0" algn="l">
                        <a:lnSpc>
                          <a:spcPct val="100000"/>
                        </a:lnSpc>
                        <a:spcBef>
                          <a:spcPts val="0"/>
                        </a:spcBef>
                        <a:spcAft>
                          <a:spcPts val="0"/>
                        </a:spcAft>
                        <a:buNone/>
                      </a:pPr>
                      <a:r>
                        <a:rPr lang="en-US" sz="1400" b="0" i="0" u="none" strike="noStrike" noProof="0">
                          <a:effectLst/>
                          <a:latin typeface="Arial"/>
                          <a:cs typeface="Arial"/>
                        </a:rPr>
                        <a:t>Hard block </a:t>
                      </a:r>
                      <a:endParaRPr lang="en-US" sz="1400">
                        <a:latin typeface="Arial"/>
                        <a:cs typeface="Arial"/>
                      </a:endParaRPr>
                    </a:p>
                  </a:txBody>
                  <a:tcPr marL="0" marR="0" marT="0" marB="0" anchor="ctr">
                    <a:lnL w="12700">
                      <a:solidFill>
                        <a:schemeClr val="tx1"/>
                      </a:solidFill>
                    </a:lnL>
                    <a:lnR w="12700" cap="flat" cmpd="sng" algn="ctr">
                      <a:solidFill>
                        <a:schemeClr val="tx1"/>
                      </a:solidFill>
                      <a:prstDash val="solid"/>
                      <a:round/>
                      <a:headEnd type="none" w="med" len="med"/>
                      <a:tailEnd type="none" w="med" len="med"/>
                    </a:lnR>
                    <a:lnT w="12700">
                      <a:solidFill>
                        <a:schemeClr val="tx1"/>
                      </a:solidFill>
                    </a:lnT>
                    <a:lnB w="12700">
                      <a:solidFill>
                        <a:schemeClr val="tx1"/>
                      </a:solidFill>
                    </a:lnB>
                    <a:solidFill>
                      <a:schemeClr val="bg1"/>
                    </a:solidFill>
                  </a:tcPr>
                </a:tc>
                <a:tc>
                  <a:txBody>
                    <a:bodyPr/>
                    <a:lstStyle/>
                    <a:p>
                      <a:pPr lvl="0" algn="ctr">
                        <a:lnSpc>
                          <a:spcPct val="100000"/>
                        </a:lnSpc>
                        <a:spcBef>
                          <a:spcPts val="0"/>
                        </a:spcBef>
                        <a:spcAft>
                          <a:spcPts val="0"/>
                        </a:spcAft>
                        <a:buNone/>
                      </a:pPr>
                      <a:r>
                        <a:rPr lang="en-US" sz="1200" b="0" i="0" u="none" strike="noStrike" noProof="0">
                          <a:solidFill>
                            <a:srgbClr val="000000"/>
                          </a:solidFill>
                          <a:latin typeface="Malgun Gothic"/>
                          <a:ea typeface="Malgun Gothic"/>
                          <a:cs typeface="Arial"/>
                        </a:rPr>
                        <a:t>●</a:t>
                      </a:r>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lvl="0">
                        <a:buNone/>
                      </a:pPr>
                      <a:r>
                        <a:rPr lang="en-US" sz="1200" b="0" i="0" u="none" strike="noStrike" noProof="0"/>
                        <a:t>Prompt/attachment input block (Sphinx); USB and print block (PC</a:t>
                      </a:r>
                      <a:r>
                        <a:rPr lang="ko-KR" altLang="en-US" sz="1200" b="0" i="0" u="none" strike="noStrike" noProof="0"/>
                        <a:t>정보보안</a:t>
                      </a:r>
                      <a:r>
                        <a:rPr lang="en-US" sz="1200" b="0" i="0" u="none" strike="noStrike" noProof="0"/>
                        <a:t>) [2], [3].</a:t>
                      </a:r>
                      <a:endParaRPr lang="en-US" sz="1200"/>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extLst>
                  <a:ext uri="{0D108BD9-81ED-4DB2-BD59-A6C34878D82A}">
                    <a16:rowId xmlns:a16="http://schemas.microsoft.com/office/drawing/2014/main" val="903757581"/>
                  </a:ext>
                </a:extLst>
              </a:tr>
              <a:tr h="370840">
                <a:tc>
                  <a:txBody>
                    <a:bodyPr/>
                    <a:lstStyle/>
                    <a:p>
                      <a:pPr lvl="0" algn="l">
                        <a:lnSpc>
                          <a:spcPct val="100000"/>
                        </a:lnSpc>
                        <a:spcBef>
                          <a:spcPts val="0"/>
                        </a:spcBef>
                        <a:spcAft>
                          <a:spcPts val="0"/>
                        </a:spcAft>
                        <a:buNone/>
                      </a:pPr>
                      <a:r>
                        <a:rPr lang="en-US" sz="1400" b="0" i="0" u="none" strike="noStrike" noProof="0">
                          <a:solidFill>
                            <a:srgbClr val="000000"/>
                          </a:solidFill>
                          <a:latin typeface="Arial"/>
                          <a:cs typeface="Arial"/>
                        </a:rPr>
                        <a:t>D3-04</a:t>
                      </a:r>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lvl="0" algn="l">
                        <a:lnSpc>
                          <a:spcPct val="100000"/>
                        </a:lnSpc>
                        <a:spcBef>
                          <a:spcPts val="0"/>
                        </a:spcBef>
                        <a:spcAft>
                          <a:spcPts val="0"/>
                        </a:spcAft>
                        <a:buNone/>
                      </a:pPr>
                      <a:r>
                        <a:rPr lang="en-US" sz="1400" b="0" i="0" u="none" strike="noStrike" noProof="0">
                          <a:effectLst/>
                          <a:latin typeface="Arial"/>
                          <a:cs typeface="Arial"/>
                        </a:rPr>
                        <a:t>Redact / mask, then allow </a:t>
                      </a:r>
                      <a:endParaRPr lang="en-US" sz="1400">
                        <a:latin typeface="Arial"/>
                        <a:cs typeface="Arial"/>
                      </a:endParaRPr>
                    </a:p>
                  </a:txBody>
                  <a:tcPr marL="0" marR="0" marT="0" marB="0" anchor="ctr">
                    <a:lnL w="12700">
                      <a:solidFill>
                        <a:schemeClr val="tx1"/>
                      </a:solidFill>
                    </a:lnL>
                    <a:lnR w="12700" cap="flat" cmpd="sng" algn="ctr">
                      <a:solidFill>
                        <a:schemeClr val="tx1"/>
                      </a:solidFill>
                      <a:prstDash val="solid"/>
                      <a:round/>
                      <a:headEnd type="none" w="med" len="med"/>
                      <a:tailEnd type="none" w="med" len="med"/>
                    </a:lnR>
                    <a:lnT w="12700">
                      <a:solidFill>
                        <a:schemeClr val="tx1"/>
                      </a:solidFill>
                    </a:lnT>
                    <a:lnB w="12700">
                      <a:solidFill>
                        <a:schemeClr val="tx1"/>
                      </a:solidFill>
                    </a:lnB>
                    <a:solidFill>
                      <a:schemeClr val="bg1"/>
                    </a:solidFill>
                  </a:tcPr>
                </a:tc>
                <a:tc>
                  <a:txBody>
                    <a:bodyPr/>
                    <a:lstStyle/>
                    <a:p>
                      <a:pPr lvl="0" algn="ctr">
                        <a:lnSpc>
                          <a:spcPct val="100000"/>
                        </a:lnSpc>
                        <a:spcBef>
                          <a:spcPts val="0"/>
                        </a:spcBef>
                        <a:spcAft>
                          <a:spcPts val="0"/>
                        </a:spcAft>
                        <a:buNone/>
                      </a:pPr>
                      <a:r>
                        <a:rPr lang="en-US" sz="1200" b="0" i="0" u="none" strike="noStrike" noProof="0">
                          <a:solidFill>
                            <a:srgbClr val="000000"/>
                          </a:solidFill>
                          <a:latin typeface="Malgun Gothic"/>
                          <a:ea typeface="Malgun Gothic"/>
                          <a:cs typeface="Arial"/>
                        </a:rPr>
                        <a:t>●</a:t>
                      </a:r>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lvl="0">
                        <a:buNone/>
                      </a:pPr>
                      <a:r>
                        <a:rPr lang="en-US" sz="1200" b="0" i="0" u="none" strike="noStrike" noProof="0"/>
                        <a:t>Sphinx </a:t>
                      </a:r>
                      <a:r>
                        <a:rPr lang="en-US" sz="1200" b="0" i="0" u="none" strike="noStrike" noProof="0" err="1"/>
                        <a:t>pseudonymisation</a:t>
                      </a:r>
                      <a:r>
                        <a:rPr lang="en-US" sz="1200" b="0" i="0" u="none" strike="noStrike" noProof="0"/>
                        <a:t> (asterisk masking) and keyword substitution before sending; masked save for files [2], [4].</a:t>
                      </a:r>
                      <a:endParaRPr lang="en-US" sz="1200"/>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extLst>
                  <a:ext uri="{0D108BD9-81ED-4DB2-BD59-A6C34878D82A}">
                    <a16:rowId xmlns:a16="http://schemas.microsoft.com/office/drawing/2014/main" val="2970567322"/>
                  </a:ext>
                </a:extLst>
              </a:tr>
              <a:tr h="370840">
                <a:tc>
                  <a:txBody>
                    <a:bodyPr/>
                    <a:lstStyle/>
                    <a:p>
                      <a:pPr lvl="0" algn="l">
                        <a:lnSpc>
                          <a:spcPct val="100000"/>
                        </a:lnSpc>
                        <a:spcBef>
                          <a:spcPts val="0"/>
                        </a:spcBef>
                        <a:spcAft>
                          <a:spcPts val="0"/>
                        </a:spcAft>
                        <a:buNone/>
                      </a:pPr>
                      <a:r>
                        <a:rPr lang="en-US" sz="1400" b="0" i="0" u="none" strike="noStrike" noProof="0">
                          <a:solidFill>
                            <a:srgbClr val="000000"/>
                          </a:solidFill>
                          <a:latin typeface="Arial"/>
                          <a:cs typeface="Arial"/>
                        </a:rPr>
                        <a:t>D3-05</a:t>
                      </a:r>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lvl="0" algn="l">
                        <a:lnSpc>
                          <a:spcPct val="100000"/>
                        </a:lnSpc>
                        <a:spcBef>
                          <a:spcPts val="0"/>
                        </a:spcBef>
                        <a:spcAft>
                          <a:spcPts val="0"/>
                        </a:spcAft>
                        <a:buNone/>
                      </a:pPr>
                      <a:r>
                        <a:rPr lang="en-US" sz="1400" b="0" i="0" u="none" strike="noStrike" noProof="0">
                          <a:effectLst/>
                          <a:latin typeface="Arial"/>
                          <a:cs typeface="Arial"/>
                        </a:rPr>
                        <a:t>Encrypt / DRM handoff </a:t>
                      </a:r>
                      <a:endParaRPr lang="en-US" sz="1400">
                        <a:latin typeface="Arial"/>
                        <a:cs typeface="Arial"/>
                      </a:endParaRPr>
                    </a:p>
                  </a:txBody>
                  <a:tcPr marL="0" marR="0" marT="0" marB="0" anchor="ctr">
                    <a:lnL w="12700">
                      <a:solidFill>
                        <a:schemeClr val="tx1"/>
                      </a:solidFill>
                    </a:lnL>
                    <a:lnR w="12700" cap="flat" cmpd="sng" algn="ctr">
                      <a:solidFill>
                        <a:schemeClr val="tx1"/>
                      </a:solidFill>
                      <a:prstDash val="solid"/>
                      <a:round/>
                      <a:headEnd type="none" w="med" len="med"/>
                      <a:tailEnd type="none" w="med" len="med"/>
                    </a:lnR>
                    <a:lnT w="12700">
                      <a:solidFill>
                        <a:schemeClr val="tx1"/>
                      </a:solidFill>
                    </a:lnT>
                    <a:lnB w="12700">
                      <a:solidFill>
                        <a:schemeClr val="tx1"/>
                      </a:solidFill>
                    </a:lnB>
                    <a:solidFill>
                      <a:schemeClr val="bg1"/>
                    </a:solidFill>
                  </a:tcPr>
                </a:tc>
                <a:tc>
                  <a:txBody>
                    <a:bodyPr/>
                    <a:lstStyle/>
                    <a:p>
                      <a:pPr lvl="0" algn="ctr">
                        <a:lnSpc>
                          <a:spcPct val="100000"/>
                        </a:lnSpc>
                        <a:spcBef>
                          <a:spcPts val="0"/>
                        </a:spcBef>
                        <a:spcAft>
                          <a:spcPts val="0"/>
                        </a:spcAft>
                        <a:buNone/>
                      </a:pPr>
                      <a:r>
                        <a:rPr lang="en-US" sz="1200" b="0" i="0" u="none" strike="noStrike" noProof="0">
                          <a:solidFill>
                            <a:srgbClr val="000000"/>
                          </a:solidFill>
                          <a:latin typeface="Malgun Gothic"/>
                          <a:ea typeface="Malgun Gothic"/>
                          <a:cs typeface="Arial"/>
                        </a:rPr>
                        <a:t>●</a:t>
                      </a:r>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lvl="0">
                        <a:buNone/>
                      </a:pPr>
                      <a:r>
                        <a:rPr lang="en-US" sz="1200" b="0" i="0" u="none" strike="noStrike" noProof="0"/>
                        <a:t>File encryption on detection, real-time encryption, export-encryption package (not full DRM) [4].</a:t>
                      </a:r>
                      <a:endParaRPr lang="en-US" sz="1200"/>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extLst>
                  <a:ext uri="{0D108BD9-81ED-4DB2-BD59-A6C34878D82A}">
                    <a16:rowId xmlns:a16="http://schemas.microsoft.com/office/drawing/2014/main" val="3874896899"/>
                  </a:ext>
                </a:extLst>
              </a:tr>
              <a:tr h="370840">
                <a:tc>
                  <a:txBody>
                    <a:bodyPr/>
                    <a:lstStyle/>
                    <a:p>
                      <a:pPr lvl="0" algn="l">
                        <a:lnSpc>
                          <a:spcPct val="100000"/>
                        </a:lnSpc>
                        <a:spcBef>
                          <a:spcPts val="0"/>
                        </a:spcBef>
                        <a:spcAft>
                          <a:spcPts val="0"/>
                        </a:spcAft>
                        <a:buNone/>
                      </a:pPr>
                      <a:r>
                        <a:rPr lang="en-US" sz="1400" b="0" i="0" u="none" strike="noStrike" noProof="0">
                          <a:solidFill>
                            <a:srgbClr val="000000"/>
                          </a:solidFill>
                          <a:latin typeface="Arial"/>
                          <a:cs typeface="Arial"/>
                        </a:rPr>
                        <a:t>D3-06</a:t>
                      </a:r>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lvl="0" algn="l">
                        <a:lnSpc>
                          <a:spcPct val="100000"/>
                        </a:lnSpc>
                        <a:spcBef>
                          <a:spcPts val="0"/>
                        </a:spcBef>
                        <a:spcAft>
                          <a:spcPts val="0"/>
                        </a:spcAft>
                        <a:buNone/>
                      </a:pPr>
                      <a:r>
                        <a:rPr lang="en-US" sz="1400" b="0" i="0" u="none" strike="noStrike" noProof="0">
                          <a:effectLst/>
                          <a:latin typeface="Arial"/>
                          <a:cs typeface="Arial"/>
                        </a:rPr>
                        <a:t>Approval workflow </a:t>
                      </a:r>
                      <a:endParaRPr lang="en-US" sz="1400">
                        <a:latin typeface="Arial"/>
                        <a:cs typeface="Arial"/>
                      </a:endParaRPr>
                    </a:p>
                  </a:txBody>
                  <a:tcPr marL="0" marR="0" marT="0" marB="0" anchor="ctr">
                    <a:lnL w="12700">
                      <a:solidFill>
                        <a:schemeClr val="tx1"/>
                      </a:solidFill>
                    </a:lnL>
                    <a:lnR w="12700" cap="flat" cmpd="sng" algn="ctr">
                      <a:solidFill>
                        <a:schemeClr val="tx1"/>
                      </a:solidFill>
                      <a:prstDash val="solid"/>
                      <a:round/>
                      <a:headEnd type="none" w="med" len="med"/>
                      <a:tailEnd type="none" w="med" len="med"/>
                    </a:lnR>
                    <a:lnT w="12700">
                      <a:solidFill>
                        <a:schemeClr val="tx1"/>
                      </a:solidFill>
                    </a:lnT>
                    <a:lnB w="12700">
                      <a:solidFill>
                        <a:schemeClr val="tx1"/>
                      </a:solidFill>
                    </a:lnB>
                    <a:solidFill>
                      <a:schemeClr val="bg1"/>
                    </a:solidFill>
                  </a:tcPr>
                </a:tc>
                <a:tc>
                  <a:txBody>
                    <a:bodyPr/>
                    <a:lstStyle/>
                    <a:p>
                      <a:pPr lvl="0" algn="ctr">
                        <a:lnSpc>
                          <a:spcPct val="100000"/>
                        </a:lnSpc>
                        <a:spcBef>
                          <a:spcPts val="0"/>
                        </a:spcBef>
                        <a:spcAft>
                          <a:spcPts val="0"/>
                        </a:spcAft>
                        <a:buNone/>
                      </a:pPr>
                      <a:r>
                        <a:rPr lang="en-US" sz="1200" b="0" i="0" u="none" strike="noStrike" noProof="0">
                          <a:solidFill>
                            <a:srgbClr val="000000"/>
                          </a:solidFill>
                          <a:latin typeface="Malgun Gothic"/>
                          <a:ea typeface="Malgun Gothic"/>
                          <a:cs typeface="Arial"/>
                        </a:rPr>
                        <a:t>●</a:t>
                      </a:r>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lvl="0">
                        <a:buNone/>
                      </a:pPr>
                      <a:r>
                        <a:rPr lang="en-US" sz="1200" b="0" i="0" u="none" strike="noStrike" noProof="0"/>
                        <a:t>Decryption / export approval, print export approval, USB export approval [4], [5].</a:t>
                      </a:r>
                      <a:endParaRPr lang="en-US" sz="1200"/>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extLst>
                  <a:ext uri="{0D108BD9-81ED-4DB2-BD59-A6C34878D82A}">
                    <a16:rowId xmlns:a16="http://schemas.microsoft.com/office/drawing/2014/main" val="463752911"/>
                  </a:ext>
                </a:extLst>
              </a:tr>
              <a:tr h="365125">
                <a:tc>
                  <a:txBody>
                    <a:bodyPr/>
                    <a:lstStyle/>
                    <a:p>
                      <a:pPr lvl="0" algn="l">
                        <a:lnSpc>
                          <a:spcPct val="100000"/>
                        </a:lnSpc>
                        <a:spcBef>
                          <a:spcPts val="0"/>
                        </a:spcBef>
                        <a:spcAft>
                          <a:spcPts val="0"/>
                        </a:spcAft>
                        <a:buNone/>
                      </a:pPr>
                      <a:r>
                        <a:rPr lang="en-US" sz="1400" b="0" i="0" u="none" strike="noStrike" noProof="0">
                          <a:solidFill>
                            <a:srgbClr val="000000"/>
                          </a:solidFill>
                          <a:latin typeface="Arial"/>
                          <a:cs typeface="Arial"/>
                        </a:rPr>
                        <a:t>D3-07</a:t>
                      </a:r>
                    </a:p>
                  </a:txBody>
                  <a:tcP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solidFill>
                      <a:schemeClr val="bg1"/>
                    </a:solidFill>
                  </a:tcPr>
                </a:tc>
                <a:tc>
                  <a:txBody>
                    <a:bodyPr/>
                    <a:lstStyle/>
                    <a:p>
                      <a:pPr lvl="0" algn="l">
                        <a:lnSpc>
                          <a:spcPct val="100000"/>
                        </a:lnSpc>
                        <a:spcBef>
                          <a:spcPts val="0"/>
                        </a:spcBef>
                        <a:spcAft>
                          <a:spcPts val="0"/>
                        </a:spcAft>
                        <a:buNone/>
                      </a:pPr>
                      <a:r>
                        <a:rPr lang="en-US" sz="1400" b="0" i="0" u="none" strike="noStrike" noProof="0">
                          <a:effectLst/>
                          <a:latin typeface="Arial"/>
                          <a:cs typeface="Arial"/>
                        </a:rPr>
                        <a:t>Original (shadow) copy retained </a:t>
                      </a:r>
                      <a:endParaRPr lang="en-US" sz="1400">
                        <a:latin typeface="Arial"/>
                        <a:cs typeface="Arial"/>
                      </a:endParaRPr>
                    </a:p>
                  </a:txBody>
                  <a:tcPr marL="0" marR="0" marT="0" marB="0" anchor="ctr">
                    <a:lnL w="12700">
                      <a:solidFill>
                        <a:schemeClr val="tx1"/>
                      </a:solidFill>
                    </a:lnL>
                    <a:lnR w="12700" cap="flat" cmpd="sng" algn="ctr">
                      <a:solidFill>
                        <a:schemeClr val="tx1"/>
                      </a:solidFill>
                      <a:prstDash val="solid"/>
                      <a:round/>
                      <a:headEnd type="none" w="med" len="med"/>
                      <a:tailEnd type="none" w="med" len="med"/>
                    </a:lnR>
                    <a:lnT w="12700">
                      <a:solidFill>
                        <a:schemeClr val="tx1"/>
                      </a:solidFill>
                    </a:lnT>
                    <a:lnB w="12700">
                      <a:solidFill>
                        <a:schemeClr val="tx1"/>
                      </a:solidFill>
                    </a:lnB>
                    <a:solidFill>
                      <a:schemeClr val="bg1"/>
                    </a:solidFill>
                  </a:tcPr>
                </a:tc>
                <a:tc>
                  <a:txBody>
                    <a:bodyPr/>
                    <a:lstStyle/>
                    <a:p>
                      <a:pPr lvl="0" algn="ctr">
                        <a:lnSpc>
                          <a:spcPct val="100000"/>
                        </a:lnSpc>
                        <a:spcBef>
                          <a:spcPts val="0"/>
                        </a:spcBef>
                        <a:spcAft>
                          <a:spcPts val="0"/>
                        </a:spcAft>
                        <a:buNone/>
                      </a:pPr>
                      <a:r>
                        <a:rPr lang="en-US" sz="1200" b="0" i="0" u="none" strike="noStrike" noProof="0">
                          <a:solidFill>
                            <a:srgbClr val="000000"/>
                          </a:solidFill>
                          <a:latin typeface="Malgun Gothic"/>
                          <a:ea typeface="Malgun Gothic"/>
                          <a:cs typeface="Arial"/>
                        </a:rPr>
                        <a:t>●</a:t>
                      </a:r>
                    </a:p>
                  </a:txBody>
                  <a:tcP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solidFill>
                      <a:schemeClr val="bg1"/>
                    </a:solidFill>
                  </a:tcPr>
                </a:tc>
                <a:tc>
                  <a:txBody>
                    <a:bodyPr/>
                    <a:lstStyle/>
                    <a:p>
                      <a:pPr lvl="0">
                        <a:buNone/>
                      </a:pPr>
                      <a:r>
                        <a:rPr lang="en-US" sz="1200" b="0" i="0" u="none" strike="noStrike" noProof="0"/>
                        <a:t>Approval process keeps log + file copy for audit; </a:t>
                      </a:r>
                      <a:r>
                        <a:rPr lang="en-US" sz="1200" b="0" i="0" u="none" strike="noStrike" noProof="0" err="1"/>
                        <a:t>NetCenter</a:t>
                      </a:r>
                      <a:r>
                        <a:rPr lang="en-US" sz="1200" b="0" i="0" u="none" strike="noStrike" noProof="0"/>
                        <a:t> optional raw HTTP POST capture [1], [4].</a:t>
                      </a:r>
                      <a:endParaRPr lang="en-US" sz="1200"/>
                    </a:p>
                  </a:txBody>
                  <a:tcP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38253598"/>
                  </a:ext>
                </a:extLst>
              </a:tr>
              <a:tr h="365125">
                <a:tc>
                  <a:txBody>
                    <a:bodyPr/>
                    <a:lstStyle/>
                    <a:p>
                      <a:pPr lvl="0" algn="l">
                        <a:lnSpc>
                          <a:spcPct val="100000"/>
                        </a:lnSpc>
                        <a:spcBef>
                          <a:spcPts val="0"/>
                        </a:spcBef>
                        <a:spcAft>
                          <a:spcPts val="0"/>
                        </a:spcAft>
                        <a:buNone/>
                      </a:pPr>
                      <a:r>
                        <a:rPr lang="en-US" sz="1400" b="0" i="0" u="none" strike="noStrike" noProof="0">
                          <a:solidFill>
                            <a:srgbClr val="000000"/>
                          </a:solidFill>
                          <a:latin typeface="Arial"/>
                          <a:cs typeface="Arial"/>
                        </a:rPr>
                        <a:t>D3-08</a:t>
                      </a:r>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lvl="0" algn="l">
                        <a:lnSpc>
                          <a:spcPct val="100000"/>
                        </a:lnSpc>
                        <a:spcBef>
                          <a:spcPts val="0"/>
                        </a:spcBef>
                        <a:spcAft>
                          <a:spcPts val="0"/>
                        </a:spcAft>
                        <a:buNone/>
                      </a:pPr>
                      <a:r>
                        <a:rPr lang="en-US" sz="1400" b="0" i="0" u="none" strike="noStrike" noProof="0">
                          <a:effectLst/>
                          <a:latin typeface="Arial"/>
                          <a:cs typeface="Arial"/>
                        </a:rPr>
                        <a:t>Watermark (print / screen) </a:t>
                      </a:r>
                      <a:endParaRPr lang="en-US" sz="1400">
                        <a:latin typeface="Arial"/>
                        <a:cs typeface="Arial"/>
                      </a:endParaRPr>
                    </a:p>
                  </a:txBody>
                  <a:tcPr marL="0" marR="0" marT="0" marB="0" anchor="ctr">
                    <a:lnL w="12700">
                      <a:solidFill>
                        <a:schemeClr val="tx1"/>
                      </a:solidFill>
                    </a:lnL>
                    <a:lnR w="12700" cap="flat" cmpd="sng" algn="ctr">
                      <a:solidFill>
                        <a:schemeClr val="tx1"/>
                      </a:solidFill>
                      <a:prstDash val="solid"/>
                      <a:round/>
                      <a:headEnd type="none" w="med" len="med"/>
                      <a:tailEnd type="none" w="med" len="med"/>
                    </a:lnR>
                    <a:lnT w="12700">
                      <a:solidFill>
                        <a:schemeClr val="tx1"/>
                      </a:solidFill>
                    </a:lnT>
                    <a:lnB w="12700">
                      <a:solidFill>
                        <a:schemeClr val="tx1"/>
                      </a:solidFill>
                    </a:lnB>
                    <a:solidFill>
                      <a:schemeClr val="bg1"/>
                    </a:solidFill>
                  </a:tcPr>
                </a:tc>
                <a:tc>
                  <a:txBody>
                    <a:bodyPr/>
                    <a:lstStyle/>
                    <a:p>
                      <a:pPr lvl="0" algn="ctr">
                        <a:lnSpc>
                          <a:spcPct val="100000"/>
                        </a:lnSpc>
                        <a:spcBef>
                          <a:spcPts val="0"/>
                        </a:spcBef>
                        <a:spcAft>
                          <a:spcPts val="0"/>
                        </a:spcAft>
                        <a:buNone/>
                      </a:pPr>
                      <a:r>
                        <a:rPr lang="en-US" sz="1200" b="0" i="0" u="none" strike="noStrike" noProof="0">
                          <a:solidFill>
                            <a:srgbClr val="000000"/>
                          </a:solidFill>
                          <a:latin typeface="Malgun Gothic"/>
                          <a:ea typeface="Malgun Gothic"/>
                          <a:cs typeface="Arial"/>
                        </a:rPr>
                        <a:t>◐</a:t>
                      </a:r>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lvl="0">
                        <a:buNone/>
                      </a:pPr>
                      <a:r>
                        <a:rPr lang="en-US" sz="1200" b="0" i="0" u="none" strike="noStrike" noProof="0"/>
                        <a:t>Print watermark only [3].</a:t>
                      </a:r>
                      <a:endParaRPr lang="en-US" sz="1200"/>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extLst>
                  <a:ext uri="{0D108BD9-81ED-4DB2-BD59-A6C34878D82A}">
                    <a16:rowId xmlns:a16="http://schemas.microsoft.com/office/drawing/2014/main" val="2034492820"/>
                  </a:ext>
                </a:extLst>
              </a:tr>
              <a:tr h="365125">
                <a:tc>
                  <a:txBody>
                    <a:bodyPr/>
                    <a:lstStyle/>
                    <a:p>
                      <a:pPr lvl="0" algn="l">
                        <a:lnSpc>
                          <a:spcPct val="100000"/>
                        </a:lnSpc>
                        <a:spcBef>
                          <a:spcPts val="0"/>
                        </a:spcBef>
                        <a:spcAft>
                          <a:spcPts val="0"/>
                        </a:spcAft>
                        <a:buNone/>
                      </a:pPr>
                      <a:r>
                        <a:rPr lang="en-US" sz="1400" b="0" i="0" u="none" strike="noStrike" noProof="0">
                          <a:solidFill>
                            <a:srgbClr val="000000"/>
                          </a:solidFill>
                          <a:latin typeface="Arial"/>
                          <a:cs typeface="Arial"/>
                        </a:rPr>
                        <a:t>D3-09</a:t>
                      </a:r>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lvl="0" algn="l">
                        <a:lnSpc>
                          <a:spcPct val="100000"/>
                        </a:lnSpc>
                        <a:spcBef>
                          <a:spcPts val="0"/>
                        </a:spcBef>
                        <a:spcAft>
                          <a:spcPts val="0"/>
                        </a:spcAft>
                        <a:buNone/>
                      </a:pPr>
                      <a:r>
                        <a:rPr lang="en-US" sz="1400" b="0" i="0" u="none" strike="noStrike" noProof="0">
                          <a:effectLst/>
                          <a:latin typeface="Arial"/>
                          <a:cs typeface="Arial"/>
                        </a:rPr>
                        <a:t>At-rest remediation (delete / quarantine / retention) </a:t>
                      </a:r>
                      <a:endParaRPr lang="en-US" sz="1400">
                        <a:latin typeface="Arial"/>
                        <a:cs typeface="Arial"/>
                      </a:endParaRPr>
                    </a:p>
                  </a:txBody>
                  <a:tcPr marL="0" marR="0" marT="0" marB="0" anchor="ctr">
                    <a:lnL w="12700">
                      <a:solidFill>
                        <a:schemeClr val="tx1"/>
                      </a:solidFill>
                    </a:lnL>
                    <a:lnR w="12700" cap="flat" cmpd="sng" algn="ctr">
                      <a:solidFill>
                        <a:schemeClr val="tx1"/>
                      </a:solidFill>
                      <a:prstDash val="solid"/>
                      <a:round/>
                      <a:headEnd type="none" w="med" len="med"/>
                      <a:tailEnd type="none" w="med" len="med"/>
                    </a:lnR>
                    <a:lnT w="12700">
                      <a:solidFill>
                        <a:schemeClr val="tx1"/>
                      </a:solidFill>
                    </a:lnT>
                    <a:lnB w="12700">
                      <a:solidFill>
                        <a:schemeClr val="tx1"/>
                      </a:solidFill>
                    </a:lnB>
                    <a:solidFill>
                      <a:schemeClr val="bg1"/>
                    </a:solidFill>
                  </a:tcPr>
                </a:tc>
                <a:tc>
                  <a:txBody>
                    <a:bodyPr/>
                    <a:lstStyle/>
                    <a:p>
                      <a:pPr lvl="0" algn="ctr">
                        <a:lnSpc>
                          <a:spcPct val="100000"/>
                        </a:lnSpc>
                        <a:spcBef>
                          <a:spcPts val="0"/>
                        </a:spcBef>
                        <a:spcAft>
                          <a:spcPts val="0"/>
                        </a:spcAft>
                        <a:buNone/>
                      </a:pPr>
                      <a:r>
                        <a:rPr lang="en-US" sz="1200" b="0" i="0" u="none" strike="noStrike" noProof="0">
                          <a:solidFill>
                            <a:srgbClr val="000000"/>
                          </a:solidFill>
                          <a:latin typeface="Malgun Gothic"/>
                          <a:ea typeface="Malgun Gothic"/>
                          <a:cs typeface="Arial"/>
                        </a:rPr>
                        <a:t>●</a:t>
                      </a:r>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lvl="0">
                        <a:buNone/>
                      </a:pPr>
                      <a:r>
                        <a:rPr lang="en-US" sz="1200" b="0" i="0" u="none" strike="noStrike" noProof="0"/>
                        <a:t>Quarantine, encryption, secure delete, personal-info file register [4].</a:t>
                      </a:r>
                      <a:endParaRPr lang="en-US" sz="1200"/>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extLst>
                  <a:ext uri="{0D108BD9-81ED-4DB2-BD59-A6C34878D82A}">
                    <a16:rowId xmlns:a16="http://schemas.microsoft.com/office/drawing/2014/main" val="1581998811"/>
                  </a:ext>
                </a:extLst>
              </a:tr>
            </a:tbl>
          </a:graphicData>
        </a:graphic>
      </p:graphicFrame>
    </p:spTree>
    <p:extLst>
      <p:ext uri="{BB962C8B-B14F-4D97-AF65-F5344CB8AC3E}">
        <p14:creationId xmlns:p14="http://schemas.microsoft.com/office/powerpoint/2010/main" val="107866011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2C0259-6B75-BD7C-9831-115247644923}"/>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CBEE1BB-DF85-F362-AFD4-99C03B834DED}"/>
              </a:ext>
            </a:extLst>
          </p:cNvPr>
          <p:cNvSpPr>
            <a:spLocks noGrp="1"/>
          </p:cNvSpPr>
          <p:nvPr>
            <p:ph type="sldNum" sz="quarter" idx="4"/>
          </p:nvPr>
        </p:nvSpPr>
        <p:spPr/>
        <p:txBody>
          <a:bodyPr/>
          <a:lstStyle/>
          <a:p>
            <a:fld id="{4EA1E582-E1CC-4474-812F-1657BC5920B7}" type="slidenum">
              <a:rPr lang="ko-KR" altLang="en-US" smtClean="0"/>
              <a:t>48</a:t>
            </a:fld>
            <a:endParaRPr lang="ko-KR" altLang="en-US"/>
          </a:p>
        </p:txBody>
      </p:sp>
      <p:sp>
        <p:nvSpPr>
          <p:cNvPr id="5" name="Text Placeholder 4">
            <a:extLst>
              <a:ext uri="{FF2B5EF4-FFF2-40B4-BE49-F238E27FC236}">
                <a16:creationId xmlns:a16="http://schemas.microsoft.com/office/drawing/2014/main" id="{D39B987D-674C-4D99-639C-A55C1524FE33}"/>
              </a:ext>
            </a:extLst>
          </p:cNvPr>
          <p:cNvSpPr>
            <a:spLocks noGrp="1"/>
          </p:cNvSpPr>
          <p:nvPr>
            <p:ph type="body" sz="quarter" idx="11"/>
          </p:nvPr>
        </p:nvSpPr>
        <p:spPr/>
        <p:txBody>
          <a:bodyPr lIns="91440" tIns="45720" rIns="91440" bIns="45720" anchor="ctr" anchorCtr="0"/>
          <a:lstStyle/>
          <a:p>
            <a:r>
              <a:rPr lang="en-US">
                <a:latin typeface="KoPub돋움체 Bold"/>
                <a:ea typeface="KoPub돋움체 Bold"/>
              </a:rPr>
              <a:t>D4 – AI Specific</a:t>
            </a:r>
            <a:endParaRPr lang="en-US" b="0">
              <a:latin typeface="KoPub돋움체 Bold"/>
              <a:ea typeface="KoPub돋움체 Bold"/>
            </a:endParaRPr>
          </a:p>
        </p:txBody>
      </p:sp>
      <p:sp>
        <p:nvSpPr>
          <p:cNvPr id="7" name="제목 3">
            <a:extLst>
              <a:ext uri="{FF2B5EF4-FFF2-40B4-BE49-F238E27FC236}">
                <a16:creationId xmlns:a16="http://schemas.microsoft.com/office/drawing/2014/main" id="{9F1AB2C0-70D8-5E6C-8DCC-EC747B8B3A8E}"/>
              </a:ext>
            </a:extLst>
          </p:cNvPr>
          <p:cNvSpPr txBox="1">
            <a:spLocks/>
          </p:cNvSpPr>
          <p:nvPr/>
        </p:nvSpPr>
        <p:spPr>
          <a:xfrm>
            <a:off x="286194" y="265704"/>
            <a:ext cx="10666268" cy="464670"/>
          </a:xfrm>
          <a:prstGeom prst="rect">
            <a:avLst/>
          </a:prstGeom>
        </p:spPr>
        <p:txBody>
          <a:bodyPr lIns="91440" tIns="45720" rIns="91440" bIns="45720" anchor="ctr" anchorCtr="0"/>
          <a:lstStyle>
            <a:lvl1pPr algn="l" rtl="0" eaLnBrk="1" fontAlgn="base" latinLnBrk="1" hangingPunct="1">
              <a:spcBef>
                <a:spcPct val="0"/>
              </a:spcBef>
              <a:spcAft>
                <a:spcPct val="0"/>
              </a:spcAft>
              <a:defRPr lang="ko-KR" altLang="en-US" sz="2400" b="1" kern="1200" baseline="0" dirty="0">
                <a:ln>
                  <a:solidFill>
                    <a:schemeClr val="accent1">
                      <a:alpha val="0"/>
                    </a:schemeClr>
                  </a:solidFill>
                </a:ln>
                <a:solidFill>
                  <a:srgbClr val="144772"/>
                </a:solidFill>
                <a:effectLst>
                  <a:glow rad="127000">
                    <a:schemeClr val="bg1"/>
                  </a:glow>
                  <a:outerShdw blurRad="38100" dist="38100" dir="2700000" algn="tl" rotWithShape="0">
                    <a:prstClr val="black">
                      <a:alpha val="40000"/>
                    </a:prstClr>
                  </a:outerShdw>
                </a:effectLst>
                <a:latin typeface="Pretendard Black" panose="02000A03000000020004" pitchFamily="50" charset="-127"/>
                <a:ea typeface="Pretendard Black" panose="02000A03000000020004" pitchFamily="50" charset="-127"/>
                <a:cs typeface="Pretendard Black" panose="02000A03000000020004" pitchFamily="50" charset="-127"/>
              </a:defRPr>
            </a:lvl1pPr>
            <a:lvl2pPr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2pPr>
            <a:lvl3pPr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3pPr>
            <a:lvl4pPr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4pPr>
            <a:lvl5pPr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5pPr>
            <a:lvl6pPr marL="457200"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6pPr>
            <a:lvl7pPr marL="914400"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7pPr>
            <a:lvl8pPr marL="1371600"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8pPr>
            <a:lvl9pPr marL="1828800"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9pPr>
          </a:lstStyle>
          <a:p>
            <a:r>
              <a:rPr lang="ko-KR" err="1">
                <a:ln>
                  <a:solidFill>
                    <a:srgbClr val="4F81BD">
                      <a:alpha val="0"/>
                    </a:srgbClr>
                  </a:solidFill>
                </a:ln>
                <a:effectLst>
                  <a:glow rad="127000">
                    <a:prstClr val="white"/>
                  </a:glow>
                  <a:outerShdw blurRad="38100" dist="38100" dir="2700000" algn="tl" rotWithShape="0">
                    <a:prstClr val="black">
                      <a:alpha val="40000"/>
                    </a:prstClr>
                  </a:outerShdw>
                </a:effectLst>
                <a:latin typeface="Arial"/>
                <a:ea typeface="Pretendard Black"/>
                <a:cs typeface="Arial"/>
              </a:rPr>
              <a:t>컴트루</a:t>
            </a:r>
            <a:r>
              <a:rPr lang="ko-KR">
                <a:ln>
                  <a:solidFill>
                    <a:srgbClr val="4F81BD">
                      <a:alpha val="0"/>
                    </a:srgbClr>
                  </a:solidFill>
                </a:ln>
                <a:effectLst>
                  <a:glow rad="127000">
                    <a:prstClr val="white"/>
                  </a:glow>
                  <a:outerShdw blurRad="38100" dist="38100" dir="2700000" algn="tl" rotWithShape="0">
                    <a:prstClr val="black">
                      <a:alpha val="40000"/>
                    </a:prstClr>
                  </a:outerShdw>
                </a:effectLst>
                <a:latin typeface="Arial"/>
                <a:ea typeface="Pretendard Black"/>
                <a:cs typeface="Arial"/>
              </a:rPr>
              <a:t> </a:t>
            </a:r>
            <a:r>
              <a:rPr lang="ko-KR" altLang="en-US">
                <a:ln>
                  <a:solidFill>
                    <a:srgbClr val="4F81BD">
                      <a:alpha val="0"/>
                    </a:srgbClr>
                  </a:solidFill>
                </a:ln>
                <a:effectLst>
                  <a:glow rad="127000">
                    <a:prstClr val="white"/>
                  </a:glow>
                  <a:outerShdw blurRad="38100" dist="38100" dir="2700000" algn="tl" rotWithShape="0">
                    <a:prstClr val="black">
                      <a:alpha val="40000"/>
                    </a:prstClr>
                  </a:outerShdw>
                </a:effectLst>
                <a:latin typeface="Arial"/>
                <a:ea typeface="Pretendard Black"/>
                <a:cs typeface="Arial"/>
              </a:rPr>
              <a:t>(</a:t>
            </a:r>
            <a:r>
              <a:rPr lang="ko-KR" altLang="en-US" err="1">
                <a:ln>
                  <a:solidFill>
                    <a:srgbClr val="4F81BD">
                      <a:alpha val="0"/>
                    </a:srgbClr>
                  </a:solidFill>
                </a:ln>
                <a:effectLst>
                  <a:glow rad="127000">
                    <a:prstClr val="white"/>
                  </a:glow>
                  <a:outerShdw blurRad="38100" dist="38100" dir="2700000" algn="tl" rotWithShape="0">
                    <a:prstClr val="black">
                      <a:alpha val="40000"/>
                    </a:prstClr>
                  </a:outerShdw>
                </a:effectLst>
                <a:latin typeface="Arial"/>
                <a:ea typeface="Pretendard Black"/>
              </a:rPr>
              <a:t>Alta</a:t>
            </a:r>
            <a:r>
              <a:rPr lang="ko-KR" altLang="en-US">
                <a:ln>
                  <a:solidFill>
                    <a:srgbClr val="4F81BD">
                      <a:alpha val="0"/>
                    </a:srgbClr>
                  </a:solidFill>
                </a:ln>
                <a:effectLst>
                  <a:glow rad="127000">
                    <a:prstClr val="white"/>
                  </a:glow>
                  <a:outerShdw blurRad="38100" dist="38100" dir="2700000" algn="tl" rotWithShape="0">
                    <a:prstClr val="black">
                      <a:alpha val="40000"/>
                    </a:prstClr>
                  </a:outerShdw>
                </a:effectLst>
                <a:latin typeface="Arial"/>
                <a:ea typeface="Pretendard Black"/>
              </a:rPr>
              <a:t>)</a:t>
            </a:r>
            <a:endParaRPr lang="en-US" altLang="ko-KR">
              <a:ln>
                <a:solidFill>
                  <a:srgbClr val="4F81BD">
                    <a:alpha val="0"/>
                  </a:srgbClr>
                </a:solidFill>
              </a:ln>
              <a:effectLst>
                <a:glow rad="127000">
                  <a:prstClr val="white"/>
                </a:glow>
                <a:outerShdw blurRad="38100" dist="38100" dir="2700000" algn="tl" rotWithShape="0">
                  <a:prstClr val="black">
                    <a:alpha val="40000"/>
                  </a:prstClr>
                </a:outerShdw>
              </a:effectLst>
              <a:latin typeface="Pretendard Black"/>
            </a:endParaRPr>
          </a:p>
        </p:txBody>
      </p:sp>
      <p:graphicFrame>
        <p:nvGraphicFramePr>
          <p:cNvPr id="3" name="Table 2">
            <a:extLst>
              <a:ext uri="{FF2B5EF4-FFF2-40B4-BE49-F238E27FC236}">
                <a16:creationId xmlns:a16="http://schemas.microsoft.com/office/drawing/2014/main" id="{A38CC510-E040-1572-7848-9454CC55C32F}"/>
              </a:ext>
            </a:extLst>
          </p:cNvPr>
          <p:cNvGraphicFramePr>
            <a:graphicFrameLocks noGrp="1"/>
          </p:cNvGraphicFramePr>
          <p:nvPr>
            <p:extLst>
              <p:ext uri="{D42A27DB-BD31-4B8C-83A1-F6EECF244321}">
                <p14:modId xmlns:p14="http://schemas.microsoft.com/office/powerpoint/2010/main" val="284320837"/>
              </p:ext>
            </p:extLst>
          </p:nvPr>
        </p:nvGraphicFramePr>
        <p:xfrm>
          <a:off x="518160" y="1402080"/>
          <a:ext cx="11187151" cy="5023485"/>
        </p:xfrm>
        <a:graphic>
          <a:graphicData uri="http://schemas.openxmlformats.org/drawingml/2006/table">
            <a:tbl>
              <a:tblPr firstRow="1" bandRow="1">
                <a:tableStyleId>{9D7B26C5-4107-4FEC-AEDC-1716B250A1EF}</a:tableStyleId>
              </a:tblPr>
              <a:tblGrid>
                <a:gridCol w="975566">
                  <a:extLst>
                    <a:ext uri="{9D8B030D-6E8A-4147-A177-3AD203B41FA5}">
                      <a16:colId xmlns:a16="http://schemas.microsoft.com/office/drawing/2014/main" val="3761190961"/>
                    </a:ext>
                  </a:extLst>
                </a:gridCol>
                <a:gridCol w="4618007">
                  <a:extLst>
                    <a:ext uri="{9D8B030D-6E8A-4147-A177-3AD203B41FA5}">
                      <a16:colId xmlns:a16="http://schemas.microsoft.com/office/drawing/2014/main" val="3009874471"/>
                    </a:ext>
                  </a:extLst>
                </a:gridCol>
                <a:gridCol w="1434024">
                  <a:extLst>
                    <a:ext uri="{9D8B030D-6E8A-4147-A177-3AD203B41FA5}">
                      <a16:colId xmlns:a16="http://schemas.microsoft.com/office/drawing/2014/main" val="316164474"/>
                    </a:ext>
                  </a:extLst>
                </a:gridCol>
                <a:gridCol w="4159554">
                  <a:extLst>
                    <a:ext uri="{9D8B030D-6E8A-4147-A177-3AD203B41FA5}">
                      <a16:colId xmlns:a16="http://schemas.microsoft.com/office/drawing/2014/main" val="1510347205"/>
                    </a:ext>
                  </a:extLst>
                </a:gridCol>
              </a:tblGrid>
              <a:tr h="370840">
                <a:tc>
                  <a:txBody>
                    <a:bodyPr/>
                    <a:lstStyle/>
                    <a:p>
                      <a:pPr algn="ctr"/>
                      <a:r>
                        <a:rPr lang="en-US" sz="1400">
                          <a:latin typeface="Arial"/>
                          <a:cs typeface="Arial"/>
                        </a:rPr>
                        <a:t>ID</a:t>
                      </a:r>
                    </a:p>
                  </a:txBody>
                  <a:tcPr>
                    <a:lnL w="12700">
                      <a:solidFill>
                        <a:schemeClr val="tx1"/>
                      </a:solidFill>
                    </a:lnL>
                    <a:lnR w="12700">
                      <a:solidFill>
                        <a:schemeClr val="tx1"/>
                      </a:solidFill>
                    </a:lnR>
                    <a:lnT w="12700">
                      <a:solidFill>
                        <a:schemeClr val="tx1"/>
                      </a:solidFill>
                    </a:lnT>
                    <a:lnB w="12700">
                      <a:solidFill>
                        <a:schemeClr val="tx1"/>
                      </a:solidFill>
                    </a:lnB>
                    <a:solidFill>
                      <a:schemeClr val="accent5">
                        <a:lumMod val="20000"/>
                        <a:lumOff val="80000"/>
                      </a:schemeClr>
                    </a:solidFill>
                  </a:tcPr>
                </a:tc>
                <a:tc>
                  <a:txBody>
                    <a:bodyPr/>
                    <a:lstStyle/>
                    <a:p>
                      <a:pPr algn="ctr"/>
                      <a:r>
                        <a:rPr lang="en-US" sz="1400">
                          <a:latin typeface="Arial"/>
                          <a:cs typeface="Arial"/>
                        </a:rPr>
                        <a:t>Capability</a:t>
                      </a:r>
                    </a:p>
                  </a:txBody>
                  <a:tcPr>
                    <a:lnL w="12700">
                      <a:solidFill>
                        <a:schemeClr val="tx1"/>
                      </a:solidFill>
                    </a:lnL>
                    <a:lnR w="12700">
                      <a:solidFill>
                        <a:schemeClr val="tx1"/>
                      </a:solidFill>
                    </a:lnR>
                    <a:lnT w="12700">
                      <a:solidFill>
                        <a:schemeClr val="tx1"/>
                      </a:solidFill>
                    </a:lnT>
                    <a:lnB w="12700">
                      <a:solidFill>
                        <a:schemeClr val="tx1"/>
                      </a:solidFill>
                    </a:lnB>
                    <a:solidFill>
                      <a:schemeClr val="accent5">
                        <a:lumMod val="20000"/>
                        <a:lumOff val="80000"/>
                      </a:schemeClr>
                    </a:solidFill>
                  </a:tcPr>
                </a:tc>
                <a:tc>
                  <a:txBody>
                    <a:bodyPr/>
                    <a:lstStyle/>
                    <a:p>
                      <a:pPr algn="ctr"/>
                      <a:r>
                        <a:rPr lang="en-US" sz="1400">
                          <a:latin typeface="Arial"/>
                          <a:cs typeface="Arial"/>
                        </a:rPr>
                        <a:t>Availability</a:t>
                      </a:r>
                    </a:p>
                  </a:txBody>
                  <a:tcPr>
                    <a:lnL w="12700">
                      <a:solidFill>
                        <a:schemeClr val="tx1"/>
                      </a:solidFill>
                    </a:lnL>
                    <a:lnR w="12700">
                      <a:solidFill>
                        <a:schemeClr val="tx1"/>
                      </a:solidFill>
                    </a:lnR>
                    <a:lnT w="12700">
                      <a:solidFill>
                        <a:schemeClr val="tx1"/>
                      </a:solidFill>
                    </a:lnT>
                    <a:lnB w="12700">
                      <a:solidFill>
                        <a:schemeClr val="tx1"/>
                      </a:solidFill>
                    </a:lnB>
                    <a:solidFill>
                      <a:schemeClr val="accent5">
                        <a:lumMod val="20000"/>
                        <a:lumOff val="80000"/>
                      </a:schemeClr>
                    </a:solidFill>
                  </a:tcPr>
                </a:tc>
                <a:tc>
                  <a:txBody>
                    <a:bodyPr/>
                    <a:lstStyle/>
                    <a:p>
                      <a:pPr algn="ctr"/>
                      <a:r>
                        <a:rPr lang="en-US" sz="1400">
                          <a:latin typeface="Arial"/>
                          <a:cs typeface="Arial"/>
                        </a:rPr>
                        <a:t>References</a:t>
                      </a:r>
                    </a:p>
                  </a:txBody>
                  <a:tcPr>
                    <a:lnL w="12700">
                      <a:solidFill>
                        <a:schemeClr val="tx1"/>
                      </a:solidFill>
                    </a:lnL>
                    <a:lnR w="12700">
                      <a:solidFill>
                        <a:schemeClr val="tx1"/>
                      </a:solidFill>
                    </a:lnR>
                    <a:lnT w="12700">
                      <a:solidFill>
                        <a:schemeClr val="tx1"/>
                      </a:solidFill>
                    </a:lnT>
                    <a:lnB w="12700">
                      <a:solidFill>
                        <a:schemeClr val="tx1"/>
                      </a:solidFill>
                    </a:lnB>
                    <a:solidFill>
                      <a:schemeClr val="accent5">
                        <a:lumMod val="20000"/>
                        <a:lumOff val="80000"/>
                      </a:schemeClr>
                    </a:solidFill>
                  </a:tcPr>
                </a:tc>
                <a:extLst>
                  <a:ext uri="{0D108BD9-81ED-4DB2-BD59-A6C34878D82A}">
                    <a16:rowId xmlns:a16="http://schemas.microsoft.com/office/drawing/2014/main" val="1080965025"/>
                  </a:ext>
                </a:extLst>
              </a:tr>
              <a:tr h="370840">
                <a:tc>
                  <a:txBody>
                    <a:bodyPr/>
                    <a:lstStyle/>
                    <a:p>
                      <a:r>
                        <a:rPr lang="en-US" sz="1400">
                          <a:latin typeface="Arial"/>
                          <a:cs typeface="Arial"/>
                        </a:rPr>
                        <a:t>D4-01</a:t>
                      </a:r>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lvl="0" algn="l">
                        <a:lnSpc>
                          <a:spcPct val="100000"/>
                        </a:lnSpc>
                        <a:spcBef>
                          <a:spcPts val="0"/>
                        </a:spcBef>
                        <a:spcAft>
                          <a:spcPts val="0"/>
                        </a:spcAft>
                        <a:buNone/>
                      </a:pPr>
                      <a:r>
                        <a:rPr lang="en-US" sz="1400" b="0" i="0" u="none" strike="noStrike" noProof="0">
                          <a:effectLst/>
                          <a:latin typeface="Arial"/>
                          <a:cs typeface="Arial"/>
                        </a:rPr>
                        <a:t>Typed-prompt text inspection </a:t>
                      </a:r>
                      <a:endParaRPr lang="en-US" sz="1400">
                        <a:latin typeface="Arial"/>
                        <a:cs typeface="Arial"/>
                      </a:endParaRPr>
                    </a:p>
                  </a:txBody>
                  <a:tcPr marL="0" marR="0" marT="0" marB="0" anchor="ctr">
                    <a:lnL w="12700">
                      <a:solidFill>
                        <a:schemeClr val="tx1"/>
                      </a:solidFill>
                    </a:lnL>
                    <a:lnR w="12700" cap="flat" cmpd="sng" algn="ctr">
                      <a:solidFill>
                        <a:schemeClr val="tx1"/>
                      </a:solidFill>
                      <a:prstDash val="solid"/>
                      <a:round/>
                      <a:headEnd type="none" w="med" len="med"/>
                      <a:tailEnd type="none" w="med" len="med"/>
                    </a:lnR>
                    <a:lnT w="12700">
                      <a:solidFill>
                        <a:schemeClr val="tx1"/>
                      </a:solidFill>
                    </a:lnT>
                    <a:lnB w="12700">
                      <a:solidFill>
                        <a:schemeClr val="tx1"/>
                      </a:solidFill>
                    </a:lnB>
                    <a:solidFill>
                      <a:schemeClr val="bg1"/>
                    </a:solidFill>
                  </a:tcPr>
                </a:tc>
                <a:tc>
                  <a:txBody>
                    <a:bodyPr/>
                    <a:lstStyle/>
                    <a:p>
                      <a:pPr lvl="0" algn="ctr">
                        <a:lnSpc>
                          <a:spcPct val="100000"/>
                        </a:lnSpc>
                        <a:spcBef>
                          <a:spcPts val="0"/>
                        </a:spcBef>
                        <a:spcAft>
                          <a:spcPts val="0"/>
                        </a:spcAft>
                        <a:buNone/>
                      </a:pPr>
                      <a:r>
                        <a:rPr lang="en-US" sz="1200" b="0" i="0" u="none" strike="noStrike" noProof="0">
                          <a:solidFill>
                            <a:srgbClr val="000000"/>
                          </a:solidFill>
                          <a:latin typeface="Malgun Gothic"/>
                          <a:ea typeface="Malgun Gothic"/>
                          <a:cs typeface="Arial"/>
                        </a:rPr>
                        <a:t>●</a:t>
                      </a:r>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lvl="0">
                        <a:buNone/>
                      </a:pPr>
                      <a:r>
                        <a:rPr lang="en-US" sz="1100" b="0" i="0" u="none" strike="noStrike" noProof="0"/>
                        <a:t>Real-time prompt inspection and blocking [1].</a:t>
                      </a:r>
                      <a:endParaRPr lang="en-US" sz="1100"/>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extLst>
                  <a:ext uri="{0D108BD9-81ED-4DB2-BD59-A6C34878D82A}">
                    <a16:rowId xmlns:a16="http://schemas.microsoft.com/office/drawing/2014/main" val="2715742840"/>
                  </a:ext>
                </a:extLst>
              </a:tr>
              <a:tr h="370840">
                <a:tc>
                  <a:txBody>
                    <a:bodyPr/>
                    <a:lstStyle/>
                    <a:p>
                      <a:pPr lvl="0" algn="l">
                        <a:lnSpc>
                          <a:spcPct val="100000"/>
                        </a:lnSpc>
                        <a:spcBef>
                          <a:spcPts val="0"/>
                        </a:spcBef>
                        <a:spcAft>
                          <a:spcPts val="0"/>
                        </a:spcAft>
                        <a:buNone/>
                      </a:pPr>
                      <a:r>
                        <a:rPr lang="en-US" sz="1400" b="0" i="0" u="none" strike="noStrike" noProof="0">
                          <a:solidFill>
                            <a:srgbClr val="000000"/>
                          </a:solidFill>
                          <a:latin typeface="Arial"/>
                          <a:cs typeface="Arial"/>
                        </a:rPr>
                        <a:t>D4-02</a:t>
                      </a:r>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lvl="0" algn="l">
                        <a:lnSpc>
                          <a:spcPct val="100000"/>
                        </a:lnSpc>
                        <a:spcBef>
                          <a:spcPts val="0"/>
                        </a:spcBef>
                        <a:spcAft>
                          <a:spcPts val="0"/>
                        </a:spcAft>
                        <a:buNone/>
                      </a:pPr>
                      <a:r>
                        <a:rPr lang="en-US" sz="1400" b="0" i="0" u="none" strike="noStrike" noProof="0">
                          <a:effectLst/>
                          <a:latin typeface="Arial"/>
                          <a:cs typeface="Arial"/>
                        </a:rPr>
                        <a:t>Attachment / image inspection on AI upload </a:t>
                      </a:r>
                      <a:endParaRPr lang="en-US" sz="1400">
                        <a:latin typeface="Arial"/>
                        <a:cs typeface="Arial"/>
                      </a:endParaRPr>
                    </a:p>
                  </a:txBody>
                  <a:tcPr marL="0" marR="0" marT="0" marB="0" anchor="ctr">
                    <a:lnL w="12700">
                      <a:solidFill>
                        <a:schemeClr val="tx1"/>
                      </a:solidFill>
                    </a:lnL>
                    <a:lnR w="12700" cap="flat" cmpd="sng" algn="ctr">
                      <a:solidFill>
                        <a:schemeClr val="tx1"/>
                      </a:solidFill>
                      <a:prstDash val="solid"/>
                      <a:round/>
                      <a:headEnd type="none" w="med" len="med"/>
                      <a:tailEnd type="none" w="med" len="med"/>
                    </a:lnR>
                    <a:lnT w="12700">
                      <a:solidFill>
                        <a:schemeClr val="tx1"/>
                      </a:solidFill>
                    </a:lnT>
                    <a:lnB w="12700">
                      <a:solidFill>
                        <a:schemeClr val="tx1"/>
                      </a:solidFill>
                    </a:lnB>
                    <a:solidFill>
                      <a:schemeClr val="bg1"/>
                    </a:solidFill>
                  </a:tcPr>
                </a:tc>
                <a:tc>
                  <a:txBody>
                    <a:bodyPr/>
                    <a:lstStyle/>
                    <a:p>
                      <a:pPr lvl="0" algn="ctr">
                        <a:lnSpc>
                          <a:spcPct val="100000"/>
                        </a:lnSpc>
                        <a:spcBef>
                          <a:spcPts val="0"/>
                        </a:spcBef>
                        <a:spcAft>
                          <a:spcPts val="0"/>
                        </a:spcAft>
                        <a:buNone/>
                      </a:pPr>
                      <a:r>
                        <a:rPr lang="en-US" sz="1200" b="0" i="0" u="none" strike="noStrike" noProof="0">
                          <a:solidFill>
                            <a:srgbClr val="000000"/>
                          </a:solidFill>
                          <a:latin typeface="Malgun Gothic"/>
                          <a:ea typeface="Malgun Gothic"/>
                          <a:cs typeface="Arial"/>
                        </a:rPr>
                        <a:t>●</a:t>
                      </a:r>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lvl="0">
                        <a:buNone/>
                      </a:pPr>
                      <a:r>
                        <a:rPr lang="en-US" sz="1100" b="0" i="0" u="none" strike="noStrike" noProof="0"/>
                        <a:t>Attachment and image filtering with OCR [1].</a:t>
                      </a:r>
                      <a:endParaRPr lang="en-US" sz="1100"/>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extLst>
                  <a:ext uri="{0D108BD9-81ED-4DB2-BD59-A6C34878D82A}">
                    <a16:rowId xmlns:a16="http://schemas.microsoft.com/office/drawing/2014/main" val="2181622584"/>
                  </a:ext>
                </a:extLst>
              </a:tr>
              <a:tr h="370840">
                <a:tc>
                  <a:txBody>
                    <a:bodyPr/>
                    <a:lstStyle/>
                    <a:p>
                      <a:pPr lvl="0" algn="l">
                        <a:lnSpc>
                          <a:spcPct val="100000"/>
                        </a:lnSpc>
                        <a:spcBef>
                          <a:spcPts val="0"/>
                        </a:spcBef>
                        <a:spcAft>
                          <a:spcPts val="0"/>
                        </a:spcAft>
                        <a:buNone/>
                      </a:pPr>
                      <a:r>
                        <a:rPr lang="en-US" sz="1400" b="0" i="0" u="none" strike="noStrike" noProof="0">
                          <a:solidFill>
                            <a:srgbClr val="000000"/>
                          </a:solidFill>
                          <a:latin typeface="Arial"/>
                          <a:cs typeface="Arial"/>
                        </a:rPr>
                        <a:t>D4-03</a:t>
                      </a:r>
                      <a:endParaRPr lang="en-US" sz="1400">
                        <a:latin typeface="Arial"/>
                        <a:cs typeface="Arial"/>
                      </a:endParaRPr>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lvl="0" algn="l">
                        <a:lnSpc>
                          <a:spcPct val="100000"/>
                        </a:lnSpc>
                        <a:spcBef>
                          <a:spcPts val="0"/>
                        </a:spcBef>
                        <a:spcAft>
                          <a:spcPts val="0"/>
                        </a:spcAft>
                        <a:buNone/>
                      </a:pPr>
                      <a:r>
                        <a:rPr lang="en-US" sz="1400" b="0" i="0" u="none" strike="noStrike" noProof="0">
                          <a:effectLst/>
                          <a:latin typeface="Arial"/>
                          <a:cs typeface="Arial"/>
                        </a:rPr>
                        <a:t>Response-side inspection &amp; filtering</a:t>
                      </a:r>
                      <a:endParaRPr lang="en-US" sz="1400">
                        <a:latin typeface="Arial"/>
                        <a:cs typeface="Arial"/>
                      </a:endParaRPr>
                    </a:p>
                  </a:txBody>
                  <a:tcPr marL="0" marR="0" marT="0" marB="0" anchor="ctr">
                    <a:lnL w="12700">
                      <a:solidFill>
                        <a:schemeClr val="tx1"/>
                      </a:solidFill>
                    </a:lnL>
                    <a:lnR w="12700" cap="flat" cmpd="sng" algn="ctr">
                      <a:solidFill>
                        <a:schemeClr val="tx1"/>
                      </a:solidFill>
                      <a:prstDash val="solid"/>
                      <a:round/>
                      <a:headEnd type="none" w="med" len="med"/>
                      <a:tailEnd type="none" w="med" len="med"/>
                    </a:lnR>
                    <a:lnT w="12700">
                      <a:solidFill>
                        <a:schemeClr val="tx1"/>
                      </a:solidFill>
                    </a:lnT>
                    <a:lnB w="12700">
                      <a:solidFill>
                        <a:schemeClr val="tx1"/>
                      </a:solidFill>
                    </a:lnB>
                    <a:solidFill>
                      <a:schemeClr val="bg1"/>
                    </a:solidFill>
                  </a:tcPr>
                </a:tc>
                <a:tc>
                  <a:txBody>
                    <a:bodyPr/>
                    <a:lstStyle/>
                    <a:p>
                      <a:endParaRPr lang="en-US" sz="1400">
                        <a:latin typeface="Arial"/>
                        <a:cs typeface="Arial"/>
                      </a:endParaRPr>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lvl="0">
                        <a:buNone/>
                      </a:pPr>
                      <a:r>
                        <a:rPr lang="en-US" sz="1100" b="0" i="0" u="none" strike="noStrike" noProof="0"/>
                        <a:t>All material describes input-side filtering </a:t>
                      </a:r>
                      <a:r>
                        <a:rPr lang="en-US" sz="1100" b="1" i="0" u="none" strike="noStrike" noProof="0"/>
                        <a:t>[need to confirm!]</a:t>
                      </a:r>
                      <a:r>
                        <a:rPr lang="en-US" sz="1100" b="0" i="0" u="none" strike="noStrike" noProof="0"/>
                        <a:t>.</a:t>
                      </a:r>
                      <a:endParaRPr lang="en-US"/>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extLst>
                  <a:ext uri="{0D108BD9-81ED-4DB2-BD59-A6C34878D82A}">
                    <a16:rowId xmlns:a16="http://schemas.microsoft.com/office/drawing/2014/main" val="903757581"/>
                  </a:ext>
                </a:extLst>
              </a:tr>
              <a:tr h="370840">
                <a:tc>
                  <a:txBody>
                    <a:bodyPr/>
                    <a:lstStyle/>
                    <a:p>
                      <a:pPr lvl="0" algn="l">
                        <a:lnSpc>
                          <a:spcPct val="100000"/>
                        </a:lnSpc>
                        <a:spcBef>
                          <a:spcPts val="0"/>
                        </a:spcBef>
                        <a:spcAft>
                          <a:spcPts val="0"/>
                        </a:spcAft>
                        <a:buNone/>
                      </a:pPr>
                      <a:r>
                        <a:rPr lang="en-US" sz="1400" b="0" i="0" u="none" strike="noStrike" noProof="0">
                          <a:solidFill>
                            <a:srgbClr val="000000"/>
                          </a:solidFill>
                          <a:latin typeface="Arial"/>
                          <a:cs typeface="Arial"/>
                        </a:rPr>
                        <a:t>D4-04</a:t>
                      </a:r>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lvl="0" algn="l">
                        <a:lnSpc>
                          <a:spcPct val="100000"/>
                        </a:lnSpc>
                        <a:spcBef>
                          <a:spcPts val="0"/>
                        </a:spcBef>
                        <a:spcAft>
                          <a:spcPts val="0"/>
                        </a:spcAft>
                        <a:buNone/>
                      </a:pPr>
                      <a:r>
                        <a:rPr lang="en-US" sz="1400" b="0" i="0" u="none" strike="noStrike" noProof="0">
                          <a:effectLst/>
                          <a:latin typeface="Arial"/>
                          <a:cs typeface="Arial"/>
                        </a:rPr>
                        <a:t>Prompt injection / jailbreak detection </a:t>
                      </a:r>
                      <a:endParaRPr lang="en-US" sz="1400">
                        <a:latin typeface="Arial"/>
                        <a:cs typeface="Arial"/>
                      </a:endParaRPr>
                    </a:p>
                  </a:txBody>
                  <a:tcPr marL="0" marR="0" marT="0" marB="0" anchor="ctr">
                    <a:lnL w="12700">
                      <a:solidFill>
                        <a:schemeClr val="tx1"/>
                      </a:solidFill>
                    </a:lnL>
                    <a:lnR w="12700" cap="flat" cmpd="sng" algn="ctr">
                      <a:solidFill>
                        <a:schemeClr val="tx1"/>
                      </a:solidFill>
                      <a:prstDash val="solid"/>
                      <a:round/>
                      <a:headEnd type="none" w="med" len="med"/>
                      <a:tailEnd type="none" w="med" len="med"/>
                    </a:lnR>
                    <a:lnT w="12700">
                      <a:solidFill>
                        <a:schemeClr val="tx1"/>
                      </a:solidFill>
                    </a:lnT>
                    <a:lnB w="12700">
                      <a:solidFill>
                        <a:schemeClr val="tx1"/>
                      </a:solidFill>
                    </a:lnB>
                    <a:solidFill>
                      <a:schemeClr val="bg1"/>
                    </a:solidFill>
                  </a:tcPr>
                </a:tc>
                <a:tc>
                  <a:txBody>
                    <a:bodyPr/>
                    <a:lstStyle/>
                    <a:p>
                      <a:pPr lvl="0" algn="ctr">
                        <a:lnSpc>
                          <a:spcPct val="100000"/>
                        </a:lnSpc>
                        <a:spcBef>
                          <a:spcPts val="0"/>
                        </a:spcBef>
                        <a:spcAft>
                          <a:spcPts val="0"/>
                        </a:spcAft>
                        <a:buNone/>
                      </a:pPr>
                      <a:r>
                        <a:rPr lang="en-US" sz="1200" b="0" i="0" u="none" strike="noStrike" noProof="0">
                          <a:solidFill>
                            <a:srgbClr val="000000"/>
                          </a:solidFill>
                          <a:latin typeface="Malgun Gothic"/>
                          <a:ea typeface="Malgun Gothic"/>
                          <a:cs typeface="Arial"/>
                        </a:rPr>
                        <a:t>●</a:t>
                      </a:r>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lvl="0">
                        <a:buNone/>
                      </a:pPr>
                      <a:r>
                        <a:rPr lang="en-US" sz="1100" b="0" i="0" u="none" strike="noStrike" noProof="0"/>
                        <a:t>Prompt-injection </a:t>
                      </a:r>
                      <a:r>
                        <a:rPr lang="en-US" sz="1100" b="0" i="0" u="none" strike="noStrike" noProof="0" err="1"/>
                        <a:t>defence</a:t>
                      </a:r>
                      <a:r>
                        <a:rPr lang="en-US" sz="1100" b="0" i="0" u="none" strike="noStrike" noProof="0"/>
                        <a:t> listed as a core function [1].</a:t>
                      </a:r>
                      <a:endParaRPr lang="en-US" sz="1100"/>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extLst>
                  <a:ext uri="{0D108BD9-81ED-4DB2-BD59-A6C34878D82A}">
                    <a16:rowId xmlns:a16="http://schemas.microsoft.com/office/drawing/2014/main" val="2970567322"/>
                  </a:ext>
                </a:extLst>
              </a:tr>
              <a:tr h="370840">
                <a:tc>
                  <a:txBody>
                    <a:bodyPr/>
                    <a:lstStyle/>
                    <a:p>
                      <a:pPr lvl="0" algn="l">
                        <a:lnSpc>
                          <a:spcPct val="100000"/>
                        </a:lnSpc>
                        <a:spcBef>
                          <a:spcPts val="0"/>
                        </a:spcBef>
                        <a:spcAft>
                          <a:spcPts val="0"/>
                        </a:spcAft>
                        <a:buNone/>
                      </a:pPr>
                      <a:r>
                        <a:rPr lang="en-US" sz="1400" b="0" i="0" u="none" strike="noStrike" noProof="0">
                          <a:solidFill>
                            <a:srgbClr val="000000"/>
                          </a:solidFill>
                          <a:latin typeface="Arial"/>
                          <a:cs typeface="Arial"/>
                        </a:rPr>
                        <a:t>D4-05</a:t>
                      </a:r>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lvl="0" algn="l">
                        <a:lnSpc>
                          <a:spcPct val="100000"/>
                        </a:lnSpc>
                        <a:spcBef>
                          <a:spcPts val="0"/>
                        </a:spcBef>
                        <a:spcAft>
                          <a:spcPts val="0"/>
                        </a:spcAft>
                        <a:buNone/>
                      </a:pPr>
                      <a:r>
                        <a:rPr lang="en-US" sz="1400" b="0" i="0" u="none" strike="noStrike" noProof="0">
                          <a:effectLst/>
                          <a:latin typeface="Arial"/>
                          <a:cs typeface="Arial"/>
                        </a:rPr>
                        <a:t>AI agent action control </a:t>
                      </a:r>
                      <a:endParaRPr lang="en-US" sz="1400">
                        <a:latin typeface="Arial"/>
                        <a:cs typeface="Arial"/>
                      </a:endParaRPr>
                    </a:p>
                  </a:txBody>
                  <a:tcPr marL="0" marR="0" marT="0" marB="0" anchor="ctr">
                    <a:lnL w="12700">
                      <a:solidFill>
                        <a:schemeClr val="tx1"/>
                      </a:solidFill>
                    </a:lnL>
                    <a:lnR w="12700" cap="flat" cmpd="sng" algn="ctr">
                      <a:solidFill>
                        <a:schemeClr val="tx1"/>
                      </a:solidFill>
                      <a:prstDash val="solid"/>
                      <a:round/>
                      <a:headEnd type="none" w="med" len="med"/>
                      <a:tailEnd type="none" w="med" len="med"/>
                    </a:lnR>
                    <a:lnT w="12700">
                      <a:solidFill>
                        <a:schemeClr val="tx1"/>
                      </a:solidFill>
                    </a:lnT>
                    <a:lnB w="12700">
                      <a:solidFill>
                        <a:schemeClr val="tx1"/>
                      </a:solidFill>
                    </a:lnB>
                    <a:solidFill>
                      <a:schemeClr val="bg1"/>
                    </a:solidFill>
                  </a:tcPr>
                </a:tc>
                <a:tc>
                  <a:txBody>
                    <a:bodyPr/>
                    <a:lstStyle/>
                    <a:p>
                      <a:pPr lvl="0" algn="ctr">
                        <a:lnSpc>
                          <a:spcPct val="100000"/>
                        </a:lnSpc>
                        <a:spcBef>
                          <a:spcPts val="0"/>
                        </a:spcBef>
                        <a:spcAft>
                          <a:spcPts val="0"/>
                        </a:spcAft>
                        <a:buNone/>
                      </a:pPr>
                      <a:r>
                        <a:rPr lang="en-US" sz="1200" b="0" i="0" u="none" strike="noStrike" noProof="0">
                          <a:solidFill>
                            <a:srgbClr val="000000"/>
                          </a:solidFill>
                          <a:latin typeface="Malgun Gothic"/>
                          <a:ea typeface="Malgun Gothic"/>
                          <a:cs typeface="Arial"/>
                        </a:rPr>
                        <a:t>◐</a:t>
                      </a:r>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lvl="0">
                        <a:buNone/>
                      </a:pPr>
                      <a:r>
                        <a:rPr lang="en-US" sz="1100" b="0" i="0" u="none" strike="noStrike" noProof="0"/>
                        <a:t>Coverage of agentic tools (Claude Code, Claude Cowork, Codex, Cursor) at prompt level; no action-level (file/command) control documented [1], [2].</a:t>
                      </a:r>
                      <a:endParaRPr lang="en-US" sz="1100"/>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extLst>
                  <a:ext uri="{0D108BD9-81ED-4DB2-BD59-A6C34878D82A}">
                    <a16:rowId xmlns:a16="http://schemas.microsoft.com/office/drawing/2014/main" val="3874896899"/>
                  </a:ext>
                </a:extLst>
              </a:tr>
              <a:tr h="370840">
                <a:tc>
                  <a:txBody>
                    <a:bodyPr/>
                    <a:lstStyle/>
                    <a:p>
                      <a:pPr lvl="0" algn="l">
                        <a:lnSpc>
                          <a:spcPct val="100000"/>
                        </a:lnSpc>
                        <a:spcBef>
                          <a:spcPts val="0"/>
                        </a:spcBef>
                        <a:spcAft>
                          <a:spcPts val="0"/>
                        </a:spcAft>
                        <a:buNone/>
                      </a:pPr>
                      <a:r>
                        <a:rPr lang="en-US" sz="1400" b="0" i="0" u="none" strike="noStrike" noProof="0">
                          <a:solidFill>
                            <a:srgbClr val="000000"/>
                          </a:solidFill>
                          <a:latin typeface="Arial"/>
                          <a:cs typeface="Arial"/>
                        </a:rPr>
                        <a:t>D4-06</a:t>
                      </a:r>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lvl="0" algn="l">
                        <a:lnSpc>
                          <a:spcPct val="100000"/>
                        </a:lnSpc>
                        <a:spcBef>
                          <a:spcPts val="0"/>
                        </a:spcBef>
                        <a:spcAft>
                          <a:spcPts val="0"/>
                        </a:spcAft>
                        <a:buNone/>
                      </a:pPr>
                      <a:r>
                        <a:rPr lang="en-US" sz="1400" b="0" i="0" u="none" strike="noStrike" noProof="0">
                          <a:effectLst/>
                          <a:latin typeface="Arial"/>
                          <a:cs typeface="Arial"/>
                        </a:rPr>
                        <a:t>Enforcement off corporate network</a:t>
                      </a:r>
                      <a:endParaRPr lang="en-US" sz="1400">
                        <a:latin typeface="Arial"/>
                        <a:cs typeface="Arial"/>
                      </a:endParaRPr>
                    </a:p>
                  </a:txBody>
                  <a:tcPr marL="0" marR="0" marT="0" marB="0" anchor="ctr">
                    <a:lnL w="12700">
                      <a:solidFill>
                        <a:schemeClr val="tx1"/>
                      </a:solidFill>
                    </a:lnL>
                    <a:lnR w="12700" cap="flat" cmpd="sng" algn="ctr">
                      <a:solidFill>
                        <a:schemeClr val="tx1"/>
                      </a:solidFill>
                      <a:prstDash val="solid"/>
                      <a:round/>
                      <a:headEnd type="none" w="med" len="med"/>
                      <a:tailEnd type="none" w="med" len="med"/>
                    </a:lnR>
                    <a:lnT w="12700">
                      <a:solidFill>
                        <a:schemeClr val="tx1"/>
                      </a:solidFill>
                    </a:lnT>
                    <a:lnB w="12700">
                      <a:solidFill>
                        <a:schemeClr val="tx1"/>
                      </a:solidFill>
                    </a:lnB>
                    <a:solidFill>
                      <a:schemeClr val="bg1"/>
                    </a:solidFill>
                  </a:tcPr>
                </a:tc>
                <a:tc>
                  <a:txBody>
                    <a:bodyPr/>
                    <a:lstStyle/>
                    <a:p>
                      <a:pPr lvl="0" algn="ctr">
                        <a:lnSpc>
                          <a:spcPct val="100000"/>
                        </a:lnSpc>
                        <a:spcBef>
                          <a:spcPts val="0"/>
                        </a:spcBef>
                        <a:spcAft>
                          <a:spcPts val="0"/>
                        </a:spcAft>
                        <a:buNone/>
                      </a:pPr>
                      <a:r>
                        <a:rPr lang="en-US" sz="1200" b="0" i="0" u="none" strike="noStrike" noProof="0">
                          <a:solidFill>
                            <a:srgbClr val="000000"/>
                          </a:solidFill>
                          <a:latin typeface="Malgun Gothic"/>
                          <a:ea typeface="Malgun Gothic"/>
                          <a:cs typeface="Arial"/>
                        </a:rPr>
                        <a:t>◐</a:t>
                      </a:r>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lvl="0">
                        <a:buNone/>
                      </a:pPr>
                      <a:r>
                        <a:rPr lang="en-US" sz="1100" b="0" i="0" u="none" strike="noStrike" noProof="0"/>
                        <a:t>Proxy architecture; SaaS option exists, but off-network enforcement depends on routing traffic through the proxy </a:t>
                      </a:r>
                      <a:r>
                        <a:rPr lang="en-US" sz="1100" b="1" i="0" u="none" strike="noStrike" noProof="0"/>
                        <a:t>[need to confirm!]</a:t>
                      </a:r>
                      <a:r>
                        <a:rPr lang="en-US" sz="1100" b="0" i="0" u="none" strike="noStrike" noProof="0"/>
                        <a:t>. [1]</a:t>
                      </a:r>
                      <a:endParaRPr lang="en-US" sz="1100"/>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extLst>
                  <a:ext uri="{0D108BD9-81ED-4DB2-BD59-A6C34878D82A}">
                    <a16:rowId xmlns:a16="http://schemas.microsoft.com/office/drawing/2014/main" val="463752911"/>
                  </a:ext>
                </a:extLst>
              </a:tr>
              <a:tr h="365125">
                <a:tc>
                  <a:txBody>
                    <a:bodyPr/>
                    <a:lstStyle/>
                    <a:p>
                      <a:pPr lvl="0" algn="l">
                        <a:lnSpc>
                          <a:spcPct val="100000"/>
                        </a:lnSpc>
                        <a:spcBef>
                          <a:spcPts val="0"/>
                        </a:spcBef>
                        <a:spcAft>
                          <a:spcPts val="0"/>
                        </a:spcAft>
                        <a:buNone/>
                      </a:pPr>
                      <a:r>
                        <a:rPr lang="en-US" sz="1400" b="0" i="0" u="none" strike="noStrike" noProof="0">
                          <a:solidFill>
                            <a:srgbClr val="000000"/>
                          </a:solidFill>
                          <a:latin typeface="Arial"/>
                          <a:cs typeface="Arial"/>
                        </a:rPr>
                        <a:t>D4-07</a:t>
                      </a:r>
                    </a:p>
                  </a:txBody>
                  <a:tcP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solidFill>
                      <a:schemeClr val="bg1"/>
                    </a:solidFill>
                  </a:tcPr>
                </a:tc>
                <a:tc>
                  <a:txBody>
                    <a:bodyPr/>
                    <a:lstStyle/>
                    <a:p>
                      <a:pPr lvl="0" algn="l">
                        <a:lnSpc>
                          <a:spcPct val="100000"/>
                        </a:lnSpc>
                        <a:spcBef>
                          <a:spcPts val="0"/>
                        </a:spcBef>
                        <a:spcAft>
                          <a:spcPts val="0"/>
                        </a:spcAft>
                        <a:buNone/>
                      </a:pPr>
                      <a:r>
                        <a:rPr lang="en-US" sz="1400" b="0" i="0" u="none" strike="noStrike" noProof="0">
                          <a:effectLst/>
                          <a:latin typeface="Arial"/>
                          <a:cs typeface="Arial"/>
                        </a:rPr>
                        <a:t>AI service coverage breadth </a:t>
                      </a:r>
                      <a:endParaRPr lang="en-US" sz="1400">
                        <a:latin typeface="Arial"/>
                        <a:cs typeface="Arial"/>
                      </a:endParaRPr>
                    </a:p>
                  </a:txBody>
                  <a:tcPr marL="0" marR="0" marT="0" marB="0" anchor="ctr">
                    <a:lnL w="12700">
                      <a:solidFill>
                        <a:schemeClr val="tx1"/>
                      </a:solidFill>
                    </a:lnL>
                    <a:lnR w="12700" cap="flat" cmpd="sng" algn="ctr">
                      <a:solidFill>
                        <a:schemeClr val="tx1"/>
                      </a:solidFill>
                      <a:prstDash val="solid"/>
                      <a:round/>
                      <a:headEnd type="none" w="med" len="med"/>
                      <a:tailEnd type="none" w="med" len="med"/>
                    </a:lnR>
                    <a:lnT w="12700">
                      <a:solidFill>
                        <a:schemeClr val="tx1"/>
                      </a:solidFill>
                    </a:lnT>
                    <a:lnB w="12700">
                      <a:solidFill>
                        <a:schemeClr val="tx1"/>
                      </a:solidFill>
                    </a:lnB>
                    <a:solidFill>
                      <a:schemeClr val="bg1"/>
                    </a:solidFill>
                  </a:tcPr>
                </a:tc>
                <a:tc>
                  <a:txBody>
                    <a:bodyPr/>
                    <a:lstStyle/>
                    <a:p>
                      <a:pPr lvl="0" algn="ctr">
                        <a:lnSpc>
                          <a:spcPct val="100000"/>
                        </a:lnSpc>
                        <a:spcBef>
                          <a:spcPts val="0"/>
                        </a:spcBef>
                        <a:spcAft>
                          <a:spcPts val="0"/>
                        </a:spcAft>
                        <a:buNone/>
                      </a:pPr>
                      <a:r>
                        <a:rPr lang="en-US" sz="1200" b="0" i="0" u="none" strike="noStrike" noProof="0">
                          <a:solidFill>
                            <a:srgbClr val="000000"/>
                          </a:solidFill>
                          <a:latin typeface="Malgun Gothic"/>
                          <a:ea typeface="Malgun Gothic"/>
                          <a:cs typeface="Arial"/>
                        </a:rPr>
                        <a:t>●</a:t>
                      </a:r>
                    </a:p>
                  </a:txBody>
                  <a:tcP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solidFill>
                      <a:schemeClr val="bg1"/>
                    </a:solidFill>
                  </a:tcPr>
                </a:tc>
                <a:tc>
                  <a:txBody>
                    <a:bodyPr/>
                    <a:lstStyle/>
                    <a:p>
                      <a:pPr lvl="0">
                        <a:buNone/>
                      </a:pPr>
                      <a:r>
                        <a:rPr lang="en-US" sz="1100" b="0" i="0" u="none" strike="noStrike" noProof="0"/>
                        <a:t>~16 listed: ChatGPT, Codex, Gemini, Gemini Enterprise, Google AI Mode, Claude, Claude Code, Claude Cowork, Copilot, M365 Copilot, GitHub Copilot, Cursor, Perplexity, </a:t>
                      </a:r>
                      <a:r>
                        <a:rPr lang="en-US" sz="1100" b="0" i="0" u="none" strike="noStrike" noProof="0" err="1"/>
                        <a:t>Wrks</a:t>
                      </a:r>
                      <a:r>
                        <a:rPr lang="en-US" sz="1100" b="0" i="0" u="none" strike="noStrike" noProof="0"/>
                        <a:t> AI, </a:t>
                      </a:r>
                      <a:r>
                        <a:rPr lang="en-US" sz="1100" b="0" i="0" u="none" strike="noStrike" noProof="0" err="1"/>
                        <a:t>MiriCanvas</a:t>
                      </a:r>
                      <a:r>
                        <a:rPr lang="en-US" sz="1100" b="0" i="0" u="none" strike="noStrike" noProof="0"/>
                        <a:t>, private LLM [1].</a:t>
                      </a:r>
                      <a:endParaRPr lang="en-US" sz="1100"/>
                    </a:p>
                  </a:txBody>
                  <a:tcP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38253598"/>
                  </a:ext>
                </a:extLst>
              </a:tr>
              <a:tr h="365125">
                <a:tc>
                  <a:txBody>
                    <a:bodyPr/>
                    <a:lstStyle/>
                    <a:p>
                      <a:pPr lvl="0" algn="l">
                        <a:lnSpc>
                          <a:spcPct val="100000"/>
                        </a:lnSpc>
                        <a:spcBef>
                          <a:spcPts val="0"/>
                        </a:spcBef>
                        <a:spcAft>
                          <a:spcPts val="0"/>
                        </a:spcAft>
                        <a:buNone/>
                      </a:pPr>
                      <a:r>
                        <a:rPr lang="en-US" sz="1400" b="0" i="0" u="none" strike="noStrike" noProof="0">
                          <a:solidFill>
                            <a:srgbClr val="000000"/>
                          </a:solidFill>
                          <a:latin typeface="Arial"/>
                          <a:cs typeface="Arial"/>
                        </a:rPr>
                        <a:t>D4-08</a:t>
                      </a:r>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lvl="0" algn="l">
                        <a:lnSpc>
                          <a:spcPct val="100000"/>
                        </a:lnSpc>
                        <a:spcBef>
                          <a:spcPts val="0"/>
                        </a:spcBef>
                        <a:spcAft>
                          <a:spcPts val="0"/>
                        </a:spcAft>
                        <a:buNone/>
                      </a:pPr>
                      <a:r>
                        <a:rPr lang="en-US" sz="1400" b="0" i="0" u="none" strike="noStrike" noProof="0">
                          <a:effectLst/>
                          <a:latin typeface="Arial"/>
                          <a:cs typeface="Arial"/>
                        </a:rPr>
                        <a:t>Shadow-AI discovery &amp; access control </a:t>
                      </a:r>
                      <a:endParaRPr lang="en-US" sz="1400">
                        <a:latin typeface="Arial"/>
                        <a:cs typeface="Arial"/>
                      </a:endParaRPr>
                    </a:p>
                  </a:txBody>
                  <a:tcPr marL="0" marR="0" marT="0" marB="0" anchor="ctr">
                    <a:lnL w="12700">
                      <a:solidFill>
                        <a:schemeClr val="tx1"/>
                      </a:solidFill>
                    </a:lnL>
                    <a:lnR w="12700" cap="flat" cmpd="sng" algn="ctr">
                      <a:solidFill>
                        <a:schemeClr val="tx1"/>
                      </a:solidFill>
                      <a:prstDash val="solid"/>
                      <a:round/>
                      <a:headEnd type="none" w="med" len="med"/>
                      <a:tailEnd type="none" w="med" len="med"/>
                    </a:lnR>
                    <a:lnT w="12700">
                      <a:solidFill>
                        <a:schemeClr val="tx1"/>
                      </a:solidFill>
                    </a:lnT>
                    <a:lnB w="12700">
                      <a:solidFill>
                        <a:schemeClr val="tx1"/>
                      </a:solidFill>
                    </a:lnB>
                    <a:solidFill>
                      <a:schemeClr val="bg1"/>
                    </a:solidFill>
                  </a:tcPr>
                </a:tc>
                <a:tc>
                  <a:txBody>
                    <a:bodyPr/>
                    <a:lstStyle/>
                    <a:p>
                      <a:pPr lvl="0">
                        <a:buNone/>
                      </a:pPr>
                      <a:endParaRPr lang="en-US" sz="1400">
                        <a:latin typeface="Arial"/>
                        <a:cs typeface="Arial"/>
                      </a:endParaRPr>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lvl="0">
                        <a:buNone/>
                      </a:pPr>
                      <a:r>
                        <a:rPr lang="en-US" sz="1100" b="0" i="0" u="none" strike="noStrike" noProof="0"/>
                        <a:t>Token-usage visibility is for proxied services [1].</a:t>
                      </a:r>
                      <a:endParaRPr lang="en-US"/>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extLst>
                  <a:ext uri="{0D108BD9-81ED-4DB2-BD59-A6C34878D82A}">
                    <a16:rowId xmlns:a16="http://schemas.microsoft.com/office/drawing/2014/main" val="2034492820"/>
                  </a:ext>
                </a:extLst>
              </a:tr>
              <a:tr h="365125">
                <a:tc>
                  <a:txBody>
                    <a:bodyPr/>
                    <a:lstStyle/>
                    <a:p>
                      <a:pPr lvl="0" algn="l">
                        <a:lnSpc>
                          <a:spcPct val="100000"/>
                        </a:lnSpc>
                        <a:spcBef>
                          <a:spcPts val="0"/>
                        </a:spcBef>
                        <a:spcAft>
                          <a:spcPts val="0"/>
                        </a:spcAft>
                        <a:buNone/>
                      </a:pPr>
                      <a:r>
                        <a:rPr lang="en-US" sz="1400" b="0" i="0" u="none" strike="noStrike" noProof="0">
                          <a:solidFill>
                            <a:srgbClr val="000000"/>
                          </a:solidFill>
                          <a:latin typeface="Arial"/>
                          <a:cs typeface="Arial"/>
                        </a:rPr>
                        <a:t>D4-09</a:t>
                      </a:r>
                    </a:p>
                  </a:txBody>
                  <a:tcP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solidFill>
                      <a:schemeClr val="bg1"/>
                    </a:solidFill>
                  </a:tcPr>
                </a:tc>
                <a:tc>
                  <a:txBody>
                    <a:bodyPr/>
                    <a:lstStyle/>
                    <a:p>
                      <a:pPr lvl="0" algn="l">
                        <a:lnSpc>
                          <a:spcPct val="100000"/>
                        </a:lnSpc>
                        <a:spcBef>
                          <a:spcPts val="0"/>
                        </a:spcBef>
                        <a:spcAft>
                          <a:spcPts val="0"/>
                        </a:spcAft>
                        <a:buNone/>
                      </a:pPr>
                      <a:r>
                        <a:rPr lang="en-US" sz="1400" b="0" i="0" u="none" strike="noStrike" noProof="0">
                          <a:effectLst/>
                          <a:latin typeface="Arial"/>
                          <a:cs typeface="Arial"/>
                        </a:rPr>
                        <a:t>Usage governance (dept / time / budget) </a:t>
                      </a:r>
                      <a:endParaRPr lang="en-US" sz="1400">
                        <a:latin typeface="Arial"/>
                        <a:cs typeface="Arial"/>
                      </a:endParaRPr>
                    </a:p>
                  </a:txBody>
                  <a:tcPr marL="0" marR="0" marT="0" marB="0" anchor="ctr">
                    <a:lnL w="12700">
                      <a:solidFill>
                        <a:schemeClr val="tx1"/>
                      </a:solidFill>
                    </a:lnL>
                    <a:lnR w="12700" cap="flat" cmpd="sng" algn="ctr">
                      <a:solidFill>
                        <a:schemeClr val="tx1"/>
                      </a:solidFill>
                      <a:prstDash val="solid"/>
                      <a:round/>
                      <a:headEnd type="none" w="med" len="med"/>
                      <a:tailEnd type="none" w="med" len="med"/>
                    </a:lnR>
                    <a:lnT w="12700">
                      <a:solidFill>
                        <a:schemeClr val="tx1"/>
                      </a:solidFill>
                    </a:lnT>
                    <a:lnB w="12700" cap="flat" cmpd="sng" algn="ctr">
                      <a:solidFill>
                        <a:schemeClr val="tx1"/>
                      </a:solidFill>
                      <a:prstDash val="solid"/>
                      <a:round/>
                      <a:headEnd type="none" w="med" len="med"/>
                      <a:tailEnd type="none" w="med" len="med"/>
                    </a:lnB>
                    <a:solidFill>
                      <a:schemeClr val="bg1"/>
                    </a:solidFill>
                  </a:tcPr>
                </a:tc>
                <a:tc>
                  <a:txBody>
                    <a:bodyPr/>
                    <a:lstStyle/>
                    <a:p>
                      <a:pPr lvl="0" algn="ctr">
                        <a:lnSpc>
                          <a:spcPct val="100000"/>
                        </a:lnSpc>
                        <a:spcBef>
                          <a:spcPts val="0"/>
                        </a:spcBef>
                        <a:spcAft>
                          <a:spcPts val="0"/>
                        </a:spcAft>
                        <a:buNone/>
                      </a:pPr>
                      <a:r>
                        <a:rPr lang="en-US" sz="1200" b="0" i="0" u="none" strike="noStrike" noProof="0">
                          <a:solidFill>
                            <a:srgbClr val="000000"/>
                          </a:solidFill>
                          <a:latin typeface="Malgun Gothic"/>
                          <a:ea typeface="Malgun Gothic"/>
                          <a:cs typeface="Arial"/>
                        </a:rPr>
                        <a:t>◐</a:t>
                      </a:r>
                    </a:p>
                  </a:txBody>
                  <a:tcP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solidFill>
                      <a:schemeClr val="bg1"/>
                    </a:solidFill>
                  </a:tcPr>
                </a:tc>
                <a:tc>
                  <a:txBody>
                    <a:bodyPr/>
                    <a:lstStyle/>
                    <a:p>
                      <a:pPr lvl="0">
                        <a:buNone/>
                      </a:pPr>
                      <a:r>
                        <a:rPr lang="en-US" sz="1100" b="0" i="0" u="none" strike="noStrike" noProof="0"/>
                        <a:t>Dept/user-level policies, group prompt-writing rules, AI token usage visibility; budget caps not documented [1].</a:t>
                      </a:r>
                      <a:endParaRPr lang="en-US" sz="1100"/>
                    </a:p>
                  </a:txBody>
                  <a:tcP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581998811"/>
                  </a:ext>
                </a:extLst>
              </a:tr>
              <a:tr h="365125">
                <a:tc>
                  <a:txBody>
                    <a:bodyPr/>
                    <a:lstStyle/>
                    <a:p>
                      <a:pPr lvl="0" algn="l">
                        <a:lnSpc>
                          <a:spcPct val="100000"/>
                        </a:lnSpc>
                        <a:spcBef>
                          <a:spcPts val="0"/>
                        </a:spcBef>
                        <a:spcAft>
                          <a:spcPts val="0"/>
                        </a:spcAft>
                        <a:buNone/>
                      </a:pPr>
                      <a:r>
                        <a:rPr lang="en-US" sz="1400" b="0" i="0" u="none" strike="noStrike" noProof="0">
                          <a:solidFill>
                            <a:srgbClr val="000000"/>
                          </a:solidFill>
                          <a:latin typeface="Arial"/>
                          <a:cs typeface="Arial"/>
                        </a:rPr>
                        <a:t>D4-10</a:t>
                      </a:r>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lvl="0" algn="l">
                        <a:lnSpc>
                          <a:spcPct val="100000"/>
                        </a:lnSpc>
                        <a:spcBef>
                          <a:spcPts val="0"/>
                        </a:spcBef>
                        <a:spcAft>
                          <a:spcPts val="0"/>
                        </a:spcAft>
                        <a:buNone/>
                      </a:pPr>
                      <a:r>
                        <a:rPr lang="en-US" sz="1400" b="0" i="0" u="none" strike="noStrike" noProof="0">
                          <a:effectLst/>
                          <a:latin typeface="Arial"/>
                          <a:cs typeface="Arial"/>
                        </a:rPr>
                        <a:t>Full prompt + response audit log </a:t>
                      </a:r>
                      <a:endParaRPr lang="en-US" sz="1400">
                        <a:latin typeface="Arial"/>
                        <a:cs typeface="Arial"/>
                      </a:endParaRPr>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lvl="0" algn="ctr">
                        <a:lnSpc>
                          <a:spcPct val="100000"/>
                        </a:lnSpc>
                        <a:spcBef>
                          <a:spcPts val="0"/>
                        </a:spcBef>
                        <a:spcAft>
                          <a:spcPts val="0"/>
                        </a:spcAft>
                        <a:buNone/>
                      </a:pPr>
                      <a:r>
                        <a:rPr lang="en-US" sz="1200" b="0" i="0" u="none" strike="noStrike" noProof="0">
                          <a:solidFill>
                            <a:srgbClr val="000000"/>
                          </a:solidFill>
                          <a:latin typeface="Malgun Gothic"/>
                          <a:ea typeface="Malgun Gothic"/>
                          <a:cs typeface="Arial"/>
                        </a:rPr>
                        <a:t>◐</a:t>
                      </a:r>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lvl="0">
                        <a:buNone/>
                      </a:pPr>
                      <a:r>
                        <a:rPr lang="en-US" sz="1100" b="0" i="0" u="none" strike="noStrike" noProof="0"/>
                        <a:t>Full prompt log view plus block logs; response logging not documented [1].</a:t>
                      </a:r>
                      <a:endParaRPr lang="en-US" sz="1100"/>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extLst>
                  <a:ext uri="{0D108BD9-81ED-4DB2-BD59-A6C34878D82A}">
                    <a16:rowId xmlns:a16="http://schemas.microsoft.com/office/drawing/2014/main" val="4068000640"/>
                  </a:ext>
                </a:extLst>
              </a:tr>
            </a:tbl>
          </a:graphicData>
        </a:graphic>
      </p:graphicFrame>
    </p:spTree>
    <p:extLst>
      <p:ext uri="{BB962C8B-B14F-4D97-AF65-F5344CB8AC3E}">
        <p14:creationId xmlns:p14="http://schemas.microsoft.com/office/powerpoint/2010/main" val="88904738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84AE97-00C9-1E8D-1E11-7D18922DE554}"/>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105BC51-A24E-D0FC-4731-0F1440654D01}"/>
              </a:ext>
            </a:extLst>
          </p:cNvPr>
          <p:cNvSpPr>
            <a:spLocks noGrp="1"/>
          </p:cNvSpPr>
          <p:nvPr>
            <p:ph type="sldNum" sz="quarter" idx="4"/>
          </p:nvPr>
        </p:nvSpPr>
        <p:spPr/>
        <p:txBody>
          <a:bodyPr/>
          <a:lstStyle/>
          <a:p>
            <a:fld id="{4EA1E582-E1CC-4474-812F-1657BC5920B7}" type="slidenum">
              <a:rPr lang="ko-KR" altLang="en-US" smtClean="0"/>
              <a:t>49</a:t>
            </a:fld>
            <a:endParaRPr lang="ko-KR" altLang="en-US"/>
          </a:p>
        </p:txBody>
      </p:sp>
      <p:sp>
        <p:nvSpPr>
          <p:cNvPr id="5" name="Text Placeholder 4">
            <a:extLst>
              <a:ext uri="{FF2B5EF4-FFF2-40B4-BE49-F238E27FC236}">
                <a16:creationId xmlns:a16="http://schemas.microsoft.com/office/drawing/2014/main" id="{ECF2D364-E472-B715-BDEA-8570E342345F}"/>
              </a:ext>
            </a:extLst>
          </p:cNvPr>
          <p:cNvSpPr>
            <a:spLocks noGrp="1"/>
          </p:cNvSpPr>
          <p:nvPr>
            <p:ph type="body" sz="quarter" idx="11"/>
          </p:nvPr>
        </p:nvSpPr>
        <p:spPr/>
        <p:txBody>
          <a:bodyPr lIns="91440" tIns="45720" rIns="91440" bIns="45720" anchor="ctr" anchorCtr="0"/>
          <a:lstStyle/>
          <a:p>
            <a:r>
              <a:rPr lang="en-US">
                <a:latin typeface="KoPub돋움체 Bold"/>
                <a:ea typeface="KoPub돋움체 Bold"/>
              </a:rPr>
              <a:t>D5 – Ops &amp; Deployment</a:t>
            </a:r>
            <a:endParaRPr lang="en-US" b="0">
              <a:latin typeface="KoPub돋움체 Bold"/>
              <a:ea typeface="KoPub돋움체 Bold"/>
            </a:endParaRPr>
          </a:p>
        </p:txBody>
      </p:sp>
      <p:sp>
        <p:nvSpPr>
          <p:cNvPr id="7" name="제목 3">
            <a:extLst>
              <a:ext uri="{FF2B5EF4-FFF2-40B4-BE49-F238E27FC236}">
                <a16:creationId xmlns:a16="http://schemas.microsoft.com/office/drawing/2014/main" id="{19594DF5-3013-5633-52BC-6C6D8DEBA89D}"/>
              </a:ext>
            </a:extLst>
          </p:cNvPr>
          <p:cNvSpPr txBox="1">
            <a:spLocks/>
          </p:cNvSpPr>
          <p:nvPr/>
        </p:nvSpPr>
        <p:spPr>
          <a:xfrm>
            <a:off x="286194" y="265704"/>
            <a:ext cx="10666268" cy="464670"/>
          </a:xfrm>
          <a:prstGeom prst="rect">
            <a:avLst/>
          </a:prstGeom>
        </p:spPr>
        <p:txBody>
          <a:bodyPr lIns="91440" tIns="45720" rIns="91440" bIns="45720" anchor="ctr" anchorCtr="0"/>
          <a:lstStyle>
            <a:lvl1pPr algn="l" rtl="0" eaLnBrk="1" fontAlgn="base" latinLnBrk="1" hangingPunct="1">
              <a:spcBef>
                <a:spcPct val="0"/>
              </a:spcBef>
              <a:spcAft>
                <a:spcPct val="0"/>
              </a:spcAft>
              <a:defRPr lang="ko-KR" altLang="en-US" sz="2400" b="1" kern="1200" baseline="0" dirty="0">
                <a:ln>
                  <a:solidFill>
                    <a:schemeClr val="accent1">
                      <a:alpha val="0"/>
                    </a:schemeClr>
                  </a:solidFill>
                </a:ln>
                <a:solidFill>
                  <a:srgbClr val="144772"/>
                </a:solidFill>
                <a:effectLst>
                  <a:glow rad="127000">
                    <a:schemeClr val="bg1"/>
                  </a:glow>
                  <a:outerShdw blurRad="38100" dist="38100" dir="2700000" algn="tl" rotWithShape="0">
                    <a:prstClr val="black">
                      <a:alpha val="40000"/>
                    </a:prstClr>
                  </a:outerShdw>
                </a:effectLst>
                <a:latin typeface="Pretendard Black" panose="02000A03000000020004" pitchFamily="50" charset="-127"/>
                <a:ea typeface="Pretendard Black" panose="02000A03000000020004" pitchFamily="50" charset="-127"/>
                <a:cs typeface="Pretendard Black" panose="02000A03000000020004" pitchFamily="50" charset="-127"/>
              </a:defRPr>
            </a:lvl1pPr>
            <a:lvl2pPr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2pPr>
            <a:lvl3pPr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3pPr>
            <a:lvl4pPr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4pPr>
            <a:lvl5pPr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5pPr>
            <a:lvl6pPr marL="457200"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6pPr>
            <a:lvl7pPr marL="914400"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7pPr>
            <a:lvl8pPr marL="1371600"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8pPr>
            <a:lvl9pPr marL="1828800"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9pPr>
          </a:lstStyle>
          <a:p>
            <a:r>
              <a:rPr lang="ko-KR" err="1">
                <a:ln>
                  <a:solidFill>
                    <a:srgbClr val="4F81BD">
                      <a:alpha val="0"/>
                    </a:srgbClr>
                  </a:solidFill>
                </a:ln>
                <a:effectLst>
                  <a:glow rad="127000">
                    <a:prstClr val="white"/>
                  </a:glow>
                  <a:outerShdw blurRad="38100" dist="38100" dir="2700000" algn="tl" rotWithShape="0">
                    <a:prstClr val="black">
                      <a:alpha val="40000"/>
                    </a:prstClr>
                  </a:outerShdw>
                </a:effectLst>
                <a:latin typeface="Arial"/>
                <a:ea typeface="Pretendard Black"/>
                <a:cs typeface="Arial"/>
              </a:rPr>
              <a:t>컴트루</a:t>
            </a:r>
            <a:r>
              <a:rPr lang="ko-KR">
                <a:ln>
                  <a:solidFill>
                    <a:srgbClr val="4F81BD">
                      <a:alpha val="0"/>
                    </a:srgbClr>
                  </a:solidFill>
                </a:ln>
                <a:effectLst>
                  <a:glow rad="127000">
                    <a:prstClr val="white"/>
                  </a:glow>
                  <a:outerShdw blurRad="38100" dist="38100" dir="2700000" algn="tl" rotWithShape="0">
                    <a:prstClr val="black">
                      <a:alpha val="40000"/>
                    </a:prstClr>
                  </a:outerShdw>
                </a:effectLst>
                <a:latin typeface="Arial"/>
                <a:ea typeface="Pretendard Black"/>
                <a:cs typeface="Arial"/>
              </a:rPr>
              <a:t> </a:t>
            </a:r>
            <a:r>
              <a:rPr lang="ko-KR" altLang="en-US">
                <a:ln>
                  <a:solidFill>
                    <a:srgbClr val="4F81BD">
                      <a:alpha val="0"/>
                    </a:srgbClr>
                  </a:solidFill>
                </a:ln>
                <a:effectLst>
                  <a:glow rad="127000">
                    <a:prstClr val="white"/>
                  </a:glow>
                  <a:outerShdw blurRad="38100" dist="38100" dir="2700000" algn="tl" rotWithShape="0">
                    <a:prstClr val="black">
                      <a:alpha val="40000"/>
                    </a:prstClr>
                  </a:outerShdw>
                </a:effectLst>
                <a:latin typeface="Arial"/>
                <a:ea typeface="Pretendard Black"/>
                <a:cs typeface="Arial"/>
              </a:rPr>
              <a:t>(</a:t>
            </a:r>
            <a:r>
              <a:rPr lang="ko-KR" altLang="en-US" err="1">
                <a:ln>
                  <a:solidFill>
                    <a:srgbClr val="4F81BD">
                      <a:alpha val="0"/>
                    </a:srgbClr>
                  </a:solidFill>
                </a:ln>
                <a:effectLst>
                  <a:glow rad="127000">
                    <a:prstClr val="white"/>
                  </a:glow>
                  <a:outerShdw blurRad="38100" dist="38100" dir="2700000" algn="tl" rotWithShape="0">
                    <a:prstClr val="black">
                      <a:alpha val="40000"/>
                    </a:prstClr>
                  </a:outerShdw>
                </a:effectLst>
                <a:latin typeface="Arial"/>
                <a:ea typeface="Pretendard Black"/>
              </a:rPr>
              <a:t>Alta</a:t>
            </a:r>
            <a:r>
              <a:rPr lang="ko-KR" altLang="en-US">
                <a:ln>
                  <a:solidFill>
                    <a:srgbClr val="4F81BD">
                      <a:alpha val="0"/>
                    </a:srgbClr>
                  </a:solidFill>
                </a:ln>
                <a:effectLst>
                  <a:glow rad="127000">
                    <a:prstClr val="white"/>
                  </a:glow>
                  <a:outerShdw blurRad="38100" dist="38100" dir="2700000" algn="tl" rotWithShape="0">
                    <a:prstClr val="black">
                      <a:alpha val="40000"/>
                    </a:prstClr>
                  </a:outerShdw>
                </a:effectLst>
                <a:latin typeface="Arial"/>
                <a:ea typeface="Pretendard Black"/>
              </a:rPr>
              <a:t>)</a:t>
            </a:r>
            <a:endParaRPr lang="en-US" altLang="ko-KR">
              <a:ln>
                <a:solidFill>
                  <a:srgbClr val="4F81BD">
                    <a:alpha val="0"/>
                  </a:srgbClr>
                </a:solidFill>
              </a:ln>
              <a:effectLst>
                <a:glow rad="127000">
                  <a:prstClr val="white"/>
                </a:glow>
                <a:outerShdw blurRad="38100" dist="38100" dir="2700000" algn="tl" rotWithShape="0">
                  <a:prstClr val="black">
                    <a:alpha val="40000"/>
                  </a:prstClr>
                </a:outerShdw>
              </a:effectLst>
              <a:latin typeface="Pretendard Black"/>
            </a:endParaRPr>
          </a:p>
        </p:txBody>
      </p:sp>
      <p:graphicFrame>
        <p:nvGraphicFramePr>
          <p:cNvPr id="3" name="Table 2">
            <a:extLst>
              <a:ext uri="{FF2B5EF4-FFF2-40B4-BE49-F238E27FC236}">
                <a16:creationId xmlns:a16="http://schemas.microsoft.com/office/drawing/2014/main" id="{65B4F96E-9C48-DE00-62B5-10D68C15AE01}"/>
              </a:ext>
            </a:extLst>
          </p:cNvPr>
          <p:cNvGraphicFramePr>
            <a:graphicFrameLocks noGrp="1"/>
          </p:cNvGraphicFramePr>
          <p:nvPr>
            <p:extLst>
              <p:ext uri="{D42A27DB-BD31-4B8C-83A1-F6EECF244321}">
                <p14:modId xmlns:p14="http://schemas.microsoft.com/office/powerpoint/2010/main" val="1485893957"/>
              </p:ext>
            </p:extLst>
          </p:nvPr>
        </p:nvGraphicFramePr>
        <p:xfrm>
          <a:off x="518160" y="1402080"/>
          <a:ext cx="11187139" cy="4592320"/>
        </p:xfrm>
        <a:graphic>
          <a:graphicData uri="http://schemas.openxmlformats.org/drawingml/2006/table">
            <a:tbl>
              <a:tblPr firstRow="1" bandRow="1">
                <a:tableStyleId>{9D7B26C5-4107-4FEC-AEDC-1716B250A1EF}</a:tableStyleId>
              </a:tblPr>
              <a:tblGrid>
                <a:gridCol w="975563">
                  <a:extLst>
                    <a:ext uri="{9D8B030D-6E8A-4147-A177-3AD203B41FA5}">
                      <a16:colId xmlns:a16="http://schemas.microsoft.com/office/drawing/2014/main" val="3761190961"/>
                    </a:ext>
                  </a:extLst>
                </a:gridCol>
                <a:gridCol w="4055533">
                  <a:extLst>
                    <a:ext uri="{9D8B030D-6E8A-4147-A177-3AD203B41FA5}">
                      <a16:colId xmlns:a16="http://schemas.microsoft.com/office/drawing/2014/main" val="3009874471"/>
                    </a:ext>
                  </a:extLst>
                </a:gridCol>
                <a:gridCol w="1303866">
                  <a:extLst>
                    <a:ext uri="{9D8B030D-6E8A-4147-A177-3AD203B41FA5}">
                      <a16:colId xmlns:a16="http://schemas.microsoft.com/office/drawing/2014/main" val="316164474"/>
                    </a:ext>
                  </a:extLst>
                </a:gridCol>
                <a:gridCol w="4852177">
                  <a:extLst>
                    <a:ext uri="{9D8B030D-6E8A-4147-A177-3AD203B41FA5}">
                      <a16:colId xmlns:a16="http://schemas.microsoft.com/office/drawing/2014/main" val="1510347205"/>
                    </a:ext>
                  </a:extLst>
                </a:gridCol>
              </a:tblGrid>
              <a:tr h="370840">
                <a:tc>
                  <a:txBody>
                    <a:bodyPr/>
                    <a:lstStyle/>
                    <a:p>
                      <a:pPr algn="ctr"/>
                      <a:r>
                        <a:rPr lang="en-US" sz="1400">
                          <a:latin typeface="Arial"/>
                          <a:cs typeface="Arial"/>
                        </a:rPr>
                        <a:t>ID</a:t>
                      </a:r>
                    </a:p>
                  </a:txBody>
                  <a:tcPr>
                    <a:lnL w="12700">
                      <a:solidFill>
                        <a:schemeClr val="tx1"/>
                      </a:solidFill>
                    </a:lnL>
                    <a:lnR w="12700">
                      <a:solidFill>
                        <a:schemeClr val="tx1"/>
                      </a:solidFill>
                    </a:lnR>
                    <a:lnT w="12700">
                      <a:solidFill>
                        <a:schemeClr val="tx1"/>
                      </a:solidFill>
                    </a:lnT>
                    <a:lnB w="12700">
                      <a:solidFill>
                        <a:schemeClr val="tx1"/>
                      </a:solidFill>
                    </a:lnB>
                    <a:solidFill>
                      <a:schemeClr val="accent5">
                        <a:lumMod val="20000"/>
                        <a:lumOff val="80000"/>
                      </a:schemeClr>
                    </a:solidFill>
                  </a:tcPr>
                </a:tc>
                <a:tc>
                  <a:txBody>
                    <a:bodyPr/>
                    <a:lstStyle/>
                    <a:p>
                      <a:pPr algn="ctr"/>
                      <a:r>
                        <a:rPr lang="en-US" sz="1400">
                          <a:latin typeface="Arial"/>
                          <a:cs typeface="Arial"/>
                        </a:rPr>
                        <a:t>Capability</a:t>
                      </a:r>
                    </a:p>
                  </a:txBody>
                  <a:tcPr>
                    <a:lnL w="12700">
                      <a:solidFill>
                        <a:schemeClr val="tx1"/>
                      </a:solidFill>
                    </a:lnL>
                    <a:lnR w="12700">
                      <a:solidFill>
                        <a:schemeClr val="tx1"/>
                      </a:solidFill>
                    </a:lnR>
                    <a:lnT w="12700">
                      <a:solidFill>
                        <a:schemeClr val="tx1"/>
                      </a:solidFill>
                    </a:lnT>
                    <a:lnB w="12700">
                      <a:solidFill>
                        <a:schemeClr val="tx1"/>
                      </a:solidFill>
                    </a:lnB>
                    <a:solidFill>
                      <a:schemeClr val="accent5">
                        <a:lumMod val="20000"/>
                        <a:lumOff val="80000"/>
                      </a:schemeClr>
                    </a:solidFill>
                  </a:tcPr>
                </a:tc>
                <a:tc>
                  <a:txBody>
                    <a:bodyPr/>
                    <a:lstStyle/>
                    <a:p>
                      <a:pPr algn="ctr"/>
                      <a:r>
                        <a:rPr lang="en-US" sz="1400">
                          <a:latin typeface="Arial"/>
                          <a:cs typeface="Arial"/>
                        </a:rPr>
                        <a:t>Availability</a:t>
                      </a:r>
                    </a:p>
                  </a:txBody>
                  <a:tcPr>
                    <a:lnL w="12700">
                      <a:solidFill>
                        <a:schemeClr val="tx1"/>
                      </a:solidFill>
                    </a:lnL>
                    <a:lnR w="12700">
                      <a:solidFill>
                        <a:schemeClr val="tx1"/>
                      </a:solidFill>
                    </a:lnR>
                    <a:lnT w="12700">
                      <a:solidFill>
                        <a:schemeClr val="tx1"/>
                      </a:solidFill>
                    </a:lnT>
                    <a:lnB w="12700">
                      <a:solidFill>
                        <a:schemeClr val="tx1"/>
                      </a:solidFill>
                    </a:lnB>
                    <a:solidFill>
                      <a:schemeClr val="accent5">
                        <a:lumMod val="20000"/>
                        <a:lumOff val="80000"/>
                      </a:schemeClr>
                    </a:solidFill>
                  </a:tcPr>
                </a:tc>
                <a:tc>
                  <a:txBody>
                    <a:bodyPr/>
                    <a:lstStyle/>
                    <a:p>
                      <a:pPr algn="ctr"/>
                      <a:r>
                        <a:rPr lang="en-US" sz="1400">
                          <a:latin typeface="Arial"/>
                          <a:cs typeface="Arial"/>
                        </a:rPr>
                        <a:t>References</a:t>
                      </a:r>
                    </a:p>
                  </a:txBody>
                  <a:tcPr>
                    <a:lnL w="12700">
                      <a:solidFill>
                        <a:schemeClr val="tx1"/>
                      </a:solidFill>
                    </a:lnL>
                    <a:lnR w="12700">
                      <a:solidFill>
                        <a:schemeClr val="tx1"/>
                      </a:solidFill>
                    </a:lnR>
                    <a:lnT w="12700">
                      <a:solidFill>
                        <a:schemeClr val="tx1"/>
                      </a:solidFill>
                    </a:lnT>
                    <a:lnB w="12700">
                      <a:solidFill>
                        <a:schemeClr val="tx1"/>
                      </a:solidFill>
                    </a:lnB>
                    <a:solidFill>
                      <a:schemeClr val="accent5">
                        <a:lumMod val="20000"/>
                        <a:lumOff val="80000"/>
                      </a:schemeClr>
                    </a:solidFill>
                  </a:tcPr>
                </a:tc>
                <a:extLst>
                  <a:ext uri="{0D108BD9-81ED-4DB2-BD59-A6C34878D82A}">
                    <a16:rowId xmlns:a16="http://schemas.microsoft.com/office/drawing/2014/main" val="1080965025"/>
                  </a:ext>
                </a:extLst>
              </a:tr>
              <a:tr h="370840">
                <a:tc>
                  <a:txBody>
                    <a:bodyPr/>
                    <a:lstStyle/>
                    <a:p>
                      <a:r>
                        <a:rPr lang="en-US" sz="1400">
                          <a:latin typeface="Arial"/>
                          <a:cs typeface="Arial"/>
                        </a:rPr>
                        <a:t>D5-01</a:t>
                      </a:r>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lvl="0" algn="l">
                        <a:lnSpc>
                          <a:spcPct val="100000"/>
                        </a:lnSpc>
                        <a:spcBef>
                          <a:spcPts val="0"/>
                        </a:spcBef>
                        <a:spcAft>
                          <a:spcPts val="0"/>
                        </a:spcAft>
                        <a:buNone/>
                      </a:pPr>
                      <a:r>
                        <a:rPr lang="en-US" sz="1400" b="0" i="0" u="none" strike="noStrike" noProof="0">
                          <a:effectLst/>
                          <a:latin typeface="Arial"/>
                          <a:cs typeface="Arial"/>
                        </a:rPr>
                        <a:t>Windows endpoint agent </a:t>
                      </a:r>
                      <a:endParaRPr lang="en-US" sz="1400">
                        <a:latin typeface="Arial"/>
                        <a:cs typeface="Arial"/>
                      </a:endParaRPr>
                    </a:p>
                  </a:txBody>
                  <a:tcPr marL="0" marR="0" marT="0" marB="0" anchor="ctr">
                    <a:lnL w="12700">
                      <a:solidFill>
                        <a:schemeClr val="tx1"/>
                      </a:solidFill>
                    </a:lnL>
                    <a:lnR w="12700" cap="flat" cmpd="sng" algn="ctr">
                      <a:solidFill>
                        <a:schemeClr val="tx1"/>
                      </a:solidFill>
                      <a:prstDash val="solid"/>
                      <a:round/>
                      <a:headEnd type="none" w="med" len="med"/>
                      <a:tailEnd type="none" w="med" len="med"/>
                    </a:lnR>
                    <a:lnT w="12700">
                      <a:solidFill>
                        <a:schemeClr val="tx1"/>
                      </a:solidFill>
                    </a:lnT>
                    <a:lnB w="12700">
                      <a:solidFill>
                        <a:schemeClr val="tx1"/>
                      </a:solidFill>
                    </a:lnB>
                    <a:solidFill>
                      <a:schemeClr val="bg1"/>
                    </a:solidFill>
                  </a:tcPr>
                </a:tc>
                <a:tc>
                  <a:txBody>
                    <a:bodyPr/>
                    <a:lstStyle/>
                    <a:p>
                      <a:pPr lvl="0" algn="ctr">
                        <a:lnSpc>
                          <a:spcPct val="100000"/>
                        </a:lnSpc>
                        <a:spcBef>
                          <a:spcPts val="0"/>
                        </a:spcBef>
                        <a:spcAft>
                          <a:spcPts val="0"/>
                        </a:spcAft>
                        <a:buNone/>
                      </a:pPr>
                      <a:r>
                        <a:rPr lang="en-US" sz="1200" b="0" i="0" u="none" strike="noStrike" noProof="0">
                          <a:solidFill>
                            <a:srgbClr val="000000"/>
                          </a:solidFill>
                          <a:latin typeface="Malgun Gothic"/>
                          <a:ea typeface="Malgun Gothic"/>
                          <a:cs typeface="Arial"/>
                        </a:rPr>
                        <a:t>●</a:t>
                      </a:r>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lvl="0">
                        <a:buNone/>
                      </a:pPr>
                      <a:r>
                        <a:rPr lang="en-US" sz="1400" b="0" i="0" u="none" strike="noStrike" noProof="0"/>
                        <a:t>PC</a:t>
                      </a:r>
                      <a:r>
                        <a:rPr lang="ko-KR" altLang="en-US" sz="1400" b="0" i="0" u="none" strike="noStrike" noProof="0"/>
                        <a:t>정보보안</a:t>
                      </a:r>
                      <a:r>
                        <a:rPr lang="en-US" sz="1400" b="0" i="0" u="none" strike="noStrike" noProof="0"/>
                        <a:t> single agent (5 modules) [1].</a:t>
                      </a:r>
                      <a:endParaRPr lang="en-US"/>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extLst>
                  <a:ext uri="{0D108BD9-81ED-4DB2-BD59-A6C34878D82A}">
                    <a16:rowId xmlns:a16="http://schemas.microsoft.com/office/drawing/2014/main" val="2715742840"/>
                  </a:ext>
                </a:extLst>
              </a:tr>
              <a:tr h="370840">
                <a:tc>
                  <a:txBody>
                    <a:bodyPr/>
                    <a:lstStyle/>
                    <a:p>
                      <a:pPr lvl="0" algn="l">
                        <a:lnSpc>
                          <a:spcPct val="100000"/>
                        </a:lnSpc>
                        <a:spcBef>
                          <a:spcPts val="0"/>
                        </a:spcBef>
                        <a:spcAft>
                          <a:spcPts val="0"/>
                        </a:spcAft>
                        <a:buNone/>
                      </a:pPr>
                      <a:r>
                        <a:rPr lang="en-US" sz="1400" b="0" i="0" u="none" strike="noStrike" noProof="0">
                          <a:solidFill>
                            <a:srgbClr val="000000"/>
                          </a:solidFill>
                          <a:latin typeface="Arial"/>
                          <a:cs typeface="Arial"/>
                        </a:rPr>
                        <a:t>D5-02</a:t>
                      </a:r>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lvl="0" algn="l">
                        <a:lnSpc>
                          <a:spcPct val="100000"/>
                        </a:lnSpc>
                        <a:spcBef>
                          <a:spcPts val="0"/>
                        </a:spcBef>
                        <a:spcAft>
                          <a:spcPts val="0"/>
                        </a:spcAft>
                        <a:buNone/>
                      </a:pPr>
                      <a:r>
                        <a:rPr lang="en-US" sz="1400" b="0" i="0" u="none" strike="noStrike" noProof="0">
                          <a:effectLst/>
                          <a:latin typeface="Arial"/>
                          <a:cs typeface="Arial"/>
                        </a:rPr>
                        <a:t>macOS endpoint agent </a:t>
                      </a:r>
                      <a:endParaRPr lang="en-US" sz="1400">
                        <a:latin typeface="Arial"/>
                        <a:cs typeface="Arial"/>
                      </a:endParaRPr>
                    </a:p>
                  </a:txBody>
                  <a:tcPr marL="0" marR="0" marT="0" marB="0" anchor="ctr">
                    <a:lnL w="12700">
                      <a:solidFill>
                        <a:schemeClr val="tx1"/>
                      </a:solidFill>
                    </a:lnL>
                    <a:lnR w="12700" cap="flat" cmpd="sng" algn="ctr">
                      <a:solidFill>
                        <a:schemeClr val="tx1"/>
                      </a:solidFill>
                      <a:prstDash val="solid"/>
                      <a:round/>
                      <a:headEnd type="none" w="med" len="med"/>
                      <a:tailEnd type="none" w="med" len="med"/>
                    </a:lnR>
                    <a:lnT w="12700">
                      <a:solidFill>
                        <a:schemeClr val="tx1"/>
                      </a:solidFill>
                    </a:lnT>
                    <a:lnB w="12700">
                      <a:solidFill>
                        <a:schemeClr val="tx1"/>
                      </a:solidFill>
                    </a:lnB>
                    <a:solidFill>
                      <a:schemeClr val="bg1"/>
                    </a:solidFill>
                  </a:tcPr>
                </a:tc>
                <a:tc>
                  <a:txBody>
                    <a:bodyPr/>
                    <a:lstStyle/>
                    <a:p>
                      <a:endParaRPr lang="en-US" sz="1400">
                        <a:latin typeface="Arial"/>
                        <a:cs typeface="Arial"/>
                      </a:endParaRPr>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endParaRPr lang="en-US" sz="1400">
                        <a:latin typeface="Arial"/>
                        <a:cs typeface="Arial"/>
                      </a:endParaRPr>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extLst>
                  <a:ext uri="{0D108BD9-81ED-4DB2-BD59-A6C34878D82A}">
                    <a16:rowId xmlns:a16="http://schemas.microsoft.com/office/drawing/2014/main" val="2181622584"/>
                  </a:ext>
                </a:extLst>
              </a:tr>
              <a:tr h="370840">
                <a:tc>
                  <a:txBody>
                    <a:bodyPr/>
                    <a:lstStyle/>
                    <a:p>
                      <a:pPr lvl="0" algn="l">
                        <a:lnSpc>
                          <a:spcPct val="100000"/>
                        </a:lnSpc>
                        <a:spcBef>
                          <a:spcPts val="0"/>
                        </a:spcBef>
                        <a:spcAft>
                          <a:spcPts val="0"/>
                        </a:spcAft>
                        <a:buNone/>
                      </a:pPr>
                      <a:r>
                        <a:rPr lang="en-US" sz="1400" b="0" i="0" u="none" strike="noStrike" noProof="0">
                          <a:solidFill>
                            <a:srgbClr val="000000"/>
                          </a:solidFill>
                          <a:latin typeface="Arial"/>
                          <a:cs typeface="Arial"/>
                        </a:rPr>
                        <a:t>D5-03</a:t>
                      </a:r>
                      <a:endParaRPr lang="en-US" sz="1400">
                        <a:latin typeface="Arial"/>
                        <a:cs typeface="Arial"/>
                      </a:endParaRPr>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lvl="0" algn="l">
                        <a:lnSpc>
                          <a:spcPct val="100000"/>
                        </a:lnSpc>
                        <a:spcBef>
                          <a:spcPts val="0"/>
                        </a:spcBef>
                        <a:spcAft>
                          <a:spcPts val="0"/>
                        </a:spcAft>
                        <a:buNone/>
                      </a:pPr>
                      <a:r>
                        <a:rPr lang="en-US" sz="1400" b="0" i="0" u="none" strike="noStrike" noProof="0">
                          <a:effectLst/>
                          <a:latin typeface="Arial"/>
                          <a:cs typeface="Arial"/>
                        </a:rPr>
                        <a:t>Linux endpoint agent </a:t>
                      </a:r>
                      <a:endParaRPr lang="en-US" sz="1400">
                        <a:latin typeface="Arial"/>
                        <a:cs typeface="Arial"/>
                      </a:endParaRPr>
                    </a:p>
                  </a:txBody>
                  <a:tcPr marL="0" marR="0" marT="0" marB="0" anchor="ctr">
                    <a:lnL w="12700">
                      <a:solidFill>
                        <a:schemeClr val="tx1"/>
                      </a:solidFill>
                    </a:lnL>
                    <a:lnR w="12700" cap="flat" cmpd="sng" algn="ctr">
                      <a:solidFill>
                        <a:schemeClr val="tx1"/>
                      </a:solidFill>
                      <a:prstDash val="solid"/>
                      <a:round/>
                      <a:headEnd type="none" w="med" len="med"/>
                      <a:tailEnd type="none" w="med" len="med"/>
                    </a:lnR>
                    <a:lnT w="12700">
                      <a:solidFill>
                        <a:schemeClr val="tx1"/>
                      </a:solidFill>
                    </a:lnT>
                    <a:lnB w="12700">
                      <a:solidFill>
                        <a:schemeClr val="tx1"/>
                      </a:solidFill>
                    </a:lnB>
                    <a:solidFill>
                      <a:schemeClr val="bg1"/>
                    </a:solidFill>
                  </a:tcPr>
                </a:tc>
                <a:tc>
                  <a:txBody>
                    <a:bodyPr/>
                    <a:lstStyle/>
                    <a:p>
                      <a:endParaRPr lang="en-US" sz="1400">
                        <a:latin typeface="Arial"/>
                        <a:cs typeface="Arial"/>
                      </a:endParaRPr>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lvl="0">
                        <a:buNone/>
                      </a:pPr>
                      <a:r>
                        <a:rPr lang="en-US" sz="1400" b="0" i="0" u="none" strike="noStrike" noProof="0"/>
                        <a:t>Not documented for endpoint (PrivacyCenter/</a:t>
                      </a:r>
                      <a:r>
                        <a:rPr lang="ko-KR" altLang="en-US" sz="1400" b="0" i="0" u="none" strike="noStrike" noProof="0"/>
                        <a:t>서버스캔</a:t>
                      </a:r>
                      <a:r>
                        <a:rPr lang="en-US" sz="1400" b="0" i="0" u="none" strike="noStrike" noProof="0"/>
                        <a:t> cover servers) [1].</a:t>
                      </a:r>
                      <a:endParaRPr lang="en-US"/>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extLst>
                  <a:ext uri="{0D108BD9-81ED-4DB2-BD59-A6C34878D82A}">
                    <a16:rowId xmlns:a16="http://schemas.microsoft.com/office/drawing/2014/main" val="903757581"/>
                  </a:ext>
                </a:extLst>
              </a:tr>
              <a:tr h="370840">
                <a:tc>
                  <a:txBody>
                    <a:bodyPr/>
                    <a:lstStyle/>
                    <a:p>
                      <a:pPr lvl="0" algn="l">
                        <a:lnSpc>
                          <a:spcPct val="100000"/>
                        </a:lnSpc>
                        <a:spcBef>
                          <a:spcPts val="0"/>
                        </a:spcBef>
                        <a:spcAft>
                          <a:spcPts val="0"/>
                        </a:spcAft>
                        <a:buNone/>
                      </a:pPr>
                      <a:r>
                        <a:rPr lang="en-US" sz="1400" b="0" i="0" u="none" strike="noStrike" noProof="0">
                          <a:solidFill>
                            <a:srgbClr val="000000"/>
                          </a:solidFill>
                          <a:latin typeface="Arial"/>
                          <a:cs typeface="Arial"/>
                        </a:rPr>
                        <a:t>D5-04</a:t>
                      </a:r>
                      <a:endParaRPr lang="en-US" sz="1400">
                        <a:latin typeface="Arial"/>
                        <a:cs typeface="Arial"/>
                      </a:endParaRPr>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lvl="0" algn="l">
                        <a:lnSpc>
                          <a:spcPct val="100000"/>
                        </a:lnSpc>
                        <a:spcBef>
                          <a:spcPts val="0"/>
                        </a:spcBef>
                        <a:spcAft>
                          <a:spcPts val="0"/>
                        </a:spcAft>
                        <a:buNone/>
                      </a:pPr>
                      <a:r>
                        <a:rPr lang="en-US" sz="1400" b="0" i="0" u="none" strike="noStrike" noProof="0">
                          <a:effectLst/>
                          <a:latin typeface="Arial"/>
                          <a:cs typeface="Arial"/>
                        </a:rPr>
                        <a:t>VDI support </a:t>
                      </a:r>
                      <a:endParaRPr lang="en-US" sz="1400">
                        <a:latin typeface="Arial"/>
                        <a:cs typeface="Arial"/>
                      </a:endParaRPr>
                    </a:p>
                  </a:txBody>
                  <a:tcPr marL="0" marR="0" marT="0" marB="0" anchor="ctr">
                    <a:lnL w="12700">
                      <a:solidFill>
                        <a:schemeClr val="tx1"/>
                      </a:solidFill>
                    </a:lnL>
                    <a:lnR w="12700" cap="flat" cmpd="sng" algn="ctr">
                      <a:solidFill>
                        <a:schemeClr val="tx1"/>
                      </a:solidFill>
                      <a:prstDash val="solid"/>
                      <a:round/>
                      <a:headEnd type="none" w="med" len="med"/>
                      <a:tailEnd type="none" w="med" len="med"/>
                    </a:lnR>
                    <a:lnT w="12700">
                      <a:solidFill>
                        <a:schemeClr val="tx1"/>
                      </a:solidFill>
                    </a:lnT>
                    <a:lnB w="12700">
                      <a:solidFill>
                        <a:schemeClr val="tx1"/>
                      </a:solidFill>
                    </a:lnB>
                    <a:solidFill>
                      <a:schemeClr val="bg1"/>
                    </a:solidFill>
                  </a:tcPr>
                </a:tc>
                <a:tc>
                  <a:txBody>
                    <a:bodyPr/>
                    <a:lstStyle/>
                    <a:p>
                      <a:endParaRPr lang="en-US" sz="1400">
                        <a:latin typeface="Arial"/>
                        <a:cs typeface="Arial"/>
                      </a:endParaRPr>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endParaRPr lang="en-US" sz="1400">
                        <a:latin typeface="Arial"/>
                        <a:cs typeface="Arial"/>
                      </a:endParaRPr>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extLst>
                  <a:ext uri="{0D108BD9-81ED-4DB2-BD59-A6C34878D82A}">
                    <a16:rowId xmlns:a16="http://schemas.microsoft.com/office/drawing/2014/main" val="2970567322"/>
                  </a:ext>
                </a:extLst>
              </a:tr>
              <a:tr h="370840">
                <a:tc>
                  <a:txBody>
                    <a:bodyPr/>
                    <a:lstStyle/>
                    <a:p>
                      <a:pPr lvl="0" algn="l">
                        <a:lnSpc>
                          <a:spcPct val="100000"/>
                        </a:lnSpc>
                        <a:spcBef>
                          <a:spcPts val="0"/>
                        </a:spcBef>
                        <a:spcAft>
                          <a:spcPts val="0"/>
                        </a:spcAft>
                        <a:buNone/>
                      </a:pPr>
                      <a:r>
                        <a:rPr lang="en-US" sz="1400" b="0" i="0" u="none" strike="noStrike" noProof="0">
                          <a:solidFill>
                            <a:srgbClr val="000000"/>
                          </a:solidFill>
                          <a:latin typeface="Arial"/>
                          <a:cs typeface="Arial"/>
                        </a:rPr>
                        <a:t>D5-05</a:t>
                      </a:r>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lvl="0" algn="l">
                        <a:lnSpc>
                          <a:spcPct val="100000"/>
                        </a:lnSpc>
                        <a:spcBef>
                          <a:spcPts val="0"/>
                        </a:spcBef>
                        <a:spcAft>
                          <a:spcPts val="0"/>
                        </a:spcAft>
                        <a:buNone/>
                      </a:pPr>
                      <a:r>
                        <a:rPr lang="en-US" sz="1400" b="0" i="0" u="none" strike="noStrike" noProof="0">
                          <a:effectLst/>
                          <a:latin typeface="Arial"/>
                          <a:cs typeface="Arial"/>
                        </a:rPr>
                        <a:t>Cloud / SaaS delivery option </a:t>
                      </a:r>
                      <a:endParaRPr lang="en-US" sz="1400">
                        <a:latin typeface="Arial"/>
                        <a:cs typeface="Arial"/>
                      </a:endParaRPr>
                    </a:p>
                  </a:txBody>
                  <a:tcPr marL="0" marR="0" marT="0" marB="0" anchor="ctr">
                    <a:lnL w="12700">
                      <a:solidFill>
                        <a:schemeClr val="tx1"/>
                      </a:solidFill>
                    </a:lnL>
                    <a:lnR w="12700" cap="flat" cmpd="sng" algn="ctr">
                      <a:solidFill>
                        <a:schemeClr val="tx1"/>
                      </a:solidFill>
                      <a:prstDash val="solid"/>
                      <a:round/>
                      <a:headEnd type="none" w="med" len="med"/>
                      <a:tailEnd type="none" w="med" len="med"/>
                    </a:lnR>
                    <a:lnT w="12700">
                      <a:solidFill>
                        <a:schemeClr val="tx1"/>
                      </a:solidFill>
                    </a:lnT>
                    <a:lnB w="12700">
                      <a:solidFill>
                        <a:schemeClr val="tx1"/>
                      </a:solidFill>
                    </a:lnB>
                    <a:solidFill>
                      <a:schemeClr val="bg1"/>
                    </a:solidFill>
                  </a:tcPr>
                </a:tc>
                <a:tc>
                  <a:txBody>
                    <a:bodyPr/>
                    <a:lstStyle/>
                    <a:p>
                      <a:pPr lvl="0" algn="ctr">
                        <a:lnSpc>
                          <a:spcPct val="100000"/>
                        </a:lnSpc>
                        <a:spcBef>
                          <a:spcPts val="0"/>
                        </a:spcBef>
                        <a:spcAft>
                          <a:spcPts val="0"/>
                        </a:spcAft>
                        <a:buNone/>
                      </a:pPr>
                      <a:r>
                        <a:rPr lang="en-US" sz="1200" b="0" i="0" u="none" strike="noStrike" noProof="0">
                          <a:solidFill>
                            <a:srgbClr val="000000"/>
                          </a:solidFill>
                          <a:latin typeface="Malgun Gothic"/>
                          <a:ea typeface="Malgun Gothic"/>
                          <a:cs typeface="Arial"/>
                        </a:rPr>
                        <a:t>●</a:t>
                      </a:r>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lvl="0">
                        <a:buNone/>
                      </a:pPr>
                      <a:r>
                        <a:rPr lang="en-US" sz="1400" b="0" i="0" u="none" strike="noStrike" noProof="0"/>
                        <a:t>Sphinx on-prem or SaaS; </a:t>
                      </a:r>
                      <a:r>
                        <a:rPr lang="en-US" sz="1400" b="0" i="0" u="none" strike="noStrike" noProof="0" err="1"/>
                        <a:t>PrivacyCenter</a:t>
                      </a:r>
                      <a:r>
                        <a:rPr lang="en-US" sz="1400" b="0" i="0" u="none" strike="noStrike" noProof="0"/>
                        <a:t> on Cloud; PC</a:t>
                      </a:r>
                      <a:r>
                        <a:rPr lang="ko-KR" altLang="en-US" sz="1400" b="0" i="0" u="none" strike="noStrike" noProof="0"/>
                        <a:t>정보보안</a:t>
                      </a:r>
                      <a:r>
                        <a:rPr lang="en-US" sz="1400" b="0" i="0" u="none" strike="noStrike" noProof="0"/>
                        <a:t> ASP/rental; </a:t>
                      </a:r>
                      <a:r>
                        <a:rPr lang="en-US" sz="1400" b="0" i="0" u="none" strike="noStrike" noProof="0" err="1"/>
                        <a:t>NetCenter</a:t>
                      </a:r>
                      <a:r>
                        <a:rPr lang="en-US" sz="1400" b="0" i="0" u="none" strike="noStrike" noProof="0"/>
                        <a:t> 3-year rental [1], [2], [3].</a:t>
                      </a:r>
                      <a:endParaRPr lang="en-US"/>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extLst>
                  <a:ext uri="{0D108BD9-81ED-4DB2-BD59-A6C34878D82A}">
                    <a16:rowId xmlns:a16="http://schemas.microsoft.com/office/drawing/2014/main" val="3874896899"/>
                  </a:ext>
                </a:extLst>
              </a:tr>
              <a:tr h="370840">
                <a:tc>
                  <a:txBody>
                    <a:bodyPr/>
                    <a:lstStyle/>
                    <a:p>
                      <a:pPr lvl="0" algn="l">
                        <a:lnSpc>
                          <a:spcPct val="100000"/>
                        </a:lnSpc>
                        <a:spcBef>
                          <a:spcPts val="0"/>
                        </a:spcBef>
                        <a:spcAft>
                          <a:spcPts val="0"/>
                        </a:spcAft>
                        <a:buNone/>
                      </a:pPr>
                      <a:r>
                        <a:rPr lang="en-US" sz="1400" b="0" i="0" u="none" strike="noStrike" noProof="0">
                          <a:solidFill>
                            <a:srgbClr val="000000"/>
                          </a:solidFill>
                          <a:latin typeface="Arial"/>
                          <a:cs typeface="Arial"/>
                        </a:rPr>
                        <a:t>D5-06</a:t>
                      </a:r>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lvl="0" algn="l">
                        <a:lnSpc>
                          <a:spcPct val="100000"/>
                        </a:lnSpc>
                        <a:spcBef>
                          <a:spcPts val="0"/>
                        </a:spcBef>
                        <a:spcAft>
                          <a:spcPts val="0"/>
                        </a:spcAft>
                        <a:buNone/>
                      </a:pPr>
                      <a:r>
                        <a:rPr lang="en-US" sz="1400" b="0" i="0" u="none" strike="noStrike" noProof="0">
                          <a:effectLst/>
                          <a:latin typeface="Arial"/>
                          <a:cs typeface="Arial"/>
                        </a:rPr>
                        <a:t>Central console &amp; dashboard / reporting </a:t>
                      </a:r>
                      <a:endParaRPr lang="en-US" sz="1400">
                        <a:latin typeface="Arial"/>
                        <a:cs typeface="Arial"/>
                      </a:endParaRPr>
                    </a:p>
                  </a:txBody>
                  <a:tcPr marL="0" marR="0" marT="0" marB="0" anchor="ctr">
                    <a:lnL w="12700">
                      <a:solidFill>
                        <a:schemeClr val="tx1"/>
                      </a:solidFill>
                    </a:lnL>
                    <a:lnR w="12700" cap="flat" cmpd="sng" algn="ctr">
                      <a:solidFill>
                        <a:schemeClr val="tx1"/>
                      </a:solidFill>
                      <a:prstDash val="solid"/>
                      <a:round/>
                      <a:headEnd type="none" w="med" len="med"/>
                      <a:tailEnd type="none" w="med" len="med"/>
                    </a:lnR>
                    <a:lnT w="12700">
                      <a:solidFill>
                        <a:schemeClr val="tx1"/>
                      </a:solidFill>
                    </a:lnT>
                    <a:lnB w="12700">
                      <a:solidFill>
                        <a:schemeClr val="tx1"/>
                      </a:solidFill>
                    </a:lnB>
                    <a:solidFill>
                      <a:schemeClr val="bg1"/>
                    </a:solidFill>
                  </a:tcPr>
                </a:tc>
                <a:tc>
                  <a:txBody>
                    <a:bodyPr/>
                    <a:lstStyle/>
                    <a:p>
                      <a:pPr lvl="0" algn="ctr">
                        <a:lnSpc>
                          <a:spcPct val="100000"/>
                        </a:lnSpc>
                        <a:spcBef>
                          <a:spcPts val="0"/>
                        </a:spcBef>
                        <a:spcAft>
                          <a:spcPts val="0"/>
                        </a:spcAft>
                        <a:buNone/>
                      </a:pPr>
                      <a:r>
                        <a:rPr lang="en-US" sz="1200" b="0" i="0" u="none" strike="noStrike" noProof="0">
                          <a:solidFill>
                            <a:srgbClr val="000000"/>
                          </a:solidFill>
                          <a:latin typeface="Malgun Gothic"/>
                          <a:ea typeface="Malgun Gothic"/>
                          <a:cs typeface="Arial"/>
                        </a:rPr>
                        <a:t>●</a:t>
                      </a:r>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lvl="0">
                        <a:buNone/>
                      </a:pPr>
                      <a:r>
                        <a:rPr lang="en-US" sz="1400" b="0" i="0" u="none" strike="noStrike" noProof="0"/>
                        <a:t>Management server with statistics, holdings history, per-user policy reports; admin 2FA [4], [5].</a:t>
                      </a:r>
                      <a:endParaRPr lang="en-US"/>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extLst>
                  <a:ext uri="{0D108BD9-81ED-4DB2-BD59-A6C34878D82A}">
                    <a16:rowId xmlns:a16="http://schemas.microsoft.com/office/drawing/2014/main" val="463752911"/>
                  </a:ext>
                </a:extLst>
              </a:tr>
              <a:tr h="365125">
                <a:tc>
                  <a:txBody>
                    <a:bodyPr/>
                    <a:lstStyle/>
                    <a:p>
                      <a:pPr lvl="0" algn="l">
                        <a:lnSpc>
                          <a:spcPct val="100000"/>
                        </a:lnSpc>
                        <a:spcBef>
                          <a:spcPts val="0"/>
                        </a:spcBef>
                        <a:spcAft>
                          <a:spcPts val="0"/>
                        </a:spcAft>
                        <a:buNone/>
                      </a:pPr>
                      <a:r>
                        <a:rPr lang="en-US" sz="1400" b="0" i="0" u="none" strike="noStrike" noProof="0">
                          <a:solidFill>
                            <a:srgbClr val="000000"/>
                          </a:solidFill>
                          <a:latin typeface="Arial"/>
                          <a:cs typeface="Arial"/>
                        </a:rPr>
                        <a:t>D5-07</a:t>
                      </a:r>
                    </a:p>
                  </a:txBody>
                  <a:tcP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solidFill>
                      <a:schemeClr val="bg1"/>
                    </a:solidFill>
                  </a:tcPr>
                </a:tc>
                <a:tc>
                  <a:txBody>
                    <a:bodyPr/>
                    <a:lstStyle/>
                    <a:p>
                      <a:pPr lvl="0" algn="l">
                        <a:lnSpc>
                          <a:spcPct val="100000"/>
                        </a:lnSpc>
                        <a:spcBef>
                          <a:spcPts val="0"/>
                        </a:spcBef>
                        <a:spcAft>
                          <a:spcPts val="0"/>
                        </a:spcAft>
                        <a:buNone/>
                      </a:pPr>
                      <a:r>
                        <a:rPr lang="en-US" sz="1400" b="0" i="0" u="none" strike="noStrike" noProof="0">
                          <a:effectLst/>
                          <a:latin typeface="Arial"/>
                          <a:cs typeface="Arial"/>
                        </a:rPr>
                        <a:t>Policy authoring model (templates / GUI / code)</a:t>
                      </a:r>
                      <a:endParaRPr lang="en-US" sz="1400">
                        <a:latin typeface="Arial"/>
                        <a:cs typeface="Arial"/>
                      </a:endParaRPr>
                    </a:p>
                  </a:txBody>
                  <a:tcPr marL="0" marR="0" marT="0" marB="0" anchor="ctr">
                    <a:lnL w="12700">
                      <a:solidFill>
                        <a:schemeClr val="tx1"/>
                      </a:solidFill>
                    </a:lnL>
                    <a:lnR w="12700" cap="flat" cmpd="sng" algn="ctr">
                      <a:solidFill>
                        <a:schemeClr val="tx1"/>
                      </a:solidFill>
                      <a:prstDash val="solid"/>
                      <a:round/>
                      <a:headEnd type="none" w="med" len="med"/>
                      <a:tailEnd type="none" w="med" len="med"/>
                    </a:lnR>
                    <a:lnT w="12700">
                      <a:solidFill>
                        <a:schemeClr val="tx1"/>
                      </a:solidFill>
                    </a:lnT>
                    <a:lnB w="12700">
                      <a:solidFill>
                        <a:schemeClr val="tx1"/>
                      </a:solidFill>
                    </a:lnB>
                    <a:solidFill>
                      <a:schemeClr val="bg1"/>
                    </a:solidFill>
                  </a:tcPr>
                </a:tc>
                <a:tc>
                  <a:txBody>
                    <a:bodyPr/>
                    <a:lstStyle/>
                    <a:p>
                      <a:pPr lvl="0" algn="ctr">
                        <a:lnSpc>
                          <a:spcPct val="100000"/>
                        </a:lnSpc>
                        <a:spcBef>
                          <a:spcPts val="0"/>
                        </a:spcBef>
                        <a:spcAft>
                          <a:spcPts val="0"/>
                        </a:spcAft>
                        <a:buNone/>
                      </a:pPr>
                      <a:r>
                        <a:rPr lang="en-US" sz="1200" b="0" i="0" u="none" strike="noStrike" noProof="0">
                          <a:solidFill>
                            <a:srgbClr val="000000"/>
                          </a:solidFill>
                          <a:latin typeface="Malgun Gothic"/>
                          <a:ea typeface="Malgun Gothic"/>
                          <a:cs typeface="Arial"/>
                        </a:rPr>
                        <a:t>◐</a:t>
                      </a:r>
                    </a:p>
                  </a:txBody>
                  <a:tcP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solidFill>
                      <a:schemeClr val="bg1"/>
                    </a:solidFill>
                  </a:tcPr>
                </a:tc>
                <a:tc>
                  <a:txBody>
                    <a:bodyPr/>
                    <a:lstStyle/>
                    <a:p>
                      <a:pPr lvl="0">
                        <a:buNone/>
                      </a:pPr>
                      <a:r>
                        <a:rPr lang="en-US" sz="1400" b="0" i="0" u="none" strike="noStrike" noProof="0"/>
                        <a:t>GUI policies by department / group / PII handler; HR DB sync. Templates / policy-as-code not documented [5].</a:t>
                      </a:r>
                      <a:endParaRPr lang="en-US"/>
                    </a:p>
                  </a:txBody>
                  <a:tcP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38253598"/>
                  </a:ext>
                </a:extLst>
              </a:tr>
              <a:tr h="365125">
                <a:tc>
                  <a:txBody>
                    <a:bodyPr/>
                    <a:lstStyle/>
                    <a:p>
                      <a:pPr lvl="0" algn="l">
                        <a:lnSpc>
                          <a:spcPct val="100000"/>
                        </a:lnSpc>
                        <a:spcBef>
                          <a:spcPts val="0"/>
                        </a:spcBef>
                        <a:spcAft>
                          <a:spcPts val="0"/>
                        </a:spcAft>
                        <a:buNone/>
                      </a:pPr>
                      <a:r>
                        <a:rPr lang="en-US" sz="1400" b="0" i="0" u="none" strike="noStrike" noProof="0">
                          <a:solidFill>
                            <a:srgbClr val="000000"/>
                          </a:solidFill>
                          <a:latin typeface="Arial"/>
                          <a:cs typeface="Arial"/>
                        </a:rPr>
                        <a:t>D5-08</a:t>
                      </a:r>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lvl="0" algn="l">
                        <a:lnSpc>
                          <a:spcPct val="100000"/>
                        </a:lnSpc>
                        <a:spcBef>
                          <a:spcPts val="0"/>
                        </a:spcBef>
                        <a:spcAft>
                          <a:spcPts val="0"/>
                        </a:spcAft>
                        <a:buNone/>
                      </a:pPr>
                      <a:r>
                        <a:rPr lang="en-US" sz="1400" b="0" i="0" u="none" strike="noStrike" noProof="0">
                          <a:effectLst/>
                          <a:latin typeface="Arial"/>
                          <a:cs typeface="Arial"/>
                        </a:rPr>
                        <a:t>Integrations (SIEM / NAC / MIP / API) </a:t>
                      </a:r>
                      <a:endParaRPr lang="en-US" sz="1400">
                        <a:latin typeface="Arial"/>
                        <a:cs typeface="Arial"/>
                      </a:endParaRPr>
                    </a:p>
                  </a:txBody>
                  <a:tcPr marL="0" marR="0" marT="0" marB="0" anchor="ctr">
                    <a:lnL w="12700">
                      <a:solidFill>
                        <a:schemeClr val="tx1"/>
                      </a:solidFill>
                    </a:lnL>
                    <a:lnR w="12700" cap="flat" cmpd="sng" algn="ctr">
                      <a:solidFill>
                        <a:schemeClr val="tx1"/>
                      </a:solidFill>
                      <a:prstDash val="solid"/>
                      <a:round/>
                      <a:headEnd type="none" w="med" len="med"/>
                      <a:tailEnd type="none" w="med" len="med"/>
                    </a:lnR>
                    <a:lnT w="12700">
                      <a:solidFill>
                        <a:schemeClr val="tx1"/>
                      </a:solidFill>
                    </a:lnT>
                    <a:lnB w="12700">
                      <a:solidFill>
                        <a:schemeClr val="tx1"/>
                      </a:solidFill>
                    </a:lnB>
                    <a:solidFill>
                      <a:schemeClr val="bg1"/>
                    </a:solidFill>
                  </a:tcPr>
                </a:tc>
                <a:tc>
                  <a:txBody>
                    <a:bodyPr/>
                    <a:lstStyle/>
                    <a:p>
                      <a:pPr lvl="0" algn="ctr">
                        <a:lnSpc>
                          <a:spcPct val="100000"/>
                        </a:lnSpc>
                        <a:spcBef>
                          <a:spcPts val="0"/>
                        </a:spcBef>
                        <a:spcAft>
                          <a:spcPts val="0"/>
                        </a:spcAft>
                        <a:buNone/>
                      </a:pPr>
                      <a:r>
                        <a:rPr lang="en-US" sz="1200" b="0" i="0" u="none" strike="noStrike" noProof="0">
                          <a:solidFill>
                            <a:srgbClr val="000000"/>
                          </a:solidFill>
                          <a:latin typeface="Malgun Gothic"/>
                          <a:ea typeface="Malgun Gothic"/>
                          <a:cs typeface="Arial"/>
                        </a:rPr>
                        <a:t>◐</a:t>
                      </a:r>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lvl="0">
                        <a:buNone/>
                      </a:pPr>
                      <a:r>
                        <a:rPr lang="en-US" sz="1400" b="0" i="0" u="none" strike="noStrike" noProof="0"/>
                        <a:t>Raw HTTP data for Splunk; Sphinx external monitoring-system integration and API; M365 Copilot [2], [6].</a:t>
                      </a:r>
                      <a:endParaRPr lang="en-US"/>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extLst>
                  <a:ext uri="{0D108BD9-81ED-4DB2-BD59-A6C34878D82A}">
                    <a16:rowId xmlns:a16="http://schemas.microsoft.com/office/drawing/2014/main" val="2034492820"/>
                  </a:ext>
                </a:extLst>
              </a:tr>
              <a:tr h="365125">
                <a:tc>
                  <a:txBody>
                    <a:bodyPr/>
                    <a:lstStyle/>
                    <a:p>
                      <a:pPr lvl="0" algn="l">
                        <a:lnSpc>
                          <a:spcPct val="100000"/>
                        </a:lnSpc>
                        <a:spcBef>
                          <a:spcPts val="0"/>
                        </a:spcBef>
                        <a:spcAft>
                          <a:spcPts val="0"/>
                        </a:spcAft>
                        <a:buNone/>
                      </a:pPr>
                      <a:r>
                        <a:rPr lang="en-US" sz="1400" b="0" i="0" u="none" strike="noStrike" noProof="0">
                          <a:solidFill>
                            <a:srgbClr val="000000"/>
                          </a:solidFill>
                          <a:latin typeface="Arial"/>
                          <a:cs typeface="Arial"/>
                        </a:rPr>
                        <a:t>D5-09</a:t>
                      </a:r>
                    </a:p>
                  </a:txBody>
                  <a:tcP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solidFill>
                      <a:schemeClr val="bg1"/>
                    </a:solidFill>
                  </a:tcPr>
                </a:tc>
                <a:tc>
                  <a:txBody>
                    <a:bodyPr/>
                    <a:lstStyle/>
                    <a:p>
                      <a:pPr lvl="0" algn="l">
                        <a:lnSpc>
                          <a:spcPct val="100000"/>
                        </a:lnSpc>
                        <a:spcBef>
                          <a:spcPts val="0"/>
                        </a:spcBef>
                        <a:spcAft>
                          <a:spcPts val="0"/>
                        </a:spcAft>
                        <a:buNone/>
                      </a:pPr>
                      <a:r>
                        <a:rPr lang="en-US" sz="1400" b="0" i="0" u="none" strike="noStrike" noProof="0">
                          <a:effectLst/>
                          <a:latin typeface="Arial"/>
                          <a:cs typeface="Arial"/>
                        </a:rPr>
                        <a:t>AI processing kept on-prem (no external AI API) </a:t>
                      </a:r>
                      <a:endParaRPr lang="en-US" sz="1400">
                        <a:latin typeface="Arial"/>
                        <a:cs typeface="Arial"/>
                      </a:endParaRPr>
                    </a:p>
                  </a:txBody>
                  <a:tcPr marL="0" marR="0" marT="0" marB="0" anchor="ctr">
                    <a:lnL w="12700">
                      <a:solidFill>
                        <a:schemeClr val="tx1"/>
                      </a:solidFill>
                    </a:lnL>
                    <a:lnR w="12700" cap="flat" cmpd="sng" algn="ctr">
                      <a:solidFill>
                        <a:schemeClr val="tx1"/>
                      </a:solidFill>
                      <a:prstDash val="solid"/>
                      <a:round/>
                      <a:headEnd type="none" w="med" len="med"/>
                      <a:tailEnd type="none" w="med" len="med"/>
                    </a:lnR>
                    <a:lnT w="12700">
                      <a:solidFill>
                        <a:schemeClr val="tx1"/>
                      </a:solidFill>
                    </a:lnT>
                    <a:lnB w="12700" cap="flat" cmpd="sng" algn="ctr">
                      <a:solidFill>
                        <a:schemeClr val="tx1"/>
                      </a:solidFill>
                      <a:prstDash val="solid"/>
                      <a:round/>
                      <a:headEnd type="none" w="med" len="med"/>
                      <a:tailEnd type="none" w="med" len="med"/>
                    </a:lnB>
                    <a:solidFill>
                      <a:schemeClr val="bg1"/>
                    </a:solidFill>
                  </a:tcPr>
                </a:tc>
                <a:tc>
                  <a:txBody>
                    <a:bodyPr/>
                    <a:lstStyle/>
                    <a:p>
                      <a:pPr lvl="0" algn="ctr">
                        <a:lnSpc>
                          <a:spcPct val="100000"/>
                        </a:lnSpc>
                        <a:spcBef>
                          <a:spcPts val="0"/>
                        </a:spcBef>
                        <a:spcAft>
                          <a:spcPts val="0"/>
                        </a:spcAft>
                        <a:buNone/>
                      </a:pPr>
                      <a:r>
                        <a:rPr lang="en-US" sz="1200" b="0" i="0" u="none" strike="noStrike" noProof="0">
                          <a:solidFill>
                            <a:srgbClr val="000000"/>
                          </a:solidFill>
                          <a:latin typeface="Malgun Gothic"/>
                          <a:ea typeface="Malgun Gothic"/>
                          <a:cs typeface="Arial"/>
                        </a:rPr>
                        <a:t>●</a:t>
                      </a:r>
                    </a:p>
                  </a:txBody>
                  <a:tcP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solidFill>
                      <a:schemeClr val="bg1"/>
                    </a:solidFill>
                  </a:tcPr>
                </a:tc>
                <a:tc>
                  <a:txBody>
                    <a:bodyPr/>
                    <a:lstStyle/>
                    <a:p>
                      <a:pPr lvl="0">
                        <a:buNone/>
                      </a:pPr>
                      <a:r>
                        <a:rPr lang="en-US" sz="1400" b="0" i="0" u="none" strike="noStrike" noProof="0"/>
                        <a:t>On-prem build; own neural nets; local </a:t>
                      </a:r>
                      <a:r>
                        <a:rPr lang="en-US" sz="1400" b="0" i="0" u="none" strike="noStrike" noProof="0" err="1"/>
                        <a:t>sLLM</a:t>
                      </a:r>
                      <a:r>
                        <a:rPr lang="en-US" sz="1400" b="0" i="0" u="none" strike="noStrike" noProof="0"/>
                        <a:t> with RAG; prompts not stored or trained on [2], [7].</a:t>
                      </a:r>
                      <a:endParaRPr lang="en-US"/>
                    </a:p>
                  </a:txBody>
                  <a:tcP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581998811"/>
                  </a:ext>
                </a:extLst>
              </a:tr>
            </a:tbl>
          </a:graphicData>
        </a:graphic>
      </p:graphicFrame>
    </p:spTree>
    <p:extLst>
      <p:ext uri="{BB962C8B-B14F-4D97-AF65-F5344CB8AC3E}">
        <p14:creationId xmlns:p14="http://schemas.microsoft.com/office/powerpoint/2010/main" val="216985328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562FD1-BA75-4F77-E1CF-B1041786468C}"/>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3E250DB-9F40-78B5-853C-18EE52AC9AF7}"/>
              </a:ext>
            </a:extLst>
          </p:cNvPr>
          <p:cNvSpPr>
            <a:spLocks noGrp="1"/>
          </p:cNvSpPr>
          <p:nvPr>
            <p:ph type="sldNum" sz="quarter" idx="4"/>
          </p:nvPr>
        </p:nvSpPr>
        <p:spPr/>
        <p:txBody>
          <a:bodyPr/>
          <a:lstStyle/>
          <a:p>
            <a:fld id="{4EA1E582-E1CC-4474-812F-1657BC5920B7}" type="slidenum">
              <a:rPr lang="ko-KR" altLang="en-US" smtClean="0"/>
              <a:t>50</a:t>
            </a:fld>
            <a:endParaRPr lang="ko-KR" altLang="en-US"/>
          </a:p>
        </p:txBody>
      </p:sp>
      <p:sp>
        <p:nvSpPr>
          <p:cNvPr id="5" name="Text Placeholder 4">
            <a:extLst>
              <a:ext uri="{FF2B5EF4-FFF2-40B4-BE49-F238E27FC236}">
                <a16:creationId xmlns:a16="http://schemas.microsoft.com/office/drawing/2014/main" id="{FED93AB1-1D56-180C-8279-B1D872F9C83E}"/>
              </a:ext>
            </a:extLst>
          </p:cNvPr>
          <p:cNvSpPr>
            <a:spLocks noGrp="1"/>
          </p:cNvSpPr>
          <p:nvPr>
            <p:ph type="body" sz="quarter" idx="11"/>
          </p:nvPr>
        </p:nvSpPr>
        <p:spPr/>
        <p:txBody>
          <a:bodyPr lIns="91440" tIns="45720" rIns="91440" bIns="45720" anchor="ctr" anchorCtr="0"/>
          <a:lstStyle/>
          <a:p>
            <a:r>
              <a:rPr lang="en-US">
                <a:latin typeface="KoPub돋움체 Bold"/>
                <a:ea typeface="KoPub돋움체 Bold"/>
              </a:rPr>
              <a:t>D6 – Compliance &amp; Certification</a:t>
            </a:r>
            <a:endParaRPr lang="en-US" b="0">
              <a:latin typeface="KoPub돋움체 Bold"/>
              <a:ea typeface="KoPub돋움체 Bold"/>
            </a:endParaRPr>
          </a:p>
        </p:txBody>
      </p:sp>
      <p:sp>
        <p:nvSpPr>
          <p:cNvPr id="7" name="제목 3">
            <a:extLst>
              <a:ext uri="{FF2B5EF4-FFF2-40B4-BE49-F238E27FC236}">
                <a16:creationId xmlns:a16="http://schemas.microsoft.com/office/drawing/2014/main" id="{A858ACA8-CD38-2CDC-1386-21A65D1AB440}"/>
              </a:ext>
            </a:extLst>
          </p:cNvPr>
          <p:cNvSpPr txBox="1">
            <a:spLocks/>
          </p:cNvSpPr>
          <p:nvPr/>
        </p:nvSpPr>
        <p:spPr>
          <a:xfrm>
            <a:off x="286194" y="265704"/>
            <a:ext cx="10666268" cy="464670"/>
          </a:xfrm>
          <a:prstGeom prst="rect">
            <a:avLst/>
          </a:prstGeom>
        </p:spPr>
        <p:txBody>
          <a:bodyPr lIns="91440" tIns="45720" rIns="91440" bIns="45720" anchor="ctr" anchorCtr="0"/>
          <a:lstStyle>
            <a:lvl1pPr algn="l" rtl="0" eaLnBrk="1" fontAlgn="base" latinLnBrk="1" hangingPunct="1">
              <a:spcBef>
                <a:spcPct val="0"/>
              </a:spcBef>
              <a:spcAft>
                <a:spcPct val="0"/>
              </a:spcAft>
              <a:defRPr lang="ko-KR" altLang="en-US" sz="2400" b="1" kern="1200" baseline="0" dirty="0">
                <a:ln>
                  <a:solidFill>
                    <a:schemeClr val="accent1">
                      <a:alpha val="0"/>
                    </a:schemeClr>
                  </a:solidFill>
                </a:ln>
                <a:solidFill>
                  <a:srgbClr val="144772"/>
                </a:solidFill>
                <a:effectLst>
                  <a:glow rad="127000">
                    <a:schemeClr val="bg1"/>
                  </a:glow>
                  <a:outerShdw blurRad="38100" dist="38100" dir="2700000" algn="tl" rotWithShape="0">
                    <a:prstClr val="black">
                      <a:alpha val="40000"/>
                    </a:prstClr>
                  </a:outerShdw>
                </a:effectLst>
                <a:latin typeface="Pretendard Black" panose="02000A03000000020004" pitchFamily="50" charset="-127"/>
                <a:ea typeface="Pretendard Black" panose="02000A03000000020004" pitchFamily="50" charset="-127"/>
                <a:cs typeface="Pretendard Black" panose="02000A03000000020004" pitchFamily="50" charset="-127"/>
              </a:defRPr>
            </a:lvl1pPr>
            <a:lvl2pPr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2pPr>
            <a:lvl3pPr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3pPr>
            <a:lvl4pPr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4pPr>
            <a:lvl5pPr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5pPr>
            <a:lvl6pPr marL="457200"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6pPr>
            <a:lvl7pPr marL="914400"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7pPr>
            <a:lvl8pPr marL="1371600"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8pPr>
            <a:lvl9pPr marL="1828800"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9pPr>
          </a:lstStyle>
          <a:p>
            <a:r>
              <a:rPr lang="ko-KR">
                <a:ln>
                  <a:solidFill>
                    <a:srgbClr val="4F81BD">
                      <a:alpha val="0"/>
                    </a:srgbClr>
                  </a:solidFill>
                </a:ln>
                <a:effectLst>
                  <a:glow rad="127000">
                    <a:prstClr val="white"/>
                  </a:glow>
                  <a:outerShdw blurRad="38100" dist="38100" dir="2700000" algn="tl" rotWithShape="0">
                    <a:prstClr val="black">
                      <a:alpha val="40000"/>
                    </a:prstClr>
                  </a:outerShdw>
                </a:effectLst>
                <a:latin typeface="Arial"/>
                <a:ea typeface="Pretendard Black"/>
                <a:cs typeface="Arial"/>
              </a:rPr>
              <a:t>컴트루</a:t>
            </a:r>
            <a:r>
              <a:rPr lang="ko-KR" altLang="en-US">
                <a:ln>
                  <a:solidFill>
                    <a:srgbClr val="4F81BD">
                      <a:alpha val="0"/>
                    </a:srgbClr>
                  </a:solidFill>
                </a:ln>
                <a:effectLst>
                  <a:glow rad="127000">
                    <a:prstClr val="white"/>
                  </a:glow>
                  <a:outerShdw blurRad="38100" dist="38100" dir="2700000" algn="tl" rotWithShape="0">
                    <a:prstClr val="black">
                      <a:alpha val="40000"/>
                    </a:prstClr>
                  </a:outerShdw>
                </a:effectLst>
                <a:latin typeface="Arial"/>
                <a:ea typeface="Pretendard Black"/>
                <a:cs typeface="Arial"/>
              </a:rPr>
              <a:t> (</a:t>
            </a:r>
            <a:r>
              <a:rPr lang="ko-KR" altLang="en-US">
                <a:ln>
                  <a:solidFill>
                    <a:srgbClr val="4F81BD">
                      <a:alpha val="0"/>
                    </a:srgbClr>
                  </a:solidFill>
                </a:ln>
                <a:effectLst>
                  <a:glow rad="127000">
                    <a:prstClr val="white"/>
                  </a:glow>
                  <a:outerShdw blurRad="38100" dist="38100" dir="2700000" algn="tl" rotWithShape="0">
                    <a:prstClr val="black">
                      <a:alpha val="40000"/>
                    </a:prstClr>
                  </a:outerShdw>
                </a:effectLst>
                <a:latin typeface="Arial"/>
                <a:ea typeface="Pretendard Black"/>
              </a:rPr>
              <a:t>Alta)</a:t>
            </a:r>
            <a:endParaRPr lang="en-US" altLang="ko-KR">
              <a:ln>
                <a:solidFill>
                  <a:srgbClr val="4F81BD">
                    <a:alpha val="0"/>
                  </a:srgbClr>
                </a:solidFill>
              </a:ln>
              <a:effectLst>
                <a:glow rad="127000">
                  <a:prstClr val="white"/>
                </a:glow>
                <a:outerShdw blurRad="38100" dist="38100" dir="2700000" algn="tl" rotWithShape="0">
                  <a:prstClr val="black">
                    <a:alpha val="40000"/>
                  </a:prstClr>
                </a:outerShdw>
              </a:effectLst>
              <a:latin typeface="Pretendard Black"/>
            </a:endParaRPr>
          </a:p>
        </p:txBody>
      </p:sp>
      <p:graphicFrame>
        <p:nvGraphicFramePr>
          <p:cNvPr id="3" name="Table 2">
            <a:extLst>
              <a:ext uri="{FF2B5EF4-FFF2-40B4-BE49-F238E27FC236}">
                <a16:creationId xmlns:a16="http://schemas.microsoft.com/office/drawing/2014/main" id="{6A5C022E-98AB-6125-29F5-617922BEA8EF}"/>
              </a:ext>
            </a:extLst>
          </p:cNvPr>
          <p:cNvGraphicFramePr>
            <a:graphicFrameLocks noGrp="1"/>
          </p:cNvGraphicFramePr>
          <p:nvPr>
            <p:extLst>
              <p:ext uri="{D42A27DB-BD31-4B8C-83A1-F6EECF244321}">
                <p14:modId xmlns:p14="http://schemas.microsoft.com/office/powerpoint/2010/main" val="528777001"/>
              </p:ext>
            </p:extLst>
          </p:nvPr>
        </p:nvGraphicFramePr>
        <p:xfrm>
          <a:off x="518160" y="1402080"/>
          <a:ext cx="11187140" cy="4429125"/>
        </p:xfrm>
        <a:graphic>
          <a:graphicData uri="http://schemas.openxmlformats.org/drawingml/2006/table">
            <a:tbl>
              <a:tblPr firstRow="1" bandRow="1">
                <a:tableStyleId>{9D7B26C5-4107-4FEC-AEDC-1716B250A1EF}</a:tableStyleId>
              </a:tblPr>
              <a:tblGrid>
                <a:gridCol w="975563">
                  <a:extLst>
                    <a:ext uri="{9D8B030D-6E8A-4147-A177-3AD203B41FA5}">
                      <a16:colId xmlns:a16="http://schemas.microsoft.com/office/drawing/2014/main" val="3761190961"/>
                    </a:ext>
                  </a:extLst>
                </a:gridCol>
                <a:gridCol w="3676364">
                  <a:extLst>
                    <a:ext uri="{9D8B030D-6E8A-4147-A177-3AD203B41FA5}">
                      <a16:colId xmlns:a16="http://schemas.microsoft.com/office/drawing/2014/main" val="3009874471"/>
                    </a:ext>
                  </a:extLst>
                </a:gridCol>
                <a:gridCol w="1407425">
                  <a:extLst>
                    <a:ext uri="{9D8B030D-6E8A-4147-A177-3AD203B41FA5}">
                      <a16:colId xmlns:a16="http://schemas.microsoft.com/office/drawing/2014/main" val="316164474"/>
                    </a:ext>
                  </a:extLst>
                </a:gridCol>
                <a:gridCol w="5127788">
                  <a:extLst>
                    <a:ext uri="{9D8B030D-6E8A-4147-A177-3AD203B41FA5}">
                      <a16:colId xmlns:a16="http://schemas.microsoft.com/office/drawing/2014/main" val="1510347205"/>
                    </a:ext>
                  </a:extLst>
                </a:gridCol>
              </a:tblGrid>
              <a:tr h="370840">
                <a:tc>
                  <a:txBody>
                    <a:bodyPr/>
                    <a:lstStyle/>
                    <a:p>
                      <a:pPr algn="ctr"/>
                      <a:r>
                        <a:rPr lang="en-US" sz="1400">
                          <a:latin typeface="Arial"/>
                          <a:cs typeface="Arial"/>
                        </a:rPr>
                        <a:t>ID</a:t>
                      </a:r>
                    </a:p>
                  </a:txBody>
                  <a:tcPr>
                    <a:lnL w="12700">
                      <a:solidFill>
                        <a:schemeClr val="tx1"/>
                      </a:solidFill>
                    </a:lnL>
                    <a:lnR w="12700">
                      <a:solidFill>
                        <a:schemeClr val="tx1"/>
                      </a:solidFill>
                    </a:lnR>
                    <a:lnT w="12700">
                      <a:solidFill>
                        <a:schemeClr val="tx1"/>
                      </a:solidFill>
                    </a:lnT>
                    <a:lnB w="12700">
                      <a:solidFill>
                        <a:schemeClr val="tx1"/>
                      </a:solidFill>
                    </a:lnB>
                    <a:solidFill>
                      <a:schemeClr val="accent5">
                        <a:lumMod val="20000"/>
                        <a:lumOff val="80000"/>
                      </a:schemeClr>
                    </a:solidFill>
                  </a:tcPr>
                </a:tc>
                <a:tc>
                  <a:txBody>
                    <a:bodyPr/>
                    <a:lstStyle/>
                    <a:p>
                      <a:pPr algn="ctr"/>
                      <a:r>
                        <a:rPr lang="en-US" sz="1400">
                          <a:latin typeface="Arial"/>
                          <a:cs typeface="Arial"/>
                        </a:rPr>
                        <a:t>Capability</a:t>
                      </a:r>
                    </a:p>
                  </a:txBody>
                  <a:tcPr>
                    <a:lnL w="12700">
                      <a:solidFill>
                        <a:schemeClr val="tx1"/>
                      </a:solidFill>
                    </a:lnL>
                    <a:lnR w="12700">
                      <a:solidFill>
                        <a:schemeClr val="tx1"/>
                      </a:solidFill>
                    </a:lnR>
                    <a:lnT w="12700">
                      <a:solidFill>
                        <a:schemeClr val="tx1"/>
                      </a:solidFill>
                    </a:lnT>
                    <a:lnB w="12700">
                      <a:solidFill>
                        <a:schemeClr val="tx1"/>
                      </a:solidFill>
                    </a:lnB>
                    <a:solidFill>
                      <a:schemeClr val="accent5">
                        <a:lumMod val="20000"/>
                        <a:lumOff val="80000"/>
                      </a:schemeClr>
                    </a:solidFill>
                  </a:tcPr>
                </a:tc>
                <a:tc>
                  <a:txBody>
                    <a:bodyPr/>
                    <a:lstStyle/>
                    <a:p>
                      <a:pPr algn="ctr"/>
                      <a:r>
                        <a:rPr lang="en-US" sz="1400">
                          <a:latin typeface="Arial"/>
                          <a:cs typeface="Arial"/>
                        </a:rPr>
                        <a:t>Availability</a:t>
                      </a:r>
                    </a:p>
                  </a:txBody>
                  <a:tcPr>
                    <a:lnL w="12700">
                      <a:solidFill>
                        <a:schemeClr val="tx1"/>
                      </a:solidFill>
                    </a:lnL>
                    <a:lnR w="12700">
                      <a:solidFill>
                        <a:schemeClr val="tx1"/>
                      </a:solidFill>
                    </a:lnR>
                    <a:lnT w="12700">
                      <a:solidFill>
                        <a:schemeClr val="tx1"/>
                      </a:solidFill>
                    </a:lnT>
                    <a:lnB w="12700">
                      <a:solidFill>
                        <a:schemeClr val="tx1"/>
                      </a:solidFill>
                    </a:lnB>
                    <a:solidFill>
                      <a:schemeClr val="accent5">
                        <a:lumMod val="20000"/>
                        <a:lumOff val="80000"/>
                      </a:schemeClr>
                    </a:solidFill>
                  </a:tcPr>
                </a:tc>
                <a:tc>
                  <a:txBody>
                    <a:bodyPr/>
                    <a:lstStyle/>
                    <a:p>
                      <a:pPr algn="ctr"/>
                      <a:r>
                        <a:rPr lang="en-US" sz="1400">
                          <a:latin typeface="Arial"/>
                          <a:cs typeface="Arial"/>
                        </a:rPr>
                        <a:t>References</a:t>
                      </a:r>
                    </a:p>
                  </a:txBody>
                  <a:tcPr>
                    <a:lnL w="12700">
                      <a:solidFill>
                        <a:schemeClr val="tx1"/>
                      </a:solidFill>
                    </a:lnL>
                    <a:lnR w="12700">
                      <a:solidFill>
                        <a:schemeClr val="tx1"/>
                      </a:solidFill>
                    </a:lnR>
                    <a:lnT w="12700">
                      <a:solidFill>
                        <a:schemeClr val="tx1"/>
                      </a:solidFill>
                    </a:lnT>
                    <a:lnB w="12700">
                      <a:solidFill>
                        <a:schemeClr val="tx1"/>
                      </a:solidFill>
                    </a:lnB>
                    <a:solidFill>
                      <a:schemeClr val="accent5">
                        <a:lumMod val="20000"/>
                        <a:lumOff val="80000"/>
                      </a:schemeClr>
                    </a:solidFill>
                  </a:tcPr>
                </a:tc>
                <a:extLst>
                  <a:ext uri="{0D108BD9-81ED-4DB2-BD59-A6C34878D82A}">
                    <a16:rowId xmlns:a16="http://schemas.microsoft.com/office/drawing/2014/main" val="1080965025"/>
                  </a:ext>
                </a:extLst>
              </a:tr>
              <a:tr h="370840">
                <a:tc>
                  <a:txBody>
                    <a:bodyPr/>
                    <a:lstStyle/>
                    <a:p>
                      <a:r>
                        <a:rPr lang="en-US" sz="1400">
                          <a:latin typeface="Arial"/>
                          <a:cs typeface="Arial"/>
                        </a:rPr>
                        <a:t>D6-01</a:t>
                      </a:r>
                      <a:endParaRPr lang="en-US">
                        <a:latin typeface="Arial"/>
                        <a:cs typeface="Arial"/>
                      </a:endParaRPr>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lvl="0" algn="l">
                        <a:lnSpc>
                          <a:spcPct val="100000"/>
                        </a:lnSpc>
                        <a:spcBef>
                          <a:spcPts val="0"/>
                        </a:spcBef>
                        <a:spcAft>
                          <a:spcPts val="0"/>
                        </a:spcAft>
                        <a:buNone/>
                      </a:pPr>
                      <a:r>
                        <a:rPr lang="ko-KR" altLang="en-US" sz="1400" b="0" i="0" u="none" strike="noStrike" noProof="0">
                          <a:effectLst/>
                          <a:latin typeface="Arial"/>
                          <a:cs typeface="Arial"/>
                        </a:rPr>
                        <a:t>보안기능확인서</a:t>
                      </a:r>
                      <a:r>
                        <a:rPr lang="en-US" sz="1400" b="0" i="0" u="none" strike="noStrike" noProof="0">
                          <a:effectLst/>
                          <a:latin typeface="Arial"/>
                          <a:cs typeface="Arial"/>
                        </a:rPr>
                        <a:t> / CC (</a:t>
                      </a:r>
                      <a:r>
                        <a:rPr lang="ko-KR" altLang="en-US" sz="1400" b="0" i="0" u="none" strike="noStrike" noProof="0">
                          <a:effectLst/>
                          <a:latin typeface="Arial"/>
                          <a:cs typeface="Arial"/>
                        </a:rPr>
                        <a:t>자료유출방지</a:t>
                      </a:r>
                      <a:r>
                        <a:rPr lang="en-US" sz="1400" b="0" i="0" u="none" strike="noStrike" noProof="0">
                          <a:effectLst/>
                          <a:latin typeface="Arial"/>
                          <a:cs typeface="Arial"/>
                        </a:rPr>
                        <a:t>) </a:t>
                      </a:r>
                      <a:endParaRPr lang="en-US">
                        <a:latin typeface="Arial"/>
                        <a:cs typeface="Arial"/>
                      </a:endParaRPr>
                    </a:p>
                  </a:txBody>
                  <a:tcPr marL="0" marR="0" marT="0" marB="0" anchor="ctr">
                    <a:lnL w="12700">
                      <a:solidFill>
                        <a:schemeClr val="tx1"/>
                      </a:solidFill>
                    </a:lnL>
                    <a:lnR w="12700" cap="flat" cmpd="sng" algn="ctr">
                      <a:solidFill>
                        <a:schemeClr val="tx1"/>
                      </a:solidFill>
                      <a:prstDash val="solid"/>
                      <a:round/>
                      <a:headEnd type="none" w="med" len="med"/>
                      <a:tailEnd type="none" w="med" len="med"/>
                    </a:lnR>
                    <a:lnT w="12700">
                      <a:solidFill>
                        <a:schemeClr val="tx1"/>
                      </a:solidFill>
                    </a:lnT>
                    <a:lnB w="12700">
                      <a:solidFill>
                        <a:schemeClr val="tx1"/>
                      </a:solidFill>
                    </a:lnB>
                    <a:solidFill>
                      <a:schemeClr val="bg1"/>
                    </a:solidFill>
                  </a:tcPr>
                </a:tc>
                <a:tc>
                  <a:txBody>
                    <a:bodyPr/>
                    <a:lstStyle/>
                    <a:p>
                      <a:pPr lvl="0" algn="ctr">
                        <a:lnSpc>
                          <a:spcPct val="100000"/>
                        </a:lnSpc>
                        <a:spcBef>
                          <a:spcPts val="0"/>
                        </a:spcBef>
                        <a:spcAft>
                          <a:spcPts val="0"/>
                        </a:spcAft>
                        <a:buNone/>
                      </a:pPr>
                      <a:r>
                        <a:rPr lang="en-US" sz="1200" b="0" i="0" u="none" strike="noStrike" noProof="0">
                          <a:solidFill>
                            <a:srgbClr val="000000"/>
                          </a:solidFill>
                          <a:latin typeface="Malgun Gothic"/>
                          <a:ea typeface="Malgun Gothic"/>
                          <a:cs typeface="Arial"/>
                        </a:rPr>
                        <a:t>●</a:t>
                      </a:r>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lvl="0">
                        <a:buNone/>
                      </a:pPr>
                      <a:r>
                        <a:rPr lang="ko-KR" altLang="en-US" sz="1400" b="0" i="0" u="none" strike="noStrike" noProof="0">
                          <a:latin typeface="Arial"/>
                          <a:cs typeface="Arial"/>
                        </a:rPr>
                        <a:t>셜록홈즈</a:t>
                      </a:r>
                      <a:r>
                        <a:rPr lang="en-US" sz="1400" b="0" i="0" u="none" strike="noStrike" noProof="0">
                          <a:latin typeface="Arial"/>
                          <a:cs typeface="Arial"/>
                        </a:rPr>
                        <a:t> PC</a:t>
                      </a:r>
                      <a:r>
                        <a:rPr lang="ko-KR" altLang="en-US" sz="1400" b="0" i="0" u="none" strike="noStrike" noProof="0">
                          <a:latin typeface="Arial"/>
                          <a:cs typeface="Arial"/>
                        </a:rPr>
                        <a:t>정보보안</a:t>
                      </a:r>
                      <a:r>
                        <a:rPr lang="en-US" sz="1400" b="0" i="0" u="none" strike="noStrike" noProof="0">
                          <a:latin typeface="Arial"/>
                          <a:cs typeface="Arial"/>
                        </a:rPr>
                        <a:t> CC (2016); </a:t>
                      </a:r>
                      <a:r>
                        <a:rPr lang="en-US" sz="1400" b="0" i="0" u="none" strike="noStrike" noProof="0" err="1">
                          <a:latin typeface="Arial"/>
                          <a:cs typeface="Arial"/>
                        </a:rPr>
                        <a:t>PrivacyCenter</a:t>
                      </a:r>
                      <a:r>
                        <a:rPr lang="en-US" sz="1400" b="0" i="0" u="none" strike="noStrike" noProof="0">
                          <a:latin typeface="Arial"/>
                          <a:cs typeface="Arial"/>
                        </a:rPr>
                        <a:t> V5.0 CC (2020) [1], [2]. </a:t>
                      </a:r>
                      <a:r>
                        <a:rPr lang="en-US" sz="1400" b="1" i="0" u="none" strike="noStrike" noProof="0">
                          <a:latin typeface="Arial"/>
                          <a:cs typeface="Arial"/>
                        </a:rPr>
                        <a:t>[need to confirm the current version's validity!]</a:t>
                      </a:r>
                      <a:endParaRPr lang="en-US" sz="1400" b="0" i="0" u="none" strike="noStrike" noProof="0">
                        <a:latin typeface="Arial"/>
                        <a:cs typeface="Arial"/>
                      </a:endParaRPr>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extLst>
                  <a:ext uri="{0D108BD9-81ED-4DB2-BD59-A6C34878D82A}">
                    <a16:rowId xmlns:a16="http://schemas.microsoft.com/office/drawing/2014/main" val="2715742840"/>
                  </a:ext>
                </a:extLst>
              </a:tr>
              <a:tr h="370840">
                <a:tc>
                  <a:txBody>
                    <a:bodyPr/>
                    <a:lstStyle/>
                    <a:p>
                      <a:pPr lvl="0" algn="l">
                        <a:lnSpc>
                          <a:spcPct val="100000"/>
                        </a:lnSpc>
                        <a:spcBef>
                          <a:spcPts val="0"/>
                        </a:spcBef>
                        <a:spcAft>
                          <a:spcPts val="0"/>
                        </a:spcAft>
                        <a:buNone/>
                      </a:pPr>
                      <a:r>
                        <a:rPr lang="en-US" sz="1400" b="0" i="0" u="none" strike="noStrike" noProof="0">
                          <a:solidFill>
                            <a:srgbClr val="000000"/>
                          </a:solidFill>
                          <a:latin typeface="Arial"/>
                          <a:cs typeface="Arial"/>
                        </a:rPr>
                        <a:t>D6-02</a:t>
                      </a:r>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lvl="0" algn="l">
                        <a:lnSpc>
                          <a:spcPct val="100000"/>
                        </a:lnSpc>
                        <a:spcBef>
                          <a:spcPts val="0"/>
                        </a:spcBef>
                        <a:spcAft>
                          <a:spcPts val="0"/>
                        </a:spcAft>
                        <a:buNone/>
                      </a:pPr>
                      <a:r>
                        <a:rPr lang="en-US" sz="1400" b="0" i="0" u="none" strike="noStrike" noProof="0">
                          <a:effectLst/>
                          <a:latin typeface="Arial"/>
                          <a:cs typeface="Arial"/>
                        </a:rPr>
                        <a:t>GS</a:t>
                      </a:r>
                      <a:r>
                        <a:rPr lang="en-US" altLang="ko-KR" sz="1400" b="0" i="0" u="none" strike="noStrike" noProof="0">
                          <a:effectLst/>
                          <a:latin typeface="Arial"/>
                          <a:cs typeface="Arial"/>
                        </a:rPr>
                        <a:t> </a:t>
                      </a:r>
                      <a:r>
                        <a:rPr lang="ko-KR" altLang="en-US" sz="1400" b="0" i="0" u="none" strike="noStrike" noProof="0">
                          <a:effectLst/>
                          <a:latin typeface="Arial"/>
                          <a:cs typeface="Arial"/>
                        </a:rPr>
                        <a:t>인증</a:t>
                      </a:r>
                      <a:r>
                        <a:rPr lang="en-US" sz="1400" b="0" i="0" u="none" strike="noStrike" noProof="0">
                          <a:effectLst/>
                          <a:latin typeface="Arial"/>
                          <a:cs typeface="Arial"/>
                        </a:rPr>
                        <a:t> </a:t>
                      </a:r>
                      <a:endParaRPr lang="en-US">
                        <a:latin typeface="Arial"/>
                        <a:cs typeface="Arial"/>
                      </a:endParaRPr>
                    </a:p>
                  </a:txBody>
                  <a:tcPr marL="0" marR="0" marT="0" marB="0" anchor="ctr">
                    <a:lnL w="12700">
                      <a:solidFill>
                        <a:schemeClr val="tx1"/>
                      </a:solidFill>
                    </a:lnL>
                    <a:lnR w="12700" cap="flat" cmpd="sng" algn="ctr">
                      <a:solidFill>
                        <a:schemeClr val="tx1"/>
                      </a:solidFill>
                      <a:prstDash val="solid"/>
                      <a:round/>
                      <a:headEnd type="none" w="med" len="med"/>
                      <a:tailEnd type="none" w="med" len="med"/>
                    </a:lnR>
                    <a:lnT w="12700">
                      <a:solidFill>
                        <a:schemeClr val="tx1"/>
                      </a:solidFill>
                    </a:lnT>
                    <a:lnB w="12700">
                      <a:solidFill>
                        <a:schemeClr val="tx1"/>
                      </a:solidFill>
                    </a:lnB>
                    <a:solidFill>
                      <a:schemeClr val="bg1"/>
                    </a:solidFill>
                  </a:tcPr>
                </a:tc>
                <a:tc>
                  <a:txBody>
                    <a:bodyPr/>
                    <a:lstStyle/>
                    <a:p>
                      <a:pPr lvl="0" algn="ctr">
                        <a:lnSpc>
                          <a:spcPct val="100000"/>
                        </a:lnSpc>
                        <a:spcBef>
                          <a:spcPts val="0"/>
                        </a:spcBef>
                        <a:spcAft>
                          <a:spcPts val="0"/>
                        </a:spcAft>
                        <a:buNone/>
                      </a:pPr>
                      <a:r>
                        <a:rPr lang="en-US" sz="1200" b="0" i="0" u="none" strike="noStrike" noProof="0">
                          <a:solidFill>
                            <a:srgbClr val="000000"/>
                          </a:solidFill>
                          <a:latin typeface="Malgun Gothic"/>
                          <a:ea typeface="Malgun Gothic"/>
                          <a:cs typeface="Arial"/>
                        </a:rPr>
                        <a:t>●</a:t>
                      </a:r>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lvl="0">
                        <a:buNone/>
                      </a:pPr>
                      <a:r>
                        <a:rPr lang="en-US" sz="1400" b="0" i="0" u="none" strike="noStrike" noProof="0">
                          <a:latin typeface="Arial"/>
                          <a:cs typeface="Arial"/>
                        </a:rPr>
                        <a:t>PC</a:t>
                      </a:r>
                      <a:r>
                        <a:rPr lang="ko-KR" altLang="en-US" sz="1400" b="0" i="0" u="none" strike="noStrike" noProof="0">
                          <a:latin typeface="Arial"/>
                          <a:cs typeface="Arial"/>
                        </a:rPr>
                        <a:t>정보보안</a:t>
                      </a:r>
                      <a:r>
                        <a:rPr lang="en-US" sz="1400" b="0" i="0" u="none" strike="noStrike" noProof="0">
                          <a:latin typeface="Arial"/>
                          <a:cs typeface="Arial"/>
                        </a:rPr>
                        <a:t> V3.0 GS 1st grade (2022); Sphinx AI DLP GS 1st grade; </a:t>
                      </a:r>
                      <a:r>
                        <a:rPr lang="en-US" sz="1400" b="0" i="0" u="none" strike="noStrike" noProof="0" err="1">
                          <a:latin typeface="Arial"/>
                          <a:cs typeface="Arial"/>
                        </a:rPr>
                        <a:t>NetCenter</a:t>
                      </a:r>
                      <a:r>
                        <a:rPr lang="en-US" sz="1400" b="0" i="0" u="none" strike="noStrike" noProof="0">
                          <a:latin typeface="Arial"/>
                          <a:cs typeface="Arial"/>
                        </a:rPr>
                        <a:t> GS [3], [4], [5].</a:t>
                      </a:r>
                      <a:endParaRPr lang="en-US">
                        <a:latin typeface="Arial"/>
                        <a:cs typeface="Arial"/>
                      </a:endParaRPr>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extLst>
                  <a:ext uri="{0D108BD9-81ED-4DB2-BD59-A6C34878D82A}">
                    <a16:rowId xmlns:a16="http://schemas.microsoft.com/office/drawing/2014/main" val="2181622584"/>
                  </a:ext>
                </a:extLst>
              </a:tr>
              <a:tr h="370840">
                <a:tc>
                  <a:txBody>
                    <a:bodyPr/>
                    <a:lstStyle/>
                    <a:p>
                      <a:pPr lvl="0" algn="l">
                        <a:lnSpc>
                          <a:spcPct val="100000"/>
                        </a:lnSpc>
                        <a:spcBef>
                          <a:spcPts val="0"/>
                        </a:spcBef>
                        <a:spcAft>
                          <a:spcPts val="0"/>
                        </a:spcAft>
                        <a:buNone/>
                      </a:pPr>
                      <a:r>
                        <a:rPr lang="en-US" sz="1400" b="0" i="0" u="none" strike="noStrike" noProof="0">
                          <a:solidFill>
                            <a:srgbClr val="000000"/>
                          </a:solidFill>
                          <a:latin typeface="Arial"/>
                          <a:cs typeface="Arial"/>
                        </a:rPr>
                        <a:t>D6-03</a:t>
                      </a:r>
                      <a:endParaRPr lang="en-US" sz="1400">
                        <a:latin typeface="Arial"/>
                        <a:cs typeface="Arial"/>
                      </a:endParaRPr>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lvl="0" algn="l">
                        <a:lnSpc>
                          <a:spcPct val="100000"/>
                        </a:lnSpc>
                        <a:spcBef>
                          <a:spcPts val="0"/>
                        </a:spcBef>
                        <a:spcAft>
                          <a:spcPts val="0"/>
                        </a:spcAft>
                        <a:buNone/>
                      </a:pPr>
                      <a:r>
                        <a:rPr lang="ko-KR" altLang="en-US" sz="1400" b="0" i="0" u="none" strike="noStrike" noProof="0">
                          <a:effectLst/>
                          <a:latin typeface="Arial"/>
                          <a:cs typeface="Arial"/>
                        </a:rPr>
                        <a:t>조달청</a:t>
                      </a:r>
                      <a:r>
                        <a:rPr lang="en-US" altLang="ko-KR" sz="1400" b="0" i="0" u="none" strike="noStrike" noProof="0">
                          <a:effectLst/>
                          <a:latin typeface="Arial"/>
                          <a:cs typeface="Arial"/>
                        </a:rPr>
                        <a:t> </a:t>
                      </a:r>
                      <a:r>
                        <a:rPr lang="ko-KR" altLang="en-US" sz="1400" b="0" i="0" u="none" strike="noStrike" noProof="0">
                          <a:effectLst/>
                          <a:latin typeface="Arial"/>
                          <a:cs typeface="Arial"/>
                        </a:rPr>
                        <a:t>등록</a:t>
                      </a:r>
                      <a:r>
                        <a:rPr lang="en-US" sz="1400" b="0" i="0" u="none" strike="noStrike" noProof="0">
                          <a:effectLst/>
                          <a:latin typeface="Arial"/>
                          <a:cs typeface="Arial"/>
                        </a:rPr>
                        <a:t> (</a:t>
                      </a:r>
                      <a:r>
                        <a:rPr lang="ko-KR" altLang="en-US" sz="1400" b="0" i="0" u="none" strike="noStrike" noProof="0">
                          <a:effectLst/>
                          <a:latin typeface="Arial"/>
                          <a:cs typeface="Arial"/>
                        </a:rPr>
                        <a:t>나라장터</a:t>
                      </a:r>
                      <a:r>
                        <a:rPr lang="en-US" sz="1400" b="0" i="0" u="none" strike="noStrike" noProof="0">
                          <a:effectLst/>
                          <a:latin typeface="Arial"/>
                          <a:cs typeface="Arial"/>
                        </a:rPr>
                        <a:t> /</a:t>
                      </a:r>
                      <a:r>
                        <a:rPr lang="en-US" altLang="ko-KR" sz="1400" b="0" i="0" u="none" strike="noStrike" noProof="0">
                          <a:effectLst/>
                          <a:latin typeface="Arial"/>
                          <a:cs typeface="Arial"/>
                        </a:rPr>
                        <a:t> </a:t>
                      </a:r>
                      <a:r>
                        <a:rPr lang="ko-KR" altLang="en-US" sz="1400" b="0" i="0" u="none" strike="noStrike" noProof="0">
                          <a:effectLst/>
                          <a:latin typeface="Arial"/>
                          <a:cs typeface="Arial"/>
                        </a:rPr>
                        <a:t>디지털서비스몰</a:t>
                      </a:r>
                      <a:r>
                        <a:rPr lang="en-US" sz="1400" b="0" i="0" u="none" strike="noStrike" noProof="0">
                          <a:effectLst/>
                          <a:latin typeface="Arial"/>
                          <a:cs typeface="Arial"/>
                        </a:rPr>
                        <a:t>) </a:t>
                      </a:r>
                      <a:endParaRPr lang="en-US">
                        <a:latin typeface="Arial"/>
                        <a:cs typeface="Arial"/>
                      </a:endParaRPr>
                    </a:p>
                  </a:txBody>
                  <a:tcPr marL="0" marR="0" marT="0" marB="0" anchor="ctr">
                    <a:lnL w="12700">
                      <a:solidFill>
                        <a:schemeClr val="tx1"/>
                      </a:solidFill>
                    </a:lnL>
                    <a:lnR w="12700" cap="flat" cmpd="sng" algn="ctr">
                      <a:solidFill>
                        <a:schemeClr val="tx1"/>
                      </a:solidFill>
                      <a:prstDash val="solid"/>
                      <a:round/>
                      <a:headEnd type="none" w="med" len="med"/>
                      <a:tailEnd type="none" w="med" len="med"/>
                    </a:lnR>
                    <a:lnT w="12700">
                      <a:solidFill>
                        <a:schemeClr val="tx1"/>
                      </a:solidFill>
                    </a:lnT>
                    <a:lnB w="12700">
                      <a:solidFill>
                        <a:schemeClr val="tx1"/>
                      </a:solidFill>
                    </a:lnB>
                    <a:solidFill>
                      <a:schemeClr val="bg1"/>
                    </a:solidFill>
                  </a:tcPr>
                </a:tc>
                <a:tc>
                  <a:txBody>
                    <a:bodyPr/>
                    <a:lstStyle/>
                    <a:p>
                      <a:pPr lvl="0" algn="ctr">
                        <a:lnSpc>
                          <a:spcPct val="100000"/>
                        </a:lnSpc>
                        <a:spcBef>
                          <a:spcPts val="0"/>
                        </a:spcBef>
                        <a:spcAft>
                          <a:spcPts val="0"/>
                        </a:spcAft>
                        <a:buNone/>
                      </a:pPr>
                      <a:r>
                        <a:rPr lang="en-US" sz="1200" b="0" i="0" u="none" strike="noStrike" noProof="0">
                          <a:solidFill>
                            <a:srgbClr val="000000"/>
                          </a:solidFill>
                          <a:latin typeface="Malgun Gothic"/>
                          <a:ea typeface="Malgun Gothic"/>
                          <a:cs typeface="Arial"/>
                        </a:rPr>
                        <a:t>●</a:t>
                      </a:r>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lvl="0">
                        <a:buNone/>
                      </a:pPr>
                      <a:r>
                        <a:rPr lang="en-US" sz="1400" b="0" i="0" u="none" strike="noStrike" noProof="0">
                          <a:latin typeface="Arial"/>
                          <a:cs typeface="Arial"/>
                        </a:rPr>
                        <a:t>PC</a:t>
                      </a:r>
                      <a:r>
                        <a:rPr lang="ko-KR" altLang="en-US" sz="1400" b="0" i="0" u="none" strike="noStrike" noProof="0">
                          <a:latin typeface="Arial"/>
                          <a:cs typeface="Arial"/>
                        </a:rPr>
                        <a:t>정보보안</a:t>
                      </a:r>
                      <a:r>
                        <a:rPr lang="en-US" sz="1400" b="0" i="0" u="none" strike="noStrike" noProof="0">
                          <a:latin typeface="Arial"/>
                          <a:cs typeface="Arial"/>
                        </a:rPr>
                        <a:t> V3.0 and Sphinx AI DLP on the</a:t>
                      </a:r>
                      <a:r>
                        <a:rPr lang="en-US" altLang="ko-KR" sz="1400" b="0" i="0" u="none" strike="noStrike" noProof="0">
                          <a:latin typeface="Arial"/>
                          <a:cs typeface="Arial"/>
                        </a:rPr>
                        <a:t> </a:t>
                      </a:r>
                      <a:r>
                        <a:rPr lang="ko-KR" altLang="en-US" sz="1400" b="0" i="0" u="none" strike="noStrike" noProof="0">
                          <a:latin typeface="Arial"/>
                          <a:cs typeface="Arial"/>
                        </a:rPr>
                        <a:t>디지털서비스몰 [5], [6]</a:t>
                      </a:r>
                      <a:r>
                        <a:rPr lang="en-US" sz="1400" b="0" i="0" u="none" strike="noStrike" noProof="0">
                          <a:latin typeface="Arial"/>
                          <a:cs typeface="Arial"/>
                        </a:rPr>
                        <a:t>.</a:t>
                      </a:r>
                      <a:endParaRPr lang="en-US">
                        <a:latin typeface="Arial"/>
                        <a:cs typeface="Arial"/>
                      </a:endParaRPr>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extLst>
                  <a:ext uri="{0D108BD9-81ED-4DB2-BD59-A6C34878D82A}">
                    <a16:rowId xmlns:a16="http://schemas.microsoft.com/office/drawing/2014/main" val="903757581"/>
                  </a:ext>
                </a:extLst>
              </a:tr>
              <a:tr h="370840">
                <a:tc>
                  <a:txBody>
                    <a:bodyPr/>
                    <a:lstStyle/>
                    <a:p>
                      <a:pPr lvl="0" algn="l">
                        <a:lnSpc>
                          <a:spcPct val="100000"/>
                        </a:lnSpc>
                        <a:spcBef>
                          <a:spcPts val="0"/>
                        </a:spcBef>
                        <a:spcAft>
                          <a:spcPts val="0"/>
                        </a:spcAft>
                        <a:buNone/>
                      </a:pPr>
                      <a:r>
                        <a:rPr lang="en-US" sz="1400" b="0" i="0" u="none" strike="noStrike" noProof="0">
                          <a:solidFill>
                            <a:srgbClr val="000000"/>
                          </a:solidFill>
                          <a:latin typeface="Arial"/>
                          <a:cs typeface="Arial"/>
                        </a:rPr>
                        <a:t>D6-04</a:t>
                      </a:r>
                      <a:endParaRPr lang="en-US" sz="1400">
                        <a:latin typeface="Arial"/>
                        <a:cs typeface="Arial"/>
                      </a:endParaRPr>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lvl="0" algn="l">
                        <a:lnSpc>
                          <a:spcPct val="100000"/>
                        </a:lnSpc>
                        <a:spcBef>
                          <a:spcPts val="0"/>
                        </a:spcBef>
                        <a:spcAft>
                          <a:spcPts val="0"/>
                        </a:spcAft>
                        <a:buNone/>
                      </a:pPr>
                      <a:r>
                        <a:rPr lang="en-US" sz="1400" b="0" i="0" u="none" strike="noStrike" noProof="0">
                          <a:effectLst/>
                          <a:latin typeface="Arial"/>
                          <a:cs typeface="Arial"/>
                        </a:rPr>
                        <a:t>N2SF / CSO grade support </a:t>
                      </a:r>
                      <a:endParaRPr lang="en-US">
                        <a:latin typeface="Arial"/>
                        <a:cs typeface="Arial"/>
                      </a:endParaRPr>
                    </a:p>
                  </a:txBody>
                  <a:tcPr marL="0" marR="0" marT="0" marB="0" anchor="ctr">
                    <a:lnL w="12700">
                      <a:solidFill>
                        <a:schemeClr val="tx1"/>
                      </a:solidFill>
                    </a:lnL>
                    <a:lnR w="12700" cap="flat" cmpd="sng" algn="ctr">
                      <a:solidFill>
                        <a:schemeClr val="tx1"/>
                      </a:solidFill>
                      <a:prstDash val="solid"/>
                      <a:round/>
                      <a:headEnd type="none" w="med" len="med"/>
                      <a:tailEnd type="none" w="med" len="med"/>
                    </a:lnR>
                    <a:lnT w="12700">
                      <a:solidFill>
                        <a:schemeClr val="tx1"/>
                      </a:solidFill>
                    </a:lnT>
                    <a:lnB w="12700">
                      <a:solidFill>
                        <a:schemeClr val="tx1"/>
                      </a:solidFill>
                    </a:lnB>
                    <a:solidFill>
                      <a:schemeClr val="bg1"/>
                    </a:solidFill>
                  </a:tcPr>
                </a:tc>
                <a:tc>
                  <a:txBody>
                    <a:bodyPr/>
                    <a:lstStyle/>
                    <a:p>
                      <a:pPr lvl="0" algn="ctr">
                        <a:lnSpc>
                          <a:spcPct val="100000"/>
                        </a:lnSpc>
                        <a:spcBef>
                          <a:spcPts val="0"/>
                        </a:spcBef>
                        <a:spcAft>
                          <a:spcPts val="0"/>
                        </a:spcAft>
                        <a:buNone/>
                      </a:pPr>
                      <a:r>
                        <a:rPr lang="en-US" sz="1200" b="0" i="0" u="none" strike="noStrike" noProof="0">
                          <a:solidFill>
                            <a:srgbClr val="000000"/>
                          </a:solidFill>
                          <a:latin typeface="Malgun Gothic"/>
                          <a:ea typeface="Malgun Gothic"/>
                          <a:cs typeface="Arial"/>
                        </a:rPr>
                        <a:t>●</a:t>
                      </a:r>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lvl="0">
                        <a:buNone/>
                      </a:pPr>
                      <a:r>
                        <a:rPr lang="en-US" sz="1400" b="0" i="0" u="none" strike="noStrike" noProof="0">
                          <a:latin typeface="Arial"/>
                          <a:cs typeface="Arial"/>
                        </a:rPr>
                        <a:t>Vendor states Sphinx meets N2SF and NIS GenAI security guidelines; lists N2SF-specific requirements [5].</a:t>
                      </a:r>
                      <a:endParaRPr lang="en-US">
                        <a:latin typeface="Arial"/>
                        <a:cs typeface="Arial"/>
                      </a:endParaRPr>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extLst>
                  <a:ext uri="{0D108BD9-81ED-4DB2-BD59-A6C34878D82A}">
                    <a16:rowId xmlns:a16="http://schemas.microsoft.com/office/drawing/2014/main" val="2970567322"/>
                  </a:ext>
                </a:extLst>
              </a:tr>
              <a:tr h="370840">
                <a:tc>
                  <a:txBody>
                    <a:bodyPr/>
                    <a:lstStyle/>
                    <a:p>
                      <a:pPr lvl="0" algn="l">
                        <a:lnSpc>
                          <a:spcPct val="100000"/>
                        </a:lnSpc>
                        <a:spcBef>
                          <a:spcPts val="0"/>
                        </a:spcBef>
                        <a:spcAft>
                          <a:spcPts val="0"/>
                        </a:spcAft>
                        <a:buNone/>
                      </a:pPr>
                      <a:r>
                        <a:rPr lang="en-US" sz="1400" b="0" i="0" u="none" strike="noStrike" noProof="0">
                          <a:solidFill>
                            <a:srgbClr val="000000"/>
                          </a:solidFill>
                          <a:latin typeface="Arial"/>
                          <a:cs typeface="Arial"/>
                        </a:rPr>
                        <a:t>D6-05</a:t>
                      </a:r>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lvl="0" algn="l">
                        <a:lnSpc>
                          <a:spcPct val="100000"/>
                        </a:lnSpc>
                        <a:spcBef>
                          <a:spcPts val="0"/>
                        </a:spcBef>
                        <a:spcAft>
                          <a:spcPts val="0"/>
                        </a:spcAft>
                        <a:buNone/>
                      </a:pPr>
                      <a:r>
                        <a:rPr lang="en-US" sz="1400" b="0" i="0" u="none" strike="noStrike" noProof="0">
                          <a:effectLst/>
                          <a:latin typeface="Arial"/>
                          <a:cs typeface="Arial"/>
                        </a:rPr>
                        <a:t>ISMS-P control alignment </a:t>
                      </a:r>
                      <a:endParaRPr lang="en-US">
                        <a:latin typeface="Arial"/>
                        <a:cs typeface="Arial"/>
                      </a:endParaRPr>
                    </a:p>
                  </a:txBody>
                  <a:tcPr marL="0" marR="0" marT="0" marB="0" anchor="ctr">
                    <a:lnL w="12700">
                      <a:solidFill>
                        <a:schemeClr val="tx1"/>
                      </a:solidFill>
                    </a:lnL>
                    <a:lnR w="12700" cap="flat" cmpd="sng" algn="ctr">
                      <a:solidFill>
                        <a:schemeClr val="tx1"/>
                      </a:solidFill>
                      <a:prstDash val="solid"/>
                      <a:round/>
                      <a:headEnd type="none" w="med" len="med"/>
                      <a:tailEnd type="none" w="med" len="med"/>
                    </a:lnR>
                    <a:lnT w="12700">
                      <a:solidFill>
                        <a:schemeClr val="tx1"/>
                      </a:solidFill>
                    </a:lnT>
                    <a:lnB w="12700">
                      <a:solidFill>
                        <a:schemeClr val="tx1"/>
                      </a:solidFill>
                    </a:lnB>
                    <a:solidFill>
                      <a:schemeClr val="bg1"/>
                    </a:solidFill>
                  </a:tcPr>
                </a:tc>
                <a:tc>
                  <a:txBody>
                    <a:bodyPr/>
                    <a:lstStyle/>
                    <a:p>
                      <a:pPr lvl="0" algn="ctr">
                        <a:lnSpc>
                          <a:spcPct val="100000"/>
                        </a:lnSpc>
                        <a:spcBef>
                          <a:spcPts val="0"/>
                        </a:spcBef>
                        <a:spcAft>
                          <a:spcPts val="0"/>
                        </a:spcAft>
                        <a:buNone/>
                      </a:pPr>
                      <a:r>
                        <a:rPr lang="en-US" sz="1200" b="0" i="0" u="none" strike="noStrike" noProof="0">
                          <a:solidFill>
                            <a:srgbClr val="000000"/>
                          </a:solidFill>
                          <a:latin typeface="Malgun Gothic"/>
                          <a:ea typeface="Malgun Gothic"/>
                          <a:cs typeface="Arial"/>
                        </a:rPr>
                        <a:t>◐</a:t>
                      </a:r>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lvl="0">
                        <a:buNone/>
                      </a:pPr>
                      <a:r>
                        <a:rPr lang="en-US" sz="1400" b="0" i="0" u="none" strike="noStrike" noProof="0">
                          <a:latin typeface="Arial"/>
                          <a:cs typeface="Arial"/>
                        </a:rPr>
                        <a:t>PC</a:t>
                      </a:r>
                      <a:r>
                        <a:rPr lang="ko-KR" altLang="en-US" sz="1400" b="0" i="0" u="none" strike="noStrike" noProof="0">
                          <a:latin typeface="Arial"/>
                          <a:cs typeface="Arial"/>
                        </a:rPr>
                        <a:t>스캔</a:t>
                      </a:r>
                      <a:r>
                        <a:rPr lang="en-US" sz="1400" b="0" i="0" u="none" strike="noStrike" noProof="0">
                          <a:latin typeface="Arial"/>
                          <a:cs typeface="Arial"/>
                        </a:rPr>
                        <a:t> positioned for PIPA, Electronic Financial Transactions Act and ISMS technical controls [7].</a:t>
                      </a:r>
                      <a:endParaRPr lang="en-US">
                        <a:latin typeface="Arial"/>
                        <a:cs typeface="Arial"/>
                      </a:endParaRPr>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extLst>
                  <a:ext uri="{0D108BD9-81ED-4DB2-BD59-A6C34878D82A}">
                    <a16:rowId xmlns:a16="http://schemas.microsoft.com/office/drawing/2014/main" val="3874896899"/>
                  </a:ext>
                </a:extLst>
              </a:tr>
              <a:tr h="370840">
                <a:tc>
                  <a:txBody>
                    <a:bodyPr/>
                    <a:lstStyle/>
                    <a:p>
                      <a:pPr lvl="0" algn="l">
                        <a:lnSpc>
                          <a:spcPct val="100000"/>
                        </a:lnSpc>
                        <a:spcBef>
                          <a:spcPts val="0"/>
                        </a:spcBef>
                        <a:spcAft>
                          <a:spcPts val="0"/>
                        </a:spcAft>
                        <a:buNone/>
                      </a:pPr>
                      <a:r>
                        <a:rPr lang="en-US" sz="1400" b="0" i="0" u="none" strike="noStrike" noProof="0">
                          <a:solidFill>
                            <a:srgbClr val="000000"/>
                          </a:solidFill>
                          <a:latin typeface="Arial"/>
                          <a:cs typeface="Arial"/>
                        </a:rPr>
                        <a:t>D6-06</a:t>
                      </a:r>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lvl="0" algn="l">
                        <a:lnSpc>
                          <a:spcPct val="100000"/>
                        </a:lnSpc>
                        <a:spcBef>
                          <a:spcPts val="0"/>
                        </a:spcBef>
                        <a:spcAft>
                          <a:spcPts val="0"/>
                        </a:spcAft>
                        <a:buNone/>
                      </a:pPr>
                      <a:r>
                        <a:rPr lang="en-US" sz="1400" b="0" i="0" u="none" strike="noStrike" noProof="0">
                          <a:effectLst/>
                          <a:latin typeface="Arial"/>
                          <a:cs typeface="Arial"/>
                        </a:rPr>
                        <a:t>KCMVP-verified crypto module </a:t>
                      </a:r>
                      <a:endParaRPr lang="en-US">
                        <a:latin typeface="Arial"/>
                        <a:cs typeface="Arial"/>
                      </a:endParaRPr>
                    </a:p>
                  </a:txBody>
                  <a:tcPr marL="0" marR="0" marT="0" marB="0" anchor="ctr">
                    <a:lnL w="12700">
                      <a:solidFill>
                        <a:schemeClr val="tx1"/>
                      </a:solidFill>
                    </a:lnL>
                    <a:lnR w="12700" cap="flat" cmpd="sng" algn="ctr">
                      <a:solidFill>
                        <a:schemeClr val="tx1"/>
                      </a:solidFill>
                      <a:prstDash val="solid"/>
                      <a:round/>
                      <a:headEnd type="none" w="med" len="med"/>
                      <a:tailEnd type="none" w="med" len="med"/>
                    </a:lnR>
                    <a:lnT w="12700">
                      <a:solidFill>
                        <a:schemeClr val="tx1"/>
                      </a:solidFill>
                    </a:lnT>
                    <a:lnB w="12700">
                      <a:solidFill>
                        <a:schemeClr val="tx1"/>
                      </a:solidFill>
                    </a:lnB>
                    <a:solidFill>
                      <a:schemeClr val="bg1"/>
                    </a:solidFill>
                  </a:tcPr>
                </a:tc>
                <a:tc>
                  <a:txBody>
                    <a:bodyPr/>
                    <a:lstStyle/>
                    <a:p>
                      <a:endParaRPr lang="en-US" sz="1400">
                        <a:latin typeface="Arial"/>
                        <a:cs typeface="Arial"/>
                      </a:endParaRPr>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r>
                        <a:rPr lang="en-US" sz="1400" b="1">
                          <a:latin typeface="Arial"/>
                          <a:cs typeface="Arial"/>
                        </a:rPr>
                        <a:t>[need to confirm!]</a:t>
                      </a:r>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extLst>
                  <a:ext uri="{0D108BD9-81ED-4DB2-BD59-A6C34878D82A}">
                    <a16:rowId xmlns:a16="http://schemas.microsoft.com/office/drawing/2014/main" val="463752911"/>
                  </a:ext>
                </a:extLst>
              </a:tr>
              <a:tr h="365125">
                <a:tc>
                  <a:txBody>
                    <a:bodyPr/>
                    <a:lstStyle/>
                    <a:p>
                      <a:pPr lvl="0" algn="l">
                        <a:lnSpc>
                          <a:spcPct val="100000"/>
                        </a:lnSpc>
                        <a:spcBef>
                          <a:spcPts val="0"/>
                        </a:spcBef>
                        <a:spcAft>
                          <a:spcPts val="0"/>
                        </a:spcAft>
                        <a:buNone/>
                      </a:pPr>
                      <a:r>
                        <a:rPr lang="en-US" sz="1400" b="0" i="0" u="none" strike="noStrike" noProof="0">
                          <a:solidFill>
                            <a:srgbClr val="000000"/>
                          </a:solidFill>
                          <a:latin typeface="Arial"/>
                          <a:cs typeface="Arial"/>
                        </a:rPr>
                        <a:t>D6-07</a:t>
                      </a:r>
                    </a:p>
                  </a:txBody>
                  <a:tcP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solidFill>
                      <a:schemeClr val="bg1"/>
                    </a:solidFill>
                  </a:tcPr>
                </a:tc>
                <a:tc>
                  <a:txBody>
                    <a:bodyPr/>
                    <a:lstStyle/>
                    <a:p>
                      <a:pPr lvl="0" algn="l">
                        <a:lnSpc>
                          <a:spcPct val="100000"/>
                        </a:lnSpc>
                        <a:spcBef>
                          <a:spcPts val="0"/>
                        </a:spcBef>
                        <a:spcAft>
                          <a:spcPts val="0"/>
                        </a:spcAft>
                        <a:buNone/>
                      </a:pPr>
                      <a:r>
                        <a:rPr lang="en-US" sz="1400" b="0" i="0" u="none" strike="noStrike" noProof="0">
                          <a:effectLst/>
                          <a:latin typeface="Arial"/>
                          <a:cs typeface="Arial"/>
                        </a:rPr>
                        <a:t>Independent analyst recognition </a:t>
                      </a:r>
                      <a:endParaRPr lang="en-US">
                        <a:latin typeface="Arial"/>
                        <a:cs typeface="Arial"/>
                      </a:endParaRPr>
                    </a:p>
                  </a:txBody>
                  <a:tcPr marL="0" marR="0" marT="0" marB="0" anchor="ctr">
                    <a:lnL w="12700">
                      <a:solidFill>
                        <a:schemeClr val="tx1"/>
                      </a:solidFill>
                    </a:lnL>
                    <a:lnR w="12700" cap="flat" cmpd="sng" algn="ctr">
                      <a:solidFill>
                        <a:schemeClr val="tx1"/>
                      </a:solidFill>
                      <a:prstDash val="solid"/>
                      <a:round/>
                      <a:headEnd type="none" w="med" len="med"/>
                      <a:tailEnd type="none" w="med" len="med"/>
                    </a:lnR>
                    <a:lnT w="12700">
                      <a:solidFill>
                        <a:schemeClr val="tx1"/>
                      </a:solidFill>
                    </a:lnT>
                    <a:lnB w="12700">
                      <a:solidFill>
                        <a:schemeClr val="tx1"/>
                      </a:solidFill>
                    </a:lnB>
                    <a:solidFill>
                      <a:schemeClr val="bg1"/>
                    </a:solidFill>
                  </a:tcPr>
                </a:tc>
                <a:tc>
                  <a:txBody>
                    <a:bodyPr/>
                    <a:lstStyle/>
                    <a:p>
                      <a:endParaRPr lang="en-US" sz="1400">
                        <a:latin typeface="Arial"/>
                        <a:cs typeface="Arial"/>
                      </a:endParaRPr>
                    </a:p>
                  </a:txBody>
                  <a:tcP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solidFill>
                      <a:schemeClr val="bg1"/>
                    </a:solidFill>
                  </a:tcPr>
                </a:tc>
                <a:tc>
                  <a:txBody>
                    <a:bodyPr/>
                    <a:lstStyle/>
                    <a:p>
                      <a:endParaRPr lang="en-US" sz="1400">
                        <a:latin typeface="Arial"/>
                        <a:cs typeface="Arial"/>
                      </a:endParaRPr>
                    </a:p>
                  </a:txBody>
                  <a:tcP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38253598"/>
                  </a:ext>
                </a:extLst>
              </a:tr>
              <a:tr h="365125">
                <a:tc>
                  <a:txBody>
                    <a:bodyPr/>
                    <a:lstStyle/>
                    <a:p>
                      <a:pPr lvl="0" algn="l">
                        <a:lnSpc>
                          <a:spcPct val="100000"/>
                        </a:lnSpc>
                        <a:spcBef>
                          <a:spcPts val="0"/>
                        </a:spcBef>
                        <a:spcAft>
                          <a:spcPts val="0"/>
                        </a:spcAft>
                        <a:buNone/>
                      </a:pPr>
                      <a:r>
                        <a:rPr lang="en-US" sz="1400" b="0" i="0" u="none" strike="noStrike" noProof="0">
                          <a:solidFill>
                            <a:srgbClr val="000000"/>
                          </a:solidFill>
                          <a:latin typeface="Arial"/>
                          <a:cs typeface="Arial"/>
                        </a:rPr>
                        <a:t>D6-08</a:t>
                      </a:r>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lvl="0" algn="l">
                        <a:lnSpc>
                          <a:spcPct val="100000"/>
                        </a:lnSpc>
                        <a:spcBef>
                          <a:spcPts val="0"/>
                        </a:spcBef>
                        <a:spcAft>
                          <a:spcPts val="0"/>
                        </a:spcAft>
                        <a:buNone/>
                      </a:pPr>
                      <a:r>
                        <a:rPr lang="en-US" sz="1400" b="0" i="0" u="none" strike="noStrike" noProof="0">
                          <a:effectLst/>
                          <a:latin typeface="Arial"/>
                          <a:cs typeface="Arial"/>
                        </a:rPr>
                        <a:t>Others</a:t>
                      </a:r>
                      <a:endParaRPr lang="en-US">
                        <a:latin typeface="Arial"/>
                        <a:cs typeface="Arial"/>
                      </a:endParaRPr>
                    </a:p>
                  </a:txBody>
                  <a:tcPr marL="0" marR="0" marT="0" marB="0" anchor="ctr">
                    <a:lnL w="12700">
                      <a:solidFill>
                        <a:schemeClr val="tx1"/>
                      </a:solidFill>
                    </a:lnL>
                    <a:lnR w="12700" cap="flat" cmpd="sng" algn="ctr">
                      <a:solidFill>
                        <a:schemeClr val="tx1"/>
                      </a:solidFill>
                      <a:prstDash val="solid"/>
                      <a:round/>
                      <a:headEnd type="none" w="med" len="med"/>
                      <a:tailEnd type="none" w="med" len="med"/>
                    </a:lnR>
                    <a:lnT w="12700">
                      <a:solidFill>
                        <a:schemeClr val="tx1"/>
                      </a:solidFill>
                    </a:lnT>
                    <a:lnB w="12700">
                      <a:solidFill>
                        <a:schemeClr val="tx1"/>
                      </a:solidFill>
                    </a:lnB>
                    <a:solidFill>
                      <a:schemeClr val="bg1"/>
                    </a:solidFill>
                  </a:tcPr>
                </a:tc>
                <a:tc>
                  <a:txBody>
                    <a:bodyPr/>
                    <a:lstStyle/>
                    <a:p>
                      <a:pPr lvl="0">
                        <a:buNone/>
                      </a:pPr>
                      <a:endParaRPr lang="en-US" sz="1400">
                        <a:latin typeface="Arial"/>
                        <a:cs typeface="Arial"/>
                      </a:endParaRPr>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lvl="0">
                        <a:buNone/>
                      </a:pPr>
                      <a:r>
                        <a:rPr lang="en-US" sz="1400" b="0" i="0" u="none" strike="noStrike" noProof="0">
                          <a:latin typeface="Arial"/>
                          <a:cs typeface="Arial"/>
                        </a:rPr>
                        <a:t>Sphinx references: Samsung C&amp;T, Samsung SDI, K-water; large financial customer base (IBK, KB, BNK, etc. shown on site). </a:t>
                      </a:r>
                      <a:r>
                        <a:rPr lang="en-US" sz="1400" b="0" i="0" u="none" strike="noStrike" noProof="0" err="1">
                          <a:latin typeface="Arial"/>
                          <a:cs typeface="Arial"/>
                        </a:rPr>
                        <a:t>Comtrue</a:t>
                      </a:r>
                      <a:r>
                        <a:rPr lang="en-US" sz="1400" b="0" i="0" u="none" strike="noStrike" noProof="0">
                          <a:latin typeface="Arial"/>
                          <a:cs typeface="Arial"/>
                        </a:rPr>
                        <a:t> claims #1 public-sector share for PC PII [5], [8].</a:t>
                      </a:r>
                      <a:endParaRPr lang="en-US">
                        <a:latin typeface="Arial"/>
                        <a:cs typeface="Arial"/>
                      </a:endParaRPr>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extLst>
                  <a:ext uri="{0D108BD9-81ED-4DB2-BD59-A6C34878D82A}">
                    <a16:rowId xmlns:a16="http://schemas.microsoft.com/office/drawing/2014/main" val="2034492820"/>
                  </a:ext>
                </a:extLst>
              </a:tr>
            </a:tbl>
          </a:graphicData>
        </a:graphic>
      </p:graphicFrame>
    </p:spTree>
    <p:extLst>
      <p:ext uri="{BB962C8B-B14F-4D97-AF65-F5344CB8AC3E}">
        <p14:creationId xmlns:p14="http://schemas.microsoft.com/office/powerpoint/2010/main" val="300497792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723B7B-6C90-273C-FD40-73F5E1507422}"/>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A5169A3-1E92-5A3A-A6D4-8125DAE6F986}"/>
              </a:ext>
            </a:extLst>
          </p:cNvPr>
          <p:cNvSpPr>
            <a:spLocks noGrp="1"/>
          </p:cNvSpPr>
          <p:nvPr>
            <p:ph type="sldNum" sz="quarter" idx="4"/>
          </p:nvPr>
        </p:nvSpPr>
        <p:spPr/>
        <p:txBody>
          <a:bodyPr/>
          <a:lstStyle/>
          <a:p>
            <a:fld id="{4EA1E582-E1CC-4474-812F-1657BC5920B7}" type="slidenum">
              <a:rPr lang="ko-KR" altLang="en-US" smtClean="0"/>
              <a:t>51</a:t>
            </a:fld>
            <a:endParaRPr lang="ko-KR" altLang="en-US"/>
          </a:p>
        </p:txBody>
      </p:sp>
      <p:sp>
        <p:nvSpPr>
          <p:cNvPr id="5" name="Text Placeholder 4">
            <a:extLst>
              <a:ext uri="{FF2B5EF4-FFF2-40B4-BE49-F238E27FC236}">
                <a16:creationId xmlns:a16="http://schemas.microsoft.com/office/drawing/2014/main" id="{74BC5BBC-FDE7-BB3E-6960-98955CC9CE6E}"/>
              </a:ext>
            </a:extLst>
          </p:cNvPr>
          <p:cNvSpPr>
            <a:spLocks noGrp="1"/>
          </p:cNvSpPr>
          <p:nvPr>
            <p:ph type="body" sz="quarter" idx="11"/>
          </p:nvPr>
        </p:nvSpPr>
        <p:spPr/>
        <p:txBody>
          <a:bodyPr lIns="91440" tIns="45720" rIns="91440" bIns="45720" anchor="ctr" anchorCtr="0"/>
          <a:lstStyle/>
          <a:p>
            <a:r>
              <a:rPr lang="en-US">
                <a:latin typeface="KoPub돋움체 Bold"/>
                <a:ea typeface="KoPub돋움체 Bold"/>
              </a:rPr>
              <a:t>Product Map</a:t>
            </a:r>
            <a:endParaRPr lang="en-US"/>
          </a:p>
        </p:txBody>
      </p:sp>
      <p:sp>
        <p:nvSpPr>
          <p:cNvPr id="7" name="제목 3">
            <a:extLst>
              <a:ext uri="{FF2B5EF4-FFF2-40B4-BE49-F238E27FC236}">
                <a16:creationId xmlns:a16="http://schemas.microsoft.com/office/drawing/2014/main" id="{EAD77901-F1BA-186A-D4AD-B08F9A4A485C}"/>
              </a:ext>
            </a:extLst>
          </p:cNvPr>
          <p:cNvSpPr txBox="1">
            <a:spLocks/>
          </p:cNvSpPr>
          <p:nvPr/>
        </p:nvSpPr>
        <p:spPr>
          <a:xfrm>
            <a:off x="286194" y="265704"/>
            <a:ext cx="10666268" cy="464670"/>
          </a:xfrm>
          <a:prstGeom prst="rect">
            <a:avLst/>
          </a:prstGeom>
        </p:spPr>
        <p:txBody>
          <a:bodyPr lIns="91440" tIns="45720" rIns="91440" bIns="45720" anchor="ctr" anchorCtr="0"/>
          <a:lstStyle>
            <a:lvl1pPr algn="l" rtl="0" eaLnBrk="1" fontAlgn="base" latinLnBrk="1" hangingPunct="1">
              <a:spcBef>
                <a:spcPct val="0"/>
              </a:spcBef>
              <a:spcAft>
                <a:spcPct val="0"/>
              </a:spcAft>
              <a:defRPr lang="ko-KR" altLang="en-US" sz="2400" b="1" kern="1200" baseline="0" dirty="0">
                <a:ln>
                  <a:solidFill>
                    <a:schemeClr val="accent1">
                      <a:alpha val="0"/>
                    </a:schemeClr>
                  </a:solidFill>
                </a:ln>
                <a:solidFill>
                  <a:srgbClr val="144772"/>
                </a:solidFill>
                <a:effectLst>
                  <a:glow rad="127000">
                    <a:schemeClr val="bg1"/>
                  </a:glow>
                  <a:outerShdw blurRad="38100" dist="38100" dir="2700000" algn="tl" rotWithShape="0">
                    <a:prstClr val="black">
                      <a:alpha val="40000"/>
                    </a:prstClr>
                  </a:outerShdw>
                </a:effectLst>
                <a:latin typeface="Pretendard Black" panose="02000A03000000020004" pitchFamily="50" charset="-127"/>
                <a:ea typeface="Pretendard Black" panose="02000A03000000020004" pitchFamily="50" charset="-127"/>
                <a:cs typeface="Pretendard Black" panose="02000A03000000020004" pitchFamily="50" charset="-127"/>
              </a:defRPr>
            </a:lvl1pPr>
            <a:lvl2pPr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2pPr>
            <a:lvl3pPr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3pPr>
            <a:lvl4pPr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4pPr>
            <a:lvl5pPr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5pPr>
            <a:lvl6pPr marL="457200"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6pPr>
            <a:lvl7pPr marL="914400"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7pPr>
            <a:lvl8pPr marL="1371600"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8pPr>
            <a:lvl9pPr marL="1828800"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9pPr>
          </a:lstStyle>
          <a:p>
            <a:r>
              <a:rPr lang="ko-KR">
                <a:ln>
                  <a:solidFill>
                    <a:srgbClr val="4F81BD">
                      <a:alpha val="0"/>
                    </a:srgbClr>
                  </a:solidFill>
                </a:ln>
                <a:effectLst>
                  <a:glow rad="127000">
                    <a:prstClr val="white"/>
                  </a:glow>
                  <a:outerShdw blurRad="38100" dist="38100" dir="2700000" algn="tl" rotWithShape="0">
                    <a:prstClr val="black">
                      <a:alpha val="40000"/>
                    </a:prstClr>
                  </a:outerShdw>
                </a:effectLst>
                <a:latin typeface="Arial"/>
                <a:ea typeface="Pretendard Black"/>
                <a:cs typeface="Arial"/>
              </a:rPr>
              <a:t>컴트루</a:t>
            </a:r>
            <a:r>
              <a:rPr lang="ko-KR" altLang="en-US">
                <a:ln>
                  <a:solidFill>
                    <a:srgbClr val="4F81BD">
                      <a:alpha val="0"/>
                    </a:srgbClr>
                  </a:solidFill>
                </a:ln>
                <a:effectLst>
                  <a:glow rad="127000">
                    <a:prstClr val="white"/>
                  </a:glow>
                  <a:outerShdw blurRad="38100" dist="38100" dir="2700000" algn="tl" rotWithShape="0">
                    <a:prstClr val="black">
                      <a:alpha val="40000"/>
                    </a:prstClr>
                  </a:outerShdw>
                </a:effectLst>
                <a:latin typeface="Arial"/>
                <a:ea typeface="Pretendard Black"/>
                <a:cs typeface="Arial"/>
              </a:rPr>
              <a:t> (</a:t>
            </a:r>
            <a:r>
              <a:rPr lang="ko-KR" altLang="en-US">
                <a:ln>
                  <a:solidFill>
                    <a:srgbClr val="4F81BD">
                      <a:alpha val="0"/>
                    </a:srgbClr>
                  </a:solidFill>
                </a:ln>
                <a:effectLst>
                  <a:glow rad="127000">
                    <a:prstClr val="white"/>
                  </a:glow>
                  <a:outerShdw blurRad="38100" dist="38100" dir="2700000" algn="tl" rotWithShape="0">
                    <a:prstClr val="black">
                      <a:alpha val="40000"/>
                    </a:prstClr>
                  </a:outerShdw>
                </a:effectLst>
                <a:latin typeface="Arial"/>
                <a:ea typeface="Pretendard Black"/>
              </a:rPr>
              <a:t>Alta)</a:t>
            </a:r>
            <a:endParaRPr lang="en-US" altLang="ko-KR">
              <a:ln>
                <a:solidFill>
                  <a:srgbClr val="4F81BD">
                    <a:alpha val="0"/>
                  </a:srgbClr>
                </a:solidFill>
              </a:ln>
              <a:effectLst>
                <a:glow rad="127000">
                  <a:prstClr val="white"/>
                </a:glow>
                <a:outerShdw blurRad="38100" dist="38100" dir="2700000" algn="tl" rotWithShape="0">
                  <a:prstClr val="black">
                    <a:alpha val="40000"/>
                  </a:prstClr>
                </a:outerShdw>
              </a:effectLst>
              <a:latin typeface="Pretendard Black"/>
            </a:endParaRPr>
          </a:p>
        </p:txBody>
      </p:sp>
      <p:graphicFrame>
        <p:nvGraphicFramePr>
          <p:cNvPr id="4" name="Table 3">
            <a:extLst>
              <a:ext uri="{FF2B5EF4-FFF2-40B4-BE49-F238E27FC236}">
                <a16:creationId xmlns:a16="http://schemas.microsoft.com/office/drawing/2014/main" id="{B45AE301-ABC8-CB0E-CAD1-5E45820CBD20}"/>
              </a:ext>
            </a:extLst>
          </p:cNvPr>
          <p:cNvGraphicFramePr>
            <a:graphicFrameLocks noGrp="1"/>
          </p:cNvGraphicFramePr>
          <p:nvPr>
            <p:extLst>
              <p:ext uri="{D42A27DB-BD31-4B8C-83A1-F6EECF244321}">
                <p14:modId xmlns:p14="http://schemas.microsoft.com/office/powerpoint/2010/main" val="2593009733"/>
              </p:ext>
            </p:extLst>
          </p:nvPr>
        </p:nvGraphicFramePr>
        <p:xfrm>
          <a:off x="772160" y="1645920"/>
          <a:ext cx="10515600" cy="3723640"/>
        </p:xfrm>
        <a:graphic>
          <a:graphicData uri="http://schemas.openxmlformats.org/drawingml/2006/table">
            <a:tbl>
              <a:tblPr firstRow="1" bandRow="1">
                <a:tableStyleId>{5940675A-B579-460E-94D1-54222C63F5DA}</a:tableStyleId>
              </a:tblPr>
              <a:tblGrid>
                <a:gridCol w="3383280">
                  <a:extLst>
                    <a:ext uri="{9D8B030D-6E8A-4147-A177-3AD203B41FA5}">
                      <a16:colId xmlns:a16="http://schemas.microsoft.com/office/drawing/2014/main" val="1745042514"/>
                    </a:ext>
                  </a:extLst>
                </a:gridCol>
                <a:gridCol w="3200400">
                  <a:extLst>
                    <a:ext uri="{9D8B030D-6E8A-4147-A177-3AD203B41FA5}">
                      <a16:colId xmlns:a16="http://schemas.microsoft.com/office/drawing/2014/main" val="3242468889"/>
                    </a:ext>
                  </a:extLst>
                </a:gridCol>
                <a:gridCol w="3931920">
                  <a:extLst>
                    <a:ext uri="{9D8B030D-6E8A-4147-A177-3AD203B41FA5}">
                      <a16:colId xmlns:a16="http://schemas.microsoft.com/office/drawing/2014/main" val="1504140600"/>
                    </a:ext>
                  </a:extLst>
                </a:gridCol>
              </a:tblGrid>
              <a:tr h="370840">
                <a:tc>
                  <a:txBody>
                    <a:bodyPr/>
                    <a:lstStyle/>
                    <a:p>
                      <a:pPr lvl="0" algn="just">
                        <a:buNone/>
                      </a:pPr>
                      <a:r>
                        <a:rPr lang="en-US" sz="1400">
                          <a:latin typeface="Arial"/>
                          <a:cs typeface="Arial"/>
                        </a:rPr>
                        <a:t>Product</a:t>
                      </a:r>
                      <a:endParaRPr lang="en-US"/>
                    </a:p>
                  </a:txBody>
                  <a:tcPr>
                    <a:solidFill>
                      <a:schemeClr val="accent5">
                        <a:lumMod val="20000"/>
                        <a:lumOff val="80000"/>
                      </a:schemeClr>
                    </a:solidFill>
                  </a:tcPr>
                </a:tc>
                <a:tc>
                  <a:txBody>
                    <a:bodyPr/>
                    <a:lstStyle/>
                    <a:p>
                      <a:pPr lvl="0" algn="just">
                        <a:buNone/>
                      </a:pPr>
                      <a:r>
                        <a:rPr lang="en-US" sz="1400">
                          <a:latin typeface="Arial"/>
                          <a:cs typeface="Arial"/>
                        </a:rPr>
                        <a:t>Form factor</a:t>
                      </a:r>
                      <a:endParaRPr lang="en-US"/>
                    </a:p>
                  </a:txBody>
                  <a:tcPr>
                    <a:solidFill>
                      <a:schemeClr val="accent5">
                        <a:lumMod val="20000"/>
                        <a:lumOff val="80000"/>
                      </a:schemeClr>
                    </a:solidFill>
                  </a:tcPr>
                </a:tc>
                <a:tc>
                  <a:txBody>
                    <a:bodyPr/>
                    <a:lstStyle/>
                    <a:p>
                      <a:pPr lvl="0" algn="just">
                        <a:buNone/>
                      </a:pPr>
                      <a:r>
                        <a:rPr lang="en-US" sz="1400">
                          <a:latin typeface="Arial"/>
                          <a:cs typeface="Arial"/>
                        </a:rPr>
                        <a:t>What it covers?</a:t>
                      </a:r>
                      <a:endParaRPr lang="en-US"/>
                    </a:p>
                  </a:txBody>
                  <a:tcPr>
                    <a:solidFill>
                      <a:schemeClr val="accent5">
                        <a:lumMod val="20000"/>
                        <a:lumOff val="80000"/>
                      </a:schemeClr>
                    </a:solidFill>
                  </a:tcPr>
                </a:tc>
                <a:extLst>
                  <a:ext uri="{0D108BD9-81ED-4DB2-BD59-A6C34878D82A}">
                    <a16:rowId xmlns:a16="http://schemas.microsoft.com/office/drawing/2014/main" val="4130032457"/>
                  </a:ext>
                </a:extLst>
              </a:tr>
              <a:tr h="370840">
                <a:tc>
                  <a:txBody>
                    <a:bodyPr/>
                    <a:lstStyle/>
                    <a:p>
                      <a:pPr lvl="0" algn="just">
                        <a:buNone/>
                      </a:pPr>
                      <a:r>
                        <a:rPr lang="ko-KR" altLang="en-US" sz="1400" b="0" i="0" u="none" strike="noStrike" noProof="0"/>
                        <a:t>셜록홈즈</a:t>
                      </a:r>
                      <a:r>
                        <a:rPr lang="en-US" sz="1400" b="0" i="0" u="none" strike="noStrike" noProof="0"/>
                        <a:t> PC</a:t>
                      </a:r>
                      <a:r>
                        <a:rPr lang="ko-KR" altLang="en-US" sz="1400" b="0" i="0" u="none" strike="noStrike" noProof="0"/>
                        <a:t>정보보안</a:t>
                      </a:r>
                      <a:r>
                        <a:rPr lang="en-US" sz="1400" b="0" i="0" u="none" strike="noStrike" noProof="0"/>
                        <a:t> V3.0 [1]</a:t>
                      </a:r>
                      <a:endParaRPr lang="en-US"/>
                    </a:p>
                  </a:txBody>
                  <a:tcPr/>
                </a:tc>
                <a:tc>
                  <a:txBody>
                    <a:bodyPr/>
                    <a:lstStyle/>
                    <a:p>
                      <a:pPr lvl="0" algn="just">
                        <a:buNone/>
                      </a:pPr>
                      <a:r>
                        <a:rPr lang="en-US" sz="1400" b="0" i="0" u="none" strike="noStrike" noProof="0"/>
                        <a:t>Endpoint agent</a:t>
                      </a:r>
                      <a:endParaRPr lang="en-US" sz="1400">
                        <a:latin typeface="Arial"/>
                        <a:cs typeface="Arial"/>
                      </a:endParaRPr>
                    </a:p>
                  </a:txBody>
                  <a:tcPr/>
                </a:tc>
                <a:tc>
                  <a:txBody>
                    <a:bodyPr/>
                    <a:lstStyle/>
                    <a:p>
                      <a:pPr marL="285750" lvl="0" indent="-285750" algn="just">
                        <a:buFont typeface="Arial"/>
                        <a:buChar char="•"/>
                      </a:pPr>
                      <a:r>
                        <a:rPr lang="en-US" sz="1400" b="0" i="0" u="none" strike="noStrike" noProof="0"/>
                        <a:t>PC scan &amp; image scan (AI OCR)</a:t>
                      </a:r>
                      <a:endParaRPr lang="en-US" altLang="ko-KR"/>
                    </a:p>
                    <a:p>
                      <a:pPr marL="285750" lvl="0" indent="-285750" algn="just">
                        <a:buFont typeface="Arial"/>
                        <a:buChar char="•"/>
                      </a:pPr>
                      <a:r>
                        <a:rPr lang="ko-KR" altLang="en-US" sz="1400" b="0" i="0" u="none" strike="noStrike" noProof="0"/>
                        <a:t>내</a:t>
                      </a:r>
                      <a:r>
                        <a:rPr lang="en-US" sz="1400" b="0" i="0" u="none" strike="noStrike" noProof="0"/>
                        <a:t>PC</a:t>
                      </a:r>
                      <a:r>
                        <a:rPr lang="ko-KR" altLang="en-US" sz="1400" b="0" i="0" u="none" strike="noStrike" noProof="0"/>
                        <a:t>지키미</a:t>
                      </a:r>
                      <a:endParaRPr lang="en-US" altLang="ko-KR"/>
                    </a:p>
                    <a:p>
                      <a:pPr marL="285750" lvl="0" indent="-285750" algn="just">
                        <a:buFont typeface="Arial"/>
                        <a:buChar char="•"/>
                      </a:pPr>
                      <a:r>
                        <a:rPr lang="en-US" sz="1400" b="0" i="0" u="none" strike="noStrike" noProof="0"/>
                        <a:t>Print security</a:t>
                      </a:r>
                      <a:endParaRPr lang="en-US"/>
                    </a:p>
                    <a:p>
                      <a:pPr marL="285750" lvl="0" indent="-285750" algn="just">
                        <a:buFont typeface="Arial"/>
                        <a:buChar char="•"/>
                      </a:pPr>
                      <a:r>
                        <a:rPr lang="en-US" sz="1400" b="0" i="0" u="none" strike="noStrike" noProof="0"/>
                        <a:t>Media (USB) security</a:t>
                      </a:r>
                      <a:endParaRPr lang="en-US"/>
                    </a:p>
                    <a:p>
                      <a:pPr lvl="0" algn="just">
                        <a:buNone/>
                      </a:pPr>
                      <a:r>
                        <a:rPr lang="en-US" sz="1400" b="0" i="0" u="none" strike="noStrike" noProof="0"/>
                        <a:t>5 modules, one agent</a:t>
                      </a:r>
                      <a:endParaRPr lang="en-US"/>
                    </a:p>
                  </a:txBody>
                  <a:tcPr/>
                </a:tc>
                <a:extLst>
                  <a:ext uri="{0D108BD9-81ED-4DB2-BD59-A6C34878D82A}">
                    <a16:rowId xmlns:a16="http://schemas.microsoft.com/office/drawing/2014/main" val="2960265999"/>
                  </a:ext>
                </a:extLst>
              </a:tr>
              <a:tr h="370840">
                <a:tc>
                  <a:txBody>
                    <a:bodyPr/>
                    <a:lstStyle/>
                    <a:p>
                      <a:pPr lvl="0" algn="just">
                        <a:buNone/>
                      </a:pPr>
                      <a:r>
                        <a:rPr lang="ko-KR" altLang="en-US" sz="1400" b="0" i="0" u="none" strike="noStrike" noProof="0"/>
                        <a:t>셜록홈즈</a:t>
                      </a:r>
                      <a:r>
                        <a:rPr lang="en-US" sz="1400" b="0" i="0" u="none" strike="noStrike" noProof="0"/>
                        <a:t> NetCenter / ArchiveCenter [2]</a:t>
                      </a:r>
                      <a:endParaRPr lang="en-US"/>
                    </a:p>
                  </a:txBody>
                  <a:tcPr/>
                </a:tc>
                <a:tc>
                  <a:txBody>
                    <a:bodyPr/>
                    <a:lstStyle/>
                    <a:p>
                      <a:pPr lvl="0" algn="just">
                        <a:buNone/>
                      </a:pPr>
                      <a:r>
                        <a:rPr lang="en-US" sz="1400" b="0" i="0" u="none" strike="noStrike" noProof="0"/>
                        <a:t>Network appliance (TAP / mirror)</a:t>
                      </a:r>
                      <a:endParaRPr lang="en-US" sz="1400">
                        <a:latin typeface="Arial"/>
                        <a:cs typeface="Arial"/>
                      </a:endParaRPr>
                    </a:p>
                  </a:txBody>
                  <a:tcPr/>
                </a:tc>
                <a:tc>
                  <a:txBody>
                    <a:bodyPr/>
                    <a:lstStyle/>
                    <a:p>
                      <a:pPr marL="285750" lvl="0" indent="-285750" algn="just">
                        <a:buFont typeface="Arial"/>
                        <a:buChar char="•"/>
                      </a:pPr>
                      <a:r>
                        <a:rPr lang="en-US" sz="1400" b="0" i="0" u="none" strike="noStrike" noProof="0"/>
                        <a:t>Passive monitoring of mail, webmail, messenger, webhard, FTP, HTTP</a:t>
                      </a:r>
                      <a:endParaRPr lang="en-US"/>
                    </a:p>
                    <a:p>
                      <a:pPr marL="285750" lvl="0" indent="-285750" algn="just">
                        <a:buFont typeface="Arial"/>
                        <a:buChar char="•"/>
                      </a:pPr>
                      <a:r>
                        <a:rPr lang="en-US" sz="1400" b="0" i="0" u="none" strike="noStrike" noProof="0"/>
                        <a:t>HTTPS via separate HTTPS Center</a:t>
                      </a:r>
                      <a:endParaRPr lang="en-US"/>
                    </a:p>
                  </a:txBody>
                  <a:tcPr/>
                </a:tc>
                <a:extLst>
                  <a:ext uri="{0D108BD9-81ED-4DB2-BD59-A6C34878D82A}">
                    <a16:rowId xmlns:a16="http://schemas.microsoft.com/office/drawing/2014/main" val="1917292215"/>
                  </a:ext>
                </a:extLst>
              </a:tr>
              <a:tr h="370840">
                <a:tc>
                  <a:txBody>
                    <a:bodyPr/>
                    <a:lstStyle/>
                    <a:p>
                      <a:pPr lvl="0" algn="just">
                        <a:buNone/>
                      </a:pPr>
                      <a:r>
                        <a:rPr lang="en-US" sz="1400" b="0" i="0" u="none" strike="noStrike" noProof="0"/>
                        <a:t>Sphinx AI DLP [3]</a:t>
                      </a:r>
                      <a:endParaRPr lang="en-US"/>
                    </a:p>
                  </a:txBody>
                  <a:tcPr/>
                </a:tc>
                <a:tc>
                  <a:txBody>
                    <a:bodyPr/>
                    <a:lstStyle/>
                    <a:p>
                      <a:pPr lvl="0" algn="just">
                        <a:buNone/>
                      </a:pPr>
                      <a:r>
                        <a:rPr lang="en-US" sz="1400" b="0" i="0" u="none" strike="noStrike" noProof="0"/>
                        <a:t>GenAI proxy / API (on-prem or SaaS)</a:t>
                      </a:r>
                      <a:endParaRPr lang="en-US" sz="1400">
                        <a:latin typeface="Arial"/>
                        <a:cs typeface="Arial"/>
                      </a:endParaRPr>
                    </a:p>
                  </a:txBody>
                  <a:tcPr/>
                </a:tc>
                <a:tc>
                  <a:txBody>
                    <a:bodyPr/>
                    <a:lstStyle/>
                    <a:p>
                      <a:pPr marL="285750" lvl="0" indent="-285750" algn="just">
                        <a:buFont typeface="Arial"/>
                        <a:buChar char="•"/>
                      </a:pPr>
                      <a:r>
                        <a:rPr lang="en-US" sz="1400" b="0" i="0" u="none" strike="noStrike" noProof="0"/>
                        <a:t>Prompt + attachment inspection</a:t>
                      </a:r>
                      <a:endParaRPr lang="en-US"/>
                    </a:p>
                    <a:p>
                      <a:pPr marL="285750" lvl="0" indent="-285750" algn="just">
                        <a:buFont typeface="Arial"/>
                        <a:buChar char="•"/>
                      </a:pPr>
                      <a:r>
                        <a:rPr lang="en-US" sz="1400" b="0" i="0" u="none" strike="noStrike" noProof="0"/>
                        <a:t>Masking</a:t>
                      </a:r>
                      <a:endParaRPr lang="en-US"/>
                    </a:p>
                    <a:p>
                      <a:pPr marL="285750" lvl="0" indent="-285750" algn="just">
                        <a:buFont typeface="Arial"/>
                        <a:buChar char="•"/>
                      </a:pPr>
                      <a:r>
                        <a:rPr lang="en-US" sz="1400" b="0" i="0" u="none" strike="noStrike" noProof="0"/>
                        <a:t>Similarity blocking</a:t>
                      </a:r>
                      <a:endParaRPr lang="en-US"/>
                    </a:p>
                    <a:p>
                      <a:pPr marL="285750" lvl="0" indent="-285750" algn="just">
                        <a:buFont typeface="Arial"/>
                        <a:buChar char="•"/>
                      </a:pPr>
                      <a:r>
                        <a:rPr lang="en-US" sz="1400" b="0" i="0" u="none" strike="noStrike" noProof="0"/>
                        <a:t>Prompt-injection defence</a:t>
                      </a:r>
                      <a:endParaRPr lang="en-US"/>
                    </a:p>
                  </a:txBody>
                  <a:tcPr/>
                </a:tc>
                <a:extLst>
                  <a:ext uri="{0D108BD9-81ED-4DB2-BD59-A6C34878D82A}">
                    <a16:rowId xmlns:a16="http://schemas.microsoft.com/office/drawing/2014/main" val="1201024512"/>
                  </a:ext>
                </a:extLst>
              </a:tr>
              <a:tr h="370840">
                <a:tc>
                  <a:txBody>
                    <a:bodyPr/>
                    <a:lstStyle/>
                    <a:p>
                      <a:pPr lvl="0" algn="just">
                        <a:buNone/>
                      </a:pPr>
                      <a:r>
                        <a:rPr lang="ko-KR" altLang="en-US" sz="1400" b="0" i="0" u="none" strike="noStrike" noProof="0"/>
                        <a:t>셜록홈즈</a:t>
                      </a:r>
                      <a:r>
                        <a:rPr lang="en-US" sz="1400" b="0" i="0" u="none" strike="noStrike" noProof="0"/>
                        <a:t> PrivacyCenter /</a:t>
                      </a:r>
                      <a:r>
                        <a:rPr lang="en-US" altLang="ko-KR" sz="1400" b="0" i="0" u="none" strike="noStrike" noProof="0"/>
                        <a:t> </a:t>
                      </a:r>
                      <a:r>
                        <a:rPr lang="ko-KR" altLang="en-US" sz="1400" b="0" i="0" u="none" strike="noStrike" noProof="0"/>
                        <a:t>서버스캔 [4]</a:t>
                      </a:r>
                      <a:endParaRPr lang="en-US"/>
                    </a:p>
                  </a:txBody>
                  <a:tcPr/>
                </a:tc>
                <a:tc>
                  <a:txBody>
                    <a:bodyPr/>
                    <a:lstStyle/>
                    <a:p>
                      <a:pPr lvl="0" algn="just">
                        <a:buNone/>
                      </a:pPr>
                      <a:r>
                        <a:rPr lang="en-US" sz="1400" b="0" i="0" u="none" strike="noStrike" noProof="0"/>
                        <a:t>Server / appliance / cloud VM</a:t>
                      </a:r>
                      <a:endParaRPr lang="en-US" sz="1400">
                        <a:latin typeface="Arial"/>
                        <a:cs typeface="Arial"/>
                      </a:endParaRPr>
                    </a:p>
                  </a:txBody>
                  <a:tcPr/>
                </a:tc>
                <a:tc>
                  <a:txBody>
                    <a:bodyPr/>
                    <a:lstStyle/>
                    <a:p>
                      <a:pPr marL="285750" lvl="0" indent="-285750" algn="just">
                        <a:buFont typeface="Arial"/>
                        <a:buChar char="•"/>
                      </a:pPr>
                      <a:r>
                        <a:rPr lang="en-US" sz="1400" b="0" i="0" u="none" strike="noStrike" noProof="0"/>
                        <a:t>PII detection on web</a:t>
                      </a:r>
                      <a:endParaRPr lang="en-US"/>
                    </a:p>
                    <a:p>
                      <a:pPr marL="285750" lvl="0" indent="-285750" algn="just">
                        <a:buFont typeface="Arial"/>
                        <a:buChar char="•"/>
                      </a:pPr>
                      <a:r>
                        <a:rPr lang="en-US" sz="1400" b="0" i="0" u="none" strike="noStrike" noProof="0"/>
                        <a:t>File and e-approval servers</a:t>
                      </a:r>
                      <a:endParaRPr lang="en-US"/>
                    </a:p>
                  </a:txBody>
                  <a:tcPr/>
                </a:tc>
                <a:extLst>
                  <a:ext uri="{0D108BD9-81ED-4DB2-BD59-A6C34878D82A}">
                    <a16:rowId xmlns:a16="http://schemas.microsoft.com/office/drawing/2014/main" val="92050722"/>
                  </a:ext>
                </a:extLst>
              </a:tr>
            </a:tbl>
          </a:graphicData>
        </a:graphic>
      </p:graphicFrame>
    </p:spTree>
    <p:extLst>
      <p:ext uri="{BB962C8B-B14F-4D97-AF65-F5344CB8AC3E}">
        <p14:creationId xmlns:p14="http://schemas.microsoft.com/office/powerpoint/2010/main" val="319259519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D2B281-1345-F68D-2660-7707DDAF1BBA}"/>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6C02B43-B48D-F282-40FE-C21968FCC040}"/>
              </a:ext>
            </a:extLst>
          </p:cNvPr>
          <p:cNvSpPr>
            <a:spLocks noGrp="1"/>
          </p:cNvSpPr>
          <p:nvPr>
            <p:ph type="sldNum" sz="quarter" idx="4"/>
          </p:nvPr>
        </p:nvSpPr>
        <p:spPr/>
        <p:txBody>
          <a:bodyPr/>
          <a:lstStyle/>
          <a:p>
            <a:fld id="{4EA1E582-E1CC-4474-812F-1657BC5920B7}" type="slidenum">
              <a:rPr lang="ko-KR" altLang="en-US" smtClean="0"/>
              <a:t>52</a:t>
            </a:fld>
            <a:endParaRPr lang="ko-KR" altLang="en-US"/>
          </a:p>
        </p:txBody>
      </p:sp>
      <p:sp>
        <p:nvSpPr>
          <p:cNvPr id="5" name="Text Placeholder 4">
            <a:extLst>
              <a:ext uri="{FF2B5EF4-FFF2-40B4-BE49-F238E27FC236}">
                <a16:creationId xmlns:a16="http://schemas.microsoft.com/office/drawing/2014/main" id="{7478654B-AC1C-87AE-EDAC-C90197CB3DEB}"/>
              </a:ext>
            </a:extLst>
          </p:cNvPr>
          <p:cNvSpPr>
            <a:spLocks noGrp="1"/>
          </p:cNvSpPr>
          <p:nvPr>
            <p:ph type="body" sz="quarter" idx="11"/>
          </p:nvPr>
        </p:nvSpPr>
        <p:spPr/>
        <p:txBody>
          <a:bodyPr lIns="91440" tIns="45720" rIns="91440" bIns="45720" anchor="ctr" anchorCtr="0"/>
          <a:lstStyle/>
          <a:p>
            <a:r>
              <a:rPr lang="en-US">
                <a:ea typeface="KoPub돋움체 Bold"/>
              </a:rPr>
              <a:t>Summary</a:t>
            </a:r>
            <a:endParaRPr lang="en-US"/>
          </a:p>
        </p:txBody>
      </p:sp>
      <p:sp>
        <p:nvSpPr>
          <p:cNvPr id="7" name="제목 3">
            <a:extLst>
              <a:ext uri="{FF2B5EF4-FFF2-40B4-BE49-F238E27FC236}">
                <a16:creationId xmlns:a16="http://schemas.microsoft.com/office/drawing/2014/main" id="{F00B0EC0-29DD-4A6B-CE6E-64CBD40DC292}"/>
              </a:ext>
            </a:extLst>
          </p:cNvPr>
          <p:cNvSpPr txBox="1">
            <a:spLocks/>
          </p:cNvSpPr>
          <p:nvPr/>
        </p:nvSpPr>
        <p:spPr>
          <a:xfrm>
            <a:off x="286194" y="265704"/>
            <a:ext cx="10666268" cy="464670"/>
          </a:xfrm>
          <a:prstGeom prst="rect">
            <a:avLst/>
          </a:prstGeom>
        </p:spPr>
        <p:txBody>
          <a:bodyPr lIns="91440" tIns="45720" rIns="91440" bIns="45720" anchor="ctr" anchorCtr="0"/>
          <a:lstStyle>
            <a:lvl1pPr algn="l" rtl="0" eaLnBrk="1" fontAlgn="base" latinLnBrk="1" hangingPunct="1">
              <a:spcBef>
                <a:spcPct val="0"/>
              </a:spcBef>
              <a:spcAft>
                <a:spcPct val="0"/>
              </a:spcAft>
              <a:defRPr lang="ko-KR" altLang="en-US" sz="2400" b="1" kern="1200" baseline="0" dirty="0">
                <a:ln>
                  <a:solidFill>
                    <a:schemeClr val="accent1">
                      <a:alpha val="0"/>
                    </a:schemeClr>
                  </a:solidFill>
                </a:ln>
                <a:solidFill>
                  <a:srgbClr val="144772"/>
                </a:solidFill>
                <a:effectLst>
                  <a:glow rad="127000">
                    <a:schemeClr val="bg1"/>
                  </a:glow>
                  <a:outerShdw blurRad="38100" dist="38100" dir="2700000" algn="tl" rotWithShape="0">
                    <a:prstClr val="black">
                      <a:alpha val="40000"/>
                    </a:prstClr>
                  </a:outerShdw>
                </a:effectLst>
                <a:latin typeface="Pretendard Black" panose="02000A03000000020004" pitchFamily="50" charset="-127"/>
                <a:ea typeface="Pretendard Black" panose="02000A03000000020004" pitchFamily="50" charset="-127"/>
                <a:cs typeface="Pretendard Black" panose="02000A03000000020004" pitchFamily="50" charset="-127"/>
              </a:defRPr>
            </a:lvl1pPr>
            <a:lvl2pPr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2pPr>
            <a:lvl3pPr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3pPr>
            <a:lvl4pPr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4pPr>
            <a:lvl5pPr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5pPr>
            <a:lvl6pPr marL="457200"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6pPr>
            <a:lvl7pPr marL="914400"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7pPr>
            <a:lvl8pPr marL="1371600"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8pPr>
            <a:lvl9pPr marL="1828800"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9pPr>
          </a:lstStyle>
          <a:p>
            <a:r>
              <a:rPr lang="ko-KR">
                <a:ln>
                  <a:solidFill>
                    <a:srgbClr val="4F81BD">
                      <a:alpha val="0"/>
                    </a:srgbClr>
                  </a:solidFill>
                </a:ln>
                <a:effectLst>
                  <a:glow rad="127000">
                    <a:prstClr val="white"/>
                  </a:glow>
                  <a:outerShdw blurRad="38100" dist="38100" dir="2700000" algn="tl" rotWithShape="0">
                    <a:prstClr val="black">
                      <a:alpha val="40000"/>
                    </a:prstClr>
                  </a:outerShdw>
                </a:effectLst>
                <a:latin typeface="Arial"/>
                <a:ea typeface="Pretendard Black"/>
                <a:cs typeface="Arial"/>
              </a:rPr>
              <a:t>컴트루</a:t>
            </a:r>
            <a:r>
              <a:rPr lang="ko-KR" altLang="en-US">
                <a:ln>
                  <a:solidFill>
                    <a:srgbClr val="4F81BD">
                      <a:alpha val="0"/>
                    </a:srgbClr>
                  </a:solidFill>
                </a:ln>
                <a:effectLst>
                  <a:glow rad="127000">
                    <a:prstClr val="white"/>
                  </a:glow>
                  <a:outerShdw blurRad="38100" dist="38100" dir="2700000" algn="tl" rotWithShape="0">
                    <a:prstClr val="black">
                      <a:alpha val="40000"/>
                    </a:prstClr>
                  </a:outerShdw>
                </a:effectLst>
                <a:latin typeface="Arial"/>
                <a:ea typeface="Pretendard Black"/>
                <a:cs typeface="Arial"/>
              </a:rPr>
              <a:t> (</a:t>
            </a:r>
            <a:r>
              <a:rPr lang="ko-KR" altLang="en-US">
                <a:ln>
                  <a:solidFill>
                    <a:srgbClr val="4F81BD">
                      <a:alpha val="0"/>
                    </a:srgbClr>
                  </a:solidFill>
                </a:ln>
                <a:effectLst>
                  <a:glow rad="127000">
                    <a:prstClr val="white"/>
                  </a:glow>
                  <a:outerShdw blurRad="38100" dist="38100" dir="2700000" algn="tl" rotWithShape="0">
                    <a:prstClr val="black">
                      <a:alpha val="40000"/>
                    </a:prstClr>
                  </a:outerShdw>
                </a:effectLst>
                <a:latin typeface="Arial"/>
                <a:ea typeface="Pretendard Black"/>
              </a:rPr>
              <a:t>Alta)</a:t>
            </a:r>
            <a:endParaRPr lang="en-US" altLang="ko-KR">
              <a:ln>
                <a:solidFill>
                  <a:srgbClr val="4F81BD">
                    <a:alpha val="0"/>
                  </a:srgbClr>
                </a:solidFill>
              </a:ln>
              <a:effectLst>
                <a:glow rad="127000">
                  <a:prstClr val="white"/>
                </a:glow>
                <a:outerShdw blurRad="38100" dist="38100" dir="2700000" algn="tl" rotWithShape="0">
                  <a:prstClr val="black">
                    <a:alpha val="40000"/>
                  </a:prstClr>
                </a:outerShdw>
              </a:effectLst>
              <a:latin typeface="Pretendard Black"/>
            </a:endParaRPr>
          </a:p>
        </p:txBody>
      </p:sp>
      <p:graphicFrame>
        <p:nvGraphicFramePr>
          <p:cNvPr id="4" name="Table 3">
            <a:extLst>
              <a:ext uri="{FF2B5EF4-FFF2-40B4-BE49-F238E27FC236}">
                <a16:creationId xmlns:a16="http://schemas.microsoft.com/office/drawing/2014/main" id="{7543554A-BB17-AB23-7B04-C66155689096}"/>
              </a:ext>
            </a:extLst>
          </p:cNvPr>
          <p:cNvGraphicFramePr>
            <a:graphicFrameLocks noGrp="1"/>
          </p:cNvGraphicFramePr>
          <p:nvPr/>
        </p:nvGraphicFramePr>
        <p:xfrm>
          <a:off x="1949591" y="1408853"/>
          <a:ext cx="8412480" cy="2966720"/>
        </p:xfrm>
        <a:graphic>
          <a:graphicData uri="http://schemas.openxmlformats.org/drawingml/2006/table">
            <a:tbl>
              <a:tblPr firstRow="1" bandRow="1">
                <a:tableStyleId>{5940675A-B579-460E-94D1-54222C63F5DA}</a:tableStyleId>
              </a:tblPr>
              <a:tblGrid>
                <a:gridCol w="2468880">
                  <a:extLst>
                    <a:ext uri="{9D8B030D-6E8A-4147-A177-3AD203B41FA5}">
                      <a16:colId xmlns:a16="http://schemas.microsoft.com/office/drawing/2014/main" val="1745042514"/>
                    </a:ext>
                  </a:extLst>
                </a:gridCol>
                <a:gridCol w="1143000">
                  <a:extLst>
                    <a:ext uri="{9D8B030D-6E8A-4147-A177-3AD203B41FA5}">
                      <a16:colId xmlns:a16="http://schemas.microsoft.com/office/drawing/2014/main" val="3242468889"/>
                    </a:ext>
                  </a:extLst>
                </a:gridCol>
                <a:gridCol w="1143000">
                  <a:extLst>
                    <a:ext uri="{9D8B030D-6E8A-4147-A177-3AD203B41FA5}">
                      <a16:colId xmlns:a16="http://schemas.microsoft.com/office/drawing/2014/main" val="1504140600"/>
                    </a:ext>
                  </a:extLst>
                </a:gridCol>
                <a:gridCol w="1143000">
                  <a:extLst>
                    <a:ext uri="{9D8B030D-6E8A-4147-A177-3AD203B41FA5}">
                      <a16:colId xmlns:a16="http://schemas.microsoft.com/office/drawing/2014/main" val="262664962"/>
                    </a:ext>
                  </a:extLst>
                </a:gridCol>
                <a:gridCol w="1143000">
                  <a:extLst>
                    <a:ext uri="{9D8B030D-6E8A-4147-A177-3AD203B41FA5}">
                      <a16:colId xmlns:a16="http://schemas.microsoft.com/office/drawing/2014/main" val="1459450085"/>
                    </a:ext>
                  </a:extLst>
                </a:gridCol>
                <a:gridCol w="1371600">
                  <a:extLst>
                    <a:ext uri="{9D8B030D-6E8A-4147-A177-3AD203B41FA5}">
                      <a16:colId xmlns:a16="http://schemas.microsoft.com/office/drawing/2014/main" val="489146698"/>
                    </a:ext>
                  </a:extLst>
                </a:gridCol>
              </a:tblGrid>
              <a:tr h="370840">
                <a:tc>
                  <a:txBody>
                    <a:bodyPr/>
                    <a:lstStyle/>
                    <a:p>
                      <a:r>
                        <a:rPr lang="en-US" sz="1400">
                          <a:latin typeface="Arial"/>
                          <a:cs typeface="Arial"/>
                        </a:rPr>
                        <a:t>Dimension</a:t>
                      </a:r>
                    </a:p>
                  </a:txBody>
                  <a:tcPr>
                    <a:solidFill>
                      <a:schemeClr val="accent5">
                        <a:lumMod val="20000"/>
                        <a:lumOff val="80000"/>
                      </a:schemeClr>
                    </a:solidFill>
                  </a:tcPr>
                </a:tc>
                <a:tc>
                  <a:txBody>
                    <a:bodyPr/>
                    <a:lstStyle/>
                    <a:p>
                      <a:pPr algn="ctr"/>
                      <a:r>
                        <a:rPr lang="en-US" sz="1400">
                          <a:latin typeface="Arial"/>
                          <a:cs typeface="Arial"/>
                        </a:rPr>
                        <a:t>Items</a:t>
                      </a:r>
                    </a:p>
                  </a:txBody>
                  <a:tcPr>
                    <a:solidFill>
                      <a:schemeClr val="accent5">
                        <a:lumMod val="20000"/>
                        <a:lumOff val="80000"/>
                      </a:schemeClr>
                    </a:solidFill>
                  </a:tcPr>
                </a:tc>
                <a:tc>
                  <a:txBody>
                    <a:bodyPr/>
                    <a:lstStyle/>
                    <a:p>
                      <a:pPr algn="ctr"/>
                      <a:r>
                        <a:rPr lang="en-US" sz="1400">
                          <a:latin typeface="Arial"/>
                          <a:cs typeface="Arial"/>
                        </a:rPr>
                        <a:t>Yes</a:t>
                      </a:r>
                    </a:p>
                  </a:txBody>
                  <a:tcPr>
                    <a:solidFill>
                      <a:schemeClr val="accent5">
                        <a:lumMod val="20000"/>
                        <a:lumOff val="80000"/>
                      </a:schemeClr>
                    </a:solidFill>
                  </a:tcPr>
                </a:tc>
                <a:tc>
                  <a:txBody>
                    <a:bodyPr/>
                    <a:lstStyle/>
                    <a:p>
                      <a:pPr algn="ctr"/>
                      <a:r>
                        <a:rPr lang="en-US" sz="1400">
                          <a:latin typeface="Arial"/>
                          <a:cs typeface="Arial"/>
                        </a:rPr>
                        <a:t>Partial </a:t>
                      </a:r>
                    </a:p>
                  </a:txBody>
                  <a:tcPr>
                    <a:solidFill>
                      <a:schemeClr val="accent5">
                        <a:lumMod val="20000"/>
                        <a:lumOff val="80000"/>
                      </a:schemeClr>
                    </a:solidFill>
                  </a:tcPr>
                </a:tc>
                <a:tc>
                  <a:txBody>
                    <a:bodyPr/>
                    <a:lstStyle/>
                    <a:p>
                      <a:pPr algn="ctr"/>
                      <a:r>
                        <a:rPr lang="en-US" sz="1400">
                          <a:latin typeface="Arial"/>
                          <a:cs typeface="Arial"/>
                        </a:rPr>
                        <a:t>Not found</a:t>
                      </a:r>
                    </a:p>
                  </a:txBody>
                  <a:tcPr>
                    <a:solidFill>
                      <a:schemeClr val="accent5">
                        <a:lumMod val="20000"/>
                        <a:lumOff val="80000"/>
                      </a:schemeClr>
                    </a:solidFill>
                  </a:tcPr>
                </a:tc>
                <a:tc>
                  <a:txBody>
                    <a:bodyPr/>
                    <a:lstStyle/>
                    <a:p>
                      <a:pPr algn="ctr"/>
                      <a:r>
                        <a:rPr lang="en-US" sz="1400">
                          <a:latin typeface="Arial"/>
                          <a:cs typeface="Arial"/>
                        </a:rPr>
                        <a:t>Score (%)</a:t>
                      </a:r>
                    </a:p>
                  </a:txBody>
                  <a:tcPr>
                    <a:solidFill>
                      <a:schemeClr val="accent5">
                        <a:lumMod val="20000"/>
                        <a:lumOff val="80000"/>
                      </a:schemeClr>
                    </a:solidFill>
                  </a:tcPr>
                </a:tc>
                <a:extLst>
                  <a:ext uri="{0D108BD9-81ED-4DB2-BD59-A6C34878D82A}">
                    <a16:rowId xmlns:a16="http://schemas.microsoft.com/office/drawing/2014/main" val="4130032457"/>
                  </a:ext>
                </a:extLst>
              </a:tr>
              <a:tr h="370840">
                <a:tc>
                  <a:txBody>
                    <a:bodyPr/>
                    <a:lstStyle/>
                    <a:p>
                      <a:r>
                        <a:rPr lang="en-US" sz="1400">
                          <a:latin typeface="Arial"/>
                          <a:cs typeface="Arial"/>
                        </a:rPr>
                        <a:t>Channel coverage</a:t>
                      </a:r>
                    </a:p>
                  </a:txBody>
                  <a:tcPr/>
                </a:tc>
                <a:tc>
                  <a:txBody>
                    <a:bodyPr/>
                    <a:lstStyle/>
                    <a:p>
                      <a:pPr algn="ctr"/>
                      <a:r>
                        <a:rPr lang="en-US" sz="1400">
                          <a:latin typeface="Arial"/>
                          <a:cs typeface="Arial"/>
                        </a:rPr>
                        <a:t>13</a:t>
                      </a:r>
                    </a:p>
                  </a:txBody>
                  <a:tcPr/>
                </a:tc>
                <a:tc>
                  <a:txBody>
                    <a:bodyPr/>
                    <a:lstStyle/>
                    <a:p>
                      <a:pPr algn="ctr"/>
                      <a:r>
                        <a:rPr lang="en-US" sz="1400">
                          <a:latin typeface="Arial"/>
                          <a:cs typeface="Arial"/>
                        </a:rPr>
                        <a:t>5</a:t>
                      </a:r>
                    </a:p>
                  </a:txBody>
                  <a:tcPr/>
                </a:tc>
                <a:tc>
                  <a:txBody>
                    <a:bodyPr/>
                    <a:lstStyle/>
                    <a:p>
                      <a:pPr algn="ctr"/>
                      <a:r>
                        <a:rPr lang="en-US" sz="1400">
                          <a:latin typeface="Arial"/>
                          <a:cs typeface="Arial"/>
                        </a:rPr>
                        <a:t>5</a:t>
                      </a:r>
                    </a:p>
                  </a:txBody>
                  <a:tcPr/>
                </a:tc>
                <a:tc>
                  <a:txBody>
                    <a:bodyPr/>
                    <a:lstStyle/>
                    <a:p>
                      <a:pPr algn="ctr"/>
                      <a:r>
                        <a:rPr lang="en-US" sz="1400">
                          <a:latin typeface="Arial"/>
                          <a:cs typeface="Arial"/>
                        </a:rPr>
                        <a:t>3</a:t>
                      </a:r>
                    </a:p>
                  </a:txBody>
                  <a:tcPr/>
                </a:tc>
                <a:tc>
                  <a:txBody>
                    <a:bodyPr/>
                    <a:lstStyle/>
                    <a:p>
                      <a:pPr algn="ctr"/>
                      <a:r>
                        <a:rPr lang="en-US" sz="1400">
                          <a:latin typeface="Arial"/>
                          <a:cs typeface="Arial"/>
                        </a:rPr>
                        <a:t>58%</a:t>
                      </a:r>
                    </a:p>
                  </a:txBody>
                  <a:tcPr/>
                </a:tc>
                <a:extLst>
                  <a:ext uri="{0D108BD9-81ED-4DB2-BD59-A6C34878D82A}">
                    <a16:rowId xmlns:a16="http://schemas.microsoft.com/office/drawing/2014/main" val="2960265999"/>
                  </a:ext>
                </a:extLst>
              </a:tr>
              <a:tr h="370840">
                <a:tc>
                  <a:txBody>
                    <a:bodyPr/>
                    <a:lstStyle/>
                    <a:p>
                      <a:r>
                        <a:rPr lang="en-US" sz="1400">
                          <a:latin typeface="Arial"/>
                          <a:cs typeface="Arial"/>
                        </a:rPr>
                        <a:t>Detection technique</a:t>
                      </a:r>
                    </a:p>
                  </a:txBody>
                  <a:tcPr/>
                </a:tc>
                <a:tc>
                  <a:txBody>
                    <a:bodyPr/>
                    <a:lstStyle/>
                    <a:p>
                      <a:pPr algn="ctr"/>
                      <a:r>
                        <a:rPr lang="en-US" sz="1400">
                          <a:latin typeface="Arial"/>
                          <a:cs typeface="Arial"/>
                        </a:rPr>
                        <a:t>12</a:t>
                      </a:r>
                    </a:p>
                  </a:txBody>
                  <a:tcPr/>
                </a:tc>
                <a:tc>
                  <a:txBody>
                    <a:bodyPr/>
                    <a:lstStyle/>
                    <a:p>
                      <a:pPr algn="ctr"/>
                      <a:r>
                        <a:rPr lang="en-US" sz="1400">
                          <a:latin typeface="Arial"/>
                          <a:cs typeface="Arial"/>
                        </a:rPr>
                        <a:t>5</a:t>
                      </a:r>
                    </a:p>
                  </a:txBody>
                  <a:tcPr/>
                </a:tc>
                <a:tc>
                  <a:txBody>
                    <a:bodyPr/>
                    <a:lstStyle/>
                    <a:p>
                      <a:pPr algn="ctr"/>
                      <a:r>
                        <a:rPr lang="en-US" sz="1400">
                          <a:latin typeface="Arial"/>
                          <a:cs typeface="Arial"/>
                        </a:rPr>
                        <a:t>4</a:t>
                      </a:r>
                    </a:p>
                  </a:txBody>
                  <a:tcPr/>
                </a:tc>
                <a:tc>
                  <a:txBody>
                    <a:bodyPr/>
                    <a:lstStyle/>
                    <a:p>
                      <a:pPr algn="ctr"/>
                      <a:r>
                        <a:rPr lang="en-US" sz="1400">
                          <a:latin typeface="Arial"/>
                          <a:cs typeface="Arial"/>
                        </a:rPr>
                        <a:t>3</a:t>
                      </a:r>
                    </a:p>
                  </a:txBody>
                  <a:tcPr/>
                </a:tc>
                <a:tc>
                  <a:txBody>
                    <a:bodyPr/>
                    <a:lstStyle/>
                    <a:p>
                      <a:pPr algn="ctr"/>
                      <a:r>
                        <a:rPr lang="en-US" sz="1400">
                          <a:latin typeface="Arial"/>
                          <a:cs typeface="Arial"/>
                        </a:rPr>
                        <a:t>58%</a:t>
                      </a:r>
                    </a:p>
                  </a:txBody>
                  <a:tcPr/>
                </a:tc>
                <a:extLst>
                  <a:ext uri="{0D108BD9-81ED-4DB2-BD59-A6C34878D82A}">
                    <a16:rowId xmlns:a16="http://schemas.microsoft.com/office/drawing/2014/main" val="1917292215"/>
                  </a:ext>
                </a:extLst>
              </a:tr>
              <a:tr h="370840">
                <a:tc>
                  <a:txBody>
                    <a:bodyPr/>
                    <a:lstStyle/>
                    <a:p>
                      <a:r>
                        <a:rPr lang="en-US" sz="1400">
                          <a:latin typeface="Arial"/>
                          <a:cs typeface="Arial"/>
                        </a:rPr>
                        <a:t>Enforcement</a:t>
                      </a:r>
                    </a:p>
                  </a:txBody>
                  <a:tcPr/>
                </a:tc>
                <a:tc>
                  <a:txBody>
                    <a:bodyPr/>
                    <a:lstStyle/>
                    <a:p>
                      <a:pPr algn="ctr"/>
                      <a:r>
                        <a:rPr lang="en-US" sz="1400">
                          <a:latin typeface="Arial"/>
                          <a:cs typeface="Arial"/>
                        </a:rPr>
                        <a:t>9</a:t>
                      </a:r>
                    </a:p>
                  </a:txBody>
                  <a:tcPr/>
                </a:tc>
                <a:tc>
                  <a:txBody>
                    <a:bodyPr/>
                    <a:lstStyle/>
                    <a:p>
                      <a:pPr algn="ctr"/>
                      <a:r>
                        <a:rPr lang="en-US" sz="1400">
                          <a:latin typeface="Arial"/>
                          <a:cs typeface="Arial"/>
                        </a:rPr>
                        <a:t>7</a:t>
                      </a:r>
                    </a:p>
                  </a:txBody>
                  <a:tcPr/>
                </a:tc>
                <a:tc>
                  <a:txBody>
                    <a:bodyPr/>
                    <a:lstStyle/>
                    <a:p>
                      <a:pPr algn="ctr"/>
                      <a:r>
                        <a:rPr lang="en-US" sz="1400">
                          <a:latin typeface="Arial"/>
                          <a:cs typeface="Arial"/>
                        </a:rPr>
                        <a:t>2</a:t>
                      </a:r>
                    </a:p>
                  </a:txBody>
                  <a:tcPr/>
                </a:tc>
                <a:tc>
                  <a:txBody>
                    <a:bodyPr/>
                    <a:lstStyle/>
                    <a:p>
                      <a:pPr algn="ctr"/>
                      <a:r>
                        <a:rPr lang="en-US" sz="1400">
                          <a:latin typeface="Arial"/>
                          <a:cs typeface="Arial"/>
                        </a:rPr>
                        <a:t>0</a:t>
                      </a:r>
                    </a:p>
                  </a:txBody>
                  <a:tcPr/>
                </a:tc>
                <a:tc>
                  <a:txBody>
                    <a:bodyPr/>
                    <a:lstStyle/>
                    <a:p>
                      <a:pPr algn="ctr"/>
                      <a:r>
                        <a:rPr lang="en-US" sz="1400">
                          <a:latin typeface="Arial"/>
                          <a:cs typeface="Arial"/>
                        </a:rPr>
                        <a:t>89%</a:t>
                      </a:r>
                    </a:p>
                  </a:txBody>
                  <a:tcPr/>
                </a:tc>
                <a:extLst>
                  <a:ext uri="{0D108BD9-81ED-4DB2-BD59-A6C34878D82A}">
                    <a16:rowId xmlns:a16="http://schemas.microsoft.com/office/drawing/2014/main" val="1201024512"/>
                  </a:ext>
                </a:extLst>
              </a:tr>
              <a:tr h="370840">
                <a:tc>
                  <a:txBody>
                    <a:bodyPr/>
                    <a:lstStyle/>
                    <a:p>
                      <a:r>
                        <a:rPr lang="en-US" sz="1400">
                          <a:latin typeface="Arial"/>
                          <a:cs typeface="Arial"/>
                        </a:rPr>
                        <a:t>AI-specific</a:t>
                      </a:r>
                    </a:p>
                  </a:txBody>
                  <a:tcPr/>
                </a:tc>
                <a:tc>
                  <a:txBody>
                    <a:bodyPr/>
                    <a:lstStyle/>
                    <a:p>
                      <a:pPr algn="ctr"/>
                      <a:r>
                        <a:rPr lang="en-US" sz="1400">
                          <a:latin typeface="Arial"/>
                          <a:cs typeface="Arial"/>
                        </a:rPr>
                        <a:t>10</a:t>
                      </a:r>
                    </a:p>
                  </a:txBody>
                  <a:tcPr/>
                </a:tc>
                <a:tc>
                  <a:txBody>
                    <a:bodyPr/>
                    <a:lstStyle/>
                    <a:p>
                      <a:pPr algn="ctr"/>
                      <a:r>
                        <a:rPr lang="en-US" sz="1400">
                          <a:latin typeface="Arial"/>
                          <a:cs typeface="Arial"/>
                        </a:rPr>
                        <a:t>4</a:t>
                      </a:r>
                    </a:p>
                  </a:txBody>
                  <a:tcPr/>
                </a:tc>
                <a:tc>
                  <a:txBody>
                    <a:bodyPr/>
                    <a:lstStyle/>
                    <a:p>
                      <a:pPr algn="ctr"/>
                      <a:r>
                        <a:rPr lang="en-US" sz="1400">
                          <a:latin typeface="Arial"/>
                          <a:cs typeface="Arial"/>
                        </a:rPr>
                        <a:t>4</a:t>
                      </a:r>
                    </a:p>
                  </a:txBody>
                  <a:tcPr/>
                </a:tc>
                <a:tc>
                  <a:txBody>
                    <a:bodyPr/>
                    <a:lstStyle/>
                    <a:p>
                      <a:pPr algn="ctr"/>
                      <a:r>
                        <a:rPr lang="en-US" sz="1400">
                          <a:latin typeface="Arial"/>
                          <a:cs typeface="Arial"/>
                        </a:rPr>
                        <a:t>2</a:t>
                      </a:r>
                    </a:p>
                  </a:txBody>
                  <a:tcPr/>
                </a:tc>
                <a:tc>
                  <a:txBody>
                    <a:bodyPr/>
                    <a:lstStyle/>
                    <a:p>
                      <a:pPr algn="ctr"/>
                      <a:r>
                        <a:rPr lang="en-US" sz="1400">
                          <a:latin typeface="Arial"/>
                          <a:cs typeface="Arial"/>
                        </a:rPr>
                        <a:t>60%</a:t>
                      </a:r>
                    </a:p>
                  </a:txBody>
                  <a:tcPr/>
                </a:tc>
                <a:extLst>
                  <a:ext uri="{0D108BD9-81ED-4DB2-BD59-A6C34878D82A}">
                    <a16:rowId xmlns:a16="http://schemas.microsoft.com/office/drawing/2014/main" val="92050722"/>
                  </a:ext>
                </a:extLst>
              </a:tr>
              <a:tr h="370840">
                <a:tc>
                  <a:txBody>
                    <a:bodyPr/>
                    <a:lstStyle/>
                    <a:p>
                      <a:r>
                        <a:rPr lang="en-US" sz="1400">
                          <a:latin typeface="Arial"/>
                          <a:cs typeface="Arial"/>
                        </a:rPr>
                        <a:t>Ops &amp; Deployment</a:t>
                      </a:r>
                    </a:p>
                  </a:txBody>
                  <a:tcPr/>
                </a:tc>
                <a:tc>
                  <a:txBody>
                    <a:bodyPr/>
                    <a:lstStyle/>
                    <a:p>
                      <a:pPr algn="ctr"/>
                      <a:r>
                        <a:rPr lang="en-US" sz="1400">
                          <a:latin typeface="Arial"/>
                          <a:cs typeface="Arial"/>
                        </a:rPr>
                        <a:t>9</a:t>
                      </a:r>
                    </a:p>
                  </a:txBody>
                  <a:tcPr/>
                </a:tc>
                <a:tc>
                  <a:txBody>
                    <a:bodyPr/>
                    <a:lstStyle/>
                    <a:p>
                      <a:pPr algn="ctr"/>
                      <a:r>
                        <a:rPr lang="en-US" sz="1400">
                          <a:latin typeface="Arial"/>
                          <a:cs typeface="Arial"/>
                        </a:rPr>
                        <a:t>4</a:t>
                      </a:r>
                    </a:p>
                  </a:txBody>
                  <a:tcPr/>
                </a:tc>
                <a:tc>
                  <a:txBody>
                    <a:bodyPr/>
                    <a:lstStyle/>
                    <a:p>
                      <a:pPr algn="ctr"/>
                      <a:r>
                        <a:rPr lang="en-US" sz="1400">
                          <a:latin typeface="Arial"/>
                          <a:cs typeface="Arial"/>
                        </a:rPr>
                        <a:t>2</a:t>
                      </a:r>
                    </a:p>
                  </a:txBody>
                  <a:tcPr/>
                </a:tc>
                <a:tc>
                  <a:txBody>
                    <a:bodyPr/>
                    <a:lstStyle/>
                    <a:p>
                      <a:pPr algn="ctr"/>
                      <a:r>
                        <a:rPr lang="en-US" sz="1400">
                          <a:latin typeface="Arial"/>
                          <a:cs typeface="Arial"/>
                        </a:rPr>
                        <a:t>3</a:t>
                      </a:r>
                    </a:p>
                  </a:txBody>
                  <a:tcPr/>
                </a:tc>
                <a:tc>
                  <a:txBody>
                    <a:bodyPr/>
                    <a:lstStyle/>
                    <a:p>
                      <a:pPr algn="ctr"/>
                      <a:r>
                        <a:rPr lang="en-US" sz="1400">
                          <a:latin typeface="Arial"/>
                          <a:cs typeface="Arial"/>
                        </a:rPr>
                        <a:t>56%</a:t>
                      </a:r>
                    </a:p>
                  </a:txBody>
                  <a:tcPr/>
                </a:tc>
                <a:extLst>
                  <a:ext uri="{0D108BD9-81ED-4DB2-BD59-A6C34878D82A}">
                    <a16:rowId xmlns:a16="http://schemas.microsoft.com/office/drawing/2014/main" val="1652785423"/>
                  </a:ext>
                </a:extLst>
              </a:tr>
              <a:tr h="370840">
                <a:tc>
                  <a:txBody>
                    <a:bodyPr/>
                    <a:lstStyle/>
                    <a:p>
                      <a:r>
                        <a:rPr lang="en-US" sz="1400">
                          <a:latin typeface="Arial"/>
                          <a:cs typeface="Arial"/>
                        </a:rPr>
                        <a:t>Compliance &amp; Certification</a:t>
                      </a:r>
                    </a:p>
                  </a:txBody>
                  <a:tcPr/>
                </a:tc>
                <a:tc>
                  <a:txBody>
                    <a:bodyPr/>
                    <a:lstStyle/>
                    <a:p>
                      <a:pPr algn="ctr"/>
                      <a:r>
                        <a:rPr lang="en-US" sz="1400">
                          <a:latin typeface="Arial"/>
                          <a:cs typeface="Arial"/>
                        </a:rPr>
                        <a:t>7</a:t>
                      </a:r>
                    </a:p>
                  </a:txBody>
                  <a:tcPr/>
                </a:tc>
                <a:tc>
                  <a:txBody>
                    <a:bodyPr/>
                    <a:lstStyle/>
                    <a:p>
                      <a:pPr algn="ctr"/>
                      <a:r>
                        <a:rPr lang="en-US" sz="1400">
                          <a:latin typeface="Arial"/>
                          <a:cs typeface="Arial"/>
                        </a:rPr>
                        <a:t>4</a:t>
                      </a:r>
                    </a:p>
                  </a:txBody>
                  <a:tcPr/>
                </a:tc>
                <a:tc>
                  <a:txBody>
                    <a:bodyPr/>
                    <a:lstStyle/>
                    <a:p>
                      <a:pPr algn="ctr"/>
                      <a:r>
                        <a:rPr lang="en-US" sz="1400">
                          <a:latin typeface="Arial"/>
                          <a:cs typeface="Arial"/>
                        </a:rPr>
                        <a:t>1</a:t>
                      </a:r>
                    </a:p>
                  </a:txBody>
                  <a:tcPr/>
                </a:tc>
                <a:tc>
                  <a:txBody>
                    <a:bodyPr/>
                    <a:lstStyle/>
                    <a:p>
                      <a:pPr algn="ctr"/>
                      <a:r>
                        <a:rPr lang="en-US" sz="1400">
                          <a:latin typeface="Arial"/>
                          <a:cs typeface="Arial"/>
                        </a:rPr>
                        <a:t>2</a:t>
                      </a:r>
                    </a:p>
                  </a:txBody>
                  <a:tcPr/>
                </a:tc>
                <a:tc>
                  <a:txBody>
                    <a:bodyPr/>
                    <a:lstStyle/>
                    <a:p>
                      <a:pPr algn="ctr"/>
                      <a:r>
                        <a:rPr lang="en-US" sz="1400">
                          <a:latin typeface="Arial"/>
                          <a:cs typeface="Arial"/>
                        </a:rPr>
                        <a:t>64%</a:t>
                      </a:r>
                    </a:p>
                  </a:txBody>
                  <a:tcPr/>
                </a:tc>
                <a:extLst>
                  <a:ext uri="{0D108BD9-81ED-4DB2-BD59-A6C34878D82A}">
                    <a16:rowId xmlns:a16="http://schemas.microsoft.com/office/drawing/2014/main" val="4045660167"/>
                  </a:ext>
                </a:extLst>
              </a:tr>
              <a:tr h="370840">
                <a:tc>
                  <a:txBody>
                    <a:bodyPr/>
                    <a:lstStyle/>
                    <a:p>
                      <a:r>
                        <a:rPr lang="en-US" sz="1400" b="1">
                          <a:latin typeface="Arial"/>
                          <a:cs typeface="Arial"/>
                        </a:rPr>
                        <a:t>Total</a:t>
                      </a:r>
                    </a:p>
                  </a:txBody>
                  <a:tcPr/>
                </a:tc>
                <a:tc>
                  <a:txBody>
                    <a:bodyPr/>
                    <a:lstStyle/>
                    <a:p>
                      <a:pPr algn="ctr"/>
                      <a:r>
                        <a:rPr lang="en-US" sz="1400" b="1">
                          <a:latin typeface="Arial"/>
                          <a:cs typeface="Arial"/>
                        </a:rPr>
                        <a:t>60</a:t>
                      </a:r>
                    </a:p>
                  </a:txBody>
                  <a:tcPr/>
                </a:tc>
                <a:tc>
                  <a:txBody>
                    <a:bodyPr/>
                    <a:lstStyle/>
                    <a:p>
                      <a:pPr algn="ctr"/>
                      <a:r>
                        <a:rPr lang="en-US" sz="1400" b="1">
                          <a:latin typeface="Arial"/>
                          <a:cs typeface="Arial"/>
                        </a:rPr>
                        <a:t>29</a:t>
                      </a:r>
                    </a:p>
                  </a:txBody>
                  <a:tcPr/>
                </a:tc>
                <a:tc>
                  <a:txBody>
                    <a:bodyPr/>
                    <a:lstStyle/>
                    <a:p>
                      <a:pPr algn="ctr"/>
                      <a:r>
                        <a:rPr lang="en-US" sz="1400" b="1">
                          <a:latin typeface="Arial"/>
                          <a:cs typeface="Arial"/>
                        </a:rPr>
                        <a:t>18</a:t>
                      </a:r>
                    </a:p>
                  </a:txBody>
                  <a:tcPr/>
                </a:tc>
                <a:tc>
                  <a:txBody>
                    <a:bodyPr/>
                    <a:lstStyle/>
                    <a:p>
                      <a:pPr algn="ctr"/>
                      <a:r>
                        <a:rPr lang="en-US" sz="1400" b="1">
                          <a:latin typeface="Arial"/>
                          <a:cs typeface="Arial"/>
                        </a:rPr>
                        <a:t>13</a:t>
                      </a:r>
                    </a:p>
                  </a:txBody>
                  <a:tcPr/>
                </a:tc>
                <a:tc>
                  <a:txBody>
                    <a:bodyPr/>
                    <a:lstStyle/>
                    <a:p>
                      <a:pPr algn="ctr"/>
                      <a:r>
                        <a:rPr lang="en-US" sz="1400" b="1">
                          <a:latin typeface="Arial"/>
                          <a:cs typeface="Arial"/>
                        </a:rPr>
                        <a:t>63%</a:t>
                      </a:r>
                    </a:p>
                  </a:txBody>
                  <a:tcPr/>
                </a:tc>
                <a:extLst>
                  <a:ext uri="{0D108BD9-81ED-4DB2-BD59-A6C34878D82A}">
                    <a16:rowId xmlns:a16="http://schemas.microsoft.com/office/drawing/2014/main" val="1471200259"/>
                  </a:ext>
                </a:extLst>
              </a:tr>
            </a:tbl>
          </a:graphicData>
        </a:graphic>
      </p:graphicFrame>
      <p:sp>
        <p:nvSpPr>
          <p:cNvPr id="6" name="TextBox 5">
            <a:extLst>
              <a:ext uri="{FF2B5EF4-FFF2-40B4-BE49-F238E27FC236}">
                <a16:creationId xmlns:a16="http://schemas.microsoft.com/office/drawing/2014/main" id="{9B61D4B0-CBC8-3796-9E0E-0B8B6A06DD8E}"/>
              </a:ext>
            </a:extLst>
          </p:cNvPr>
          <p:cNvSpPr txBox="1"/>
          <p:nvPr/>
        </p:nvSpPr>
        <p:spPr>
          <a:xfrm>
            <a:off x="701040" y="4587240"/>
            <a:ext cx="10657840" cy="172015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171450" indent="-171450">
              <a:lnSpc>
                <a:spcPct val="150000"/>
              </a:lnSpc>
              <a:buFont typeface="Wingdings"/>
              <a:buChar char="v"/>
            </a:pPr>
            <a:r>
              <a:rPr lang="en-US" sz="1200">
                <a:latin typeface="Arial"/>
                <a:cs typeface="Arial"/>
              </a:rPr>
              <a:t>Comtrue is strongest on </a:t>
            </a:r>
            <a:r>
              <a:rPr lang="en-US" sz="1200" b="1">
                <a:latin typeface="Arial"/>
                <a:cs typeface="Arial"/>
              </a:rPr>
              <a:t>AI-era detection</a:t>
            </a:r>
            <a:r>
              <a:rPr lang="en-US" sz="1200">
                <a:latin typeface="Arial"/>
                <a:cs typeface="Arial"/>
              </a:rPr>
              <a:t>: Sphinx AI DLP adds context-based (LLM) detection, document-similarity blocking, OCR on uploads, masking-then-allow, prompt-injection defence, an API mode for in-house LLMs and the broadest named AI-service list (incl. Claude Code, Codex, Cursor).</a:t>
            </a:r>
            <a:endParaRPr lang="en-US" sz="1200">
              <a:latin typeface="Arial"/>
              <a:ea typeface="맑은 고딕"/>
              <a:cs typeface="Arial"/>
            </a:endParaRPr>
          </a:p>
          <a:p>
            <a:pPr marL="171450" indent="-171450">
              <a:lnSpc>
                <a:spcPct val="150000"/>
              </a:lnSpc>
              <a:buFont typeface="Wingdings"/>
              <a:buChar char="v"/>
            </a:pPr>
            <a:r>
              <a:rPr lang="en-US" sz="1200">
                <a:latin typeface="Arial"/>
                <a:ea typeface="+mn-lt"/>
                <a:cs typeface="Arial"/>
              </a:rPr>
              <a:t>Comtrue's network DLP (NetCenter) is passive (TAP/mirror) and HTTPS needs a separate appliance; its endpoint agent has no documented clipboard, screen-capture or wireless control.</a:t>
            </a:r>
            <a:endParaRPr lang="en-US" sz="1200">
              <a:latin typeface="Arial"/>
              <a:ea typeface="맑은 고딕"/>
              <a:cs typeface="Arial"/>
            </a:endParaRPr>
          </a:p>
          <a:p>
            <a:pPr marL="171450" indent="-171450">
              <a:lnSpc>
                <a:spcPct val="150000"/>
              </a:lnSpc>
              <a:buFont typeface="Wingdings"/>
              <a:buChar char="v"/>
            </a:pPr>
            <a:r>
              <a:rPr lang="en-US" sz="1200">
                <a:latin typeface="Arial"/>
                <a:ea typeface="+mn-lt"/>
                <a:cs typeface="Arial"/>
              </a:rPr>
              <a:t>Neither vendor documents macOS agents, EDM fingerprinting, response-side AI inspection, MCP/tool-call mediation or analyst recognition — treat these as RFI questions.</a:t>
            </a:r>
            <a:endParaRPr lang="en-US" sz="1200">
              <a:latin typeface="Arial"/>
              <a:ea typeface="맑은 고딕"/>
              <a:cs typeface="Arial"/>
            </a:endParaRPr>
          </a:p>
        </p:txBody>
      </p:sp>
    </p:spTree>
    <p:extLst>
      <p:ext uri="{BB962C8B-B14F-4D97-AF65-F5344CB8AC3E}">
        <p14:creationId xmlns:p14="http://schemas.microsoft.com/office/powerpoint/2010/main" val="9505891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8D4807-11B4-82EA-8FE5-B7AE1A08F0F0}"/>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97971F6-35F3-1E0B-5ABC-AE3D1DBFE5C9}"/>
              </a:ext>
            </a:extLst>
          </p:cNvPr>
          <p:cNvSpPr>
            <a:spLocks noGrp="1"/>
          </p:cNvSpPr>
          <p:nvPr>
            <p:ph type="sldNum" sz="quarter" idx="4"/>
          </p:nvPr>
        </p:nvSpPr>
        <p:spPr/>
        <p:txBody>
          <a:bodyPr/>
          <a:lstStyle/>
          <a:p>
            <a:fld id="{4EA1E582-E1CC-4474-812F-1657BC5920B7}" type="slidenum">
              <a:rPr lang="ko-KR" altLang="en-US" smtClean="0"/>
              <a:t>53</a:t>
            </a:fld>
            <a:endParaRPr lang="ko-KR" altLang="en-US"/>
          </a:p>
        </p:txBody>
      </p:sp>
      <p:sp>
        <p:nvSpPr>
          <p:cNvPr id="5" name="Text Placeholder 4">
            <a:extLst>
              <a:ext uri="{FF2B5EF4-FFF2-40B4-BE49-F238E27FC236}">
                <a16:creationId xmlns:a16="http://schemas.microsoft.com/office/drawing/2014/main" id="{C9F85B38-C56A-6B14-CF24-65D035295844}"/>
              </a:ext>
            </a:extLst>
          </p:cNvPr>
          <p:cNvSpPr>
            <a:spLocks noGrp="1"/>
          </p:cNvSpPr>
          <p:nvPr>
            <p:ph type="body" sz="quarter" idx="11"/>
          </p:nvPr>
        </p:nvSpPr>
        <p:spPr/>
        <p:txBody>
          <a:bodyPr lIns="91440" tIns="45720" rIns="91440" bIns="45720" anchor="ctr" anchorCtr="0"/>
          <a:lstStyle/>
          <a:p>
            <a:r>
              <a:rPr lang="en-US">
                <a:ea typeface="KoPub돋움체 Bold"/>
              </a:rPr>
              <a:t>D1 – Channel Coverage</a:t>
            </a:r>
            <a:endParaRPr lang="en-US"/>
          </a:p>
        </p:txBody>
      </p:sp>
      <p:sp>
        <p:nvSpPr>
          <p:cNvPr id="7" name="제목 3">
            <a:extLst>
              <a:ext uri="{FF2B5EF4-FFF2-40B4-BE49-F238E27FC236}">
                <a16:creationId xmlns:a16="http://schemas.microsoft.com/office/drawing/2014/main" id="{20820C81-48E5-04F6-D49D-B2DB4235AC09}"/>
              </a:ext>
            </a:extLst>
          </p:cNvPr>
          <p:cNvSpPr txBox="1">
            <a:spLocks/>
          </p:cNvSpPr>
          <p:nvPr/>
        </p:nvSpPr>
        <p:spPr>
          <a:xfrm>
            <a:off x="286194" y="265704"/>
            <a:ext cx="10666268" cy="464670"/>
          </a:xfrm>
          <a:prstGeom prst="rect">
            <a:avLst/>
          </a:prstGeom>
        </p:spPr>
        <p:txBody>
          <a:bodyPr lIns="91440" tIns="45720" rIns="91440" bIns="45720" anchor="ctr" anchorCtr="0"/>
          <a:lstStyle>
            <a:lvl1pPr algn="l" rtl="0" eaLnBrk="1" fontAlgn="base" latinLnBrk="1" hangingPunct="1">
              <a:spcBef>
                <a:spcPct val="0"/>
              </a:spcBef>
              <a:spcAft>
                <a:spcPct val="0"/>
              </a:spcAft>
              <a:defRPr lang="ko-KR" altLang="en-US" sz="2400" b="1" kern="1200" baseline="0" dirty="0">
                <a:ln>
                  <a:solidFill>
                    <a:schemeClr val="accent1">
                      <a:alpha val="0"/>
                    </a:schemeClr>
                  </a:solidFill>
                </a:ln>
                <a:solidFill>
                  <a:srgbClr val="144772"/>
                </a:solidFill>
                <a:effectLst>
                  <a:glow rad="127000">
                    <a:schemeClr val="bg1"/>
                  </a:glow>
                  <a:outerShdw blurRad="38100" dist="38100" dir="2700000" algn="tl" rotWithShape="0">
                    <a:prstClr val="black">
                      <a:alpha val="40000"/>
                    </a:prstClr>
                  </a:outerShdw>
                </a:effectLst>
                <a:latin typeface="Pretendard Black" panose="02000A03000000020004" pitchFamily="50" charset="-127"/>
                <a:ea typeface="Pretendard Black" panose="02000A03000000020004" pitchFamily="50" charset="-127"/>
                <a:cs typeface="Pretendard Black" panose="02000A03000000020004" pitchFamily="50" charset="-127"/>
              </a:defRPr>
            </a:lvl1pPr>
            <a:lvl2pPr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2pPr>
            <a:lvl3pPr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3pPr>
            <a:lvl4pPr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4pPr>
            <a:lvl5pPr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5pPr>
            <a:lvl6pPr marL="457200"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6pPr>
            <a:lvl7pPr marL="914400"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7pPr>
            <a:lvl8pPr marL="1371600"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8pPr>
            <a:lvl9pPr marL="1828800"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9pPr>
          </a:lstStyle>
          <a:p>
            <a:r>
              <a:rPr lang="ko-KR" err="1">
                <a:ln>
                  <a:solidFill>
                    <a:srgbClr val="4F81BD">
                      <a:alpha val="0"/>
                    </a:srgbClr>
                  </a:solidFill>
                </a:ln>
                <a:effectLst>
                  <a:glow rad="127000">
                    <a:prstClr val="white"/>
                  </a:glow>
                  <a:outerShdw blurRad="38100" dist="38100" dir="2700000" algn="tl" rotWithShape="0">
                    <a:prstClr val="black">
                      <a:alpha val="40000"/>
                    </a:prstClr>
                  </a:outerShdw>
                </a:effectLst>
                <a:latin typeface="Arial"/>
                <a:ea typeface="Pretendard Black"/>
                <a:cs typeface="Arial"/>
              </a:rPr>
              <a:t>마크애니</a:t>
            </a:r>
            <a:r>
              <a:rPr lang="ko-KR">
                <a:ln>
                  <a:solidFill>
                    <a:srgbClr val="4F81BD">
                      <a:alpha val="0"/>
                    </a:srgbClr>
                  </a:solidFill>
                </a:ln>
                <a:effectLst>
                  <a:glow rad="127000">
                    <a:prstClr val="white"/>
                  </a:glow>
                  <a:outerShdw blurRad="38100" dist="38100" dir="2700000" algn="tl" rotWithShape="0">
                    <a:prstClr val="black">
                      <a:alpha val="40000"/>
                    </a:prstClr>
                  </a:outerShdw>
                </a:effectLst>
                <a:latin typeface="Arial"/>
                <a:ea typeface="Pretendard Black"/>
                <a:cs typeface="Arial"/>
              </a:rPr>
              <a:t> (</a:t>
            </a:r>
            <a:r>
              <a:rPr lang="ko-KR" err="1">
                <a:ln>
                  <a:solidFill>
                    <a:srgbClr val="4F81BD">
                      <a:alpha val="0"/>
                    </a:srgbClr>
                  </a:solidFill>
                </a:ln>
                <a:effectLst>
                  <a:glow rad="127000">
                    <a:prstClr val="white"/>
                  </a:glow>
                  <a:outerShdw blurRad="38100" dist="38100" dir="2700000" algn="tl" rotWithShape="0">
                    <a:prstClr val="black">
                      <a:alpha val="40000"/>
                    </a:prstClr>
                  </a:outerShdw>
                </a:effectLst>
                <a:latin typeface="Arial"/>
                <a:ea typeface="Pretendard Black"/>
                <a:cs typeface="Arial"/>
              </a:rPr>
              <a:t>Alta</a:t>
            </a:r>
            <a:r>
              <a:rPr lang="ko-KR">
                <a:ln>
                  <a:solidFill>
                    <a:srgbClr val="4F81BD">
                      <a:alpha val="0"/>
                    </a:srgbClr>
                  </a:solidFill>
                </a:ln>
                <a:effectLst>
                  <a:glow rad="127000">
                    <a:prstClr val="white"/>
                  </a:glow>
                  <a:outerShdw blurRad="38100" dist="38100" dir="2700000" algn="tl" rotWithShape="0">
                    <a:prstClr val="black">
                      <a:alpha val="40000"/>
                    </a:prstClr>
                  </a:outerShdw>
                </a:effectLst>
                <a:latin typeface="Arial"/>
                <a:ea typeface="Pretendard Black"/>
                <a:cs typeface="Arial"/>
              </a:rPr>
              <a:t>)</a:t>
            </a:r>
            <a:endParaRPr lang="ko-KR" b="0">
              <a:ln>
                <a:solidFill>
                  <a:srgbClr val="4F81BD">
                    <a:alpha val="0"/>
                  </a:srgbClr>
                </a:solidFill>
              </a:ln>
              <a:solidFill>
                <a:srgbClr val="000000"/>
              </a:solidFill>
              <a:effectLst>
                <a:glow rad="127000">
                  <a:prstClr val="white"/>
                </a:glow>
                <a:outerShdw blurRad="38100" dist="38100" dir="2700000" algn="tl" rotWithShape="0">
                  <a:prstClr val="black">
                    <a:alpha val="40000"/>
                  </a:prstClr>
                </a:outerShdw>
              </a:effectLst>
              <a:latin typeface="Arial"/>
              <a:ea typeface="Pretendard Black"/>
              <a:cs typeface="Arial"/>
            </a:endParaRPr>
          </a:p>
        </p:txBody>
      </p:sp>
      <p:graphicFrame>
        <p:nvGraphicFramePr>
          <p:cNvPr id="3" name="Table 2">
            <a:extLst>
              <a:ext uri="{FF2B5EF4-FFF2-40B4-BE49-F238E27FC236}">
                <a16:creationId xmlns:a16="http://schemas.microsoft.com/office/drawing/2014/main" id="{9EC6368F-F32B-F2FB-4D59-F5C2D08DD36D}"/>
              </a:ext>
            </a:extLst>
          </p:cNvPr>
          <p:cNvGraphicFramePr>
            <a:graphicFrameLocks noGrp="1"/>
          </p:cNvGraphicFramePr>
          <p:nvPr>
            <p:extLst>
              <p:ext uri="{D42A27DB-BD31-4B8C-83A1-F6EECF244321}">
                <p14:modId xmlns:p14="http://schemas.microsoft.com/office/powerpoint/2010/main" val="726099482"/>
              </p:ext>
            </p:extLst>
          </p:nvPr>
        </p:nvGraphicFramePr>
        <p:xfrm>
          <a:off x="508000" y="1320800"/>
          <a:ext cx="11187117" cy="5397500"/>
        </p:xfrm>
        <a:graphic>
          <a:graphicData uri="http://schemas.openxmlformats.org/drawingml/2006/table">
            <a:tbl>
              <a:tblPr firstRow="1" bandRow="1">
                <a:tableStyleId>{9D7B26C5-4107-4FEC-AEDC-1716B250A1EF}</a:tableStyleId>
              </a:tblPr>
              <a:tblGrid>
                <a:gridCol w="654125">
                  <a:extLst>
                    <a:ext uri="{9D8B030D-6E8A-4147-A177-3AD203B41FA5}">
                      <a16:colId xmlns:a16="http://schemas.microsoft.com/office/drawing/2014/main" val="3761190961"/>
                    </a:ext>
                  </a:extLst>
                </a:gridCol>
                <a:gridCol w="3429000">
                  <a:extLst>
                    <a:ext uri="{9D8B030D-6E8A-4147-A177-3AD203B41FA5}">
                      <a16:colId xmlns:a16="http://schemas.microsoft.com/office/drawing/2014/main" val="3009874471"/>
                    </a:ext>
                  </a:extLst>
                </a:gridCol>
                <a:gridCol w="999066">
                  <a:extLst>
                    <a:ext uri="{9D8B030D-6E8A-4147-A177-3AD203B41FA5}">
                      <a16:colId xmlns:a16="http://schemas.microsoft.com/office/drawing/2014/main" val="316164474"/>
                    </a:ext>
                  </a:extLst>
                </a:gridCol>
                <a:gridCol w="6104926">
                  <a:extLst>
                    <a:ext uri="{9D8B030D-6E8A-4147-A177-3AD203B41FA5}">
                      <a16:colId xmlns:a16="http://schemas.microsoft.com/office/drawing/2014/main" val="1510347205"/>
                    </a:ext>
                  </a:extLst>
                </a:gridCol>
              </a:tblGrid>
              <a:tr h="370840">
                <a:tc>
                  <a:txBody>
                    <a:bodyPr/>
                    <a:lstStyle/>
                    <a:p>
                      <a:pPr algn="ctr"/>
                      <a:r>
                        <a:rPr lang="en-US" sz="1200">
                          <a:latin typeface="Arial"/>
                          <a:cs typeface="Arial"/>
                        </a:rPr>
                        <a:t>ID</a:t>
                      </a:r>
                    </a:p>
                  </a:txBody>
                  <a:tcPr>
                    <a:lnL w="12700">
                      <a:solidFill>
                        <a:schemeClr val="tx1"/>
                      </a:solidFill>
                    </a:lnL>
                    <a:lnR w="12700">
                      <a:solidFill>
                        <a:schemeClr val="tx1"/>
                      </a:solidFill>
                    </a:lnR>
                    <a:lnT w="12700">
                      <a:solidFill>
                        <a:schemeClr val="tx1"/>
                      </a:solidFill>
                    </a:lnT>
                    <a:lnB w="12700">
                      <a:solidFill>
                        <a:schemeClr val="tx1"/>
                      </a:solidFill>
                    </a:lnB>
                    <a:solidFill>
                      <a:schemeClr val="accent5">
                        <a:lumMod val="20000"/>
                        <a:lumOff val="80000"/>
                      </a:schemeClr>
                    </a:solidFill>
                  </a:tcPr>
                </a:tc>
                <a:tc>
                  <a:txBody>
                    <a:bodyPr/>
                    <a:lstStyle/>
                    <a:p>
                      <a:pPr algn="ctr"/>
                      <a:r>
                        <a:rPr lang="en-US" sz="1200">
                          <a:latin typeface="Arial"/>
                          <a:cs typeface="Arial"/>
                        </a:rPr>
                        <a:t>Capability</a:t>
                      </a:r>
                    </a:p>
                  </a:txBody>
                  <a:tcPr>
                    <a:lnL w="12700">
                      <a:solidFill>
                        <a:schemeClr val="tx1"/>
                      </a:solidFill>
                    </a:lnL>
                    <a:lnR w="12700">
                      <a:solidFill>
                        <a:schemeClr val="tx1"/>
                      </a:solidFill>
                    </a:lnR>
                    <a:lnT w="12700">
                      <a:solidFill>
                        <a:schemeClr val="tx1"/>
                      </a:solidFill>
                    </a:lnT>
                    <a:lnB w="12700">
                      <a:solidFill>
                        <a:schemeClr val="tx1"/>
                      </a:solidFill>
                    </a:lnB>
                    <a:solidFill>
                      <a:schemeClr val="accent5">
                        <a:lumMod val="20000"/>
                        <a:lumOff val="80000"/>
                      </a:schemeClr>
                    </a:solidFill>
                  </a:tcPr>
                </a:tc>
                <a:tc>
                  <a:txBody>
                    <a:bodyPr/>
                    <a:lstStyle/>
                    <a:p>
                      <a:pPr algn="ctr"/>
                      <a:r>
                        <a:rPr lang="en-US" sz="1200">
                          <a:latin typeface="Arial"/>
                          <a:cs typeface="Arial"/>
                        </a:rPr>
                        <a:t>Availability</a:t>
                      </a:r>
                    </a:p>
                  </a:txBody>
                  <a:tcPr>
                    <a:lnL w="12700">
                      <a:solidFill>
                        <a:schemeClr val="tx1"/>
                      </a:solidFill>
                    </a:lnL>
                    <a:lnR w="12700">
                      <a:solidFill>
                        <a:schemeClr val="tx1"/>
                      </a:solidFill>
                    </a:lnR>
                    <a:lnT w="12700">
                      <a:solidFill>
                        <a:schemeClr val="tx1"/>
                      </a:solidFill>
                    </a:lnT>
                    <a:lnB w="12700">
                      <a:solidFill>
                        <a:schemeClr val="tx1"/>
                      </a:solidFill>
                    </a:lnB>
                    <a:solidFill>
                      <a:schemeClr val="accent5">
                        <a:lumMod val="20000"/>
                        <a:lumOff val="80000"/>
                      </a:schemeClr>
                    </a:solidFill>
                  </a:tcPr>
                </a:tc>
                <a:tc>
                  <a:txBody>
                    <a:bodyPr/>
                    <a:lstStyle/>
                    <a:p>
                      <a:pPr algn="ctr"/>
                      <a:r>
                        <a:rPr lang="en-US" sz="1200">
                          <a:latin typeface="Arial"/>
                          <a:cs typeface="Arial"/>
                        </a:rPr>
                        <a:t>References</a:t>
                      </a:r>
                    </a:p>
                  </a:txBody>
                  <a:tcPr>
                    <a:lnL w="12700">
                      <a:solidFill>
                        <a:schemeClr val="tx1"/>
                      </a:solidFill>
                    </a:lnL>
                    <a:lnR w="12700">
                      <a:solidFill>
                        <a:schemeClr val="tx1"/>
                      </a:solidFill>
                    </a:lnR>
                    <a:lnT w="12700">
                      <a:solidFill>
                        <a:schemeClr val="tx1"/>
                      </a:solidFill>
                    </a:lnT>
                    <a:lnB w="12700">
                      <a:solidFill>
                        <a:schemeClr val="tx1"/>
                      </a:solidFill>
                    </a:lnB>
                    <a:solidFill>
                      <a:schemeClr val="accent5">
                        <a:lumMod val="20000"/>
                        <a:lumOff val="80000"/>
                      </a:schemeClr>
                    </a:solidFill>
                  </a:tcPr>
                </a:tc>
                <a:extLst>
                  <a:ext uri="{0D108BD9-81ED-4DB2-BD59-A6C34878D82A}">
                    <a16:rowId xmlns:a16="http://schemas.microsoft.com/office/drawing/2014/main" val="1080965025"/>
                  </a:ext>
                </a:extLst>
              </a:tr>
              <a:tr h="370840">
                <a:tc>
                  <a:txBody>
                    <a:bodyPr/>
                    <a:lstStyle/>
                    <a:p>
                      <a:r>
                        <a:rPr lang="en-US" sz="1200">
                          <a:latin typeface="Arial"/>
                          <a:cs typeface="Arial"/>
                        </a:rPr>
                        <a:t>D1-01</a:t>
                      </a:r>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lvl="0">
                        <a:buNone/>
                      </a:pPr>
                      <a:r>
                        <a:rPr lang="en-US" sz="1200">
                          <a:effectLst/>
                          <a:latin typeface="Arial"/>
                          <a:cs typeface="Arial"/>
                        </a:rPr>
                        <a:t>USB / removable media</a:t>
                      </a:r>
                      <a:endParaRPr lang="en-US" sz="1200">
                        <a:latin typeface="Arial"/>
                        <a:cs typeface="Arial"/>
                      </a:endParaRPr>
                    </a:p>
                  </a:txBody>
                  <a:tcPr marL="0" marR="0" marT="0" marB="0" anchor="ctr">
                    <a:lnL w="12700">
                      <a:solidFill>
                        <a:schemeClr val="tx1"/>
                      </a:solidFill>
                    </a:lnL>
                    <a:lnR w="12700" cap="flat" cmpd="sng" algn="ctr">
                      <a:solidFill>
                        <a:schemeClr val="tx1"/>
                      </a:solidFill>
                      <a:prstDash val="solid"/>
                      <a:round/>
                      <a:headEnd type="none" w="med" len="med"/>
                      <a:tailEnd type="none" w="med" len="med"/>
                    </a:lnR>
                    <a:lnT w="12700">
                      <a:solidFill>
                        <a:schemeClr val="tx1"/>
                      </a:solidFill>
                    </a:lnT>
                    <a:lnB w="12700">
                      <a:solidFill>
                        <a:schemeClr val="tx1"/>
                      </a:solidFill>
                    </a:lnB>
                    <a:solidFill>
                      <a:schemeClr val="bg1"/>
                    </a:solidFill>
                  </a:tcPr>
                </a:tc>
                <a:tc>
                  <a:txBody>
                    <a:bodyPr/>
                    <a:lstStyle/>
                    <a:p>
                      <a:pPr lvl="0" algn="ctr">
                        <a:buNone/>
                      </a:pPr>
                      <a:r>
                        <a:rPr lang="en-US" sz="1200" b="0" i="0" u="none" strike="noStrike" noProof="0">
                          <a:solidFill>
                            <a:srgbClr val="000000"/>
                          </a:solidFill>
                          <a:latin typeface="Malgun Gothic"/>
                          <a:ea typeface="Malgun Gothic"/>
                          <a:cs typeface="Arial"/>
                        </a:rPr>
                        <a:t>●</a:t>
                      </a:r>
                      <a:endParaRPr lang="en-US" sz="1200"/>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lvl="0">
                        <a:buNone/>
                      </a:pPr>
                      <a:r>
                        <a:rPr lang="en-US" sz="1000" b="0" i="0" u="none" strike="noStrike" noProof="0">
                          <a:latin typeface="Arial"/>
                          <a:cs typeface="Arial"/>
                        </a:rPr>
                        <a:t>SafePC Enterprise – device control: read/write control for USB, external HDD, CD/DVD/BD; registered-media exceptions; time-bound usage request/approval [1], [2].</a:t>
                      </a:r>
                      <a:endParaRPr lang="en-US" sz="1000">
                        <a:latin typeface="Arial"/>
                        <a:cs typeface="Arial"/>
                      </a:endParaRPr>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extLst>
                  <a:ext uri="{0D108BD9-81ED-4DB2-BD59-A6C34878D82A}">
                    <a16:rowId xmlns:a16="http://schemas.microsoft.com/office/drawing/2014/main" val="2715742840"/>
                  </a:ext>
                </a:extLst>
              </a:tr>
              <a:tr h="370840">
                <a:tc>
                  <a:txBody>
                    <a:bodyPr/>
                    <a:lstStyle/>
                    <a:p>
                      <a:pPr lvl="0" algn="l">
                        <a:lnSpc>
                          <a:spcPct val="100000"/>
                        </a:lnSpc>
                        <a:spcBef>
                          <a:spcPts val="0"/>
                        </a:spcBef>
                        <a:spcAft>
                          <a:spcPts val="0"/>
                        </a:spcAft>
                        <a:buNone/>
                      </a:pPr>
                      <a:r>
                        <a:rPr lang="en-US" sz="1200" b="0" i="0" u="none" strike="noStrike" noProof="0">
                          <a:solidFill>
                            <a:srgbClr val="000000"/>
                          </a:solidFill>
                          <a:latin typeface="Arial"/>
                          <a:cs typeface="Arial"/>
                        </a:rPr>
                        <a:t>D1-02</a:t>
                      </a:r>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lvl="0">
                        <a:buNone/>
                      </a:pPr>
                      <a:r>
                        <a:rPr lang="en-US" sz="1200">
                          <a:effectLst/>
                          <a:latin typeface="Arial"/>
                          <a:cs typeface="Arial"/>
                        </a:rPr>
                        <a:t>Print</a:t>
                      </a:r>
                      <a:endParaRPr lang="en-US" sz="1200">
                        <a:latin typeface="Arial"/>
                        <a:cs typeface="Arial"/>
                      </a:endParaRPr>
                    </a:p>
                  </a:txBody>
                  <a:tcPr marL="0" marR="0" marT="0" marB="0" anchor="ctr">
                    <a:lnL w="12700">
                      <a:solidFill>
                        <a:schemeClr val="tx1"/>
                      </a:solidFill>
                    </a:lnL>
                    <a:lnR w="12700" cap="flat" cmpd="sng" algn="ctr">
                      <a:solidFill>
                        <a:schemeClr val="tx1"/>
                      </a:solidFill>
                      <a:prstDash val="solid"/>
                      <a:round/>
                      <a:headEnd type="none" w="med" len="med"/>
                      <a:tailEnd type="none" w="med" len="med"/>
                    </a:lnR>
                    <a:lnT w="12700">
                      <a:solidFill>
                        <a:schemeClr val="tx1"/>
                      </a:solidFill>
                    </a:lnT>
                    <a:lnB w="12700">
                      <a:solidFill>
                        <a:schemeClr val="tx1"/>
                      </a:solidFill>
                    </a:lnB>
                    <a:solidFill>
                      <a:schemeClr val="bg1"/>
                    </a:solidFill>
                  </a:tcPr>
                </a:tc>
                <a:tc>
                  <a:txBody>
                    <a:bodyPr/>
                    <a:lstStyle/>
                    <a:p>
                      <a:pPr lvl="0" algn="ctr">
                        <a:lnSpc>
                          <a:spcPct val="100000"/>
                        </a:lnSpc>
                        <a:spcBef>
                          <a:spcPts val="0"/>
                        </a:spcBef>
                        <a:spcAft>
                          <a:spcPts val="0"/>
                        </a:spcAft>
                        <a:buNone/>
                      </a:pPr>
                      <a:r>
                        <a:rPr lang="en-US" sz="1200" b="0" i="0" u="none" strike="noStrike" noProof="0">
                          <a:solidFill>
                            <a:srgbClr val="000000"/>
                          </a:solidFill>
                          <a:latin typeface="Malgun Gothic"/>
                          <a:ea typeface="Malgun Gothic"/>
                          <a:cs typeface="Arial"/>
                        </a:rPr>
                        <a:t>●</a:t>
                      </a:r>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lvl="0">
                        <a:buNone/>
                      </a:pPr>
                      <a:r>
                        <a:rPr lang="en-US" sz="1000" b="0" i="0" u="none" strike="noStrike" noProof="0"/>
                        <a:t>SafePC – print allow/block, forced watermark (user, time), masking of PII on print, print log + original-content capture, print approval. PrintSAFER adds invisible watermark for leaker tracing [1], [3].</a:t>
                      </a:r>
                      <a:endParaRPr lang="en-US"/>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extLst>
                  <a:ext uri="{0D108BD9-81ED-4DB2-BD59-A6C34878D82A}">
                    <a16:rowId xmlns:a16="http://schemas.microsoft.com/office/drawing/2014/main" val="2181622584"/>
                  </a:ext>
                </a:extLst>
              </a:tr>
              <a:tr h="370840">
                <a:tc>
                  <a:txBody>
                    <a:bodyPr/>
                    <a:lstStyle/>
                    <a:p>
                      <a:pPr lvl="0" algn="l">
                        <a:lnSpc>
                          <a:spcPct val="100000"/>
                        </a:lnSpc>
                        <a:spcBef>
                          <a:spcPts val="0"/>
                        </a:spcBef>
                        <a:spcAft>
                          <a:spcPts val="0"/>
                        </a:spcAft>
                        <a:buNone/>
                      </a:pPr>
                      <a:r>
                        <a:rPr lang="en-US" sz="1200" b="0" i="0" u="none" strike="noStrike" noProof="0">
                          <a:solidFill>
                            <a:srgbClr val="000000"/>
                          </a:solidFill>
                          <a:latin typeface="Arial"/>
                          <a:cs typeface="Arial"/>
                        </a:rPr>
                        <a:t>D1-03</a:t>
                      </a:r>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lvl="0">
                        <a:buNone/>
                      </a:pPr>
                      <a:r>
                        <a:rPr lang="en-US" sz="1200">
                          <a:effectLst/>
                          <a:latin typeface="Arial"/>
                          <a:cs typeface="Arial"/>
                        </a:rPr>
                        <a:t>Clipboard copy/paste</a:t>
                      </a:r>
                      <a:endParaRPr lang="en-US" sz="1200">
                        <a:latin typeface="Arial"/>
                        <a:cs typeface="Arial"/>
                      </a:endParaRPr>
                    </a:p>
                  </a:txBody>
                  <a:tcPr marL="0" marR="0" marT="0" marB="0" anchor="ctr">
                    <a:lnL w="12700">
                      <a:solidFill>
                        <a:schemeClr val="tx1"/>
                      </a:solidFill>
                    </a:lnL>
                    <a:lnR w="12700" cap="flat" cmpd="sng" algn="ctr">
                      <a:solidFill>
                        <a:schemeClr val="tx1"/>
                      </a:solidFill>
                      <a:prstDash val="solid"/>
                      <a:round/>
                      <a:headEnd type="none" w="med" len="med"/>
                      <a:tailEnd type="none" w="med" len="med"/>
                    </a:lnR>
                    <a:lnT w="12700">
                      <a:solidFill>
                        <a:schemeClr val="tx1"/>
                      </a:solidFill>
                    </a:lnT>
                    <a:lnB w="12700">
                      <a:solidFill>
                        <a:schemeClr val="tx1"/>
                      </a:solidFill>
                    </a:lnB>
                    <a:solidFill>
                      <a:schemeClr val="bg1"/>
                    </a:solidFill>
                  </a:tcPr>
                </a:tc>
                <a:tc>
                  <a:txBody>
                    <a:bodyPr/>
                    <a:lstStyle/>
                    <a:p>
                      <a:pPr lvl="0" algn="ctr">
                        <a:lnSpc>
                          <a:spcPct val="100000"/>
                        </a:lnSpc>
                        <a:spcBef>
                          <a:spcPts val="0"/>
                        </a:spcBef>
                        <a:spcAft>
                          <a:spcPts val="0"/>
                        </a:spcAft>
                        <a:buNone/>
                      </a:pPr>
                      <a:r>
                        <a:rPr lang="en-US" sz="1200" b="0" i="0" u="none" strike="noStrike" noProof="0">
                          <a:solidFill>
                            <a:srgbClr val="000000"/>
                          </a:solidFill>
                          <a:latin typeface="Malgun Gothic"/>
                          <a:ea typeface="Malgun Gothic"/>
                          <a:cs typeface="Arial"/>
                        </a:rPr>
                        <a:t>●</a:t>
                      </a:r>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lvl="0">
                        <a:buNone/>
                      </a:pPr>
                      <a:r>
                        <a:rPr lang="en-US" sz="1000" b="0" i="0" u="none" strike="noStrike" noProof="0"/>
                        <a:t>SafePC One Agent includes clipboard blocking as one of its 10 channels; Document SAFER blocks copy/paste out of encrypted documents [2], [4].</a:t>
                      </a:r>
                      <a:endParaRPr lang="en-US"/>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extLst>
                  <a:ext uri="{0D108BD9-81ED-4DB2-BD59-A6C34878D82A}">
                    <a16:rowId xmlns:a16="http://schemas.microsoft.com/office/drawing/2014/main" val="903757581"/>
                  </a:ext>
                </a:extLst>
              </a:tr>
              <a:tr h="370840">
                <a:tc>
                  <a:txBody>
                    <a:bodyPr/>
                    <a:lstStyle/>
                    <a:p>
                      <a:pPr lvl="0" algn="l">
                        <a:lnSpc>
                          <a:spcPct val="100000"/>
                        </a:lnSpc>
                        <a:spcBef>
                          <a:spcPts val="0"/>
                        </a:spcBef>
                        <a:spcAft>
                          <a:spcPts val="0"/>
                        </a:spcAft>
                        <a:buNone/>
                      </a:pPr>
                      <a:r>
                        <a:rPr lang="en-US" sz="1200" b="0" i="0" u="none" strike="noStrike" noProof="0">
                          <a:solidFill>
                            <a:srgbClr val="000000"/>
                          </a:solidFill>
                          <a:latin typeface="Arial"/>
                          <a:cs typeface="Arial"/>
                        </a:rPr>
                        <a:t>D1-04</a:t>
                      </a:r>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lvl="0">
                        <a:buNone/>
                      </a:pPr>
                      <a:r>
                        <a:rPr lang="en-US" sz="1200">
                          <a:effectLst/>
                          <a:latin typeface="Arial"/>
                          <a:cs typeface="Arial"/>
                        </a:rPr>
                        <a:t>Screen capture</a:t>
                      </a:r>
                      <a:endParaRPr lang="en-US" sz="1200">
                        <a:latin typeface="Arial"/>
                        <a:cs typeface="Arial"/>
                      </a:endParaRPr>
                    </a:p>
                  </a:txBody>
                  <a:tcPr marL="0" marR="0" marT="0" marB="0" anchor="ctr">
                    <a:lnL w="12700">
                      <a:solidFill>
                        <a:schemeClr val="tx1"/>
                      </a:solidFill>
                    </a:lnL>
                    <a:lnR w="12700" cap="flat" cmpd="sng" algn="ctr">
                      <a:solidFill>
                        <a:schemeClr val="tx1"/>
                      </a:solidFill>
                      <a:prstDash val="solid"/>
                      <a:round/>
                      <a:headEnd type="none" w="med" len="med"/>
                      <a:tailEnd type="none" w="med" len="med"/>
                    </a:lnR>
                    <a:lnT w="12700">
                      <a:solidFill>
                        <a:schemeClr val="tx1"/>
                      </a:solidFill>
                    </a:lnT>
                    <a:lnB w="12700">
                      <a:solidFill>
                        <a:schemeClr val="tx1"/>
                      </a:solidFill>
                    </a:lnB>
                    <a:solidFill>
                      <a:schemeClr val="bg1"/>
                    </a:solidFill>
                  </a:tcPr>
                </a:tc>
                <a:tc>
                  <a:txBody>
                    <a:bodyPr/>
                    <a:lstStyle/>
                    <a:p>
                      <a:pPr lvl="0" algn="ctr">
                        <a:lnSpc>
                          <a:spcPct val="100000"/>
                        </a:lnSpc>
                        <a:spcBef>
                          <a:spcPts val="0"/>
                        </a:spcBef>
                        <a:spcAft>
                          <a:spcPts val="0"/>
                        </a:spcAft>
                        <a:buNone/>
                      </a:pPr>
                      <a:r>
                        <a:rPr lang="en-US" sz="1200" b="0" i="0" u="none" strike="noStrike" noProof="0">
                          <a:solidFill>
                            <a:srgbClr val="000000"/>
                          </a:solidFill>
                          <a:latin typeface="Malgun Gothic"/>
                          <a:ea typeface="Malgun Gothic"/>
                          <a:cs typeface="Arial"/>
                        </a:rPr>
                        <a:t>●</a:t>
                      </a:r>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lvl="0">
                        <a:buNone/>
                      </a:pPr>
                      <a:r>
                        <a:rPr lang="en-US" sz="1000" b="0" i="0" u="none" strike="noStrike" noProof="0"/>
                        <a:t>SafePC – screen-capture prevention channel; ScreenSAFER – capture blocking + visible/invisible screen watermark (supports web, C/S, VDI) [2], [5].</a:t>
                      </a:r>
                      <a:endParaRPr lang="en-US"/>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extLst>
                  <a:ext uri="{0D108BD9-81ED-4DB2-BD59-A6C34878D82A}">
                    <a16:rowId xmlns:a16="http://schemas.microsoft.com/office/drawing/2014/main" val="2970567322"/>
                  </a:ext>
                </a:extLst>
              </a:tr>
              <a:tr h="370840">
                <a:tc>
                  <a:txBody>
                    <a:bodyPr/>
                    <a:lstStyle/>
                    <a:p>
                      <a:pPr lvl="0" algn="l">
                        <a:lnSpc>
                          <a:spcPct val="100000"/>
                        </a:lnSpc>
                        <a:spcBef>
                          <a:spcPts val="0"/>
                        </a:spcBef>
                        <a:spcAft>
                          <a:spcPts val="0"/>
                        </a:spcAft>
                        <a:buNone/>
                      </a:pPr>
                      <a:r>
                        <a:rPr lang="en-US" sz="1200" b="0" i="0" u="none" strike="noStrike" noProof="0">
                          <a:solidFill>
                            <a:srgbClr val="000000"/>
                          </a:solidFill>
                          <a:latin typeface="Arial"/>
                          <a:cs typeface="Arial"/>
                        </a:rPr>
                        <a:t>D1-05</a:t>
                      </a:r>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lvl="0">
                        <a:buNone/>
                      </a:pPr>
                      <a:r>
                        <a:rPr lang="en-US" sz="1200">
                          <a:effectLst/>
                          <a:latin typeface="Arial"/>
                          <a:cs typeface="Arial"/>
                        </a:rPr>
                        <a:t>Email (SMTP / webmail)</a:t>
                      </a:r>
                      <a:endParaRPr lang="en-US" sz="1200">
                        <a:latin typeface="Arial"/>
                        <a:cs typeface="Arial"/>
                      </a:endParaRPr>
                    </a:p>
                  </a:txBody>
                  <a:tcPr marL="0" marR="0" marT="0" marB="0" anchor="ctr">
                    <a:lnL w="12700">
                      <a:solidFill>
                        <a:schemeClr val="tx1"/>
                      </a:solidFill>
                    </a:lnL>
                    <a:lnR w="12700" cap="flat" cmpd="sng" algn="ctr">
                      <a:solidFill>
                        <a:schemeClr val="tx1"/>
                      </a:solidFill>
                      <a:prstDash val="solid"/>
                      <a:round/>
                      <a:headEnd type="none" w="med" len="med"/>
                      <a:tailEnd type="none" w="med" len="med"/>
                    </a:lnR>
                    <a:lnT w="12700">
                      <a:solidFill>
                        <a:schemeClr val="tx1"/>
                      </a:solidFill>
                    </a:lnT>
                    <a:lnB w="12700">
                      <a:solidFill>
                        <a:schemeClr val="tx1"/>
                      </a:solidFill>
                    </a:lnB>
                    <a:solidFill>
                      <a:schemeClr val="bg1"/>
                    </a:solidFill>
                  </a:tcPr>
                </a:tc>
                <a:tc>
                  <a:txBody>
                    <a:bodyPr/>
                    <a:lstStyle/>
                    <a:p>
                      <a:pPr lvl="0" algn="ctr">
                        <a:lnSpc>
                          <a:spcPct val="100000"/>
                        </a:lnSpc>
                        <a:spcBef>
                          <a:spcPts val="0"/>
                        </a:spcBef>
                        <a:spcAft>
                          <a:spcPts val="0"/>
                        </a:spcAft>
                        <a:buNone/>
                      </a:pPr>
                      <a:r>
                        <a:rPr lang="en-US" sz="1200" b="0" i="0" u="none" strike="noStrike" noProof="0">
                          <a:solidFill>
                            <a:srgbClr val="000000"/>
                          </a:solidFill>
                          <a:latin typeface="Malgun Gothic"/>
                          <a:ea typeface="Malgun Gothic"/>
                          <a:cs typeface="Arial"/>
                        </a:rPr>
                        <a:t>◐</a:t>
                      </a:r>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lvl="0">
                        <a:buNone/>
                      </a:pPr>
                      <a:r>
                        <a:rPr lang="en-US" sz="1000" b="0" i="0" u="none" strike="noStrike" noProof="0"/>
                        <a:t>SafePC 7.0 claims prevention of leakage via webmail and messenger (online control). Protocol coverage and content-inspection depth for SMTP clients are not publicly detailed [6].</a:t>
                      </a:r>
                      <a:endParaRPr lang="en-US"/>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extLst>
                  <a:ext uri="{0D108BD9-81ED-4DB2-BD59-A6C34878D82A}">
                    <a16:rowId xmlns:a16="http://schemas.microsoft.com/office/drawing/2014/main" val="3874896899"/>
                  </a:ext>
                </a:extLst>
              </a:tr>
              <a:tr h="370840">
                <a:tc>
                  <a:txBody>
                    <a:bodyPr/>
                    <a:lstStyle/>
                    <a:p>
                      <a:pPr lvl="0" algn="l">
                        <a:lnSpc>
                          <a:spcPct val="100000"/>
                        </a:lnSpc>
                        <a:spcBef>
                          <a:spcPts val="0"/>
                        </a:spcBef>
                        <a:spcAft>
                          <a:spcPts val="0"/>
                        </a:spcAft>
                        <a:buNone/>
                      </a:pPr>
                      <a:r>
                        <a:rPr lang="en-US" sz="1200" b="0" i="0" u="none" strike="noStrike" noProof="0">
                          <a:solidFill>
                            <a:srgbClr val="000000"/>
                          </a:solidFill>
                          <a:latin typeface="Arial"/>
                          <a:cs typeface="Arial"/>
                        </a:rPr>
                        <a:t>D1-06</a:t>
                      </a:r>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lvl="0">
                        <a:buNone/>
                      </a:pPr>
                      <a:r>
                        <a:rPr lang="en-US" sz="1200">
                          <a:effectLst/>
                          <a:latin typeface="Arial"/>
                          <a:cs typeface="Arial"/>
                        </a:rPr>
                        <a:t>Web upload inspection (HTTP/S, TLS decryption)</a:t>
                      </a:r>
                      <a:endParaRPr lang="en-US" sz="1200">
                        <a:latin typeface="Arial"/>
                        <a:cs typeface="Arial"/>
                      </a:endParaRPr>
                    </a:p>
                  </a:txBody>
                  <a:tcPr marL="0" marR="0" marT="0" marB="0" anchor="ctr">
                    <a:lnL w="12700">
                      <a:solidFill>
                        <a:schemeClr val="tx1"/>
                      </a:solidFill>
                    </a:lnL>
                    <a:lnR w="12700" cap="flat" cmpd="sng" algn="ctr">
                      <a:solidFill>
                        <a:schemeClr val="tx1"/>
                      </a:solidFill>
                      <a:prstDash val="solid"/>
                      <a:round/>
                      <a:headEnd type="none" w="med" len="med"/>
                      <a:tailEnd type="none" w="med" len="med"/>
                    </a:lnR>
                    <a:lnT w="12700">
                      <a:solidFill>
                        <a:schemeClr val="tx1"/>
                      </a:solidFill>
                    </a:lnT>
                    <a:lnB w="12700">
                      <a:solidFill>
                        <a:schemeClr val="tx1"/>
                      </a:solidFill>
                    </a:lnB>
                    <a:solidFill>
                      <a:schemeClr val="bg1"/>
                    </a:solidFill>
                  </a:tcPr>
                </a:tc>
                <a:tc>
                  <a:txBody>
                    <a:bodyPr/>
                    <a:lstStyle/>
                    <a:p>
                      <a:pPr lvl="0" algn="ctr">
                        <a:lnSpc>
                          <a:spcPct val="100000"/>
                        </a:lnSpc>
                        <a:spcBef>
                          <a:spcPts val="0"/>
                        </a:spcBef>
                        <a:spcAft>
                          <a:spcPts val="0"/>
                        </a:spcAft>
                        <a:buNone/>
                      </a:pPr>
                      <a:r>
                        <a:rPr lang="en-US" sz="1200" b="0" i="0" u="none" strike="noStrike" noProof="0">
                          <a:solidFill>
                            <a:srgbClr val="000000"/>
                          </a:solidFill>
                          <a:latin typeface="Malgun Gothic"/>
                          <a:ea typeface="Malgun Gothic"/>
                          <a:cs typeface="Arial"/>
                        </a:rPr>
                        <a:t>◐</a:t>
                      </a:r>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lvl="0">
                        <a:buNone/>
                      </a:pPr>
                      <a:r>
                        <a:rPr lang="en-US" sz="1000" b="0" i="0" u="none" strike="noStrike" noProof="0"/>
                        <a:t>SafePC – URL whitelist/blacklist, personal firewall, session thresholds. Browser hooking is documented for GenAI prompts only; no general TLS content inspection documented [1], [7].</a:t>
                      </a:r>
                      <a:endParaRPr lang="en-US"/>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extLst>
                  <a:ext uri="{0D108BD9-81ED-4DB2-BD59-A6C34878D82A}">
                    <a16:rowId xmlns:a16="http://schemas.microsoft.com/office/drawing/2014/main" val="463752911"/>
                  </a:ext>
                </a:extLst>
              </a:tr>
              <a:tr h="365125">
                <a:tc>
                  <a:txBody>
                    <a:bodyPr/>
                    <a:lstStyle/>
                    <a:p>
                      <a:pPr lvl="0" algn="l">
                        <a:lnSpc>
                          <a:spcPct val="100000"/>
                        </a:lnSpc>
                        <a:spcBef>
                          <a:spcPts val="0"/>
                        </a:spcBef>
                        <a:spcAft>
                          <a:spcPts val="0"/>
                        </a:spcAft>
                        <a:buNone/>
                      </a:pPr>
                      <a:r>
                        <a:rPr lang="en-US" sz="1200" b="0" i="0" u="none" strike="noStrike" noProof="0">
                          <a:solidFill>
                            <a:srgbClr val="000000"/>
                          </a:solidFill>
                          <a:latin typeface="Arial"/>
                          <a:cs typeface="Arial"/>
                        </a:rPr>
                        <a:t>D1-07</a:t>
                      </a:r>
                    </a:p>
                  </a:txBody>
                  <a:tcP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solidFill>
                      <a:schemeClr val="bg1"/>
                    </a:solidFill>
                  </a:tcPr>
                </a:tc>
                <a:tc>
                  <a:txBody>
                    <a:bodyPr/>
                    <a:lstStyle/>
                    <a:p>
                      <a:pPr lvl="0">
                        <a:buNone/>
                      </a:pPr>
                      <a:r>
                        <a:rPr lang="en-US" sz="1200">
                          <a:effectLst/>
                          <a:latin typeface="Arial"/>
                          <a:cs typeface="Arial"/>
                        </a:rPr>
                        <a:t>PC messenger</a:t>
                      </a:r>
                      <a:endParaRPr lang="en-US" sz="1200">
                        <a:latin typeface="Arial"/>
                        <a:cs typeface="Arial"/>
                      </a:endParaRPr>
                    </a:p>
                  </a:txBody>
                  <a:tcPr marL="0" marR="0" marT="0" marB="0" anchor="ctr">
                    <a:lnL w="12700">
                      <a:solidFill>
                        <a:schemeClr val="tx1"/>
                      </a:solidFill>
                    </a:lnL>
                    <a:lnR w="12700" cap="flat" cmpd="sng" algn="ctr">
                      <a:solidFill>
                        <a:schemeClr val="tx1"/>
                      </a:solidFill>
                      <a:prstDash val="solid"/>
                      <a:round/>
                      <a:headEnd type="none" w="med" len="med"/>
                      <a:tailEnd type="none" w="med" len="med"/>
                    </a:lnR>
                    <a:lnT w="12700">
                      <a:solidFill>
                        <a:schemeClr val="tx1"/>
                      </a:solidFill>
                    </a:lnT>
                    <a:lnB w="12700">
                      <a:solidFill>
                        <a:schemeClr val="tx1"/>
                      </a:solidFill>
                    </a:lnB>
                    <a:solidFill>
                      <a:schemeClr val="bg1"/>
                    </a:solidFill>
                  </a:tcPr>
                </a:tc>
                <a:tc>
                  <a:txBody>
                    <a:bodyPr/>
                    <a:lstStyle/>
                    <a:p>
                      <a:pPr lvl="0" algn="ctr">
                        <a:lnSpc>
                          <a:spcPct val="100000"/>
                        </a:lnSpc>
                        <a:spcBef>
                          <a:spcPts val="0"/>
                        </a:spcBef>
                        <a:spcAft>
                          <a:spcPts val="0"/>
                        </a:spcAft>
                        <a:buNone/>
                      </a:pPr>
                      <a:r>
                        <a:rPr lang="en-US" sz="1200" b="0" i="0" u="none" strike="noStrike" noProof="0">
                          <a:solidFill>
                            <a:srgbClr val="000000"/>
                          </a:solidFill>
                          <a:latin typeface="Malgun Gothic"/>
                          <a:ea typeface="Malgun Gothic"/>
                          <a:cs typeface="Arial"/>
                        </a:rPr>
                        <a:t>◐</a:t>
                      </a:r>
                    </a:p>
                  </a:txBody>
                  <a:tcP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solidFill>
                      <a:schemeClr val="bg1"/>
                    </a:solidFill>
                  </a:tcPr>
                </a:tc>
                <a:tc>
                  <a:txBody>
                    <a:bodyPr/>
                    <a:lstStyle/>
                    <a:p>
                      <a:pPr lvl="0">
                        <a:buNone/>
                      </a:pPr>
                      <a:r>
                        <a:rPr lang="en-US" sz="1000" b="0" i="0" u="none" strike="noStrike" noProof="0"/>
                        <a:t>SafePC 7.0 claims messenger leakage prevention; supported messengers not listed publicly [6].</a:t>
                      </a:r>
                      <a:endParaRPr lang="en-US"/>
                    </a:p>
                  </a:txBody>
                  <a:tcP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38253598"/>
                  </a:ext>
                </a:extLst>
              </a:tr>
              <a:tr h="365125">
                <a:tc>
                  <a:txBody>
                    <a:bodyPr/>
                    <a:lstStyle/>
                    <a:p>
                      <a:pPr lvl="0" algn="l">
                        <a:lnSpc>
                          <a:spcPct val="100000"/>
                        </a:lnSpc>
                        <a:spcBef>
                          <a:spcPts val="0"/>
                        </a:spcBef>
                        <a:spcAft>
                          <a:spcPts val="0"/>
                        </a:spcAft>
                        <a:buNone/>
                      </a:pPr>
                      <a:r>
                        <a:rPr lang="en-US" sz="1200" b="0" i="0" u="none" strike="noStrike" noProof="0">
                          <a:solidFill>
                            <a:srgbClr val="000000"/>
                          </a:solidFill>
                          <a:latin typeface="Arial"/>
                          <a:cs typeface="Arial"/>
                        </a:rPr>
                        <a:t>D1-08</a:t>
                      </a:r>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lvl="0">
                        <a:buNone/>
                      </a:pPr>
                      <a:r>
                        <a:rPr lang="en-US" sz="1200">
                          <a:effectLst/>
                          <a:latin typeface="Arial"/>
                          <a:cs typeface="Arial"/>
                        </a:rPr>
                        <a:t>Cloud storage / </a:t>
                      </a:r>
                      <a:r>
                        <a:rPr lang="en-US" sz="1200" err="1">
                          <a:effectLst/>
                          <a:latin typeface="Arial"/>
                          <a:cs typeface="Arial"/>
                        </a:rPr>
                        <a:t>webhard</a:t>
                      </a:r>
                      <a:r>
                        <a:rPr lang="en-US" sz="1200">
                          <a:effectLst/>
                          <a:latin typeface="Arial"/>
                          <a:cs typeface="Arial"/>
                        </a:rPr>
                        <a:t> upload</a:t>
                      </a:r>
                      <a:endParaRPr lang="en-US" sz="1200">
                        <a:latin typeface="Arial"/>
                        <a:cs typeface="Arial"/>
                      </a:endParaRPr>
                    </a:p>
                  </a:txBody>
                  <a:tcPr marL="0" marR="0" marT="0" marB="0" anchor="ctr">
                    <a:lnL w="12700">
                      <a:solidFill>
                        <a:schemeClr val="tx1"/>
                      </a:solidFill>
                    </a:lnL>
                    <a:lnR w="12700" cap="flat" cmpd="sng" algn="ctr">
                      <a:solidFill>
                        <a:schemeClr val="tx1"/>
                      </a:solidFill>
                      <a:prstDash val="solid"/>
                      <a:round/>
                      <a:headEnd type="none" w="med" len="med"/>
                      <a:tailEnd type="none" w="med" len="med"/>
                    </a:lnR>
                    <a:lnT w="12700">
                      <a:solidFill>
                        <a:schemeClr val="tx1"/>
                      </a:solidFill>
                    </a:lnT>
                    <a:lnB w="12700">
                      <a:solidFill>
                        <a:schemeClr val="tx1"/>
                      </a:solidFill>
                    </a:lnB>
                    <a:solidFill>
                      <a:schemeClr val="bg1"/>
                    </a:solidFill>
                  </a:tcPr>
                </a:tc>
                <a:tc>
                  <a:txBody>
                    <a:bodyPr/>
                    <a:lstStyle/>
                    <a:p>
                      <a:pPr lvl="0" algn="ctr">
                        <a:lnSpc>
                          <a:spcPct val="100000"/>
                        </a:lnSpc>
                        <a:spcBef>
                          <a:spcPts val="0"/>
                        </a:spcBef>
                        <a:spcAft>
                          <a:spcPts val="0"/>
                        </a:spcAft>
                        <a:buNone/>
                      </a:pPr>
                      <a:r>
                        <a:rPr lang="en-US" sz="1200" b="0" i="0" u="none" strike="noStrike" noProof="0">
                          <a:solidFill>
                            <a:srgbClr val="000000"/>
                          </a:solidFill>
                          <a:latin typeface="Malgun Gothic"/>
                          <a:ea typeface="Malgun Gothic"/>
                          <a:cs typeface="Arial"/>
                        </a:rPr>
                        <a:t>◐</a:t>
                      </a:r>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lvl="0">
                        <a:buNone/>
                      </a:pPr>
                      <a:r>
                        <a:rPr lang="en-US" sz="1000" b="0" i="0" u="none" strike="noStrike" noProof="0"/>
                        <a:t>Only URL-level allow/block documented; no content inspection of cloud uploads documented [1].</a:t>
                      </a:r>
                      <a:endParaRPr lang="en-US"/>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extLst>
                  <a:ext uri="{0D108BD9-81ED-4DB2-BD59-A6C34878D82A}">
                    <a16:rowId xmlns:a16="http://schemas.microsoft.com/office/drawing/2014/main" val="2034492820"/>
                  </a:ext>
                </a:extLst>
              </a:tr>
              <a:tr h="365125">
                <a:tc>
                  <a:txBody>
                    <a:bodyPr/>
                    <a:lstStyle/>
                    <a:p>
                      <a:pPr lvl="0" algn="l">
                        <a:lnSpc>
                          <a:spcPct val="100000"/>
                        </a:lnSpc>
                        <a:spcBef>
                          <a:spcPts val="0"/>
                        </a:spcBef>
                        <a:spcAft>
                          <a:spcPts val="0"/>
                        </a:spcAft>
                        <a:buNone/>
                      </a:pPr>
                      <a:r>
                        <a:rPr lang="en-US" sz="1200" b="0" i="0" u="none" strike="noStrike" noProof="0">
                          <a:solidFill>
                            <a:srgbClr val="000000"/>
                          </a:solidFill>
                          <a:latin typeface="Arial"/>
                          <a:cs typeface="Arial"/>
                        </a:rPr>
                        <a:t>D1-09</a:t>
                      </a:r>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lvl="0">
                        <a:buNone/>
                      </a:pPr>
                      <a:r>
                        <a:rPr lang="en-US" sz="1200">
                          <a:effectLst/>
                          <a:latin typeface="Arial"/>
                          <a:cs typeface="Arial"/>
                        </a:rPr>
                        <a:t>Wireless (Wi-Fi/Bluetooth) &amp; shared folders</a:t>
                      </a:r>
                      <a:endParaRPr lang="en-US" sz="1200">
                        <a:latin typeface="Arial"/>
                        <a:cs typeface="Arial"/>
                      </a:endParaRPr>
                    </a:p>
                  </a:txBody>
                  <a:tcPr marL="0" marR="0" marT="0" marB="0" anchor="ctr">
                    <a:lnL w="12700">
                      <a:solidFill>
                        <a:schemeClr val="tx1"/>
                      </a:solidFill>
                    </a:lnL>
                    <a:lnR w="12700" cap="flat" cmpd="sng" algn="ctr">
                      <a:solidFill>
                        <a:schemeClr val="tx1"/>
                      </a:solidFill>
                      <a:prstDash val="solid"/>
                      <a:round/>
                      <a:headEnd type="none" w="med" len="med"/>
                      <a:tailEnd type="none" w="med" len="med"/>
                    </a:lnR>
                    <a:lnT w="12700">
                      <a:solidFill>
                        <a:schemeClr val="tx1"/>
                      </a:solidFill>
                    </a:lnT>
                    <a:lnB w="12700">
                      <a:solidFill>
                        <a:schemeClr val="tx1"/>
                      </a:solidFill>
                    </a:lnB>
                    <a:solidFill>
                      <a:schemeClr val="bg1"/>
                    </a:solidFill>
                  </a:tcPr>
                </a:tc>
                <a:tc>
                  <a:txBody>
                    <a:bodyPr/>
                    <a:lstStyle/>
                    <a:p>
                      <a:pPr lvl="0" algn="ctr">
                        <a:lnSpc>
                          <a:spcPct val="100000"/>
                        </a:lnSpc>
                        <a:spcBef>
                          <a:spcPts val="0"/>
                        </a:spcBef>
                        <a:spcAft>
                          <a:spcPts val="0"/>
                        </a:spcAft>
                        <a:buNone/>
                      </a:pPr>
                      <a:r>
                        <a:rPr lang="en-US" sz="1200" b="0" i="0" u="none" strike="noStrike" noProof="0">
                          <a:solidFill>
                            <a:srgbClr val="000000"/>
                          </a:solidFill>
                          <a:latin typeface="Malgun Gothic"/>
                          <a:ea typeface="Malgun Gothic"/>
                          <a:cs typeface="Arial"/>
                        </a:rPr>
                        <a:t>◐</a:t>
                      </a:r>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lvl="0">
                        <a:buNone/>
                      </a:pPr>
                      <a:r>
                        <a:rPr lang="en-US" sz="1000" b="0" i="0" u="none" strike="noStrike" noProof="0"/>
                        <a:t>SafePC controls Bluetooth, Wi-Fi, smartphone MTP/PTP and tethering. Shared-folder control not documented [1].</a:t>
                      </a:r>
                      <a:endParaRPr lang="en-US"/>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extLst>
                  <a:ext uri="{0D108BD9-81ED-4DB2-BD59-A6C34878D82A}">
                    <a16:rowId xmlns:a16="http://schemas.microsoft.com/office/drawing/2014/main" val="1581998811"/>
                  </a:ext>
                </a:extLst>
              </a:tr>
              <a:tr h="365125">
                <a:tc>
                  <a:txBody>
                    <a:bodyPr/>
                    <a:lstStyle/>
                    <a:p>
                      <a:pPr lvl="0" algn="l">
                        <a:lnSpc>
                          <a:spcPct val="100000"/>
                        </a:lnSpc>
                        <a:spcBef>
                          <a:spcPts val="0"/>
                        </a:spcBef>
                        <a:spcAft>
                          <a:spcPts val="0"/>
                        </a:spcAft>
                        <a:buNone/>
                      </a:pPr>
                      <a:r>
                        <a:rPr lang="en-US" sz="1200" b="0" i="0" u="none" strike="noStrike" noProof="0">
                          <a:solidFill>
                            <a:srgbClr val="000000"/>
                          </a:solidFill>
                          <a:latin typeface="Arial"/>
                          <a:cs typeface="Arial"/>
                        </a:rPr>
                        <a:t>D1-10</a:t>
                      </a:r>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lvl="0">
                        <a:buNone/>
                      </a:pPr>
                      <a:r>
                        <a:rPr lang="en-US" sz="1200">
                          <a:effectLst/>
                          <a:latin typeface="Arial"/>
                          <a:cs typeface="Arial"/>
                        </a:rPr>
                        <a:t>Data-at-rest discovery on PC / server</a:t>
                      </a:r>
                      <a:endParaRPr lang="en-US" sz="1200">
                        <a:latin typeface="Arial"/>
                        <a:cs typeface="Arial"/>
                      </a:endParaRPr>
                    </a:p>
                  </a:txBody>
                  <a:tcPr marL="0" marR="0" marT="0" marB="0" anchor="ctr">
                    <a:lnL w="12700">
                      <a:solidFill>
                        <a:schemeClr val="tx1"/>
                      </a:solidFill>
                    </a:lnL>
                    <a:lnR w="12700" cap="flat" cmpd="sng" algn="ctr">
                      <a:solidFill>
                        <a:schemeClr val="tx1"/>
                      </a:solidFill>
                      <a:prstDash val="solid"/>
                      <a:round/>
                      <a:headEnd type="none" w="med" len="med"/>
                      <a:tailEnd type="none" w="med" len="med"/>
                    </a:lnR>
                    <a:lnT w="12700">
                      <a:solidFill>
                        <a:schemeClr val="tx1"/>
                      </a:solidFill>
                    </a:lnT>
                    <a:lnB w="12700">
                      <a:solidFill>
                        <a:schemeClr val="tx1"/>
                      </a:solidFill>
                    </a:lnB>
                    <a:solidFill>
                      <a:schemeClr val="bg1"/>
                    </a:solidFill>
                  </a:tcPr>
                </a:tc>
                <a:tc>
                  <a:txBody>
                    <a:bodyPr/>
                    <a:lstStyle/>
                    <a:p>
                      <a:pPr lvl="0" algn="ctr">
                        <a:lnSpc>
                          <a:spcPct val="100000"/>
                        </a:lnSpc>
                        <a:spcBef>
                          <a:spcPts val="0"/>
                        </a:spcBef>
                        <a:spcAft>
                          <a:spcPts val="0"/>
                        </a:spcAft>
                        <a:buNone/>
                      </a:pPr>
                      <a:r>
                        <a:rPr lang="en-US" sz="1200" b="0" i="0" u="none" strike="noStrike" noProof="0">
                          <a:solidFill>
                            <a:srgbClr val="000000"/>
                          </a:solidFill>
                          <a:latin typeface="Malgun Gothic"/>
                          <a:ea typeface="Malgun Gothic"/>
                          <a:cs typeface="Arial"/>
                        </a:rPr>
                        <a:t>◐</a:t>
                      </a:r>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lvl="0">
                        <a:buNone/>
                      </a:pPr>
                      <a:r>
                        <a:rPr lang="en-US" sz="1000" b="0" i="0" u="none" strike="noStrike" noProof="0"/>
                        <a:t>SafePC / Privacy SAFER – scheduled and indexed PII scan on PCs (~40 extensions incl. archives), per-user holdings reports. Server-side discovery not documented [1], [8].</a:t>
                      </a:r>
                      <a:endParaRPr lang="en-US"/>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extLst>
                  <a:ext uri="{0D108BD9-81ED-4DB2-BD59-A6C34878D82A}">
                    <a16:rowId xmlns:a16="http://schemas.microsoft.com/office/drawing/2014/main" val="3342861274"/>
                  </a:ext>
                </a:extLst>
              </a:tr>
              <a:tr h="365125">
                <a:tc>
                  <a:txBody>
                    <a:bodyPr/>
                    <a:lstStyle/>
                    <a:p>
                      <a:pPr lvl="0" algn="l">
                        <a:lnSpc>
                          <a:spcPct val="100000"/>
                        </a:lnSpc>
                        <a:spcBef>
                          <a:spcPts val="0"/>
                        </a:spcBef>
                        <a:spcAft>
                          <a:spcPts val="0"/>
                        </a:spcAft>
                        <a:buNone/>
                      </a:pPr>
                      <a:r>
                        <a:rPr lang="en-US" sz="1200" b="0" i="0" u="none" strike="noStrike" noProof="0">
                          <a:solidFill>
                            <a:srgbClr val="000000"/>
                          </a:solidFill>
                          <a:latin typeface="Arial"/>
                          <a:cs typeface="Arial"/>
                        </a:rPr>
                        <a:t>D1-11</a:t>
                      </a:r>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lvl="0">
                        <a:buNone/>
                      </a:pPr>
                      <a:r>
                        <a:rPr lang="en-US" sz="1200">
                          <a:effectLst/>
                          <a:latin typeface="Arial"/>
                          <a:cs typeface="Arial"/>
                        </a:rPr>
                        <a:t>GenAI chat channel (web / desktop app)</a:t>
                      </a:r>
                      <a:endParaRPr lang="en-US" sz="1200">
                        <a:latin typeface="Arial"/>
                        <a:cs typeface="Arial"/>
                      </a:endParaRPr>
                    </a:p>
                  </a:txBody>
                  <a:tcPr marL="0" marR="0" marT="0" marB="0" anchor="ctr">
                    <a:lnL w="12700">
                      <a:solidFill>
                        <a:schemeClr val="tx1"/>
                      </a:solidFill>
                    </a:lnL>
                    <a:lnR w="12700" cap="flat" cmpd="sng" algn="ctr">
                      <a:solidFill>
                        <a:schemeClr val="tx1"/>
                      </a:solidFill>
                      <a:prstDash val="solid"/>
                      <a:round/>
                      <a:headEnd type="none" w="med" len="med"/>
                      <a:tailEnd type="none" w="med" len="med"/>
                    </a:lnR>
                    <a:lnT w="12700">
                      <a:solidFill>
                        <a:schemeClr val="tx1"/>
                      </a:solidFill>
                    </a:lnT>
                    <a:lnB w="12700">
                      <a:solidFill>
                        <a:schemeClr val="tx1"/>
                      </a:solidFill>
                    </a:lnB>
                    <a:solidFill>
                      <a:schemeClr val="bg1"/>
                    </a:solidFill>
                  </a:tcPr>
                </a:tc>
                <a:tc>
                  <a:txBody>
                    <a:bodyPr/>
                    <a:lstStyle/>
                    <a:p>
                      <a:pPr lvl="0" algn="ctr">
                        <a:lnSpc>
                          <a:spcPct val="100000"/>
                        </a:lnSpc>
                        <a:spcBef>
                          <a:spcPts val="0"/>
                        </a:spcBef>
                        <a:spcAft>
                          <a:spcPts val="0"/>
                        </a:spcAft>
                        <a:buNone/>
                      </a:pPr>
                      <a:r>
                        <a:rPr lang="en-US" sz="1200" b="0" i="0" u="none" strike="noStrike" noProof="0">
                          <a:solidFill>
                            <a:srgbClr val="000000"/>
                          </a:solidFill>
                          <a:latin typeface="Malgun Gothic"/>
                          <a:ea typeface="Malgun Gothic"/>
                          <a:cs typeface="Arial"/>
                        </a:rPr>
                        <a:t>●</a:t>
                      </a:r>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lvl="0">
                        <a:buNone/>
                      </a:pPr>
                      <a:r>
                        <a:rPr lang="en-US" sz="1000" b="0" i="0" u="none" strike="noStrike" noProof="0"/>
                        <a:t>SafePC (2026) – agent hooks browser keystrokes and clipboard; covers GenAI web and dedicated desktop apps (ChatGPT, Gemini, Copilot, Claude) [2], [7].</a:t>
                      </a:r>
                      <a:endParaRPr lang="en-US"/>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extLst>
                  <a:ext uri="{0D108BD9-81ED-4DB2-BD59-A6C34878D82A}">
                    <a16:rowId xmlns:a16="http://schemas.microsoft.com/office/drawing/2014/main" val="3851848939"/>
                  </a:ext>
                </a:extLst>
              </a:tr>
              <a:tr h="365125">
                <a:tc>
                  <a:txBody>
                    <a:bodyPr/>
                    <a:lstStyle/>
                    <a:p>
                      <a:pPr lvl="0" algn="l">
                        <a:lnSpc>
                          <a:spcPct val="100000"/>
                        </a:lnSpc>
                        <a:spcBef>
                          <a:spcPts val="0"/>
                        </a:spcBef>
                        <a:spcAft>
                          <a:spcPts val="0"/>
                        </a:spcAft>
                        <a:buNone/>
                      </a:pPr>
                      <a:r>
                        <a:rPr lang="en-US" sz="1200" b="0" i="0" u="none" strike="noStrike" noProof="0">
                          <a:solidFill>
                            <a:srgbClr val="000000"/>
                          </a:solidFill>
                          <a:latin typeface="Arial"/>
                          <a:cs typeface="Arial"/>
                        </a:rPr>
                        <a:t>D1-12</a:t>
                      </a:r>
                    </a:p>
                  </a:txBody>
                  <a:tcP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solidFill>
                      <a:schemeClr val="bg1"/>
                    </a:solidFill>
                  </a:tcPr>
                </a:tc>
                <a:tc>
                  <a:txBody>
                    <a:bodyPr/>
                    <a:lstStyle/>
                    <a:p>
                      <a:pPr lvl="0">
                        <a:buNone/>
                      </a:pPr>
                      <a:r>
                        <a:rPr lang="en-US" sz="1200">
                          <a:effectLst/>
                          <a:latin typeface="Arial"/>
                          <a:cs typeface="Arial"/>
                        </a:rPr>
                        <a:t>LLM API channel (system-to-system) </a:t>
                      </a:r>
                      <a:endParaRPr lang="en-US" sz="1200">
                        <a:solidFill>
                          <a:srgbClr val="0000FF"/>
                        </a:solidFill>
                        <a:effectLst/>
                        <a:latin typeface="Arial"/>
                        <a:cs typeface="Arial"/>
                      </a:endParaRPr>
                    </a:p>
                  </a:txBody>
                  <a:tcPr marL="0" marR="0" marT="0" marB="0" anchor="ctr">
                    <a:lnL w="12700">
                      <a:solidFill>
                        <a:schemeClr val="tx1"/>
                      </a:solidFill>
                    </a:lnL>
                    <a:lnR w="12700" cap="flat" cmpd="sng" algn="ctr">
                      <a:solidFill>
                        <a:schemeClr val="tx1"/>
                      </a:solidFill>
                      <a:prstDash val="solid"/>
                      <a:round/>
                      <a:headEnd type="none" w="med" len="med"/>
                      <a:tailEnd type="none" w="med" len="med"/>
                    </a:lnR>
                    <a:lnT w="12700">
                      <a:solidFill>
                        <a:schemeClr val="tx1"/>
                      </a:solidFill>
                    </a:lnT>
                    <a:lnB w="12700" cap="flat" cmpd="sng" algn="ctr">
                      <a:solidFill>
                        <a:schemeClr val="tx1"/>
                      </a:solidFill>
                      <a:prstDash val="solid"/>
                      <a:round/>
                      <a:headEnd type="none" w="med" len="med"/>
                      <a:tailEnd type="none" w="med" len="med"/>
                    </a:lnB>
                    <a:solidFill>
                      <a:schemeClr val="bg1"/>
                    </a:solidFill>
                  </a:tcPr>
                </a:tc>
                <a:tc>
                  <a:txBody>
                    <a:bodyPr/>
                    <a:lstStyle/>
                    <a:p>
                      <a:pPr lvl="0" algn="ctr">
                        <a:buNone/>
                      </a:pPr>
                      <a:endParaRPr lang="en-US" sz="1200">
                        <a:latin typeface="Arial"/>
                        <a:cs typeface="Arial"/>
                      </a:endParaRPr>
                    </a:p>
                  </a:txBody>
                  <a:tcP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solidFill>
                      <a:schemeClr val="bg1"/>
                    </a:solidFill>
                  </a:tcPr>
                </a:tc>
                <a:tc>
                  <a:txBody>
                    <a:bodyPr/>
                    <a:lstStyle/>
                    <a:p>
                      <a:pPr lvl="0">
                        <a:buNone/>
                      </a:pPr>
                      <a:endParaRPr lang="en-US" sz="1000">
                        <a:latin typeface="Arial"/>
                        <a:cs typeface="Arial"/>
                      </a:endParaRPr>
                    </a:p>
                  </a:txBody>
                  <a:tcP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540371967"/>
                  </a:ext>
                </a:extLst>
              </a:tr>
              <a:tr h="365125">
                <a:tc>
                  <a:txBody>
                    <a:bodyPr/>
                    <a:lstStyle/>
                    <a:p>
                      <a:pPr lvl="0" algn="l">
                        <a:lnSpc>
                          <a:spcPct val="100000"/>
                        </a:lnSpc>
                        <a:spcBef>
                          <a:spcPts val="0"/>
                        </a:spcBef>
                        <a:spcAft>
                          <a:spcPts val="0"/>
                        </a:spcAft>
                        <a:buNone/>
                      </a:pPr>
                      <a:r>
                        <a:rPr lang="en-US" sz="1200" b="0" i="0" u="none" strike="noStrike" noProof="0">
                          <a:solidFill>
                            <a:srgbClr val="000000"/>
                          </a:solidFill>
                          <a:latin typeface="Arial"/>
                          <a:cs typeface="Arial"/>
                        </a:rPr>
                        <a:t>D1-13</a:t>
                      </a:r>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lvl="0">
                        <a:buNone/>
                      </a:pPr>
                      <a:r>
                        <a:rPr lang="en-US" sz="1200">
                          <a:effectLst/>
                          <a:latin typeface="Arial"/>
                          <a:cs typeface="Arial"/>
                        </a:rPr>
                        <a:t>Agent tool-call / MCP mediation</a:t>
                      </a:r>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lvl="0" algn="ctr">
                        <a:buNone/>
                      </a:pPr>
                      <a:endParaRPr lang="en-US" sz="1200">
                        <a:latin typeface="Arial"/>
                        <a:cs typeface="Arial"/>
                      </a:endParaRPr>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lvl="0">
                        <a:buNone/>
                      </a:pPr>
                      <a:endParaRPr lang="en-US" sz="1000">
                        <a:latin typeface="Arial"/>
                        <a:cs typeface="Arial"/>
                      </a:endParaRPr>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extLst>
                  <a:ext uri="{0D108BD9-81ED-4DB2-BD59-A6C34878D82A}">
                    <a16:rowId xmlns:a16="http://schemas.microsoft.com/office/drawing/2014/main" val="3618365900"/>
                  </a:ext>
                </a:extLst>
              </a:tr>
            </a:tbl>
          </a:graphicData>
        </a:graphic>
      </p:graphicFrame>
    </p:spTree>
    <p:extLst>
      <p:ext uri="{BB962C8B-B14F-4D97-AF65-F5344CB8AC3E}">
        <p14:creationId xmlns:p14="http://schemas.microsoft.com/office/powerpoint/2010/main" val="107579786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8A2067-D451-EC75-9AD0-B917886662B3}"/>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06F2DB2-5C7F-726C-A34E-C96C7FCEE1EB}"/>
              </a:ext>
            </a:extLst>
          </p:cNvPr>
          <p:cNvSpPr>
            <a:spLocks noGrp="1"/>
          </p:cNvSpPr>
          <p:nvPr>
            <p:ph type="sldNum" sz="quarter" idx="4"/>
          </p:nvPr>
        </p:nvSpPr>
        <p:spPr/>
        <p:txBody>
          <a:bodyPr/>
          <a:lstStyle/>
          <a:p>
            <a:fld id="{4EA1E582-E1CC-4474-812F-1657BC5920B7}" type="slidenum">
              <a:rPr lang="ko-KR" altLang="en-US" smtClean="0"/>
              <a:t>54</a:t>
            </a:fld>
            <a:endParaRPr lang="ko-KR" altLang="en-US"/>
          </a:p>
        </p:txBody>
      </p:sp>
      <p:sp>
        <p:nvSpPr>
          <p:cNvPr id="5" name="Text Placeholder 4">
            <a:extLst>
              <a:ext uri="{FF2B5EF4-FFF2-40B4-BE49-F238E27FC236}">
                <a16:creationId xmlns:a16="http://schemas.microsoft.com/office/drawing/2014/main" id="{0EC929FF-8100-2B34-D960-EA495AFCD642}"/>
              </a:ext>
            </a:extLst>
          </p:cNvPr>
          <p:cNvSpPr>
            <a:spLocks noGrp="1"/>
          </p:cNvSpPr>
          <p:nvPr>
            <p:ph type="body" sz="quarter" idx="11"/>
          </p:nvPr>
        </p:nvSpPr>
        <p:spPr/>
        <p:txBody>
          <a:bodyPr lIns="91440" tIns="45720" rIns="91440" bIns="45720" anchor="ctr" anchorCtr="0"/>
          <a:lstStyle/>
          <a:p>
            <a:r>
              <a:rPr lang="en-US">
                <a:ea typeface="KoPub돋움체 Bold"/>
              </a:rPr>
              <a:t>D2 – Detection Technique</a:t>
            </a:r>
            <a:endParaRPr lang="en-US" b="0">
              <a:ea typeface="KoPub돋움체 Bold"/>
            </a:endParaRPr>
          </a:p>
        </p:txBody>
      </p:sp>
      <p:sp>
        <p:nvSpPr>
          <p:cNvPr id="7" name="제목 3">
            <a:extLst>
              <a:ext uri="{FF2B5EF4-FFF2-40B4-BE49-F238E27FC236}">
                <a16:creationId xmlns:a16="http://schemas.microsoft.com/office/drawing/2014/main" id="{91C6B0DC-556C-98E1-3521-6ED6407B8C98}"/>
              </a:ext>
            </a:extLst>
          </p:cNvPr>
          <p:cNvSpPr txBox="1">
            <a:spLocks/>
          </p:cNvSpPr>
          <p:nvPr/>
        </p:nvSpPr>
        <p:spPr>
          <a:xfrm>
            <a:off x="286194" y="265704"/>
            <a:ext cx="10666268" cy="464670"/>
          </a:xfrm>
          <a:prstGeom prst="rect">
            <a:avLst/>
          </a:prstGeom>
        </p:spPr>
        <p:txBody>
          <a:bodyPr lIns="91440" tIns="45720" rIns="91440" bIns="45720" anchor="ctr" anchorCtr="0"/>
          <a:lstStyle>
            <a:lvl1pPr algn="l" rtl="0" eaLnBrk="1" fontAlgn="base" latinLnBrk="1" hangingPunct="1">
              <a:spcBef>
                <a:spcPct val="0"/>
              </a:spcBef>
              <a:spcAft>
                <a:spcPct val="0"/>
              </a:spcAft>
              <a:defRPr lang="ko-KR" altLang="en-US" sz="2400" b="1" kern="1200" baseline="0" dirty="0">
                <a:ln>
                  <a:solidFill>
                    <a:schemeClr val="accent1">
                      <a:alpha val="0"/>
                    </a:schemeClr>
                  </a:solidFill>
                </a:ln>
                <a:solidFill>
                  <a:srgbClr val="144772"/>
                </a:solidFill>
                <a:effectLst>
                  <a:glow rad="127000">
                    <a:schemeClr val="bg1"/>
                  </a:glow>
                  <a:outerShdw blurRad="38100" dist="38100" dir="2700000" algn="tl" rotWithShape="0">
                    <a:prstClr val="black">
                      <a:alpha val="40000"/>
                    </a:prstClr>
                  </a:outerShdw>
                </a:effectLst>
                <a:latin typeface="Pretendard Black" panose="02000A03000000020004" pitchFamily="50" charset="-127"/>
                <a:ea typeface="Pretendard Black" panose="02000A03000000020004" pitchFamily="50" charset="-127"/>
                <a:cs typeface="Pretendard Black" panose="02000A03000000020004" pitchFamily="50" charset="-127"/>
              </a:defRPr>
            </a:lvl1pPr>
            <a:lvl2pPr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2pPr>
            <a:lvl3pPr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3pPr>
            <a:lvl4pPr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4pPr>
            <a:lvl5pPr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5pPr>
            <a:lvl6pPr marL="457200"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6pPr>
            <a:lvl7pPr marL="914400"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7pPr>
            <a:lvl8pPr marL="1371600"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8pPr>
            <a:lvl9pPr marL="1828800"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9pPr>
          </a:lstStyle>
          <a:p>
            <a:r>
              <a:rPr lang="ko-KR" err="1">
                <a:ln>
                  <a:solidFill>
                    <a:srgbClr val="4F81BD">
                      <a:alpha val="0"/>
                    </a:srgbClr>
                  </a:solidFill>
                </a:ln>
                <a:effectLst>
                  <a:glow rad="127000">
                    <a:prstClr val="white"/>
                  </a:glow>
                  <a:outerShdw blurRad="38100" dist="38100" dir="2700000" algn="tl" rotWithShape="0">
                    <a:prstClr val="black">
                      <a:alpha val="40000"/>
                    </a:prstClr>
                  </a:outerShdw>
                </a:effectLst>
                <a:latin typeface="Arial"/>
                <a:ea typeface="Pretendard Black"/>
                <a:cs typeface="Arial"/>
              </a:rPr>
              <a:t>마크애니</a:t>
            </a:r>
            <a:r>
              <a:rPr lang="ko-KR">
                <a:ln>
                  <a:solidFill>
                    <a:srgbClr val="4F81BD">
                      <a:alpha val="0"/>
                    </a:srgbClr>
                  </a:solidFill>
                </a:ln>
                <a:effectLst>
                  <a:glow rad="127000">
                    <a:prstClr val="white"/>
                  </a:glow>
                  <a:outerShdw blurRad="38100" dist="38100" dir="2700000" algn="tl" rotWithShape="0">
                    <a:prstClr val="black">
                      <a:alpha val="40000"/>
                    </a:prstClr>
                  </a:outerShdw>
                </a:effectLst>
                <a:latin typeface="Arial"/>
                <a:ea typeface="Pretendard Black"/>
                <a:cs typeface="Arial"/>
              </a:rPr>
              <a:t> (</a:t>
            </a:r>
            <a:r>
              <a:rPr lang="ko-KR" err="1">
                <a:ln>
                  <a:solidFill>
                    <a:srgbClr val="4F81BD">
                      <a:alpha val="0"/>
                    </a:srgbClr>
                  </a:solidFill>
                </a:ln>
                <a:effectLst>
                  <a:glow rad="127000">
                    <a:prstClr val="white"/>
                  </a:glow>
                  <a:outerShdw blurRad="38100" dist="38100" dir="2700000" algn="tl" rotWithShape="0">
                    <a:prstClr val="black">
                      <a:alpha val="40000"/>
                    </a:prstClr>
                  </a:outerShdw>
                </a:effectLst>
                <a:latin typeface="Arial"/>
                <a:ea typeface="Pretendard Black"/>
                <a:cs typeface="Arial"/>
              </a:rPr>
              <a:t>Alta</a:t>
            </a:r>
            <a:r>
              <a:rPr lang="ko-KR">
                <a:ln>
                  <a:solidFill>
                    <a:srgbClr val="4F81BD">
                      <a:alpha val="0"/>
                    </a:srgbClr>
                  </a:solidFill>
                </a:ln>
                <a:effectLst>
                  <a:glow rad="127000">
                    <a:prstClr val="white"/>
                  </a:glow>
                  <a:outerShdw blurRad="38100" dist="38100" dir="2700000" algn="tl" rotWithShape="0">
                    <a:prstClr val="black">
                      <a:alpha val="40000"/>
                    </a:prstClr>
                  </a:outerShdw>
                </a:effectLst>
                <a:latin typeface="Arial"/>
                <a:ea typeface="Pretendard Black"/>
                <a:cs typeface="Arial"/>
              </a:rPr>
              <a:t>)</a:t>
            </a:r>
            <a:endParaRPr lang="ko-KR" b="0">
              <a:ln>
                <a:solidFill>
                  <a:srgbClr val="4F81BD">
                    <a:alpha val="0"/>
                  </a:srgbClr>
                </a:solidFill>
              </a:ln>
              <a:solidFill>
                <a:srgbClr val="000000"/>
              </a:solidFill>
              <a:effectLst>
                <a:glow rad="127000">
                  <a:prstClr val="white"/>
                </a:glow>
                <a:outerShdw blurRad="38100" dist="38100" dir="2700000" algn="tl" rotWithShape="0">
                  <a:prstClr val="black">
                    <a:alpha val="40000"/>
                  </a:prstClr>
                </a:outerShdw>
              </a:effectLst>
              <a:latin typeface="Arial"/>
              <a:ea typeface="Pretendard Black"/>
              <a:cs typeface="Arial"/>
            </a:endParaRPr>
          </a:p>
        </p:txBody>
      </p:sp>
      <p:graphicFrame>
        <p:nvGraphicFramePr>
          <p:cNvPr id="3" name="Table 2">
            <a:extLst>
              <a:ext uri="{FF2B5EF4-FFF2-40B4-BE49-F238E27FC236}">
                <a16:creationId xmlns:a16="http://schemas.microsoft.com/office/drawing/2014/main" id="{57794AB0-E763-6DA2-E007-CEC05666F9A5}"/>
              </a:ext>
            </a:extLst>
          </p:cNvPr>
          <p:cNvGraphicFramePr>
            <a:graphicFrameLocks noGrp="1"/>
          </p:cNvGraphicFramePr>
          <p:nvPr>
            <p:extLst>
              <p:ext uri="{D42A27DB-BD31-4B8C-83A1-F6EECF244321}">
                <p14:modId xmlns:p14="http://schemas.microsoft.com/office/powerpoint/2010/main" val="2711246173"/>
              </p:ext>
            </p:extLst>
          </p:nvPr>
        </p:nvGraphicFramePr>
        <p:xfrm>
          <a:off x="518160" y="1402080"/>
          <a:ext cx="11187139" cy="4935220"/>
        </p:xfrm>
        <a:graphic>
          <a:graphicData uri="http://schemas.openxmlformats.org/drawingml/2006/table">
            <a:tbl>
              <a:tblPr firstRow="1" bandRow="1">
                <a:tableStyleId>{9D7B26C5-4107-4FEC-AEDC-1716B250A1EF}</a:tableStyleId>
              </a:tblPr>
              <a:tblGrid>
                <a:gridCol w="838200">
                  <a:extLst>
                    <a:ext uri="{9D8B030D-6E8A-4147-A177-3AD203B41FA5}">
                      <a16:colId xmlns:a16="http://schemas.microsoft.com/office/drawing/2014/main" val="3761190961"/>
                    </a:ext>
                  </a:extLst>
                </a:gridCol>
                <a:gridCol w="3953933">
                  <a:extLst>
                    <a:ext uri="{9D8B030D-6E8A-4147-A177-3AD203B41FA5}">
                      <a16:colId xmlns:a16="http://schemas.microsoft.com/office/drawing/2014/main" val="3009874471"/>
                    </a:ext>
                  </a:extLst>
                </a:gridCol>
                <a:gridCol w="1269999">
                  <a:extLst>
                    <a:ext uri="{9D8B030D-6E8A-4147-A177-3AD203B41FA5}">
                      <a16:colId xmlns:a16="http://schemas.microsoft.com/office/drawing/2014/main" val="316164474"/>
                    </a:ext>
                  </a:extLst>
                </a:gridCol>
                <a:gridCol w="5125007">
                  <a:extLst>
                    <a:ext uri="{9D8B030D-6E8A-4147-A177-3AD203B41FA5}">
                      <a16:colId xmlns:a16="http://schemas.microsoft.com/office/drawing/2014/main" val="1510347205"/>
                    </a:ext>
                  </a:extLst>
                </a:gridCol>
              </a:tblGrid>
              <a:tr h="370840">
                <a:tc>
                  <a:txBody>
                    <a:bodyPr/>
                    <a:lstStyle/>
                    <a:p>
                      <a:pPr algn="ctr"/>
                      <a:r>
                        <a:rPr lang="en-US" sz="1400">
                          <a:latin typeface="Arial"/>
                          <a:cs typeface="Arial"/>
                        </a:rPr>
                        <a:t>ID</a:t>
                      </a:r>
                    </a:p>
                  </a:txBody>
                  <a:tcPr>
                    <a:lnL w="12700">
                      <a:solidFill>
                        <a:schemeClr val="tx1"/>
                      </a:solidFill>
                    </a:lnL>
                    <a:lnR w="12700">
                      <a:solidFill>
                        <a:schemeClr val="tx1"/>
                      </a:solidFill>
                    </a:lnR>
                    <a:lnT w="12700">
                      <a:solidFill>
                        <a:schemeClr val="tx1"/>
                      </a:solidFill>
                    </a:lnT>
                    <a:lnB w="12700">
                      <a:solidFill>
                        <a:schemeClr val="tx1"/>
                      </a:solidFill>
                    </a:lnB>
                    <a:solidFill>
                      <a:schemeClr val="accent5">
                        <a:lumMod val="20000"/>
                        <a:lumOff val="80000"/>
                      </a:schemeClr>
                    </a:solidFill>
                  </a:tcPr>
                </a:tc>
                <a:tc>
                  <a:txBody>
                    <a:bodyPr/>
                    <a:lstStyle/>
                    <a:p>
                      <a:pPr algn="ctr"/>
                      <a:r>
                        <a:rPr lang="en-US" sz="1400">
                          <a:latin typeface="Arial"/>
                          <a:cs typeface="Arial"/>
                        </a:rPr>
                        <a:t>Capability</a:t>
                      </a:r>
                    </a:p>
                  </a:txBody>
                  <a:tcPr>
                    <a:lnL w="12700">
                      <a:solidFill>
                        <a:schemeClr val="tx1"/>
                      </a:solidFill>
                    </a:lnL>
                    <a:lnR w="12700">
                      <a:solidFill>
                        <a:schemeClr val="tx1"/>
                      </a:solidFill>
                    </a:lnR>
                    <a:lnT w="12700">
                      <a:solidFill>
                        <a:schemeClr val="tx1"/>
                      </a:solidFill>
                    </a:lnT>
                    <a:lnB w="12700">
                      <a:solidFill>
                        <a:schemeClr val="tx1"/>
                      </a:solidFill>
                    </a:lnB>
                    <a:solidFill>
                      <a:schemeClr val="accent5">
                        <a:lumMod val="20000"/>
                        <a:lumOff val="80000"/>
                      </a:schemeClr>
                    </a:solidFill>
                  </a:tcPr>
                </a:tc>
                <a:tc>
                  <a:txBody>
                    <a:bodyPr/>
                    <a:lstStyle/>
                    <a:p>
                      <a:pPr algn="ctr"/>
                      <a:r>
                        <a:rPr lang="en-US" sz="1400">
                          <a:latin typeface="Arial"/>
                          <a:cs typeface="Arial"/>
                        </a:rPr>
                        <a:t>Availability</a:t>
                      </a:r>
                    </a:p>
                  </a:txBody>
                  <a:tcPr>
                    <a:lnL w="12700">
                      <a:solidFill>
                        <a:schemeClr val="tx1"/>
                      </a:solidFill>
                    </a:lnL>
                    <a:lnR w="12700">
                      <a:solidFill>
                        <a:schemeClr val="tx1"/>
                      </a:solidFill>
                    </a:lnR>
                    <a:lnT w="12700">
                      <a:solidFill>
                        <a:schemeClr val="tx1"/>
                      </a:solidFill>
                    </a:lnT>
                    <a:lnB w="12700">
                      <a:solidFill>
                        <a:schemeClr val="tx1"/>
                      </a:solidFill>
                    </a:lnB>
                    <a:solidFill>
                      <a:schemeClr val="accent5">
                        <a:lumMod val="20000"/>
                        <a:lumOff val="80000"/>
                      </a:schemeClr>
                    </a:solidFill>
                  </a:tcPr>
                </a:tc>
                <a:tc>
                  <a:txBody>
                    <a:bodyPr/>
                    <a:lstStyle/>
                    <a:p>
                      <a:pPr algn="ctr"/>
                      <a:r>
                        <a:rPr lang="en-US" sz="1400">
                          <a:latin typeface="Arial"/>
                          <a:cs typeface="Arial"/>
                        </a:rPr>
                        <a:t>References</a:t>
                      </a:r>
                    </a:p>
                  </a:txBody>
                  <a:tcPr>
                    <a:lnL w="12700">
                      <a:solidFill>
                        <a:schemeClr val="tx1"/>
                      </a:solidFill>
                    </a:lnL>
                    <a:lnR w="12700">
                      <a:solidFill>
                        <a:schemeClr val="tx1"/>
                      </a:solidFill>
                    </a:lnR>
                    <a:lnT w="12700">
                      <a:solidFill>
                        <a:schemeClr val="tx1"/>
                      </a:solidFill>
                    </a:lnT>
                    <a:lnB w="12700">
                      <a:solidFill>
                        <a:schemeClr val="tx1"/>
                      </a:solidFill>
                    </a:lnB>
                    <a:solidFill>
                      <a:schemeClr val="accent5">
                        <a:lumMod val="20000"/>
                        <a:lumOff val="80000"/>
                      </a:schemeClr>
                    </a:solidFill>
                  </a:tcPr>
                </a:tc>
                <a:extLst>
                  <a:ext uri="{0D108BD9-81ED-4DB2-BD59-A6C34878D82A}">
                    <a16:rowId xmlns:a16="http://schemas.microsoft.com/office/drawing/2014/main" val="1080965025"/>
                  </a:ext>
                </a:extLst>
              </a:tr>
              <a:tr h="370840">
                <a:tc>
                  <a:txBody>
                    <a:bodyPr/>
                    <a:lstStyle/>
                    <a:p>
                      <a:r>
                        <a:rPr lang="en-US" sz="1400">
                          <a:latin typeface="Arial"/>
                          <a:cs typeface="Arial"/>
                        </a:rPr>
                        <a:t>D2-01</a:t>
                      </a:r>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lvl="0">
                        <a:buNone/>
                      </a:pPr>
                      <a:r>
                        <a:rPr lang="en-US" sz="1400" b="0" i="0" u="none" strike="noStrike" noProof="0">
                          <a:effectLst/>
                          <a:latin typeface="Arial"/>
                          <a:cs typeface="Arial"/>
                        </a:rPr>
                        <a:t>Regex / pattern with Korean identification format validation </a:t>
                      </a:r>
                      <a:endParaRPr lang="en-US" sz="1400">
                        <a:latin typeface="Arial"/>
                        <a:cs typeface="Arial"/>
                      </a:endParaRPr>
                    </a:p>
                  </a:txBody>
                  <a:tcPr marL="0" marR="0" marT="0" marB="0" anchor="ctr">
                    <a:lnL w="12700">
                      <a:solidFill>
                        <a:schemeClr val="tx1"/>
                      </a:solidFill>
                    </a:lnL>
                    <a:lnR w="12700" cap="flat" cmpd="sng" algn="ctr">
                      <a:solidFill>
                        <a:schemeClr val="tx1"/>
                      </a:solidFill>
                      <a:prstDash val="solid"/>
                      <a:round/>
                      <a:headEnd type="none" w="med" len="med"/>
                      <a:tailEnd type="none" w="med" len="med"/>
                    </a:lnR>
                    <a:lnT w="12700">
                      <a:solidFill>
                        <a:schemeClr val="tx1"/>
                      </a:solidFill>
                    </a:lnT>
                    <a:lnB w="12700">
                      <a:solidFill>
                        <a:schemeClr val="tx1"/>
                      </a:solidFill>
                    </a:lnB>
                    <a:solidFill>
                      <a:schemeClr val="bg1"/>
                    </a:solidFill>
                  </a:tcPr>
                </a:tc>
                <a:tc>
                  <a:txBody>
                    <a:bodyPr/>
                    <a:lstStyle/>
                    <a:p>
                      <a:pPr lvl="0" algn="ctr">
                        <a:lnSpc>
                          <a:spcPct val="100000"/>
                        </a:lnSpc>
                        <a:spcBef>
                          <a:spcPts val="0"/>
                        </a:spcBef>
                        <a:spcAft>
                          <a:spcPts val="0"/>
                        </a:spcAft>
                        <a:buNone/>
                      </a:pPr>
                      <a:r>
                        <a:rPr lang="en-US" sz="1200" b="0" i="0" u="none" strike="noStrike" noProof="0">
                          <a:solidFill>
                            <a:srgbClr val="000000"/>
                          </a:solidFill>
                          <a:latin typeface="Malgun Gothic"/>
                          <a:ea typeface="Malgun Gothic"/>
                          <a:cs typeface="Arial"/>
                        </a:rPr>
                        <a:t>◐</a:t>
                      </a:r>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lvl="0">
                        <a:buNone/>
                      </a:pPr>
                      <a:r>
                        <a:rPr lang="en-US" sz="1050" b="0" i="0" u="none" strike="noStrike" noProof="0"/>
                        <a:t>Regex + keyword composite engine (RRN, card no., 'confidential' keywords). Checksum validation not explicitly stated — confirm [1], [2].</a:t>
                      </a:r>
                      <a:endParaRPr lang="en-US" sz="1050"/>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extLst>
                  <a:ext uri="{0D108BD9-81ED-4DB2-BD59-A6C34878D82A}">
                    <a16:rowId xmlns:a16="http://schemas.microsoft.com/office/drawing/2014/main" val="2715742840"/>
                  </a:ext>
                </a:extLst>
              </a:tr>
              <a:tr h="370840">
                <a:tc>
                  <a:txBody>
                    <a:bodyPr/>
                    <a:lstStyle/>
                    <a:p>
                      <a:pPr lvl="0" algn="l">
                        <a:lnSpc>
                          <a:spcPct val="100000"/>
                        </a:lnSpc>
                        <a:spcBef>
                          <a:spcPts val="0"/>
                        </a:spcBef>
                        <a:spcAft>
                          <a:spcPts val="0"/>
                        </a:spcAft>
                        <a:buNone/>
                      </a:pPr>
                      <a:r>
                        <a:rPr lang="en-US" sz="1400" b="0" i="0" u="none" strike="noStrike" noProof="0">
                          <a:solidFill>
                            <a:srgbClr val="000000"/>
                          </a:solidFill>
                          <a:latin typeface="Arial"/>
                          <a:cs typeface="Arial"/>
                        </a:rPr>
                        <a:t>D2-02</a:t>
                      </a:r>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lvl="0" algn="l">
                        <a:lnSpc>
                          <a:spcPct val="100000"/>
                        </a:lnSpc>
                        <a:spcBef>
                          <a:spcPts val="0"/>
                        </a:spcBef>
                        <a:spcAft>
                          <a:spcPts val="0"/>
                        </a:spcAft>
                        <a:buNone/>
                      </a:pPr>
                      <a:r>
                        <a:rPr lang="en-US" sz="1400" b="0" i="0" u="none" strike="noStrike" noProof="0">
                          <a:effectLst/>
                          <a:latin typeface="Arial"/>
                          <a:cs typeface="Arial"/>
                        </a:rPr>
                        <a:t>Keyword / dictionary based rules </a:t>
                      </a:r>
                      <a:endParaRPr lang="en-US" sz="1400">
                        <a:latin typeface="Arial"/>
                        <a:cs typeface="Arial"/>
                      </a:endParaRPr>
                    </a:p>
                  </a:txBody>
                  <a:tcPr marL="0" marR="0" marT="0" marB="0" anchor="ctr">
                    <a:lnL w="12700">
                      <a:solidFill>
                        <a:schemeClr val="tx1"/>
                      </a:solidFill>
                    </a:lnL>
                    <a:lnR w="12700" cap="flat" cmpd="sng" algn="ctr">
                      <a:solidFill>
                        <a:schemeClr val="tx1"/>
                      </a:solidFill>
                      <a:prstDash val="solid"/>
                      <a:round/>
                      <a:headEnd type="none" w="med" len="med"/>
                      <a:tailEnd type="none" w="med" len="med"/>
                    </a:lnR>
                    <a:lnT w="12700">
                      <a:solidFill>
                        <a:schemeClr val="tx1"/>
                      </a:solidFill>
                    </a:lnT>
                    <a:lnB w="12700">
                      <a:solidFill>
                        <a:schemeClr val="tx1"/>
                      </a:solidFill>
                    </a:lnB>
                    <a:solidFill>
                      <a:schemeClr val="bg1"/>
                    </a:solidFill>
                  </a:tcPr>
                </a:tc>
                <a:tc>
                  <a:txBody>
                    <a:bodyPr/>
                    <a:lstStyle/>
                    <a:p>
                      <a:pPr lvl="0" algn="ctr">
                        <a:lnSpc>
                          <a:spcPct val="100000"/>
                        </a:lnSpc>
                        <a:spcBef>
                          <a:spcPts val="0"/>
                        </a:spcBef>
                        <a:spcAft>
                          <a:spcPts val="0"/>
                        </a:spcAft>
                        <a:buNone/>
                      </a:pPr>
                      <a:r>
                        <a:rPr lang="en-US" sz="1200" b="0" i="0" u="none" strike="noStrike" noProof="0">
                          <a:solidFill>
                            <a:srgbClr val="000000"/>
                          </a:solidFill>
                          <a:latin typeface="Malgun Gothic"/>
                          <a:ea typeface="Malgun Gothic"/>
                          <a:cs typeface="Arial"/>
                        </a:rPr>
                        <a:t>●</a:t>
                      </a:r>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lvl="0">
                        <a:buNone/>
                      </a:pPr>
                      <a:r>
                        <a:rPr lang="en-US" sz="1050" b="0" i="0" u="none" strike="noStrike" noProof="0"/>
                        <a:t>Regex/keyword combination policies across SafePC and Privacy SAFER [1], [3].</a:t>
                      </a:r>
                      <a:endParaRPr lang="en-US" sz="1050"/>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extLst>
                  <a:ext uri="{0D108BD9-81ED-4DB2-BD59-A6C34878D82A}">
                    <a16:rowId xmlns:a16="http://schemas.microsoft.com/office/drawing/2014/main" val="2181622584"/>
                  </a:ext>
                </a:extLst>
              </a:tr>
              <a:tr h="370840">
                <a:tc>
                  <a:txBody>
                    <a:bodyPr/>
                    <a:lstStyle/>
                    <a:p>
                      <a:pPr lvl="0" algn="l">
                        <a:lnSpc>
                          <a:spcPct val="100000"/>
                        </a:lnSpc>
                        <a:spcBef>
                          <a:spcPts val="0"/>
                        </a:spcBef>
                        <a:spcAft>
                          <a:spcPts val="0"/>
                        </a:spcAft>
                        <a:buNone/>
                      </a:pPr>
                      <a:r>
                        <a:rPr lang="en-US" sz="1400" b="0" i="0" u="none" strike="noStrike" noProof="0">
                          <a:solidFill>
                            <a:srgbClr val="000000"/>
                          </a:solidFill>
                          <a:latin typeface="Arial"/>
                          <a:cs typeface="Arial"/>
                        </a:rPr>
                        <a:t>D2-03</a:t>
                      </a:r>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lvl="0" algn="l">
                        <a:lnSpc>
                          <a:spcPct val="100000"/>
                        </a:lnSpc>
                        <a:spcBef>
                          <a:spcPts val="0"/>
                        </a:spcBef>
                        <a:spcAft>
                          <a:spcPts val="0"/>
                        </a:spcAft>
                        <a:buNone/>
                      </a:pPr>
                      <a:r>
                        <a:rPr lang="en-US" sz="1400" b="0" i="0" u="none" strike="noStrike" noProof="0">
                          <a:effectLst/>
                          <a:latin typeface="Arial"/>
                          <a:cs typeface="Arial"/>
                        </a:rPr>
                        <a:t>Exact data matching (DB fingerprint) </a:t>
                      </a:r>
                      <a:endParaRPr lang="en-US" sz="1400">
                        <a:latin typeface="Arial"/>
                        <a:cs typeface="Arial"/>
                      </a:endParaRPr>
                    </a:p>
                  </a:txBody>
                  <a:tcPr marL="0" marR="0" marT="0" marB="0" anchor="ctr">
                    <a:lnL w="12700">
                      <a:solidFill>
                        <a:schemeClr val="tx1"/>
                      </a:solidFill>
                    </a:lnL>
                    <a:lnR w="12700" cap="flat" cmpd="sng" algn="ctr">
                      <a:solidFill>
                        <a:schemeClr val="tx1"/>
                      </a:solidFill>
                      <a:prstDash val="solid"/>
                      <a:round/>
                      <a:headEnd type="none" w="med" len="med"/>
                      <a:tailEnd type="none" w="med" len="med"/>
                    </a:lnR>
                    <a:lnT w="12700">
                      <a:solidFill>
                        <a:schemeClr val="tx1"/>
                      </a:solidFill>
                    </a:lnT>
                    <a:lnB w="12700">
                      <a:solidFill>
                        <a:schemeClr val="tx1"/>
                      </a:solidFill>
                    </a:lnB>
                    <a:solidFill>
                      <a:schemeClr val="bg1"/>
                    </a:solidFill>
                  </a:tcPr>
                </a:tc>
                <a:tc>
                  <a:txBody>
                    <a:bodyPr/>
                    <a:lstStyle/>
                    <a:p>
                      <a:endParaRPr lang="en-US" sz="1400">
                        <a:latin typeface="Arial"/>
                        <a:cs typeface="Arial"/>
                      </a:endParaRPr>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endParaRPr lang="en-US" sz="1050">
                        <a:latin typeface="Arial"/>
                        <a:cs typeface="Arial"/>
                      </a:endParaRPr>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extLst>
                  <a:ext uri="{0D108BD9-81ED-4DB2-BD59-A6C34878D82A}">
                    <a16:rowId xmlns:a16="http://schemas.microsoft.com/office/drawing/2014/main" val="903757581"/>
                  </a:ext>
                </a:extLst>
              </a:tr>
              <a:tr h="370840">
                <a:tc>
                  <a:txBody>
                    <a:bodyPr/>
                    <a:lstStyle/>
                    <a:p>
                      <a:pPr lvl="0" algn="l">
                        <a:lnSpc>
                          <a:spcPct val="100000"/>
                        </a:lnSpc>
                        <a:spcBef>
                          <a:spcPts val="0"/>
                        </a:spcBef>
                        <a:spcAft>
                          <a:spcPts val="0"/>
                        </a:spcAft>
                        <a:buNone/>
                      </a:pPr>
                      <a:r>
                        <a:rPr lang="en-US" sz="1400" b="0" i="0" u="none" strike="noStrike" noProof="0">
                          <a:solidFill>
                            <a:srgbClr val="000000"/>
                          </a:solidFill>
                          <a:latin typeface="Arial"/>
                          <a:cs typeface="Arial"/>
                        </a:rPr>
                        <a:t>D2-04</a:t>
                      </a:r>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lvl="0" algn="l">
                        <a:lnSpc>
                          <a:spcPct val="100000"/>
                        </a:lnSpc>
                        <a:spcBef>
                          <a:spcPts val="0"/>
                        </a:spcBef>
                        <a:spcAft>
                          <a:spcPts val="0"/>
                        </a:spcAft>
                        <a:buNone/>
                      </a:pPr>
                      <a:r>
                        <a:rPr lang="en-US" sz="1400" b="0" i="0" u="none" strike="noStrike" noProof="0">
                          <a:effectLst/>
                          <a:latin typeface="Arial"/>
                          <a:cs typeface="Arial"/>
                        </a:rPr>
                        <a:t>Indexed document / semantic similarity </a:t>
                      </a:r>
                      <a:endParaRPr lang="en-US" sz="1400">
                        <a:latin typeface="Arial"/>
                        <a:cs typeface="Arial"/>
                      </a:endParaRPr>
                    </a:p>
                  </a:txBody>
                  <a:tcPr marL="0" marR="0" marT="0" marB="0" anchor="ctr">
                    <a:lnL w="12700">
                      <a:solidFill>
                        <a:schemeClr val="tx1"/>
                      </a:solidFill>
                    </a:lnL>
                    <a:lnR w="12700" cap="flat" cmpd="sng" algn="ctr">
                      <a:solidFill>
                        <a:schemeClr val="tx1"/>
                      </a:solidFill>
                      <a:prstDash val="solid"/>
                      <a:round/>
                      <a:headEnd type="none" w="med" len="med"/>
                      <a:tailEnd type="none" w="med" len="med"/>
                    </a:lnR>
                    <a:lnT w="12700">
                      <a:solidFill>
                        <a:schemeClr val="tx1"/>
                      </a:solidFill>
                    </a:lnT>
                    <a:lnB w="12700">
                      <a:solidFill>
                        <a:schemeClr val="tx1"/>
                      </a:solidFill>
                    </a:lnB>
                    <a:solidFill>
                      <a:schemeClr val="bg1"/>
                    </a:solidFill>
                  </a:tcPr>
                </a:tc>
                <a:tc>
                  <a:txBody>
                    <a:bodyPr/>
                    <a:lstStyle/>
                    <a:p>
                      <a:endParaRPr lang="en-US" sz="1400">
                        <a:latin typeface="Arial"/>
                        <a:cs typeface="Arial"/>
                      </a:endParaRPr>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endParaRPr lang="en-US" sz="1050">
                        <a:latin typeface="Arial"/>
                        <a:cs typeface="Arial"/>
                      </a:endParaRPr>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extLst>
                  <a:ext uri="{0D108BD9-81ED-4DB2-BD59-A6C34878D82A}">
                    <a16:rowId xmlns:a16="http://schemas.microsoft.com/office/drawing/2014/main" val="2970567322"/>
                  </a:ext>
                </a:extLst>
              </a:tr>
              <a:tr h="370840">
                <a:tc>
                  <a:txBody>
                    <a:bodyPr/>
                    <a:lstStyle/>
                    <a:p>
                      <a:pPr lvl="0" algn="l">
                        <a:lnSpc>
                          <a:spcPct val="100000"/>
                        </a:lnSpc>
                        <a:spcBef>
                          <a:spcPts val="0"/>
                        </a:spcBef>
                        <a:spcAft>
                          <a:spcPts val="0"/>
                        </a:spcAft>
                        <a:buNone/>
                      </a:pPr>
                      <a:r>
                        <a:rPr lang="en-US" sz="1400" b="0" i="0" u="none" strike="noStrike" noProof="0">
                          <a:solidFill>
                            <a:srgbClr val="000000"/>
                          </a:solidFill>
                          <a:latin typeface="Arial"/>
                          <a:cs typeface="Arial"/>
                        </a:rPr>
                        <a:t>D2-05</a:t>
                      </a:r>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lvl="0" algn="l">
                        <a:lnSpc>
                          <a:spcPct val="100000"/>
                        </a:lnSpc>
                        <a:spcBef>
                          <a:spcPts val="0"/>
                        </a:spcBef>
                        <a:spcAft>
                          <a:spcPts val="0"/>
                        </a:spcAft>
                        <a:buNone/>
                      </a:pPr>
                      <a:r>
                        <a:rPr lang="en-US" sz="1400" b="0" i="0" u="none" strike="noStrike" noProof="0">
                          <a:effectLst/>
                          <a:latin typeface="Arial"/>
                          <a:cs typeface="Arial"/>
                        </a:rPr>
                        <a:t>True file-type identification </a:t>
                      </a:r>
                      <a:endParaRPr lang="en-US" sz="1400">
                        <a:latin typeface="Arial"/>
                        <a:cs typeface="Arial"/>
                      </a:endParaRPr>
                    </a:p>
                  </a:txBody>
                  <a:tcPr marL="0" marR="0" marT="0" marB="0" anchor="ctr">
                    <a:lnL w="12700">
                      <a:solidFill>
                        <a:schemeClr val="tx1"/>
                      </a:solidFill>
                    </a:lnL>
                    <a:lnR w="12700" cap="flat" cmpd="sng" algn="ctr">
                      <a:solidFill>
                        <a:schemeClr val="tx1"/>
                      </a:solidFill>
                      <a:prstDash val="solid"/>
                      <a:round/>
                      <a:headEnd type="none" w="med" len="med"/>
                      <a:tailEnd type="none" w="med" len="med"/>
                    </a:lnR>
                    <a:lnT w="12700">
                      <a:solidFill>
                        <a:schemeClr val="tx1"/>
                      </a:solidFill>
                    </a:lnT>
                    <a:lnB w="12700">
                      <a:solidFill>
                        <a:schemeClr val="tx1"/>
                      </a:solidFill>
                    </a:lnB>
                    <a:solidFill>
                      <a:schemeClr val="bg1"/>
                    </a:solidFill>
                  </a:tcPr>
                </a:tc>
                <a:tc>
                  <a:txBody>
                    <a:bodyPr/>
                    <a:lstStyle/>
                    <a:p>
                      <a:endParaRPr lang="en-US" sz="1400">
                        <a:latin typeface="Arial"/>
                        <a:cs typeface="Arial"/>
                      </a:endParaRPr>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r>
                        <a:rPr lang="en-US" sz="1050" b="1">
                          <a:latin typeface="Arial"/>
                          <a:cs typeface="Arial"/>
                        </a:rPr>
                        <a:t>[need to confirm!]</a:t>
                      </a:r>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extLst>
                  <a:ext uri="{0D108BD9-81ED-4DB2-BD59-A6C34878D82A}">
                    <a16:rowId xmlns:a16="http://schemas.microsoft.com/office/drawing/2014/main" val="3874896899"/>
                  </a:ext>
                </a:extLst>
              </a:tr>
              <a:tr h="370840">
                <a:tc>
                  <a:txBody>
                    <a:bodyPr/>
                    <a:lstStyle/>
                    <a:p>
                      <a:pPr lvl="0" algn="l">
                        <a:lnSpc>
                          <a:spcPct val="100000"/>
                        </a:lnSpc>
                        <a:spcBef>
                          <a:spcPts val="0"/>
                        </a:spcBef>
                        <a:spcAft>
                          <a:spcPts val="0"/>
                        </a:spcAft>
                        <a:buNone/>
                      </a:pPr>
                      <a:r>
                        <a:rPr lang="en-US" sz="1400" b="0" i="0" u="none" strike="noStrike" noProof="0">
                          <a:solidFill>
                            <a:srgbClr val="000000"/>
                          </a:solidFill>
                          <a:latin typeface="Arial"/>
                          <a:cs typeface="Arial"/>
                        </a:rPr>
                        <a:t>D2-06</a:t>
                      </a:r>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lvl="0" algn="l">
                        <a:lnSpc>
                          <a:spcPct val="100000"/>
                        </a:lnSpc>
                        <a:spcBef>
                          <a:spcPts val="0"/>
                        </a:spcBef>
                        <a:spcAft>
                          <a:spcPts val="0"/>
                        </a:spcAft>
                        <a:buNone/>
                      </a:pPr>
                      <a:r>
                        <a:rPr lang="en-US" sz="1400" b="0" i="0" u="none" strike="noStrike" noProof="0">
                          <a:effectLst/>
                          <a:latin typeface="Arial"/>
                          <a:cs typeface="Arial"/>
                        </a:rPr>
                        <a:t>OCR on images &amp; scans </a:t>
                      </a:r>
                      <a:endParaRPr lang="en-US" sz="1400">
                        <a:latin typeface="Arial"/>
                        <a:cs typeface="Arial"/>
                      </a:endParaRPr>
                    </a:p>
                  </a:txBody>
                  <a:tcPr marL="0" marR="0" marT="0" marB="0" anchor="ctr">
                    <a:lnL w="12700">
                      <a:solidFill>
                        <a:schemeClr val="tx1"/>
                      </a:solidFill>
                    </a:lnL>
                    <a:lnR w="12700" cap="flat" cmpd="sng" algn="ctr">
                      <a:solidFill>
                        <a:schemeClr val="tx1"/>
                      </a:solidFill>
                      <a:prstDash val="solid"/>
                      <a:round/>
                      <a:headEnd type="none" w="med" len="med"/>
                      <a:tailEnd type="none" w="med" len="med"/>
                    </a:lnR>
                    <a:lnT w="12700">
                      <a:solidFill>
                        <a:schemeClr val="tx1"/>
                      </a:solidFill>
                    </a:lnT>
                    <a:lnB w="12700">
                      <a:solidFill>
                        <a:schemeClr val="tx1"/>
                      </a:solidFill>
                    </a:lnB>
                    <a:solidFill>
                      <a:schemeClr val="bg1"/>
                    </a:solidFill>
                  </a:tcPr>
                </a:tc>
                <a:tc>
                  <a:txBody>
                    <a:bodyPr/>
                    <a:lstStyle/>
                    <a:p>
                      <a:endParaRPr lang="en-US" sz="1400">
                        <a:latin typeface="Arial"/>
                        <a:cs typeface="Arial"/>
                      </a:endParaRPr>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endParaRPr lang="en-US" sz="1050">
                        <a:latin typeface="Arial"/>
                        <a:cs typeface="Arial"/>
                      </a:endParaRPr>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extLst>
                  <a:ext uri="{0D108BD9-81ED-4DB2-BD59-A6C34878D82A}">
                    <a16:rowId xmlns:a16="http://schemas.microsoft.com/office/drawing/2014/main" val="463752911"/>
                  </a:ext>
                </a:extLst>
              </a:tr>
              <a:tr h="365125">
                <a:tc>
                  <a:txBody>
                    <a:bodyPr/>
                    <a:lstStyle/>
                    <a:p>
                      <a:pPr lvl="0" algn="l">
                        <a:lnSpc>
                          <a:spcPct val="100000"/>
                        </a:lnSpc>
                        <a:spcBef>
                          <a:spcPts val="0"/>
                        </a:spcBef>
                        <a:spcAft>
                          <a:spcPts val="0"/>
                        </a:spcAft>
                        <a:buNone/>
                      </a:pPr>
                      <a:r>
                        <a:rPr lang="en-US" sz="1400" b="0" i="0" u="none" strike="noStrike" noProof="0">
                          <a:solidFill>
                            <a:srgbClr val="000000"/>
                          </a:solidFill>
                          <a:latin typeface="Arial"/>
                          <a:cs typeface="Arial"/>
                        </a:rPr>
                        <a:t>D2-07</a:t>
                      </a:r>
                    </a:p>
                  </a:txBody>
                  <a:tcP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solidFill>
                      <a:schemeClr val="bg1"/>
                    </a:solidFill>
                  </a:tcPr>
                </a:tc>
                <a:tc>
                  <a:txBody>
                    <a:bodyPr/>
                    <a:lstStyle/>
                    <a:p>
                      <a:pPr lvl="0" algn="l">
                        <a:lnSpc>
                          <a:spcPct val="100000"/>
                        </a:lnSpc>
                        <a:spcBef>
                          <a:spcPts val="0"/>
                        </a:spcBef>
                        <a:spcAft>
                          <a:spcPts val="0"/>
                        </a:spcAft>
                        <a:buNone/>
                      </a:pPr>
                      <a:r>
                        <a:rPr lang="en-US" sz="1400" b="0" i="0" u="none" strike="noStrike" noProof="0">
                          <a:effectLst/>
                          <a:latin typeface="Arial"/>
                          <a:cs typeface="Arial"/>
                        </a:rPr>
                        <a:t>HWP / HWPX content parsing </a:t>
                      </a:r>
                      <a:endParaRPr lang="en-US" sz="1400">
                        <a:latin typeface="Arial"/>
                        <a:cs typeface="Arial"/>
                      </a:endParaRPr>
                    </a:p>
                  </a:txBody>
                  <a:tcPr marL="0" marR="0" marT="0" marB="0" anchor="ctr">
                    <a:lnL w="12700">
                      <a:solidFill>
                        <a:schemeClr val="tx1"/>
                      </a:solidFill>
                    </a:lnL>
                    <a:lnR w="12700" cap="flat" cmpd="sng" algn="ctr">
                      <a:solidFill>
                        <a:schemeClr val="tx1"/>
                      </a:solidFill>
                      <a:prstDash val="solid"/>
                      <a:round/>
                      <a:headEnd type="none" w="med" len="med"/>
                      <a:tailEnd type="none" w="med" len="med"/>
                    </a:lnR>
                    <a:lnT w="12700">
                      <a:solidFill>
                        <a:schemeClr val="tx1"/>
                      </a:solidFill>
                    </a:lnT>
                    <a:lnB w="12700">
                      <a:solidFill>
                        <a:schemeClr val="tx1"/>
                      </a:solidFill>
                    </a:lnB>
                    <a:solidFill>
                      <a:schemeClr val="bg1"/>
                    </a:solidFill>
                  </a:tcPr>
                </a:tc>
                <a:tc>
                  <a:txBody>
                    <a:bodyPr/>
                    <a:lstStyle/>
                    <a:p>
                      <a:pPr lvl="0" algn="ctr">
                        <a:lnSpc>
                          <a:spcPct val="100000"/>
                        </a:lnSpc>
                        <a:spcBef>
                          <a:spcPts val="0"/>
                        </a:spcBef>
                        <a:spcAft>
                          <a:spcPts val="0"/>
                        </a:spcAft>
                        <a:buNone/>
                      </a:pPr>
                      <a:r>
                        <a:rPr lang="en-US" sz="1200" b="0" i="0" u="none" strike="noStrike" noProof="0">
                          <a:solidFill>
                            <a:srgbClr val="000000"/>
                          </a:solidFill>
                          <a:latin typeface="Malgun Gothic"/>
                          <a:ea typeface="Malgun Gothic"/>
                          <a:cs typeface="Arial"/>
                        </a:rPr>
                        <a:t>◐</a:t>
                      </a:r>
                    </a:p>
                  </a:txBody>
                  <a:tcP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solidFill>
                      <a:schemeClr val="bg1"/>
                    </a:solidFill>
                  </a:tcPr>
                </a:tc>
                <a:tc>
                  <a:txBody>
                    <a:bodyPr/>
                    <a:lstStyle/>
                    <a:p>
                      <a:pPr lvl="0">
                        <a:buNone/>
                      </a:pPr>
                      <a:r>
                        <a:rPr lang="en-US" sz="1050" b="0" i="0" u="none" strike="noStrike" noProof="0"/>
                        <a:t>Document SAFER encrypts Hancom documents; SafePC scans ~40 extensions ('office documents etc.') — HWP/HWPX parsing not explicitly named [2], [4].</a:t>
                      </a:r>
                      <a:endParaRPr lang="en-US" sz="1050"/>
                    </a:p>
                  </a:txBody>
                  <a:tcP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38253598"/>
                  </a:ext>
                </a:extLst>
              </a:tr>
              <a:tr h="365125">
                <a:tc>
                  <a:txBody>
                    <a:bodyPr/>
                    <a:lstStyle/>
                    <a:p>
                      <a:pPr lvl="0" algn="l">
                        <a:lnSpc>
                          <a:spcPct val="100000"/>
                        </a:lnSpc>
                        <a:spcBef>
                          <a:spcPts val="0"/>
                        </a:spcBef>
                        <a:spcAft>
                          <a:spcPts val="0"/>
                        </a:spcAft>
                        <a:buNone/>
                      </a:pPr>
                      <a:r>
                        <a:rPr lang="en-US" sz="1400" b="0" i="0" u="none" strike="noStrike" noProof="0">
                          <a:solidFill>
                            <a:srgbClr val="000000"/>
                          </a:solidFill>
                          <a:latin typeface="Arial"/>
                          <a:cs typeface="Arial"/>
                        </a:rPr>
                        <a:t>D2-08</a:t>
                      </a:r>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lvl="0" algn="l">
                        <a:lnSpc>
                          <a:spcPct val="100000"/>
                        </a:lnSpc>
                        <a:spcBef>
                          <a:spcPts val="0"/>
                        </a:spcBef>
                        <a:spcAft>
                          <a:spcPts val="0"/>
                        </a:spcAft>
                        <a:buNone/>
                      </a:pPr>
                      <a:r>
                        <a:rPr lang="en-US" sz="1400" b="0" i="0" u="none" strike="noStrike" noProof="0">
                          <a:effectLst/>
                          <a:latin typeface="Arial"/>
                          <a:cs typeface="Arial"/>
                        </a:rPr>
                        <a:t>Archive recursion (ZIP/RAR/7z/</a:t>
                      </a:r>
                      <a:r>
                        <a:rPr lang="en-US" sz="1400" b="0" i="0" u="none" strike="noStrike" noProof="0" err="1">
                          <a:effectLst/>
                          <a:latin typeface="Arial"/>
                          <a:cs typeface="Arial"/>
                        </a:rPr>
                        <a:t>ALZip</a:t>
                      </a:r>
                      <a:r>
                        <a:rPr lang="en-US" sz="1400" b="0" i="0" u="none" strike="noStrike" noProof="0">
                          <a:effectLst/>
                          <a:latin typeface="Arial"/>
                          <a:cs typeface="Arial"/>
                        </a:rPr>
                        <a:t>/EGG) </a:t>
                      </a:r>
                      <a:endParaRPr lang="en-US" sz="1400">
                        <a:latin typeface="Arial"/>
                        <a:cs typeface="Arial"/>
                      </a:endParaRPr>
                    </a:p>
                  </a:txBody>
                  <a:tcPr marL="0" marR="0" marT="0" marB="0" anchor="ctr">
                    <a:lnL w="12700">
                      <a:solidFill>
                        <a:schemeClr val="tx1"/>
                      </a:solidFill>
                    </a:lnL>
                    <a:lnR w="12700" cap="flat" cmpd="sng" algn="ctr">
                      <a:solidFill>
                        <a:schemeClr val="tx1"/>
                      </a:solidFill>
                      <a:prstDash val="solid"/>
                      <a:round/>
                      <a:headEnd type="none" w="med" len="med"/>
                      <a:tailEnd type="none" w="med" len="med"/>
                    </a:lnR>
                    <a:lnT w="12700">
                      <a:solidFill>
                        <a:schemeClr val="tx1"/>
                      </a:solidFill>
                    </a:lnT>
                    <a:lnB w="12700">
                      <a:solidFill>
                        <a:schemeClr val="tx1"/>
                      </a:solidFill>
                    </a:lnB>
                    <a:solidFill>
                      <a:schemeClr val="bg1"/>
                    </a:solidFill>
                  </a:tcPr>
                </a:tc>
                <a:tc>
                  <a:txBody>
                    <a:bodyPr/>
                    <a:lstStyle/>
                    <a:p>
                      <a:pPr lvl="0" algn="ctr">
                        <a:lnSpc>
                          <a:spcPct val="100000"/>
                        </a:lnSpc>
                        <a:spcBef>
                          <a:spcPts val="0"/>
                        </a:spcBef>
                        <a:spcAft>
                          <a:spcPts val="0"/>
                        </a:spcAft>
                        <a:buNone/>
                      </a:pPr>
                      <a:r>
                        <a:rPr lang="en-US" sz="1200" b="0" i="0" u="none" strike="noStrike" noProof="0">
                          <a:solidFill>
                            <a:srgbClr val="000000"/>
                          </a:solidFill>
                          <a:latin typeface="Malgun Gothic"/>
                          <a:ea typeface="Malgun Gothic"/>
                          <a:cs typeface="Arial"/>
                        </a:rPr>
                        <a:t>◐</a:t>
                      </a:r>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lvl="0">
                        <a:buNone/>
                      </a:pPr>
                      <a:r>
                        <a:rPr lang="en-US" sz="1050" b="0" i="0" u="none" strike="noStrike" noProof="0"/>
                        <a:t>PII detection inside compressed files supported; formats and nesting depth not listed [2].</a:t>
                      </a:r>
                      <a:endParaRPr lang="en-US" sz="1050"/>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extLst>
                  <a:ext uri="{0D108BD9-81ED-4DB2-BD59-A6C34878D82A}">
                    <a16:rowId xmlns:a16="http://schemas.microsoft.com/office/drawing/2014/main" val="2034492820"/>
                  </a:ext>
                </a:extLst>
              </a:tr>
              <a:tr h="365125">
                <a:tc>
                  <a:txBody>
                    <a:bodyPr/>
                    <a:lstStyle/>
                    <a:p>
                      <a:pPr lvl="0" algn="l">
                        <a:lnSpc>
                          <a:spcPct val="100000"/>
                        </a:lnSpc>
                        <a:spcBef>
                          <a:spcPts val="0"/>
                        </a:spcBef>
                        <a:spcAft>
                          <a:spcPts val="0"/>
                        </a:spcAft>
                        <a:buNone/>
                      </a:pPr>
                      <a:r>
                        <a:rPr lang="en-US" sz="1400" b="0" i="0" u="none" strike="noStrike" noProof="0">
                          <a:solidFill>
                            <a:srgbClr val="000000"/>
                          </a:solidFill>
                          <a:latin typeface="Arial"/>
                          <a:cs typeface="Arial"/>
                        </a:rPr>
                        <a:t>D2-09</a:t>
                      </a:r>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lvl="0" algn="l">
                        <a:lnSpc>
                          <a:spcPct val="100000"/>
                        </a:lnSpc>
                        <a:spcBef>
                          <a:spcPts val="0"/>
                        </a:spcBef>
                        <a:spcAft>
                          <a:spcPts val="0"/>
                        </a:spcAft>
                        <a:buNone/>
                      </a:pPr>
                      <a:r>
                        <a:rPr lang="en-US" sz="1400" b="0" i="0" u="none" strike="noStrike" noProof="0">
                          <a:effectLst/>
                          <a:latin typeface="Arial"/>
                          <a:cs typeface="Arial"/>
                        </a:rPr>
                        <a:t>ML / NLP / LLM contextual classification </a:t>
                      </a:r>
                      <a:endParaRPr lang="en-US" sz="1400">
                        <a:latin typeface="Arial"/>
                        <a:cs typeface="Arial"/>
                      </a:endParaRPr>
                    </a:p>
                  </a:txBody>
                  <a:tcPr marL="0" marR="0" marT="0" marB="0" anchor="ctr">
                    <a:lnL w="12700">
                      <a:solidFill>
                        <a:schemeClr val="tx1"/>
                      </a:solidFill>
                    </a:lnL>
                    <a:lnR w="12700" cap="flat" cmpd="sng" algn="ctr">
                      <a:solidFill>
                        <a:schemeClr val="tx1"/>
                      </a:solidFill>
                      <a:prstDash val="solid"/>
                      <a:round/>
                      <a:headEnd type="none" w="med" len="med"/>
                      <a:tailEnd type="none" w="med" len="med"/>
                    </a:lnR>
                    <a:lnT w="12700">
                      <a:solidFill>
                        <a:schemeClr val="tx1"/>
                      </a:solidFill>
                    </a:lnT>
                    <a:lnB w="12700">
                      <a:solidFill>
                        <a:schemeClr val="tx1"/>
                      </a:solidFill>
                    </a:lnB>
                    <a:solidFill>
                      <a:schemeClr val="bg1"/>
                    </a:solidFill>
                  </a:tcPr>
                </a:tc>
                <a:tc>
                  <a:txBody>
                    <a:bodyPr/>
                    <a:lstStyle/>
                    <a:p>
                      <a:pPr lvl="0">
                        <a:buNone/>
                      </a:pPr>
                      <a:endParaRPr lang="en-US" sz="1400">
                        <a:latin typeface="Arial"/>
                        <a:cs typeface="Arial"/>
                      </a:endParaRPr>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lvl="0">
                        <a:buNone/>
                      </a:pPr>
                      <a:r>
                        <a:rPr lang="en-US" sz="1050" b="0" i="0" u="none" strike="noStrike" noProof="0"/>
                        <a:t>Rule-based (regex + keyword) only per </a:t>
                      </a:r>
                      <a:r>
                        <a:rPr lang="en-US" sz="1050" b="0" i="0" u="none" strike="noStrike" noProof="0">
                          <a:solidFill>
                            <a:srgbClr val="0000FF"/>
                          </a:solidFill>
                        </a:rPr>
                        <a:t>2026 launch material</a:t>
                      </a:r>
                      <a:r>
                        <a:rPr lang="en-US" sz="1050" b="0" i="0" u="none" strike="noStrike" noProof="0">
                          <a:solidFill>
                            <a:schemeClr val="tx1"/>
                          </a:solidFill>
                        </a:rPr>
                        <a:t> [1].</a:t>
                      </a:r>
                      <a:endParaRPr lang="en-US" sz="1050">
                        <a:solidFill>
                          <a:schemeClr val="tx1"/>
                        </a:solidFill>
                      </a:endParaRPr>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extLst>
                  <a:ext uri="{0D108BD9-81ED-4DB2-BD59-A6C34878D82A}">
                    <a16:rowId xmlns:a16="http://schemas.microsoft.com/office/drawing/2014/main" val="1581998811"/>
                  </a:ext>
                </a:extLst>
              </a:tr>
              <a:tr h="365125">
                <a:tc>
                  <a:txBody>
                    <a:bodyPr/>
                    <a:lstStyle/>
                    <a:p>
                      <a:pPr lvl="0" algn="l">
                        <a:lnSpc>
                          <a:spcPct val="100000"/>
                        </a:lnSpc>
                        <a:spcBef>
                          <a:spcPts val="0"/>
                        </a:spcBef>
                        <a:spcAft>
                          <a:spcPts val="0"/>
                        </a:spcAft>
                        <a:buNone/>
                      </a:pPr>
                      <a:r>
                        <a:rPr lang="en-US" sz="1400" b="0" i="0" u="none" strike="noStrike" noProof="0">
                          <a:solidFill>
                            <a:srgbClr val="000000"/>
                          </a:solidFill>
                          <a:latin typeface="Arial"/>
                          <a:cs typeface="Arial"/>
                        </a:rPr>
                        <a:t>D2-10</a:t>
                      </a:r>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lvl="0" algn="l">
                        <a:lnSpc>
                          <a:spcPct val="100000"/>
                        </a:lnSpc>
                        <a:spcBef>
                          <a:spcPts val="0"/>
                        </a:spcBef>
                        <a:spcAft>
                          <a:spcPts val="0"/>
                        </a:spcAft>
                        <a:buNone/>
                      </a:pPr>
                      <a:r>
                        <a:rPr lang="en-US" sz="1400" b="0" i="0" u="none" strike="noStrike" noProof="0">
                          <a:effectLst/>
                          <a:latin typeface="Arial"/>
                          <a:cs typeface="Arial"/>
                        </a:rPr>
                        <a:t>Source code &amp; secret (API key) detection </a:t>
                      </a:r>
                      <a:endParaRPr lang="en-US" sz="1400">
                        <a:latin typeface="Arial"/>
                        <a:cs typeface="Arial"/>
                      </a:endParaRPr>
                    </a:p>
                  </a:txBody>
                  <a:tcPr marL="0" marR="0" marT="0" marB="0" anchor="ctr">
                    <a:lnL w="12700">
                      <a:solidFill>
                        <a:schemeClr val="tx1"/>
                      </a:solidFill>
                    </a:lnL>
                    <a:lnR w="12700" cap="flat" cmpd="sng" algn="ctr">
                      <a:solidFill>
                        <a:schemeClr val="tx1"/>
                      </a:solidFill>
                      <a:prstDash val="solid"/>
                      <a:round/>
                      <a:headEnd type="none" w="med" len="med"/>
                      <a:tailEnd type="none" w="med" len="med"/>
                    </a:lnR>
                    <a:lnT w="12700">
                      <a:solidFill>
                        <a:schemeClr val="tx1"/>
                      </a:solidFill>
                    </a:lnT>
                    <a:lnB w="12700">
                      <a:solidFill>
                        <a:schemeClr val="tx1"/>
                      </a:solidFill>
                    </a:lnB>
                    <a:solidFill>
                      <a:schemeClr val="bg1"/>
                    </a:solidFill>
                  </a:tcPr>
                </a:tc>
                <a:tc>
                  <a:txBody>
                    <a:bodyPr/>
                    <a:lstStyle/>
                    <a:p>
                      <a:pPr lvl="0">
                        <a:buNone/>
                      </a:pPr>
                      <a:endParaRPr lang="en-US" sz="1400">
                        <a:latin typeface="Arial"/>
                        <a:cs typeface="Arial"/>
                      </a:endParaRPr>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lvl="0">
                        <a:buNone/>
                      </a:pPr>
                      <a:r>
                        <a:rPr lang="en-US" sz="1050" b="0" i="0" u="none" strike="noStrike" noProof="0"/>
                        <a:t>Document SAFER can encrypt source files, but that is not detection [4].</a:t>
                      </a:r>
                      <a:endParaRPr lang="en-US" sz="1050"/>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extLst>
                  <a:ext uri="{0D108BD9-81ED-4DB2-BD59-A6C34878D82A}">
                    <a16:rowId xmlns:a16="http://schemas.microsoft.com/office/drawing/2014/main" val="3342861274"/>
                  </a:ext>
                </a:extLst>
              </a:tr>
              <a:tr h="365125">
                <a:tc>
                  <a:txBody>
                    <a:bodyPr/>
                    <a:lstStyle/>
                    <a:p>
                      <a:pPr lvl="0" algn="l">
                        <a:lnSpc>
                          <a:spcPct val="100000"/>
                        </a:lnSpc>
                        <a:spcBef>
                          <a:spcPts val="0"/>
                        </a:spcBef>
                        <a:spcAft>
                          <a:spcPts val="0"/>
                        </a:spcAft>
                        <a:buNone/>
                      </a:pPr>
                      <a:r>
                        <a:rPr lang="en-US" sz="1400" b="0" i="0" u="none" strike="noStrike" noProof="0">
                          <a:solidFill>
                            <a:srgbClr val="000000"/>
                          </a:solidFill>
                          <a:latin typeface="Arial"/>
                          <a:cs typeface="Arial"/>
                        </a:rPr>
                        <a:t>D2-11</a:t>
                      </a:r>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lvl="0" algn="l">
                        <a:lnSpc>
                          <a:spcPct val="100000"/>
                        </a:lnSpc>
                        <a:spcBef>
                          <a:spcPts val="0"/>
                        </a:spcBef>
                        <a:spcAft>
                          <a:spcPts val="0"/>
                        </a:spcAft>
                        <a:buNone/>
                      </a:pPr>
                      <a:r>
                        <a:rPr lang="en-US" sz="1400" b="0" i="0" u="none" strike="noStrike" noProof="0">
                          <a:effectLst/>
                          <a:latin typeface="Arial"/>
                          <a:cs typeface="Arial"/>
                        </a:rPr>
                        <a:t>Custom / trainable detection models</a:t>
                      </a:r>
                      <a:endParaRPr lang="en-US" sz="1400">
                        <a:latin typeface="Arial"/>
                        <a:cs typeface="Arial"/>
                      </a:endParaRPr>
                    </a:p>
                  </a:txBody>
                  <a:tcPr marL="0" marR="0" marT="0" marB="0" anchor="ctr">
                    <a:lnL w="12700">
                      <a:solidFill>
                        <a:schemeClr val="tx1"/>
                      </a:solidFill>
                    </a:lnL>
                    <a:lnR w="12700" cap="flat" cmpd="sng" algn="ctr">
                      <a:solidFill>
                        <a:schemeClr val="tx1"/>
                      </a:solidFill>
                      <a:prstDash val="solid"/>
                      <a:round/>
                      <a:headEnd type="none" w="med" len="med"/>
                      <a:tailEnd type="none" w="med" len="med"/>
                    </a:lnR>
                    <a:lnT w="12700">
                      <a:solidFill>
                        <a:schemeClr val="tx1"/>
                      </a:solidFill>
                    </a:lnT>
                    <a:lnB w="12700">
                      <a:solidFill>
                        <a:schemeClr val="tx1"/>
                      </a:solidFill>
                    </a:lnB>
                    <a:solidFill>
                      <a:schemeClr val="bg1"/>
                    </a:solidFill>
                  </a:tcPr>
                </a:tc>
                <a:tc>
                  <a:txBody>
                    <a:bodyPr/>
                    <a:lstStyle/>
                    <a:p>
                      <a:pPr lvl="0">
                        <a:buNone/>
                      </a:pPr>
                      <a:endParaRPr lang="en-US" sz="1400">
                        <a:latin typeface="Arial"/>
                        <a:cs typeface="Arial"/>
                      </a:endParaRPr>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lvl="0">
                        <a:buNone/>
                      </a:pPr>
                      <a:r>
                        <a:rPr lang="en-US" sz="1050" b="0" i="0" u="none" strike="noStrike" noProof="0"/>
                        <a:t>Custom regex/keyword only [1].</a:t>
                      </a:r>
                      <a:endParaRPr lang="en-US" sz="1050"/>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extLst>
                  <a:ext uri="{0D108BD9-81ED-4DB2-BD59-A6C34878D82A}">
                    <a16:rowId xmlns:a16="http://schemas.microsoft.com/office/drawing/2014/main" val="3851848939"/>
                  </a:ext>
                </a:extLst>
              </a:tr>
              <a:tr h="365125">
                <a:tc>
                  <a:txBody>
                    <a:bodyPr/>
                    <a:lstStyle/>
                    <a:p>
                      <a:pPr lvl="0" algn="l">
                        <a:lnSpc>
                          <a:spcPct val="100000"/>
                        </a:lnSpc>
                        <a:spcBef>
                          <a:spcPts val="0"/>
                        </a:spcBef>
                        <a:spcAft>
                          <a:spcPts val="0"/>
                        </a:spcAft>
                        <a:buNone/>
                      </a:pPr>
                      <a:r>
                        <a:rPr lang="en-US" sz="1400" b="0" i="0" u="none" strike="noStrike" noProof="0">
                          <a:solidFill>
                            <a:srgbClr val="000000"/>
                          </a:solidFill>
                          <a:latin typeface="Arial"/>
                          <a:cs typeface="Arial"/>
                        </a:rPr>
                        <a:t>D2-12</a:t>
                      </a:r>
                    </a:p>
                  </a:txBody>
                  <a:tcP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solidFill>
                      <a:schemeClr val="bg1"/>
                    </a:solidFill>
                  </a:tcPr>
                </a:tc>
                <a:tc>
                  <a:txBody>
                    <a:bodyPr/>
                    <a:lstStyle/>
                    <a:p>
                      <a:pPr lvl="0" algn="l">
                        <a:lnSpc>
                          <a:spcPct val="100000"/>
                        </a:lnSpc>
                        <a:spcBef>
                          <a:spcPts val="0"/>
                        </a:spcBef>
                        <a:spcAft>
                          <a:spcPts val="0"/>
                        </a:spcAft>
                        <a:buNone/>
                      </a:pPr>
                      <a:r>
                        <a:rPr lang="en-US" sz="1400" b="0" i="0" u="none" strike="noStrike" noProof="0">
                          <a:latin typeface="Arial"/>
                          <a:ea typeface="맑은 고딕"/>
                          <a:cs typeface="Arial"/>
                        </a:rPr>
                        <a:t>False-positive tuning mechanism</a:t>
                      </a:r>
                      <a:endParaRPr lang="en-US" sz="1400">
                        <a:latin typeface="Arial"/>
                        <a:cs typeface="Arial"/>
                      </a:endParaRPr>
                    </a:p>
                  </a:txBody>
                  <a:tcPr marL="0" marR="0" marT="0" marB="0" anchor="ctr">
                    <a:lnL w="12700">
                      <a:solidFill>
                        <a:schemeClr val="tx1"/>
                      </a:solidFill>
                    </a:lnL>
                    <a:lnR w="12700" cap="flat" cmpd="sng" algn="ctr">
                      <a:solidFill>
                        <a:schemeClr val="tx1"/>
                      </a:solidFill>
                      <a:prstDash val="solid"/>
                      <a:round/>
                      <a:headEnd type="none" w="med" len="med"/>
                      <a:tailEnd type="none" w="med" len="med"/>
                    </a:lnR>
                    <a:lnT w="12700">
                      <a:solidFill>
                        <a:schemeClr val="tx1"/>
                      </a:solidFill>
                    </a:lnT>
                    <a:lnB w="12700">
                      <a:solidFill>
                        <a:schemeClr val="tx1"/>
                      </a:solidFill>
                    </a:lnB>
                    <a:solidFill>
                      <a:schemeClr val="bg1"/>
                    </a:solidFill>
                  </a:tcPr>
                </a:tc>
                <a:tc>
                  <a:txBody>
                    <a:bodyPr/>
                    <a:lstStyle/>
                    <a:p>
                      <a:pPr lvl="0" algn="ctr">
                        <a:lnSpc>
                          <a:spcPct val="100000"/>
                        </a:lnSpc>
                        <a:spcBef>
                          <a:spcPts val="0"/>
                        </a:spcBef>
                        <a:spcAft>
                          <a:spcPts val="0"/>
                        </a:spcAft>
                        <a:buNone/>
                      </a:pPr>
                      <a:r>
                        <a:rPr lang="en-US" sz="1200" b="0" i="0" u="none" strike="noStrike" noProof="0">
                          <a:solidFill>
                            <a:srgbClr val="000000"/>
                          </a:solidFill>
                          <a:latin typeface="Malgun Gothic"/>
                          <a:ea typeface="Malgun Gothic"/>
                          <a:cs typeface="Arial"/>
                        </a:rPr>
                        <a:t>◐</a:t>
                      </a:r>
                    </a:p>
                  </a:txBody>
                  <a:tcP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solidFill>
                      <a:schemeClr val="bg1"/>
                    </a:solidFill>
                  </a:tcPr>
                </a:tc>
                <a:tc>
                  <a:txBody>
                    <a:bodyPr/>
                    <a:lstStyle/>
                    <a:p>
                      <a:pPr lvl="0">
                        <a:buNone/>
                      </a:pPr>
                      <a:r>
                        <a:rPr lang="en-US" sz="1050" b="0" i="0" u="none" strike="noStrike" noProof="0"/>
                        <a:t>Thresholds; false-positive file exception request/approval workflow [2], [3].</a:t>
                      </a:r>
                      <a:endParaRPr lang="en-US" sz="1050"/>
                    </a:p>
                  </a:txBody>
                  <a:tcP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540371967"/>
                  </a:ext>
                </a:extLst>
              </a:tr>
            </a:tbl>
          </a:graphicData>
        </a:graphic>
      </p:graphicFrame>
    </p:spTree>
    <p:extLst>
      <p:ext uri="{BB962C8B-B14F-4D97-AF65-F5344CB8AC3E}">
        <p14:creationId xmlns:p14="http://schemas.microsoft.com/office/powerpoint/2010/main" val="398356169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5912A6-E599-D0E9-1C71-3D8AFBBDAC29}"/>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D5B0AC2-BAE3-BBB1-2221-DF93C9C7B20E}"/>
              </a:ext>
            </a:extLst>
          </p:cNvPr>
          <p:cNvSpPr>
            <a:spLocks noGrp="1"/>
          </p:cNvSpPr>
          <p:nvPr>
            <p:ph type="sldNum" sz="quarter" idx="4"/>
          </p:nvPr>
        </p:nvSpPr>
        <p:spPr/>
        <p:txBody>
          <a:bodyPr/>
          <a:lstStyle/>
          <a:p>
            <a:fld id="{4EA1E582-E1CC-4474-812F-1657BC5920B7}" type="slidenum">
              <a:rPr lang="ko-KR" altLang="en-US" smtClean="0"/>
              <a:t>55</a:t>
            </a:fld>
            <a:endParaRPr lang="ko-KR" altLang="en-US"/>
          </a:p>
        </p:txBody>
      </p:sp>
      <p:sp>
        <p:nvSpPr>
          <p:cNvPr id="5" name="Text Placeholder 4">
            <a:extLst>
              <a:ext uri="{FF2B5EF4-FFF2-40B4-BE49-F238E27FC236}">
                <a16:creationId xmlns:a16="http://schemas.microsoft.com/office/drawing/2014/main" id="{25599E90-0079-FBD9-B98C-170A8656875B}"/>
              </a:ext>
            </a:extLst>
          </p:cNvPr>
          <p:cNvSpPr>
            <a:spLocks noGrp="1"/>
          </p:cNvSpPr>
          <p:nvPr>
            <p:ph type="body" sz="quarter" idx="11"/>
          </p:nvPr>
        </p:nvSpPr>
        <p:spPr/>
        <p:txBody>
          <a:bodyPr lIns="91440" tIns="45720" rIns="91440" bIns="45720" anchor="ctr" anchorCtr="0"/>
          <a:lstStyle/>
          <a:p>
            <a:r>
              <a:rPr lang="en-US">
                <a:ea typeface="KoPub돋움체 Bold"/>
              </a:rPr>
              <a:t>D3 – Enforcement</a:t>
            </a:r>
            <a:endParaRPr lang="en-US" b="0">
              <a:ea typeface="KoPub돋움체 Bold"/>
            </a:endParaRPr>
          </a:p>
        </p:txBody>
      </p:sp>
      <p:sp>
        <p:nvSpPr>
          <p:cNvPr id="7" name="제목 3">
            <a:extLst>
              <a:ext uri="{FF2B5EF4-FFF2-40B4-BE49-F238E27FC236}">
                <a16:creationId xmlns:a16="http://schemas.microsoft.com/office/drawing/2014/main" id="{DE6DB0BF-4D95-D951-FD6E-1E45B9EE3878}"/>
              </a:ext>
            </a:extLst>
          </p:cNvPr>
          <p:cNvSpPr txBox="1">
            <a:spLocks/>
          </p:cNvSpPr>
          <p:nvPr/>
        </p:nvSpPr>
        <p:spPr>
          <a:xfrm>
            <a:off x="286194" y="265704"/>
            <a:ext cx="10666268" cy="464670"/>
          </a:xfrm>
          <a:prstGeom prst="rect">
            <a:avLst/>
          </a:prstGeom>
        </p:spPr>
        <p:txBody>
          <a:bodyPr lIns="91440" tIns="45720" rIns="91440" bIns="45720" anchor="ctr" anchorCtr="0"/>
          <a:lstStyle>
            <a:lvl1pPr algn="l" rtl="0" eaLnBrk="1" fontAlgn="base" latinLnBrk="1" hangingPunct="1">
              <a:spcBef>
                <a:spcPct val="0"/>
              </a:spcBef>
              <a:spcAft>
                <a:spcPct val="0"/>
              </a:spcAft>
              <a:defRPr lang="ko-KR" altLang="en-US" sz="2400" b="1" kern="1200" baseline="0" dirty="0">
                <a:ln>
                  <a:solidFill>
                    <a:schemeClr val="accent1">
                      <a:alpha val="0"/>
                    </a:schemeClr>
                  </a:solidFill>
                </a:ln>
                <a:solidFill>
                  <a:srgbClr val="144772"/>
                </a:solidFill>
                <a:effectLst>
                  <a:glow rad="127000">
                    <a:schemeClr val="bg1"/>
                  </a:glow>
                  <a:outerShdw blurRad="38100" dist="38100" dir="2700000" algn="tl" rotWithShape="0">
                    <a:prstClr val="black">
                      <a:alpha val="40000"/>
                    </a:prstClr>
                  </a:outerShdw>
                </a:effectLst>
                <a:latin typeface="Pretendard Black" panose="02000A03000000020004" pitchFamily="50" charset="-127"/>
                <a:ea typeface="Pretendard Black" panose="02000A03000000020004" pitchFamily="50" charset="-127"/>
                <a:cs typeface="Pretendard Black" panose="02000A03000000020004" pitchFamily="50" charset="-127"/>
              </a:defRPr>
            </a:lvl1pPr>
            <a:lvl2pPr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2pPr>
            <a:lvl3pPr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3pPr>
            <a:lvl4pPr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4pPr>
            <a:lvl5pPr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5pPr>
            <a:lvl6pPr marL="457200"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6pPr>
            <a:lvl7pPr marL="914400"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7pPr>
            <a:lvl8pPr marL="1371600"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8pPr>
            <a:lvl9pPr marL="1828800"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9pPr>
          </a:lstStyle>
          <a:p>
            <a:r>
              <a:rPr lang="ko-KR">
                <a:ln>
                  <a:solidFill>
                    <a:srgbClr val="4F81BD">
                      <a:alpha val="0"/>
                    </a:srgbClr>
                  </a:solidFill>
                </a:ln>
                <a:effectLst>
                  <a:glow rad="127000">
                    <a:prstClr val="white"/>
                  </a:glow>
                  <a:outerShdw blurRad="38100" dist="38100" dir="2700000" algn="tl" rotWithShape="0">
                    <a:prstClr val="black">
                      <a:alpha val="40000"/>
                    </a:prstClr>
                  </a:outerShdw>
                </a:effectLst>
                <a:latin typeface="Arial"/>
                <a:ea typeface="Pretendard Black"/>
                <a:cs typeface="Arial"/>
              </a:rPr>
              <a:t>마크애니 (Alta)</a:t>
            </a:r>
            <a:endParaRPr lang="ko-KR" b="0">
              <a:ln>
                <a:solidFill>
                  <a:srgbClr val="4F81BD">
                    <a:alpha val="0"/>
                  </a:srgbClr>
                </a:solidFill>
              </a:ln>
              <a:solidFill>
                <a:srgbClr val="000000"/>
              </a:solidFill>
              <a:effectLst>
                <a:glow rad="127000">
                  <a:prstClr val="white"/>
                </a:glow>
                <a:outerShdw blurRad="38100" dist="38100" dir="2700000" algn="tl" rotWithShape="0">
                  <a:prstClr val="black">
                    <a:alpha val="40000"/>
                  </a:prstClr>
                </a:outerShdw>
              </a:effectLst>
              <a:latin typeface="Arial"/>
              <a:ea typeface="Pretendard Black"/>
              <a:cs typeface="Arial"/>
            </a:endParaRPr>
          </a:p>
        </p:txBody>
      </p:sp>
      <p:graphicFrame>
        <p:nvGraphicFramePr>
          <p:cNvPr id="3" name="Table 2">
            <a:extLst>
              <a:ext uri="{FF2B5EF4-FFF2-40B4-BE49-F238E27FC236}">
                <a16:creationId xmlns:a16="http://schemas.microsoft.com/office/drawing/2014/main" id="{F527C90F-E8FB-CED6-50AB-59015D4BE8F3}"/>
              </a:ext>
            </a:extLst>
          </p:cNvPr>
          <p:cNvGraphicFramePr>
            <a:graphicFrameLocks noGrp="1"/>
          </p:cNvGraphicFramePr>
          <p:nvPr>
            <p:extLst>
              <p:ext uri="{D42A27DB-BD31-4B8C-83A1-F6EECF244321}">
                <p14:modId xmlns:p14="http://schemas.microsoft.com/office/powerpoint/2010/main" val="2776980025"/>
              </p:ext>
            </p:extLst>
          </p:nvPr>
        </p:nvGraphicFramePr>
        <p:xfrm>
          <a:off x="518160" y="1402080"/>
          <a:ext cx="11187140" cy="4485640"/>
        </p:xfrm>
        <a:graphic>
          <a:graphicData uri="http://schemas.openxmlformats.org/drawingml/2006/table">
            <a:tbl>
              <a:tblPr firstRow="1" bandRow="1">
                <a:tableStyleId>{9D7B26C5-4107-4FEC-AEDC-1716B250A1EF}</a:tableStyleId>
              </a:tblPr>
              <a:tblGrid>
                <a:gridCol w="821265">
                  <a:extLst>
                    <a:ext uri="{9D8B030D-6E8A-4147-A177-3AD203B41FA5}">
                      <a16:colId xmlns:a16="http://schemas.microsoft.com/office/drawing/2014/main" val="3761190961"/>
                    </a:ext>
                  </a:extLst>
                </a:gridCol>
                <a:gridCol w="4157133">
                  <a:extLst>
                    <a:ext uri="{9D8B030D-6E8A-4147-A177-3AD203B41FA5}">
                      <a16:colId xmlns:a16="http://schemas.microsoft.com/office/drawing/2014/main" val="3009874471"/>
                    </a:ext>
                  </a:extLst>
                </a:gridCol>
                <a:gridCol w="1253066">
                  <a:extLst>
                    <a:ext uri="{9D8B030D-6E8A-4147-A177-3AD203B41FA5}">
                      <a16:colId xmlns:a16="http://schemas.microsoft.com/office/drawing/2014/main" val="316164474"/>
                    </a:ext>
                  </a:extLst>
                </a:gridCol>
                <a:gridCol w="4955676">
                  <a:extLst>
                    <a:ext uri="{9D8B030D-6E8A-4147-A177-3AD203B41FA5}">
                      <a16:colId xmlns:a16="http://schemas.microsoft.com/office/drawing/2014/main" val="1510347205"/>
                    </a:ext>
                  </a:extLst>
                </a:gridCol>
              </a:tblGrid>
              <a:tr h="370840">
                <a:tc>
                  <a:txBody>
                    <a:bodyPr/>
                    <a:lstStyle/>
                    <a:p>
                      <a:pPr algn="ctr"/>
                      <a:r>
                        <a:rPr lang="en-US" sz="1400">
                          <a:latin typeface="Arial"/>
                          <a:cs typeface="Arial"/>
                        </a:rPr>
                        <a:t>ID</a:t>
                      </a:r>
                    </a:p>
                  </a:txBody>
                  <a:tcPr>
                    <a:lnL w="12700">
                      <a:solidFill>
                        <a:schemeClr val="tx1"/>
                      </a:solidFill>
                    </a:lnL>
                    <a:lnR w="12700">
                      <a:solidFill>
                        <a:schemeClr val="tx1"/>
                      </a:solidFill>
                    </a:lnR>
                    <a:lnT w="12700">
                      <a:solidFill>
                        <a:schemeClr val="tx1"/>
                      </a:solidFill>
                    </a:lnT>
                    <a:lnB w="12700">
                      <a:solidFill>
                        <a:schemeClr val="tx1"/>
                      </a:solidFill>
                    </a:lnB>
                    <a:solidFill>
                      <a:schemeClr val="accent5">
                        <a:lumMod val="20000"/>
                        <a:lumOff val="80000"/>
                      </a:schemeClr>
                    </a:solidFill>
                  </a:tcPr>
                </a:tc>
                <a:tc>
                  <a:txBody>
                    <a:bodyPr/>
                    <a:lstStyle/>
                    <a:p>
                      <a:pPr algn="ctr"/>
                      <a:r>
                        <a:rPr lang="en-US" sz="1400">
                          <a:latin typeface="Arial"/>
                          <a:cs typeface="Arial"/>
                        </a:rPr>
                        <a:t>Capability</a:t>
                      </a:r>
                    </a:p>
                  </a:txBody>
                  <a:tcPr>
                    <a:lnL w="12700">
                      <a:solidFill>
                        <a:schemeClr val="tx1"/>
                      </a:solidFill>
                    </a:lnL>
                    <a:lnR w="12700">
                      <a:solidFill>
                        <a:schemeClr val="tx1"/>
                      </a:solidFill>
                    </a:lnR>
                    <a:lnT w="12700">
                      <a:solidFill>
                        <a:schemeClr val="tx1"/>
                      </a:solidFill>
                    </a:lnT>
                    <a:lnB w="12700">
                      <a:solidFill>
                        <a:schemeClr val="tx1"/>
                      </a:solidFill>
                    </a:lnB>
                    <a:solidFill>
                      <a:schemeClr val="accent5">
                        <a:lumMod val="20000"/>
                        <a:lumOff val="80000"/>
                      </a:schemeClr>
                    </a:solidFill>
                  </a:tcPr>
                </a:tc>
                <a:tc>
                  <a:txBody>
                    <a:bodyPr/>
                    <a:lstStyle/>
                    <a:p>
                      <a:pPr algn="ctr"/>
                      <a:r>
                        <a:rPr lang="en-US" sz="1400">
                          <a:latin typeface="Arial"/>
                          <a:cs typeface="Arial"/>
                        </a:rPr>
                        <a:t>Availability</a:t>
                      </a:r>
                    </a:p>
                  </a:txBody>
                  <a:tcPr>
                    <a:lnL w="12700">
                      <a:solidFill>
                        <a:schemeClr val="tx1"/>
                      </a:solidFill>
                    </a:lnL>
                    <a:lnR w="12700">
                      <a:solidFill>
                        <a:schemeClr val="tx1"/>
                      </a:solidFill>
                    </a:lnR>
                    <a:lnT w="12700">
                      <a:solidFill>
                        <a:schemeClr val="tx1"/>
                      </a:solidFill>
                    </a:lnT>
                    <a:lnB w="12700">
                      <a:solidFill>
                        <a:schemeClr val="tx1"/>
                      </a:solidFill>
                    </a:lnB>
                    <a:solidFill>
                      <a:schemeClr val="accent5">
                        <a:lumMod val="20000"/>
                        <a:lumOff val="80000"/>
                      </a:schemeClr>
                    </a:solidFill>
                  </a:tcPr>
                </a:tc>
                <a:tc>
                  <a:txBody>
                    <a:bodyPr/>
                    <a:lstStyle/>
                    <a:p>
                      <a:pPr algn="ctr"/>
                      <a:r>
                        <a:rPr lang="en-US" sz="1400">
                          <a:latin typeface="Arial"/>
                          <a:cs typeface="Arial"/>
                        </a:rPr>
                        <a:t>References</a:t>
                      </a:r>
                    </a:p>
                  </a:txBody>
                  <a:tcPr>
                    <a:lnL w="12700">
                      <a:solidFill>
                        <a:schemeClr val="tx1"/>
                      </a:solidFill>
                    </a:lnL>
                    <a:lnR w="12700">
                      <a:solidFill>
                        <a:schemeClr val="tx1"/>
                      </a:solidFill>
                    </a:lnR>
                    <a:lnT w="12700">
                      <a:solidFill>
                        <a:schemeClr val="tx1"/>
                      </a:solidFill>
                    </a:lnT>
                    <a:lnB w="12700">
                      <a:solidFill>
                        <a:schemeClr val="tx1"/>
                      </a:solidFill>
                    </a:lnB>
                    <a:solidFill>
                      <a:schemeClr val="accent5">
                        <a:lumMod val="20000"/>
                        <a:lumOff val="80000"/>
                      </a:schemeClr>
                    </a:solidFill>
                  </a:tcPr>
                </a:tc>
                <a:extLst>
                  <a:ext uri="{0D108BD9-81ED-4DB2-BD59-A6C34878D82A}">
                    <a16:rowId xmlns:a16="http://schemas.microsoft.com/office/drawing/2014/main" val="1080965025"/>
                  </a:ext>
                </a:extLst>
              </a:tr>
              <a:tr h="370840">
                <a:tc>
                  <a:txBody>
                    <a:bodyPr/>
                    <a:lstStyle/>
                    <a:p>
                      <a:r>
                        <a:rPr lang="en-US" sz="1400">
                          <a:latin typeface="Arial"/>
                          <a:cs typeface="Arial"/>
                        </a:rPr>
                        <a:t>D3-01</a:t>
                      </a:r>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lvl="0" algn="l">
                        <a:lnSpc>
                          <a:spcPct val="100000"/>
                        </a:lnSpc>
                        <a:spcBef>
                          <a:spcPts val="0"/>
                        </a:spcBef>
                        <a:spcAft>
                          <a:spcPts val="0"/>
                        </a:spcAft>
                        <a:buNone/>
                      </a:pPr>
                      <a:r>
                        <a:rPr lang="en-US" sz="1400" b="0" i="0" u="none" strike="noStrike" noProof="0">
                          <a:effectLst/>
                          <a:latin typeface="Arial"/>
                          <a:cs typeface="Arial"/>
                        </a:rPr>
                        <a:t>Monitor &amp; log only </a:t>
                      </a:r>
                      <a:endParaRPr lang="en-US" sz="1400">
                        <a:latin typeface="Arial"/>
                        <a:cs typeface="Arial"/>
                      </a:endParaRPr>
                    </a:p>
                  </a:txBody>
                  <a:tcPr marL="0" marR="0" marT="0" marB="0" anchor="ctr">
                    <a:lnL w="12700">
                      <a:solidFill>
                        <a:schemeClr val="tx1"/>
                      </a:solidFill>
                    </a:lnL>
                    <a:lnR w="12700" cap="flat" cmpd="sng" algn="ctr">
                      <a:solidFill>
                        <a:schemeClr val="tx1"/>
                      </a:solidFill>
                      <a:prstDash val="solid"/>
                      <a:round/>
                      <a:headEnd type="none" w="med" len="med"/>
                      <a:tailEnd type="none" w="med" len="med"/>
                    </a:lnR>
                    <a:lnT w="12700">
                      <a:solidFill>
                        <a:schemeClr val="tx1"/>
                      </a:solidFill>
                    </a:lnT>
                    <a:lnB w="12700">
                      <a:solidFill>
                        <a:schemeClr val="tx1"/>
                      </a:solidFill>
                    </a:lnB>
                    <a:solidFill>
                      <a:schemeClr val="bg1"/>
                    </a:solidFill>
                  </a:tcPr>
                </a:tc>
                <a:tc>
                  <a:txBody>
                    <a:bodyPr/>
                    <a:lstStyle/>
                    <a:p>
                      <a:pPr lvl="0" algn="ctr">
                        <a:lnSpc>
                          <a:spcPct val="100000"/>
                        </a:lnSpc>
                        <a:spcBef>
                          <a:spcPts val="0"/>
                        </a:spcBef>
                        <a:spcAft>
                          <a:spcPts val="0"/>
                        </a:spcAft>
                        <a:buNone/>
                      </a:pPr>
                      <a:r>
                        <a:rPr lang="en-US" sz="1200" b="0" i="0" u="none" strike="noStrike" noProof="0">
                          <a:solidFill>
                            <a:srgbClr val="000000"/>
                          </a:solidFill>
                          <a:latin typeface="Malgun Gothic"/>
                          <a:ea typeface="Malgun Gothic"/>
                          <a:cs typeface="Arial"/>
                        </a:rPr>
                        <a:t>●</a:t>
                      </a:r>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lvl="0">
                        <a:buNone/>
                      </a:pPr>
                      <a:r>
                        <a:rPr lang="en-US" sz="1200" b="0" i="0" u="none" strike="noStrike" noProof="0"/>
                        <a:t>Prompt logging configurable; print, media and policy logs to central server [1], [2].</a:t>
                      </a:r>
                      <a:endParaRPr lang="en-US" sz="1200"/>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extLst>
                  <a:ext uri="{0D108BD9-81ED-4DB2-BD59-A6C34878D82A}">
                    <a16:rowId xmlns:a16="http://schemas.microsoft.com/office/drawing/2014/main" val="2715742840"/>
                  </a:ext>
                </a:extLst>
              </a:tr>
              <a:tr h="370840">
                <a:tc>
                  <a:txBody>
                    <a:bodyPr/>
                    <a:lstStyle/>
                    <a:p>
                      <a:pPr lvl="0" algn="l">
                        <a:lnSpc>
                          <a:spcPct val="100000"/>
                        </a:lnSpc>
                        <a:spcBef>
                          <a:spcPts val="0"/>
                        </a:spcBef>
                        <a:spcAft>
                          <a:spcPts val="0"/>
                        </a:spcAft>
                        <a:buNone/>
                      </a:pPr>
                      <a:r>
                        <a:rPr lang="en-US" sz="1400" b="0" i="0" u="none" strike="noStrike" noProof="0">
                          <a:solidFill>
                            <a:srgbClr val="000000"/>
                          </a:solidFill>
                          <a:latin typeface="Arial"/>
                          <a:cs typeface="Arial"/>
                        </a:rPr>
                        <a:t>D3-02</a:t>
                      </a:r>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lvl="0" algn="l">
                        <a:lnSpc>
                          <a:spcPct val="100000"/>
                        </a:lnSpc>
                        <a:spcBef>
                          <a:spcPts val="0"/>
                        </a:spcBef>
                        <a:spcAft>
                          <a:spcPts val="0"/>
                        </a:spcAft>
                        <a:buNone/>
                      </a:pPr>
                      <a:r>
                        <a:rPr lang="en-US" sz="1400" b="0" i="0" u="none" strike="noStrike" noProof="0">
                          <a:effectLst/>
                          <a:latin typeface="Arial"/>
                          <a:cs typeface="Arial"/>
                        </a:rPr>
                        <a:t>Warn / user justification </a:t>
                      </a:r>
                      <a:endParaRPr lang="en-US" sz="1400">
                        <a:latin typeface="Arial"/>
                        <a:cs typeface="Arial"/>
                      </a:endParaRPr>
                    </a:p>
                  </a:txBody>
                  <a:tcPr marL="0" marR="0" marT="0" marB="0" anchor="ctr">
                    <a:lnL w="12700">
                      <a:solidFill>
                        <a:schemeClr val="tx1"/>
                      </a:solidFill>
                    </a:lnL>
                    <a:lnR w="12700" cap="flat" cmpd="sng" algn="ctr">
                      <a:solidFill>
                        <a:schemeClr val="tx1"/>
                      </a:solidFill>
                      <a:prstDash val="solid"/>
                      <a:round/>
                      <a:headEnd type="none" w="med" len="med"/>
                      <a:tailEnd type="none" w="med" len="med"/>
                    </a:lnR>
                    <a:lnT w="12700">
                      <a:solidFill>
                        <a:schemeClr val="tx1"/>
                      </a:solidFill>
                    </a:lnT>
                    <a:lnB w="12700">
                      <a:solidFill>
                        <a:schemeClr val="tx1"/>
                      </a:solidFill>
                    </a:lnB>
                    <a:solidFill>
                      <a:schemeClr val="bg1"/>
                    </a:solidFill>
                  </a:tcPr>
                </a:tc>
                <a:tc>
                  <a:txBody>
                    <a:bodyPr/>
                    <a:lstStyle/>
                    <a:p>
                      <a:pPr lvl="0" algn="ctr">
                        <a:lnSpc>
                          <a:spcPct val="100000"/>
                        </a:lnSpc>
                        <a:spcBef>
                          <a:spcPts val="0"/>
                        </a:spcBef>
                        <a:spcAft>
                          <a:spcPts val="0"/>
                        </a:spcAft>
                        <a:buNone/>
                      </a:pPr>
                      <a:r>
                        <a:rPr lang="en-US" sz="1200" b="0" i="0" u="none" strike="noStrike" noProof="0">
                          <a:solidFill>
                            <a:srgbClr val="000000"/>
                          </a:solidFill>
                          <a:latin typeface="Malgun Gothic"/>
                          <a:ea typeface="Malgun Gothic"/>
                          <a:cs typeface="Arial"/>
                        </a:rPr>
                        <a:t>◐</a:t>
                      </a:r>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lvl="0">
                        <a:buNone/>
                      </a:pPr>
                      <a:r>
                        <a:rPr lang="en-US" sz="1200" b="0" i="0" u="none" strike="noStrike" noProof="0"/>
                        <a:t>Warning for unregistered PII files; pre-print PII alert with admin approval. Justification capture not documented [1], [3].</a:t>
                      </a:r>
                      <a:endParaRPr lang="en-US" sz="1200"/>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extLst>
                  <a:ext uri="{0D108BD9-81ED-4DB2-BD59-A6C34878D82A}">
                    <a16:rowId xmlns:a16="http://schemas.microsoft.com/office/drawing/2014/main" val="2181622584"/>
                  </a:ext>
                </a:extLst>
              </a:tr>
              <a:tr h="370840">
                <a:tc>
                  <a:txBody>
                    <a:bodyPr/>
                    <a:lstStyle/>
                    <a:p>
                      <a:pPr lvl="0" algn="l">
                        <a:lnSpc>
                          <a:spcPct val="100000"/>
                        </a:lnSpc>
                        <a:spcBef>
                          <a:spcPts val="0"/>
                        </a:spcBef>
                        <a:spcAft>
                          <a:spcPts val="0"/>
                        </a:spcAft>
                        <a:buNone/>
                      </a:pPr>
                      <a:r>
                        <a:rPr lang="en-US" sz="1400" b="0" i="0" u="none" strike="noStrike" noProof="0">
                          <a:solidFill>
                            <a:srgbClr val="000000"/>
                          </a:solidFill>
                          <a:latin typeface="Arial"/>
                          <a:cs typeface="Arial"/>
                        </a:rPr>
                        <a:t>D3-03</a:t>
                      </a:r>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lvl="0" algn="l">
                        <a:lnSpc>
                          <a:spcPct val="100000"/>
                        </a:lnSpc>
                        <a:spcBef>
                          <a:spcPts val="0"/>
                        </a:spcBef>
                        <a:spcAft>
                          <a:spcPts val="0"/>
                        </a:spcAft>
                        <a:buNone/>
                      </a:pPr>
                      <a:r>
                        <a:rPr lang="en-US" sz="1400" b="0" i="0" u="none" strike="noStrike" noProof="0">
                          <a:effectLst/>
                          <a:latin typeface="Arial"/>
                          <a:cs typeface="Arial"/>
                        </a:rPr>
                        <a:t>Hard block </a:t>
                      </a:r>
                      <a:endParaRPr lang="en-US" sz="1400">
                        <a:latin typeface="Arial"/>
                        <a:cs typeface="Arial"/>
                      </a:endParaRPr>
                    </a:p>
                  </a:txBody>
                  <a:tcPr marL="0" marR="0" marT="0" marB="0" anchor="ctr">
                    <a:lnL w="12700">
                      <a:solidFill>
                        <a:schemeClr val="tx1"/>
                      </a:solidFill>
                    </a:lnL>
                    <a:lnR w="12700" cap="flat" cmpd="sng" algn="ctr">
                      <a:solidFill>
                        <a:schemeClr val="tx1"/>
                      </a:solidFill>
                      <a:prstDash val="solid"/>
                      <a:round/>
                      <a:headEnd type="none" w="med" len="med"/>
                      <a:tailEnd type="none" w="med" len="med"/>
                    </a:lnR>
                    <a:lnT w="12700">
                      <a:solidFill>
                        <a:schemeClr val="tx1"/>
                      </a:solidFill>
                    </a:lnT>
                    <a:lnB w="12700">
                      <a:solidFill>
                        <a:schemeClr val="tx1"/>
                      </a:solidFill>
                    </a:lnB>
                    <a:solidFill>
                      <a:schemeClr val="bg1"/>
                    </a:solidFill>
                  </a:tcPr>
                </a:tc>
                <a:tc>
                  <a:txBody>
                    <a:bodyPr/>
                    <a:lstStyle/>
                    <a:p>
                      <a:pPr lvl="0" algn="ctr">
                        <a:lnSpc>
                          <a:spcPct val="100000"/>
                        </a:lnSpc>
                        <a:spcBef>
                          <a:spcPts val="0"/>
                        </a:spcBef>
                        <a:spcAft>
                          <a:spcPts val="0"/>
                        </a:spcAft>
                        <a:buNone/>
                      </a:pPr>
                      <a:r>
                        <a:rPr lang="en-US" sz="1200" b="0" i="0" u="none" strike="noStrike" noProof="0">
                          <a:solidFill>
                            <a:srgbClr val="000000"/>
                          </a:solidFill>
                          <a:latin typeface="Malgun Gothic"/>
                          <a:ea typeface="Malgun Gothic"/>
                          <a:cs typeface="Arial"/>
                        </a:rPr>
                        <a:t>●</a:t>
                      </a:r>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lvl="0">
                        <a:buNone/>
                      </a:pPr>
                      <a:r>
                        <a:rPr lang="en-US" sz="1200" b="0" i="0" u="none" strike="noStrike" noProof="0"/>
                        <a:t>Real-time prompt block at input; device, print, URL, application blocking [1], [4].</a:t>
                      </a:r>
                      <a:endParaRPr lang="en-US" sz="1200"/>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extLst>
                  <a:ext uri="{0D108BD9-81ED-4DB2-BD59-A6C34878D82A}">
                    <a16:rowId xmlns:a16="http://schemas.microsoft.com/office/drawing/2014/main" val="903757581"/>
                  </a:ext>
                </a:extLst>
              </a:tr>
              <a:tr h="370840">
                <a:tc>
                  <a:txBody>
                    <a:bodyPr/>
                    <a:lstStyle/>
                    <a:p>
                      <a:pPr lvl="0" algn="l">
                        <a:lnSpc>
                          <a:spcPct val="100000"/>
                        </a:lnSpc>
                        <a:spcBef>
                          <a:spcPts val="0"/>
                        </a:spcBef>
                        <a:spcAft>
                          <a:spcPts val="0"/>
                        </a:spcAft>
                        <a:buNone/>
                      </a:pPr>
                      <a:r>
                        <a:rPr lang="en-US" sz="1400" b="0" i="0" u="none" strike="noStrike" noProof="0">
                          <a:solidFill>
                            <a:srgbClr val="000000"/>
                          </a:solidFill>
                          <a:latin typeface="Arial"/>
                          <a:cs typeface="Arial"/>
                        </a:rPr>
                        <a:t>D3-04</a:t>
                      </a:r>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lvl="0" algn="l">
                        <a:lnSpc>
                          <a:spcPct val="100000"/>
                        </a:lnSpc>
                        <a:spcBef>
                          <a:spcPts val="0"/>
                        </a:spcBef>
                        <a:spcAft>
                          <a:spcPts val="0"/>
                        </a:spcAft>
                        <a:buNone/>
                      </a:pPr>
                      <a:r>
                        <a:rPr lang="en-US" sz="1400" b="0" i="0" u="none" strike="noStrike" noProof="0">
                          <a:effectLst/>
                          <a:latin typeface="Arial"/>
                          <a:cs typeface="Arial"/>
                        </a:rPr>
                        <a:t>Redact / mask, then allow </a:t>
                      </a:r>
                      <a:endParaRPr lang="en-US" sz="1400">
                        <a:latin typeface="Arial"/>
                        <a:cs typeface="Arial"/>
                      </a:endParaRPr>
                    </a:p>
                  </a:txBody>
                  <a:tcPr marL="0" marR="0" marT="0" marB="0" anchor="ctr">
                    <a:lnL w="12700">
                      <a:solidFill>
                        <a:schemeClr val="tx1"/>
                      </a:solidFill>
                    </a:lnL>
                    <a:lnR w="12700" cap="flat" cmpd="sng" algn="ctr">
                      <a:solidFill>
                        <a:schemeClr val="tx1"/>
                      </a:solidFill>
                      <a:prstDash val="solid"/>
                      <a:round/>
                      <a:headEnd type="none" w="med" len="med"/>
                      <a:tailEnd type="none" w="med" len="med"/>
                    </a:lnR>
                    <a:lnT w="12700">
                      <a:solidFill>
                        <a:schemeClr val="tx1"/>
                      </a:solidFill>
                    </a:lnT>
                    <a:lnB w="12700">
                      <a:solidFill>
                        <a:schemeClr val="tx1"/>
                      </a:solidFill>
                    </a:lnB>
                    <a:solidFill>
                      <a:schemeClr val="bg1"/>
                    </a:solidFill>
                  </a:tcPr>
                </a:tc>
                <a:tc>
                  <a:txBody>
                    <a:bodyPr/>
                    <a:lstStyle/>
                    <a:p>
                      <a:pPr lvl="0" algn="ctr">
                        <a:lnSpc>
                          <a:spcPct val="100000"/>
                        </a:lnSpc>
                        <a:spcBef>
                          <a:spcPts val="0"/>
                        </a:spcBef>
                        <a:spcAft>
                          <a:spcPts val="0"/>
                        </a:spcAft>
                        <a:buNone/>
                      </a:pPr>
                      <a:r>
                        <a:rPr lang="en-US" sz="1200" b="0" i="0" u="none" strike="noStrike" noProof="0">
                          <a:solidFill>
                            <a:srgbClr val="000000"/>
                          </a:solidFill>
                          <a:latin typeface="Malgun Gothic"/>
                          <a:ea typeface="Malgun Gothic"/>
                          <a:cs typeface="Arial"/>
                        </a:rPr>
                        <a:t>◐</a:t>
                      </a:r>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lvl="0">
                        <a:buNone/>
                      </a:pPr>
                      <a:r>
                        <a:rPr lang="en-US" sz="1200" b="0" i="0" u="none" strike="noStrike" noProof="0"/>
                        <a:t>Masking on print of PII documents. Prompt masking not documented (prompts are blocked) [1].</a:t>
                      </a:r>
                      <a:endParaRPr lang="en-US" sz="1200"/>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extLst>
                  <a:ext uri="{0D108BD9-81ED-4DB2-BD59-A6C34878D82A}">
                    <a16:rowId xmlns:a16="http://schemas.microsoft.com/office/drawing/2014/main" val="2970567322"/>
                  </a:ext>
                </a:extLst>
              </a:tr>
              <a:tr h="370840">
                <a:tc>
                  <a:txBody>
                    <a:bodyPr/>
                    <a:lstStyle/>
                    <a:p>
                      <a:pPr lvl="0" algn="l">
                        <a:lnSpc>
                          <a:spcPct val="100000"/>
                        </a:lnSpc>
                        <a:spcBef>
                          <a:spcPts val="0"/>
                        </a:spcBef>
                        <a:spcAft>
                          <a:spcPts val="0"/>
                        </a:spcAft>
                        <a:buNone/>
                      </a:pPr>
                      <a:r>
                        <a:rPr lang="en-US" sz="1400" b="0" i="0" u="none" strike="noStrike" noProof="0">
                          <a:solidFill>
                            <a:srgbClr val="000000"/>
                          </a:solidFill>
                          <a:latin typeface="Arial"/>
                          <a:cs typeface="Arial"/>
                        </a:rPr>
                        <a:t>D3-05</a:t>
                      </a:r>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lvl="0" algn="l">
                        <a:lnSpc>
                          <a:spcPct val="100000"/>
                        </a:lnSpc>
                        <a:spcBef>
                          <a:spcPts val="0"/>
                        </a:spcBef>
                        <a:spcAft>
                          <a:spcPts val="0"/>
                        </a:spcAft>
                        <a:buNone/>
                      </a:pPr>
                      <a:r>
                        <a:rPr lang="en-US" sz="1400" b="0" i="0" u="none" strike="noStrike" noProof="0">
                          <a:effectLst/>
                          <a:latin typeface="Arial"/>
                          <a:cs typeface="Arial"/>
                        </a:rPr>
                        <a:t>Encrypt / DRM handoff </a:t>
                      </a:r>
                      <a:endParaRPr lang="en-US" sz="1400">
                        <a:latin typeface="Arial"/>
                        <a:cs typeface="Arial"/>
                      </a:endParaRPr>
                    </a:p>
                  </a:txBody>
                  <a:tcPr marL="0" marR="0" marT="0" marB="0" anchor="ctr">
                    <a:lnL w="12700">
                      <a:solidFill>
                        <a:schemeClr val="tx1"/>
                      </a:solidFill>
                    </a:lnL>
                    <a:lnR w="12700" cap="flat" cmpd="sng" algn="ctr">
                      <a:solidFill>
                        <a:schemeClr val="tx1"/>
                      </a:solidFill>
                      <a:prstDash val="solid"/>
                      <a:round/>
                      <a:headEnd type="none" w="med" len="med"/>
                      <a:tailEnd type="none" w="med" len="med"/>
                    </a:lnR>
                    <a:lnT w="12700">
                      <a:solidFill>
                        <a:schemeClr val="tx1"/>
                      </a:solidFill>
                    </a:lnT>
                    <a:lnB w="12700">
                      <a:solidFill>
                        <a:schemeClr val="tx1"/>
                      </a:solidFill>
                    </a:lnB>
                    <a:solidFill>
                      <a:schemeClr val="bg1"/>
                    </a:solidFill>
                  </a:tcPr>
                </a:tc>
                <a:tc>
                  <a:txBody>
                    <a:bodyPr/>
                    <a:lstStyle/>
                    <a:p>
                      <a:pPr lvl="0" algn="ctr">
                        <a:lnSpc>
                          <a:spcPct val="100000"/>
                        </a:lnSpc>
                        <a:spcBef>
                          <a:spcPts val="0"/>
                        </a:spcBef>
                        <a:spcAft>
                          <a:spcPts val="0"/>
                        </a:spcAft>
                        <a:buNone/>
                      </a:pPr>
                      <a:r>
                        <a:rPr lang="en-US" sz="1200" b="0" i="0" u="none" strike="noStrike" noProof="0">
                          <a:solidFill>
                            <a:srgbClr val="000000"/>
                          </a:solidFill>
                          <a:latin typeface="Malgun Gothic"/>
                          <a:ea typeface="Malgun Gothic"/>
                          <a:cs typeface="Arial"/>
                        </a:rPr>
                        <a:t>●</a:t>
                      </a:r>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lvl="0">
                        <a:buNone/>
                      </a:pPr>
                      <a:r>
                        <a:rPr lang="en-US" sz="1200" b="0" i="0" u="none" strike="noStrike" noProof="0"/>
                        <a:t>Hooking-based DRM built into the One Agent — auto-encrypt at creation; Document SAFER enterprise DRM [4], [5].</a:t>
                      </a:r>
                      <a:endParaRPr lang="en-US" sz="1200"/>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extLst>
                  <a:ext uri="{0D108BD9-81ED-4DB2-BD59-A6C34878D82A}">
                    <a16:rowId xmlns:a16="http://schemas.microsoft.com/office/drawing/2014/main" val="3874896899"/>
                  </a:ext>
                </a:extLst>
              </a:tr>
              <a:tr h="370840">
                <a:tc>
                  <a:txBody>
                    <a:bodyPr/>
                    <a:lstStyle/>
                    <a:p>
                      <a:pPr lvl="0" algn="l">
                        <a:lnSpc>
                          <a:spcPct val="100000"/>
                        </a:lnSpc>
                        <a:spcBef>
                          <a:spcPts val="0"/>
                        </a:spcBef>
                        <a:spcAft>
                          <a:spcPts val="0"/>
                        </a:spcAft>
                        <a:buNone/>
                      </a:pPr>
                      <a:r>
                        <a:rPr lang="en-US" sz="1400" b="0" i="0" u="none" strike="noStrike" noProof="0">
                          <a:solidFill>
                            <a:srgbClr val="000000"/>
                          </a:solidFill>
                          <a:latin typeface="Arial"/>
                          <a:cs typeface="Arial"/>
                        </a:rPr>
                        <a:t>D3-06</a:t>
                      </a:r>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lvl="0" algn="l">
                        <a:lnSpc>
                          <a:spcPct val="100000"/>
                        </a:lnSpc>
                        <a:spcBef>
                          <a:spcPts val="0"/>
                        </a:spcBef>
                        <a:spcAft>
                          <a:spcPts val="0"/>
                        </a:spcAft>
                        <a:buNone/>
                      </a:pPr>
                      <a:r>
                        <a:rPr lang="en-US" sz="1400" b="0" i="0" u="none" strike="noStrike" noProof="0">
                          <a:effectLst/>
                          <a:latin typeface="Arial"/>
                          <a:cs typeface="Arial"/>
                        </a:rPr>
                        <a:t>Approval workflow </a:t>
                      </a:r>
                      <a:endParaRPr lang="en-US" sz="1400">
                        <a:latin typeface="Arial"/>
                        <a:cs typeface="Arial"/>
                      </a:endParaRPr>
                    </a:p>
                  </a:txBody>
                  <a:tcPr marL="0" marR="0" marT="0" marB="0" anchor="ctr">
                    <a:lnL w="12700">
                      <a:solidFill>
                        <a:schemeClr val="tx1"/>
                      </a:solidFill>
                    </a:lnL>
                    <a:lnR w="12700" cap="flat" cmpd="sng" algn="ctr">
                      <a:solidFill>
                        <a:schemeClr val="tx1"/>
                      </a:solidFill>
                      <a:prstDash val="solid"/>
                      <a:round/>
                      <a:headEnd type="none" w="med" len="med"/>
                      <a:tailEnd type="none" w="med" len="med"/>
                    </a:lnR>
                    <a:lnT w="12700">
                      <a:solidFill>
                        <a:schemeClr val="tx1"/>
                      </a:solidFill>
                    </a:lnT>
                    <a:lnB w="12700">
                      <a:solidFill>
                        <a:schemeClr val="tx1"/>
                      </a:solidFill>
                    </a:lnB>
                    <a:solidFill>
                      <a:schemeClr val="bg1"/>
                    </a:solidFill>
                  </a:tcPr>
                </a:tc>
                <a:tc>
                  <a:txBody>
                    <a:bodyPr/>
                    <a:lstStyle/>
                    <a:p>
                      <a:pPr lvl="0" algn="ctr">
                        <a:lnSpc>
                          <a:spcPct val="100000"/>
                        </a:lnSpc>
                        <a:spcBef>
                          <a:spcPts val="0"/>
                        </a:spcBef>
                        <a:spcAft>
                          <a:spcPts val="0"/>
                        </a:spcAft>
                        <a:buNone/>
                      </a:pPr>
                      <a:r>
                        <a:rPr lang="en-US" sz="1200" b="0" i="0" u="none" strike="noStrike" noProof="0">
                          <a:solidFill>
                            <a:srgbClr val="000000"/>
                          </a:solidFill>
                          <a:latin typeface="Malgun Gothic"/>
                          <a:ea typeface="Malgun Gothic"/>
                          <a:cs typeface="Arial"/>
                        </a:rPr>
                        <a:t>●</a:t>
                      </a:r>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lvl="0">
                        <a:buNone/>
                      </a:pPr>
                      <a:r>
                        <a:rPr lang="en-US" sz="1200" b="0" i="0" u="none" strike="noStrike" noProof="0"/>
                        <a:t>Request/approval for media, print, PII-file export; DRM pre/post/self-approval [1], [5].</a:t>
                      </a:r>
                      <a:endParaRPr lang="en-US" sz="1200"/>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extLst>
                  <a:ext uri="{0D108BD9-81ED-4DB2-BD59-A6C34878D82A}">
                    <a16:rowId xmlns:a16="http://schemas.microsoft.com/office/drawing/2014/main" val="463752911"/>
                  </a:ext>
                </a:extLst>
              </a:tr>
              <a:tr h="365125">
                <a:tc>
                  <a:txBody>
                    <a:bodyPr/>
                    <a:lstStyle/>
                    <a:p>
                      <a:pPr lvl="0" algn="l">
                        <a:lnSpc>
                          <a:spcPct val="100000"/>
                        </a:lnSpc>
                        <a:spcBef>
                          <a:spcPts val="0"/>
                        </a:spcBef>
                        <a:spcAft>
                          <a:spcPts val="0"/>
                        </a:spcAft>
                        <a:buNone/>
                      </a:pPr>
                      <a:r>
                        <a:rPr lang="en-US" sz="1400" b="0" i="0" u="none" strike="noStrike" noProof="0">
                          <a:solidFill>
                            <a:srgbClr val="000000"/>
                          </a:solidFill>
                          <a:latin typeface="Arial"/>
                          <a:cs typeface="Arial"/>
                        </a:rPr>
                        <a:t>D3-07</a:t>
                      </a:r>
                    </a:p>
                  </a:txBody>
                  <a:tcP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solidFill>
                      <a:schemeClr val="bg1"/>
                    </a:solidFill>
                  </a:tcPr>
                </a:tc>
                <a:tc>
                  <a:txBody>
                    <a:bodyPr/>
                    <a:lstStyle/>
                    <a:p>
                      <a:pPr lvl="0" algn="l">
                        <a:lnSpc>
                          <a:spcPct val="100000"/>
                        </a:lnSpc>
                        <a:spcBef>
                          <a:spcPts val="0"/>
                        </a:spcBef>
                        <a:spcAft>
                          <a:spcPts val="0"/>
                        </a:spcAft>
                        <a:buNone/>
                      </a:pPr>
                      <a:r>
                        <a:rPr lang="en-US" sz="1400" b="0" i="0" u="none" strike="noStrike" noProof="0">
                          <a:effectLst/>
                          <a:latin typeface="Arial"/>
                          <a:cs typeface="Arial"/>
                        </a:rPr>
                        <a:t>Original (shadow) copy retained </a:t>
                      </a:r>
                      <a:endParaRPr lang="en-US" sz="1400">
                        <a:latin typeface="Arial"/>
                        <a:cs typeface="Arial"/>
                      </a:endParaRPr>
                    </a:p>
                  </a:txBody>
                  <a:tcPr marL="0" marR="0" marT="0" marB="0" anchor="ctr">
                    <a:lnL w="12700">
                      <a:solidFill>
                        <a:schemeClr val="tx1"/>
                      </a:solidFill>
                    </a:lnL>
                    <a:lnR w="12700" cap="flat" cmpd="sng" algn="ctr">
                      <a:solidFill>
                        <a:schemeClr val="tx1"/>
                      </a:solidFill>
                      <a:prstDash val="solid"/>
                      <a:round/>
                      <a:headEnd type="none" w="med" len="med"/>
                      <a:tailEnd type="none" w="med" len="med"/>
                    </a:lnR>
                    <a:lnT w="12700">
                      <a:solidFill>
                        <a:schemeClr val="tx1"/>
                      </a:solidFill>
                    </a:lnT>
                    <a:lnB w="12700">
                      <a:solidFill>
                        <a:schemeClr val="tx1"/>
                      </a:solidFill>
                    </a:lnB>
                    <a:solidFill>
                      <a:schemeClr val="bg1"/>
                    </a:solidFill>
                  </a:tcPr>
                </a:tc>
                <a:tc>
                  <a:txBody>
                    <a:bodyPr/>
                    <a:lstStyle/>
                    <a:p>
                      <a:pPr lvl="0" algn="ctr">
                        <a:lnSpc>
                          <a:spcPct val="100000"/>
                        </a:lnSpc>
                        <a:spcBef>
                          <a:spcPts val="0"/>
                        </a:spcBef>
                        <a:spcAft>
                          <a:spcPts val="0"/>
                        </a:spcAft>
                        <a:buNone/>
                      </a:pPr>
                      <a:r>
                        <a:rPr lang="en-US" sz="1200" b="0" i="0" u="none" strike="noStrike" noProof="0">
                          <a:solidFill>
                            <a:srgbClr val="000000"/>
                          </a:solidFill>
                          <a:latin typeface="Malgun Gothic"/>
                          <a:ea typeface="Malgun Gothic"/>
                          <a:cs typeface="Arial"/>
                        </a:rPr>
                        <a:t>◐</a:t>
                      </a:r>
                    </a:p>
                  </a:txBody>
                  <a:tcP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solidFill>
                      <a:schemeClr val="bg1"/>
                    </a:solidFill>
                  </a:tcPr>
                </a:tc>
                <a:tc>
                  <a:txBody>
                    <a:bodyPr/>
                    <a:lstStyle/>
                    <a:p>
                      <a:pPr lvl="0">
                        <a:buNone/>
                      </a:pPr>
                      <a:r>
                        <a:rPr lang="en-US" sz="1200" b="0" i="0" u="none" strike="noStrike" noProof="0"/>
                        <a:t>Print log with original content (first page / selected pages). Not documented for other channels [1].</a:t>
                      </a:r>
                      <a:endParaRPr lang="en-US" sz="1200"/>
                    </a:p>
                  </a:txBody>
                  <a:tcP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38253598"/>
                  </a:ext>
                </a:extLst>
              </a:tr>
              <a:tr h="365125">
                <a:tc>
                  <a:txBody>
                    <a:bodyPr/>
                    <a:lstStyle/>
                    <a:p>
                      <a:pPr lvl="0" algn="l">
                        <a:lnSpc>
                          <a:spcPct val="100000"/>
                        </a:lnSpc>
                        <a:spcBef>
                          <a:spcPts val="0"/>
                        </a:spcBef>
                        <a:spcAft>
                          <a:spcPts val="0"/>
                        </a:spcAft>
                        <a:buNone/>
                      </a:pPr>
                      <a:r>
                        <a:rPr lang="en-US" sz="1400" b="0" i="0" u="none" strike="noStrike" noProof="0">
                          <a:solidFill>
                            <a:srgbClr val="000000"/>
                          </a:solidFill>
                          <a:latin typeface="Arial"/>
                          <a:cs typeface="Arial"/>
                        </a:rPr>
                        <a:t>D3-08</a:t>
                      </a:r>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lvl="0" algn="l">
                        <a:lnSpc>
                          <a:spcPct val="100000"/>
                        </a:lnSpc>
                        <a:spcBef>
                          <a:spcPts val="0"/>
                        </a:spcBef>
                        <a:spcAft>
                          <a:spcPts val="0"/>
                        </a:spcAft>
                        <a:buNone/>
                      </a:pPr>
                      <a:r>
                        <a:rPr lang="en-US" sz="1400" b="0" i="0" u="none" strike="noStrike" noProof="0">
                          <a:effectLst/>
                          <a:latin typeface="Arial"/>
                          <a:cs typeface="Arial"/>
                        </a:rPr>
                        <a:t>Watermark (print / screen) </a:t>
                      </a:r>
                      <a:endParaRPr lang="en-US" sz="1400">
                        <a:latin typeface="Arial"/>
                        <a:cs typeface="Arial"/>
                      </a:endParaRPr>
                    </a:p>
                  </a:txBody>
                  <a:tcPr marL="0" marR="0" marT="0" marB="0" anchor="ctr">
                    <a:lnL w="12700">
                      <a:solidFill>
                        <a:schemeClr val="tx1"/>
                      </a:solidFill>
                    </a:lnL>
                    <a:lnR w="12700" cap="flat" cmpd="sng" algn="ctr">
                      <a:solidFill>
                        <a:schemeClr val="tx1"/>
                      </a:solidFill>
                      <a:prstDash val="solid"/>
                      <a:round/>
                      <a:headEnd type="none" w="med" len="med"/>
                      <a:tailEnd type="none" w="med" len="med"/>
                    </a:lnR>
                    <a:lnT w="12700">
                      <a:solidFill>
                        <a:schemeClr val="tx1"/>
                      </a:solidFill>
                    </a:lnT>
                    <a:lnB w="12700">
                      <a:solidFill>
                        <a:schemeClr val="tx1"/>
                      </a:solidFill>
                    </a:lnB>
                    <a:solidFill>
                      <a:schemeClr val="bg1"/>
                    </a:solidFill>
                  </a:tcPr>
                </a:tc>
                <a:tc>
                  <a:txBody>
                    <a:bodyPr/>
                    <a:lstStyle/>
                    <a:p>
                      <a:pPr lvl="0" algn="ctr">
                        <a:lnSpc>
                          <a:spcPct val="100000"/>
                        </a:lnSpc>
                        <a:spcBef>
                          <a:spcPts val="0"/>
                        </a:spcBef>
                        <a:spcAft>
                          <a:spcPts val="0"/>
                        </a:spcAft>
                        <a:buNone/>
                      </a:pPr>
                      <a:r>
                        <a:rPr lang="en-US" sz="1200" b="0" i="0" u="none" strike="noStrike" noProof="0">
                          <a:solidFill>
                            <a:srgbClr val="000000"/>
                          </a:solidFill>
                          <a:latin typeface="Malgun Gothic"/>
                          <a:ea typeface="Malgun Gothic"/>
                          <a:cs typeface="Arial"/>
                        </a:rPr>
                        <a:t>●</a:t>
                      </a:r>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lvl="0">
                        <a:buNone/>
                      </a:pPr>
                      <a:r>
                        <a:rPr lang="en-US" sz="1200" b="0" i="0" u="none" strike="noStrike" noProof="0"/>
                        <a:t>Print watermark (SafePC, PrintSAFER invisible) and screen watermark (ScreenSAFER) [1], [6], [7].</a:t>
                      </a:r>
                      <a:endParaRPr lang="en-US" sz="1200"/>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extLst>
                  <a:ext uri="{0D108BD9-81ED-4DB2-BD59-A6C34878D82A}">
                    <a16:rowId xmlns:a16="http://schemas.microsoft.com/office/drawing/2014/main" val="2034492820"/>
                  </a:ext>
                </a:extLst>
              </a:tr>
              <a:tr h="365125">
                <a:tc>
                  <a:txBody>
                    <a:bodyPr/>
                    <a:lstStyle/>
                    <a:p>
                      <a:pPr lvl="0" algn="l">
                        <a:lnSpc>
                          <a:spcPct val="100000"/>
                        </a:lnSpc>
                        <a:spcBef>
                          <a:spcPts val="0"/>
                        </a:spcBef>
                        <a:spcAft>
                          <a:spcPts val="0"/>
                        </a:spcAft>
                        <a:buNone/>
                      </a:pPr>
                      <a:r>
                        <a:rPr lang="en-US" sz="1400" b="0" i="0" u="none" strike="noStrike" noProof="0">
                          <a:solidFill>
                            <a:srgbClr val="000000"/>
                          </a:solidFill>
                          <a:latin typeface="Arial"/>
                          <a:cs typeface="Arial"/>
                        </a:rPr>
                        <a:t>D3-09</a:t>
                      </a:r>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lvl="0" algn="l">
                        <a:lnSpc>
                          <a:spcPct val="100000"/>
                        </a:lnSpc>
                        <a:spcBef>
                          <a:spcPts val="0"/>
                        </a:spcBef>
                        <a:spcAft>
                          <a:spcPts val="0"/>
                        </a:spcAft>
                        <a:buNone/>
                      </a:pPr>
                      <a:r>
                        <a:rPr lang="en-US" sz="1400" b="0" i="0" u="none" strike="noStrike" noProof="0">
                          <a:effectLst/>
                          <a:latin typeface="Arial"/>
                          <a:cs typeface="Arial"/>
                        </a:rPr>
                        <a:t>At-rest remediation (delete / quarantine / retention) </a:t>
                      </a:r>
                      <a:endParaRPr lang="en-US" sz="1400">
                        <a:latin typeface="Arial"/>
                        <a:cs typeface="Arial"/>
                      </a:endParaRPr>
                    </a:p>
                  </a:txBody>
                  <a:tcPr marL="0" marR="0" marT="0" marB="0" anchor="ctr">
                    <a:lnL w="12700">
                      <a:solidFill>
                        <a:schemeClr val="tx1"/>
                      </a:solidFill>
                    </a:lnL>
                    <a:lnR w="12700" cap="flat" cmpd="sng" algn="ctr">
                      <a:solidFill>
                        <a:schemeClr val="tx1"/>
                      </a:solidFill>
                      <a:prstDash val="solid"/>
                      <a:round/>
                      <a:headEnd type="none" w="med" len="med"/>
                      <a:tailEnd type="none" w="med" len="med"/>
                    </a:lnR>
                    <a:lnT w="12700">
                      <a:solidFill>
                        <a:schemeClr val="tx1"/>
                      </a:solidFill>
                    </a:lnT>
                    <a:lnB w="12700">
                      <a:solidFill>
                        <a:schemeClr val="tx1"/>
                      </a:solidFill>
                    </a:lnB>
                    <a:solidFill>
                      <a:schemeClr val="bg1"/>
                    </a:solidFill>
                  </a:tcPr>
                </a:tc>
                <a:tc>
                  <a:txBody>
                    <a:bodyPr/>
                    <a:lstStyle/>
                    <a:p>
                      <a:pPr lvl="0" algn="ctr">
                        <a:lnSpc>
                          <a:spcPct val="100000"/>
                        </a:lnSpc>
                        <a:spcBef>
                          <a:spcPts val="0"/>
                        </a:spcBef>
                        <a:spcAft>
                          <a:spcPts val="0"/>
                        </a:spcAft>
                        <a:buNone/>
                      </a:pPr>
                      <a:r>
                        <a:rPr lang="en-US" sz="1200" b="0" i="0" u="none" strike="noStrike" noProof="0">
                          <a:solidFill>
                            <a:srgbClr val="000000"/>
                          </a:solidFill>
                          <a:latin typeface="Malgun Gothic"/>
                          <a:ea typeface="Malgun Gothic"/>
                          <a:cs typeface="Arial"/>
                        </a:rPr>
                        <a:t>●</a:t>
                      </a:r>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lvl="0">
                        <a:buNone/>
                      </a:pPr>
                      <a:r>
                        <a:rPr lang="en-US" sz="1200" b="0" i="0" u="none" strike="noStrike" noProof="0"/>
                        <a:t>File register with retention period, auto delete/encrypt after expiry, secure delete [1].</a:t>
                      </a:r>
                      <a:endParaRPr lang="en-US" sz="1200"/>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extLst>
                  <a:ext uri="{0D108BD9-81ED-4DB2-BD59-A6C34878D82A}">
                    <a16:rowId xmlns:a16="http://schemas.microsoft.com/office/drawing/2014/main" val="1581998811"/>
                  </a:ext>
                </a:extLst>
              </a:tr>
            </a:tbl>
          </a:graphicData>
        </a:graphic>
      </p:graphicFrame>
    </p:spTree>
    <p:extLst>
      <p:ext uri="{BB962C8B-B14F-4D97-AF65-F5344CB8AC3E}">
        <p14:creationId xmlns:p14="http://schemas.microsoft.com/office/powerpoint/2010/main" val="376150529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BA3F6C-DCC4-4ADE-EC6C-2F8C8DFA316F}"/>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1F02E11-EF3C-C676-5EDC-A77D297CA4D7}"/>
              </a:ext>
            </a:extLst>
          </p:cNvPr>
          <p:cNvSpPr>
            <a:spLocks noGrp="1"/>
          </p:cNvSpPr>
          <p:nvPr>
            <p:ph type="sldNum" sz="quarter" idx="4"/>
          </p:nvPr>
        </p:nvSpPr>
        <p:spPr/>
        <p:txBody>
          <a:bodyPr/>
          <a:lstStyle/>
          <a:p>
            <a:fld id="{4EA1E582-E1CC-4474-812F-1657BC5920B7}" type="slidenum">
              <a:rPr lang="ko-KR" altLang="en-US" smtClean="0"/>
              <a:t>56</a:t>
            </a:fld>
            <a:endParaRPr lang="ko-KR" altLang="en-US"/>
          </a:p>
        </p:txBody>
      </p:sp>
      <p:sp>
        <p:nvSpPr>
          <p:cNvPr id="5" name="Text Placeholder 4">
            <a:extLst>
              <a:ext uri="{FF2B5EF4-FFF2-40B4-BE49-F238E27FC236}">
                <a16:creationId xmlns:a16="http://schemas.microsoft.com/office/drawing/2014/main" id="{1F63C378-B3E3-459A-50AD-42478510DB43}"/>
              </a:ext>
            </a:extLst>
          </p:cNvPr>
          <p:cNvSpPr>
            <a:spLocks noGrp="1"/>
          </p:cNvSpPr>
          <p:nvPr>
            <p:ph type="body" sz="quarter" idx="11"/>
          </p:nvPr>
        </p:nvSpPr>
        <p:spPr/>
        <p:txBody>
          <a:bodyPr lIns="91440" tIns="45720" rIns="91440" bIns="45720" anchor="ctr" anchorCtr="0"/>
          <a:lstStyle/>
          <a:p>
            <a:r>
              <a:rPr lang="en-US">
                <a:latin typeface="KoPub돋움체 Bold"/>
                <a:ea typeface="KoPub돋움체 Bold"/>
              </a:rPr>
              <a:t>D4 – AI Specific</a:t>
            </a:r>
            <a:endParaRPr lang="en-US" b="0">
              <a:latin typeface="KoPub돋움체 Bold"/>
              <a:ea typeface="KoPub돋움체 Bold"/>
            </a:endParaRPr>
          </a:p>
        </p:txBody>
      </p:sp>
      <p:sp>
        <p:nvSpPr>
          <p:cNvPr id="7" name="제목 3">
            <a:extLst>
              <a:ext uri="{FF2B5EF4-FFF2-40B4-BE49-F238E27FC236}">
                <a16:creationId xmlns:a16="http://schemas.microsoft.com/office/drawing/2014/main" id="{7C0FA074-101B-D7E9-9621-8D79B5545D52}"/>
              </a:ext>
            </a:extLst>
          </p:cNvPr>
          <p:cNvSpPr txBox="1">
            <a:spLocks/>
          </p:cNvSpPr>
          <p:nvPr/>
        </p:nvSpPr>
        <p:spPr>
          <a:xfrm>
            <a:off x="286194" y="265704"/>
            <a:ext cx="10666268" cy="464670"/>
          </a:xfrm>
          <a:prstGeom prst="rect">
            <a:avLst/>
          </a:prstGeom>
        </p:spPr>
        <p:txBody>
          <a:bodyPr lIns="91440" tIns="45720" rIns="91440" bIns="45720" anchor="ctr" anchorCtr="0"/>
          <a:lstStyle>
            <a:lvl1pPr algn="l" rtl="0" eaLnBrk="1" fontAlgn="base" latinLnBrk="1" hangingPunct="1">
              <a:spcBef>
                <a:spcPct val="0"/>
              </a:spcBef>
              <a:spcAft>
                <a:spcPct val="0"/>
              </a:spcAft>
              <a:defRPr lang="ko-KR" altLang="en-US" sz="2400" b="1" kern="1200" baseline="0" dirty="0">
                <a:ln>
                  <a:solidFill>
                    <a:schemeClr val="accent1">
                      <a:alpha val="0"/>
                    </a:schemeClr>
                  </a:solidFill>
                </a:ln>
                <a:solidFill>
                  <a:srgbClr val="144772"/>
                </a:solidFill>
                <a:effectLst>
                  <a:glow rad="127000">
                    <a:schemeClr val="bg1"/>
                  </a:glow>
                  <a:outerShdw blurRad="38100" dist="38100" dir="2700000" algn="tl" rotWithShape="0">
                    <a:prstClr val="black">
                      <a:alpha val="40000"/>
                    </a:prstClr>
                  </a:outerShdw>
                </a:effectLst>
                <a:latin typeface="Pretendard Black" panose="02000A03000000020004" pitchFamily="50" charset="-127"/>
                <a:ea typeface="Pretendard Black" panose="02000A03000000020004" pitchFamily="50" charset="-127"/>
                <a:cs typeface="Pretendard Black" panose="02000A03000000020004" pitchFamily="50" charset="-127"/>
              </a:defRPr>
            </a:lvl1pPr>
            <a:lvl2pPr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2pPr>
            <a:lvl3pPr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3pPr>
            <a:lvl4pPr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4pPr>
            <a:lvl5pPr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5pPr>
            <a:lvl6pPr marL="457200"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6pPr>
            <a:lvl7pPr marL="914400"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7pPr>
            <a:lvl8pPr marL="1371600"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8pPr>
            <a:lvl9pPr marL="1828800"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9pPr>
          </a:lstStyle>
          <a:p>
            <a:r>
              <a:rPr lang="ko-KR">
                <a:ln>
                  <a:solidFill>
                    <a:srgbClr val="4F81BD">
                      <a:alpha val="0"/>
                    </a:srgbClr>
                  </a:solidFill>
                </a:ln>
                <a:effectLst>
                  <a:glow rad="127000">
                    <a:prstClr val="white"/>
                  </a:glow>
                  <a:outerShdw blurRad="38100" dist="38100" dir="2700000" algn="tl" rotWithShape="0">
                    <a:prstClr val="black">
                      <a:alpha val="40000"/>
                    </a:prstClr>
                  </a:outerShdw>
                </a:effectLst>
                <a:latin typeface="Arial"/>
                <a:ea typeface="Pretendard Black"/>
                <a:cs typeface="Arial"/>
              </a:rPr>
              <a:t>마크애니 (Alta)</a:t>
            </a:r>
            <a:endParaRPr lang="ko-KR" b="0">
              <a:ln>
                <a:solidFill>
                  <a:srgbClr val="4F81BD">
                    <a:alpha val="0"/>
                  </a:srgbClr>
                </a:solidFill>
              </a:ln>
              <a:solidFill>
                <a:srgbClr val="000000"/>
              </a:solidFill>
              <a:effectLst>
                <a:glow rad="127000">
                  <a:prstClr val="white"/>
                </a:glow>
                <a:outerShdw blurRad="38100" dist="38100" dir="2700000" algn="tl" rotWithShape="0">
                  <a:prstClr val="black">
                    <a:alpha val="40000"/>
                  </a:prstClr>
                </a:outerShdw>
              </a:effectLst>
              <a:latin typeface="Arial"/>
              <a:ea typeface="Pretendard Black"/>
              <a:cs typeface="Arial"/>
            </a:endParaRPr>
          </a:p>
        </p:txBody>
      </p:sp>
      <p:graphicFrame>
        <p:nvGraphicFramePr>
          <p:cNvPr id="3" name="Table 2">
            <a:extLst>
              <a:ext uri="{FF2B5EF4-FFF2-40B4-BE49-F238E27FC236}">
                <a16:creationId xmlns:a16="http://schemas.microsoft.com/office/drawing/2014/main" id="{42FA2F91-3263-DA4F-B04E-A842C4898115}"/>
              </a:ext>
            </a:extLst>
          </p:cNvPr>
          <p:cNvGraphicFramePr>
            <a:graphicFrameLocks noGrp="1"/>
          </p:cNvGraphicFramePr>
          <p:nvPr>
            <p:extLst>
              <p:ext uri="{D42A27DB-BD31-4B8C-83A1-F6EECF244321}">
                <p14:modId xmlns:p14="http://schemas.microsoft.com/office/powerpoint/2010/main" val="978012121"/>
              </p:ext>
            </p:extLst>
          </p:nvPr>
        </p:nvGraphicFramePr>
        <p:xfrm>
          <a:off x="518160" y="1402080"/>
          <a:ext cx="11187145" cy="4957445"/>
        </p:xfrm>
        <a:graphic>
          <a:graphicData uri="http://schemas.openxmlformats.org/drawingml/2006/table">
            <a:tbl>
              <a:tblPr firstRow="1" bandRow="1">
                <a:tableStyleId>{9D7B26C5-4107-4FEC-AEDC-1716B250A1EF}</a:tableStyleId>
              </a:tblPr>
              <a:tblGrid>
                <a:gridCol w="975564">
                  <a:extLst>
                    <a:ext uri="{9D8B030D-6E8A-4147-A177-3AD203B41FA5}">
                      <a16:colId xmlns:a16="http://schemas.microsoft.com/office/drawing/2014/main" val="3761190961"/>
                    </a:ext>
                  </a:extLst>
                </a:gridCol>
                <a:gridCol w="3869265">
                  <a:extLst>
                    <a:ext uri="{9D8B030D-6E8A-4147-A177-3AD203B41FA5}">
                      <a16:colId xmlns:a16="http://schemas.microsoft.com/office/drawing/2014/main" val="3009874471"/>
                    </a:ext>
                  </a:extLst>
                </a:gridCol>
                <a:gridCol w="1388533">
                  <a:extLst>
                    <a:ext uri="{9D8B030D-6E8A-4147-A177-3AD203B41FA5}">
                      <a16:colId xmlns:a16="http://schemas.microsoft.com/office/drawing/2014/main" val="316164474"/>
                    </a:ext>
                  </a:extLst>
                </a:gridCol>
                <a:gridCol w="4953783">
                  <a:extLst>
                    <a:ext uri="{9D8B030D-6E8A-4147-A177-3AD203B41FA5}">
                      <a16:colId xmlns:a16="http://schemas.microsoft.com/office/drawing/2014/main" val="1510347205"/>
                    </a:ext>
                  </a:extLst>
                </a:gridCol>
              </a:tblGrid>
              <a:tr h="370840">
                <a:tc>
                  <a:txBody>
                    <a:bodyPr/>
                    <a:lstStyle/>
                    <a:p>
                      <a:pPr algn="ctr"/>
                      <a:r>
                        <a:rPr lang="en-US" sz="1400">
                          <a:latin typeface="Arial"/>
                          <a:cs typeface="Arial"/>
                        </a:rPr>
                        <a:t>ID</a:t>
                      </a:r>
                    </a:p>
                  </a:txBody>
                  <a:tcPr>
                    <a:lnL w="12700">
                      <a:solidFill>
                        <a:schemeClr val="tx1"/>
                      </a:solidFill>
                    </a:lnL>
                    <a:lnR w="12700">
                      <a:solidFill>
                        <a:schemeClr val="tx1"/>
                      </a:solidFill>
                    </a:lnR>
                    <a:lnT w="12700">
                      <a:solidFill>
                        <a:schemeClr val="tx1"/>
                      </a:solidFill>
                    </a:lnT>
                    <a:lnB w="12700">
                      <a:solidFill>
                        <a:schemeClr val="tx1"/>
                      </a:solidFill>
                    </a:lnB>
                    <a:solidFill>
                      <a:schemeClr val="accent5">
                        <a:lumMod val="20000"/>
                        <a:lumOff val="80000"/>
                      </a:schemeClr>
                    </a:solidFill>
                  </a:tcPr>
                </a:tc>
                <a:tc>
                  <a:txBody>
                    <a:bodyPr/>
                    <a:lstStyle/>
                    <a:p>
                      <a:pPr algn="ctr"/>
                      <a:r>
                        <a:rPr lang="en-US" sz="1400">
                          <a:latin typeface="Arial"/>
                          <a:cs typeface="Arial"/>
                        </a:rPr>
                        <a:t>Capability</a:t>
                      </a:r>
                    </a:p>
                  </a:txBody>
                  <a:tcPr>
                    <a:lnL w="12700">
                      <a:solidFill>
                        <a:schemeClr val="tx1"/>
                      </a:solidFill>
                    </a:lnL>
                    <a:lnR w="12700">
                      <a:solidFill>
                        <a:schemeClr val="tx1"/>
                      </a:solidFill>
                    </a:lnR>
                    <a:lnT w="12700">
                      <a:solidFill>
                        <a:schemeClr val="tx1"/>
                      </a:solidFill>
                    </a:lnT>
                    <a:lnB w="12700">
                      <a:solidFill>
                        <a:schemeClr val="tx1"/>
                      </a:solidFill>
                    </a:lnB>
                    <a:solidFill>
                      <a:schemeClr val="accent5">
                        <a:lumMod val="20000"/>
                        <a:lumOff val="80000"/>
                      </a:schemeClr>
                    </a:solidFill>
                  </a:tcPr>
                </a:tc>
                <a:tc>
                  <a:txBody>
                    <a:bodyPr/>
                    <a:lstStyle/>
                    <a:p>
                      <a:pPr algn="ctr"/>
                      <a:r>
                        <a:rPr lang="en-US" sz="1400">
                          <a:latin typeface="Arial"/>
                          <a:cs typeface="Arial"/>
                        </a:rPr>
                        <a:t>Availability</a:t>
                      </a:r>
                    </a:p>
                  </a:txBody>
                  <a:tcPr>
                    <a:lnL w="12700">
                      <a:solidFill>
                        <a:schemeClr val="tx1"/>
                      </a:solidFill>
                    </a:lnL>
                    <a:lnR w="12700">
                      <a:solidFill>
                        <a:schemeClr val="tx1"/>
                      </a:solidFill>
                    </a:lnR>
                    <a:lnT w="12700">
                      <a:solidFill>
                        <a:schemeClr val="tx1"/>
                      </a:solidFill>
                    </a:lnT>
                    <a:lnB w="12700">
                      <a:solidFill>
                        <a:schemeClr val="tx1"/>
                      </a:solidFill>
                    </a:lnB>
                    <a:solidFill>
                      <a:schemeClr val="accent5">
                        <a:lumMod val="20000"/>
                        <a:lumOff val="80000"/>
                      </a:schemeClr>
                    </a:solidFill>
                  </a:tcPr>
                </a:tc>
                <a:tc>
                  <a:txBody>
                    <a:bodyPr/>
                    <a:lstStyle/>
                    <a:p>
                      <a:pPr algn="ctr"/>
                      <a:r>
                        <a:rPr lang="en-US" sz="1400">
                          <a:latin typeface="Arial"/>
                          <a:cs typeface="Arial"/>
                        </a:rPr>
                        <a:t>References</a:t>
                      </a:r>
                    </a:p>
                  </a:txBody>
                  <a:tcPr>
                    <a:lnL w="12700">
                      <a:solidFill>
                        <a:schemeClr val="tx1"/>
                      </a:solidFill>
                    </a:lnL>
                    <a:lnR w="12700">
                      <a:solidFill>
                        <a:schemeClr val="tx1"/>
                      </a:solidFill>
                    </a:lnR>
                    <a:lnT w="12700">
                      <a:solidFill>
                        <a:schemeClr val="tx1"/>
                      </a:solidFill>
                    </a:lnT>
                    <a:lnB w="12700">
                      <a:solidFill>
                        <a:schemeClr val="tx1"/>
                      </a:solidFill>
                    </a:lnB>
                    <a:solidFill>
                      <a:schemeClr val="accent5">
                        <a:lumMod val="20000"/>
                        <a:lumOff val="80000"/>
                      </a:schemeClr>
                    </a:solidFill>
                  </a:tcPr>
                </a:tc>
                <a:extLst>
                  <a:ext uri="{0D108BD9-81ED-4DB2-BD59-A6C34878D82A}">
                    <a16:rowId xmlns:a16="http://schemas.microsoft.com/office/drawing/2014/main" val="1080965025"/>
                  </a:ext>
                </a:extLst>
              </a:tr>
              <a:tr h="370840">
                <a:tc>
                  <a:txBody>
                    <a:bodyPr/>
                    <a:lstStyle/>
                    <a:p>
                      <a:r>
                        <a:rPr lang="en-US" sz="1400">
                          <a:latin typeface="Arial"/>
                          <a:cs typeface="Arial"/>
                        </a:rPr>
                        <a:t>D4-01</a:t>
                      </a:r>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lvl="0" algn="l">
                        <a:lnSpc>
                          <a:spcPct val="100000"/>
                        </a:lnSpc>
                        <a:spcBef>
                          <a:spcPts val="0"/>
                        </a:spcBef>
                        <a:spcAft>
                          <a:spcPts val="0"/>
                        </a:spcAft>
                        <a:buNone/>
                      </a:pPr>
                      <a:r>
                        <a:rPr lang="en-US" sz="1400" b="0" i="0" u="none" strike="noStrike" noProof="0">
                          <a:effectLst/>
                          <a:latin typeface="Arial"/>
                          <a:cs typeface="Arial"/>
                        </a:rPr>
                        <a:t>Typed-prompt text inspection </a:t>
                      </a:r>
                      <a:endParaRPr lang="en-US" sz="1400">
                        <a:latin typeface="Arial"/>
                        <a:cs typeface="Arial"/>
                      </a:endParaRPr>
                    </a:p>
                  </a:txBody>
                  <a:tcPr marL="0" marR="0" marT="0" marB="0" anchor="ctr">
                    <a:lnL w="12700">
                      <a:solidFill>
                        <a:schemeClr val="tx1"/>
                      </a:solidFill>
                    </a:lnL>
                    <a:lnR w="12700" cap="flat" cmpd="sng" algn="ctr">
                      <a:solidFill>
                        <a:schemeClr val="tx1"/>
                      </a:solidFill>
                      <a:prstDash val="solid"/>
                      <a:round/>
                      <a:headEnd type="none" w="med" len="med"/>
                      <a:tailEnd type="none" w="med" len="med"/>
                    </a:lnR>
                    <a:lnT w="12700">
                      <a:solidFill>
                        <a:schemeClr val="tx1"/>
                      </a:solidFill>
                    </a:lnT>
                    <a:lnB w="12700">
                      <a:solidFill>
                        <a:schemeClr val="tx1"/>
                      </a:solidFill>
                    </a:lnB>
                    <a:solidFill>
                      <a:schemeClr val="bg1"/>
                    </a:solidFill>
                  </a:tcPr>
                </a:tc>
                <a:tc>
                  <a:txBody>
                    <a:bodyPr/>
                    <a:lstStyle/>
                    <a:p>
                      <a:pPr lvl="0" algn="ctr">
                        <a:lnSpc>
                          <a:spcPct val="100000"/>
                        </a:lnSpc>
                        <a:spcBef>
                          <a:spcPts val="0"/>
                        </a:spcBef>
                        <a:spcAft>
                          <a:spcPts val="0"/>
                        </a:spcAft>
                        <a:buNone/>
                      </a:pPr>
                      <a:r>
                        <a:rPr lang="en-US" sz="1200" b="0" i="0" u="none" strike="noStrike" noProof="0">
                          <a:solidFill>
                            <a:srgbClr val="000000"/>
                          </a:solidFill>
                          <a:latin typeface="Malgun Gothic"/>
                          <a:ea typeface="Malgun Gothic"/>
                          <a:cs typeface="Arial"/>
                        </a:rPr>
                        <a:t>●</a:t>
                      </a:r>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lvl="0">
                        <a:buNone/>
                      </a:pPr>
                      <a:r>
                        <a:rPr lang="en-US" sz="1400" b="0" i="0" u="none" strike="noStrike" noProof="0"/>
                        <a:t>Keystroke + clipboard capture in browser, analysed in real time [1], [2].</a:t>
                      </a:r>
                      <a:endParaRPr lang="en-US"/>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extLst>
                  <a:ext uri="{0D108BD9-81ED-4DB2-BD59-A6C34878D82A}">
                    <a16:rowId xmlns:a16="http://schemas.microsoft.com/office/drawing/2014/main" val="2715742840"/>
                  </a:ext>
                </a:extLst>
              </a:tr>
              <a:tr h="370840">
                <a:tc>
                  <a:txBody>
                    <a:bodyPr/>
                    <a:lstStyle/>
                    <a:p>
                      <a:pPr lvl="0" algn="l">
                        <a:lnSpc>
                          <a:spcPct val="100000"/>
                        </a:lnSpc>
                        <a:spcBef>
                          <a:spcPts val="0"/>
                        </a:spcBef>
                        <a:spcAft>
                          <a:spcPts val="0"/>
                        </a:spcAft>
                        <a:buNone/>
                      </a:pPr>
                      <a:r>
                        <a:rPr lang="en-US" sz="1400" b="0" i="0" u="none" strike="noStrike" noProof="0">
                          <a:solidFill>
                            <a:srgbClr val="000000"/>
                          </a:solidFill>
                          <a:latin typeface="Arial"/>
                          <a:cs typeface="Arial"/>
                        </a:rPr>
                        <a:t>D4-02</a:t>
                      </a:r>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lvl="0" algn="l">
                        <a:lnSpc>
                          <a:spcPct val="100000"/>
                        </a:lnSpc>
                        <a:spcBef>
                          <a:spcPts val="0"/>
                        </a:spcBef>
                        <a:spcAft>
                          <a:spcPts val="0"/>
                        </a:spcAft>
                        <a:buNone/>
                      </a:pPr>
                      <a:r>
                        <a:rPr lang="en-US" sz="1400" b="0" i="0" u="none" strike="noStrike" noProof="0">
                          <a:effectLst/>
                          <a:latin typeface="Arial"/>
                          <a:cs typeface="Arial"/>
                        </a:rPr>
                        <a:t>Attachment / image inspection on AI upload </a:t>
                      </a:r>
                      <a:endParaRPr lang="en-US" sz="1400">
                        <a:latin typeface="Arial"/>
                        <a:cs typeface="Arial"/>
                      </a:endParaRPr>
                    </a:p>
                  </a:txBody>
                  <a:tcPr marL="0" marR="0" marT="0" marB="0" anchor="ctr">
                    <a:lnL w="12700">
                      <a:solidFill>
                        <a:schemeClr val="tx1"/>
                      </a:solidFill>
                    </a:lnL>
                    <a:lnR w="12700" cap="flat" cmpd="sng" algn="ctr">
                      <a:solidFill>
                        <a:schemeClr val="tx1"/>
                      </a:solidFill>
                      <a:prstDash val="solid"/>
                      <a:round/>
                      <a:headEnd type="none" w="med" len="med"/>
                      <a:tailEnd type="none" w="med" len="med"/>
                    </a:lnR>
                    <a:lnT w="12700">
                      <a:solidFill>
                        <a:schemeClr val="tx1"/>
                      </a:solidFill>
                    </a:lnT>
                    <a:lnB w="12700">
                      <a:solidFill>
                        <a:schemeClr val="tx1"/>
                      </a:solidFill>
                    </a:lnB>
                    <a:solidFill>
                      <a:schemeClr val="bg1"/>
                    </a:solidFill>
                  </a:tcPr>
                </a:tc>
                <a:tc>
                  <a:txBody>
                    <a:bodyPr/>
                    <a:lstStyle/>
                    <a:p>
                      <a:pPr lvl="0" algn="ctr">
                        <a:lnSpc>
                          <a:spcPct val="100000"/>
                        </a:lnSpc>
                        <a:spcBef>
                          <a:spcPts val="0"/>
                        </a:spcBef>
                        <a:spcAft>
                          <a:spcPts val="0"/>
                        </a:spcAft>
                        <a:buNone/>
                      </a:pPr>
                      <a:r>
                        <a:rPr lang="en-US" sz="1200" b="0" i="0" u="none" strike="noStrike" noProof="0">
                          <a:solidFill>
                            <a:srgbClr val="000000"/>
                          </a:solidFill>
                          <a:latin typeface="Malgun Gothic"/>
                          <a:ea typeface="Malgun Gothic"/>
                          <a:cs typeface="Arial"/>
                        </a:rPr>
                        <a:t>◐</a:t>
                      </a:r>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lvl="0">
                        <a:buNone/>
                      </a:pPr>
                      <a:r>
                        <a:rPr lang="en-US" sz="1400" b="0" i="0" u="none" strike="noStrike" noProof="0"/>
                        <a:t>File attachment can be blocked by policy; content inspection of attachments not documented [2].</a:t>
                      </a:r>
                      <a:endParaRPr lang="en-US"/>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extLst>
                  <a:ext uri="{0D108BD9-81ED-4DB2-BD59-A6C34878D82A}">
                    <a16:rowId xmlns:a16="http://schemas.microsoft.com/office/drawing/2014/main" val="2181622584"/>
                  </a:ext>
                </a:extLst>
              </a:tr>
              <a:tr h="370840">
                <a:tc>
                  <a:txBody>
                    <a:bodyPr/>
                    <a:lstStyle/>
                    <a:p>
                      <a:pPr lvl="0" algn="l">
                        <a:lnSpc>
                          <a:spcPct val="100000"/>
                        </a:lnSpc>
                        <a:spcBef>
                          <a:spcPts val="0"/>
                        </a:spcBef>
                        <a:spcAft>
                          <a:spcPts val="0"/>
                        </a:spcAft>
                        <a:buNone/>
                      </a:pPr>
                      <a:r>
                        <a:rPr lang="en-US" sz="1400" b="0" i="0" u="none" strike="noStrike" noProof="0">
                          <a:solidFill>
                            <a:srgbClr val="000000"/>
                          </a:solidFill>
                          <a:latin typeface="Arial"/>
                          <a:cs typeface="Arial"/>
                        </a:rPr>
                        <a:t>D4-03</a:t>
                      </a:r>
                      <a:endParaRPr lang="en-US" sz="1400">
                        <a:latin typeface="Arial"/>
                        <a:cs typeface="Arial"/>
                      </a:endParaRPr>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lvl="0" algn="l">
                        <a:lnSpc>
                          <a:spcPct val="100000"/>
                        </a:lnSpc>
                        <a:spcBef>
                          <a:spcPts val="0"/>
                        </a:spcBef>
                        <a:spcAft>
                          <a:spcPts val="0"/>
                        </a:spcAft>
                        <a:buNone/>
                      </a:pPr>
                      <a:r>
                        <a:rPr lang="en-US" sz="1400" b="0" i="0" u="none" strike="noStrike" noProof="0">
                          <a:effectLst/>
                          <a:latin typeface="Arial"/>
                          <a:cs typeface="Arial"/>
                        </a:rPr>
                        <a:t>Response-side inspection &amp; filtering</a:t>
                      </a:r>
                      <a:endParaRPr lang="en-US" sz="1400">
                        <a:latin typeface="Arial"/>
                        <a:cs typeface="Arial"/>
                      </a:endParaRPr>
                    </a:p>
                  </a:txBody>
                  <a:tcPr marL="0" marR="0" marT="0" marB="0" anchor="ctr">
                    <a:lnL w="12700">
                      <a:solidFill>
                        <a:schemeClr val="tx1"/>
                      </a:solidFill>
                    </a:lnL>
                    <a:lnR w="12700" cap="flat" cmpd="sng" algn="ctr">
                      <a:solidFill>
                        <a:schemeClr val="tx1"/>
                      </a:solidFill>
                      <a:prstDash val="solid"/>
                      <a:round/>
                      <a:headEnd type="none" w="med" len="med"/>
                      <a:tailEnd type="none" w="med" len="med"/>
                    </a:lnR>
                    <a:lnT w="12700">
                      <a:solidFill>
                        <a:schemeClr val="tx1"/>
                      </a:solidFill>
                    </a:lnT>
                    <a:lnB w="12700">
                      <a:solidFill>
                        <a:schemeClr val="tx1"/>
                      </a:solidFill>
                    </a:lnB>
                    <a:solidFill>
                      <a:schemeClr val="bg1"/>
                    </a:solidFill>
                  </a:tcPr>
                </a:tc>
                <a:tc>
                  <a:txBody>
                    <a:bodyPr/>
                    <a:lstStyle/>
                    <a:p>
                      <a:endParaRPr lang="en-US" sz="1400">
                        <a:latin typeface="Arial"/>
                        <a:cs typeface="Arial"/>
                      </a:endParaRPr>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endParaRPr lang="en-US" sz="1400">
                        <a:latin typeface="Arial"/>
                        <a:cs typeface="Arial"/>
                      </a:endParaRPr>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extLst>
                  <a:ext uri="{0D108BD9-81ED-4DB2-BD59-A6C34878D82A}">
                    <a16:rowId xmlns:a16="http://schemas.microsoft.com/office/drawing/2014/main" val="903757581"/>
                  </a:ext>
                </a:extLst>
              </a:tr>
              <a:tr h="370840">
                <a:tc>
                  <a:txBody>
                    <a:bodyPr/>
                    <a:lstStyle/>
                    <a:p>
                      <a:pPr lvl="0" algn="l">
                        <a:lnSpc>
                          <a:spcPct val="100000"/>
                        </a:lnSpc>
                        <a:spcBef>
                          <a:spcPts val="0"/>
                        </a:spcBef>
                        <a:spcAft>
                          <a:spcPts val="0"/>
                        </a:spcAft>
                        <a:buNone/>
                      </a:pPr>
                      <a:r>
                        <a:rPr lang="en-US" sz="1400" b="0" i="0" u="none" strike="noStrike" noProof="0">
                          <a:solidFill>
                            <a:srgbClr val="000000"/>
                          </a:solidFill>
                          <a:latin typeface="Arial"/>
                          <a:cs typeface="Arial"/>
                        </a:rPr>
                        <a:t>D4-04</a:t>
                      </a:r>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lvl="0" algn="l">
                        <a:lnSpc>
                          <a:spcPct val="100000"/>
                        </a:lnSpc>
                        <a:spcBef>
                          <a:spcPts val="0"/>
                        </a:spcBef>
                        <a:spcAft>
                          <a:spcPts val="0"/>
                        </a:spcAft>
                        <a:buNone/>
                      </a:pPr>
                      <a:r>
                        <a:rPr lang="en-US" sz="1400" b="0" i="0" u="none" strike="noStrike" noProof="0">
                          <a:effectLst/>
                          <a:latin typeface="Arial"/>
                          <a:cs typeface="Arial"/>
                        </a:rPr>
                        <a:t>Prompt injection / jailbreak detection </a:t>
                      </a:r>
                      <a:endParaRPr lang="en-US" sz="1400">
                        <a:latin typeface="Arial"/>
                        <a:cs typeface="Arial"/>
                      </a:endParaRPr>
                    </a:p>
                  </a:txBody>
                  <a:tcPr marL="0" marR="0" marT="0" marB="0" anchor="ctr">
                    <a:lnL w="12700">
                      <a:solidFill>
                        <a:schemeClr val="tx1"/>
                      </a:solidFill>
                    </a:lnL>
                    <a:lnR w="12700" cap="flat" cmpd="sng" algn="ctr">
                      <a:solidFill>
                        <a:schemeClr val="tx1"/>
                      </a:solidFill>
                      <a:prstDash val="solid"/>
                      <a:round/>
                      <a:headEnd type="none" w="med" len="med"/>
                      <a:tailEnd type="none" w="med" len="med"/>
                    </a:lnR>
                    <a:lnT w="12700">
                      <a:solidFill>
                        <a:schemeClr val="tx1"/>
                      </a:solidFill>
                    </a:lnT>
                    <a:lnB w="12700">
                      <a:solidFill>
                        <a:schemeClr val="tx1"/>
                      </a:solidFill>
                    </a:lnB>
                    <a:solidFill>
                      <a:schemeClr val="bg1"/>
                    </a:solidFill>
                  </a:tcPr>
                </a:tc>
                <a:tc>
                  <a:txBody>
                    <a:bodyPr/>
                    <a:lstStyle/>
                    <a:p>
                      <a:endParaRPr lang="en-US" sz="1400">
                        <a:latin typeface="Arial"/>
                        <a:cs typeface="Arial"/>
                      </a:endParaRPr>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endParaRPr lang="en-US" sz="1400">
                        <a:latin typeface="Arial"/>
                        <a:cs typeface="Arial"/>
                      </a:endParaRPr>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extLst>
                  <a:ext uri="{0D108BD9-81ED-4DB2-BD59-A6C34878D82A}">
                    <a16:rowId xmlns:a16="http://schemas.microsoft.com/office/drawing/2014/main" val="2970567322"/>
                  </a:ext>
                </a:extLst>
              </a:tr>
              <a:tr h="370840">
                <a:tc>
                  <a:txBody>
                    <a:bodyPr/>
                    <a:lstStyle/>
                    <a:p>
                      <a:pPr lvl="0" algn="l">
                        <a:lnSpc>
                          <a:spcPct val="100000"/>
                        </a:lnSpc>
                        <a:spcBef>
                          <a:spcPts val="0"/>
                        </a:spcBef>
                        <a:spcAft>
                          <a:spcPts val="0"/>
                        </a:spcAft>
                        <a:buNone/>
                      </a:pPr>
                      <a:r>
                        <a:rPr lang="en-US" sz="1400" b="0" i="0" u="none" strike="noStrike" noProof="0">
                          <a:solidFill>
                            <a:srgbClr val="000000"/>
                          </a:solidFill>
                          <a:latin typeface="Arial"/>
                          <a:cs typeface="Arial"/>
                        </a:rPr>
                        <a:t>D4-05</a:t>
                      </a:r>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lvl="0" algn="l">
                        <a:lnSpc>
                          <a:spcPct val="100000"/>
                        </a:lnSpc>
                        <a:spcBef>
                          <a:spcPts val="0"/>
                        </a:spcBef>
                        <a:spcAft>
                          <a:spcPts val="0"/>
                        </a:spcAft>
                        <a:buNone/>
                      </a:pPr>
                      <a:r>
                        <a:rPr lang="en-US" sz="1400" b="0" i="0" u="none" strike="noStrike" noProof="0">
                          <a:effectLst/>
                          <a:latin typeface="Arial"/>
                          <a:cs typeface="Arial"/>
                        </a:rPr>
                        <a:t>AI agent action control </a:t>
                      </a:r>
                      <a:endParaRPr lang="en-US" sz="1400">
                        <a:latin typeface="Arial"/>
                        <a:cs typeface="Arial"/>
                      </a:endParaRPr>
                    </a:p>
                  </a:txBody>
                  <a:tcPr marL="0" marR="0" marT="0" marB="0" anchor="ctr">
                    <a:lnL w="12700">
                      <a:solidFill>
                        <a:schemeClr val="tx1"/>
                      </a:solidFill>
                    </a:lnL>
                    <a:lnR w="12700" cap="flat" cmpd="sng" algn="ctr">
                      <a:solidFill>
                        <a:schemeClr val="tx1"/>
                      </a:solidFill>
                      <a:prstDash val="solid"/>
                      <a:round/>
                      <a:headEnd type="none" w="med" len="med"/>
                      <a:tailEnd type="none" w="med" len="med"/>
                    </a:lnR>
                    <a:lnT w="12700">
                      <a:solidFill>
                        <a:schemeClr val="tx1"/>
                      </a:solidFill>
                    </a:lnT>
                    <a:lnB w="12700">
                      <a:solidFill>
                        <a:schemeClr val="tx1"/>
                      </a:solidFill>
                    </a:lnB>
                    <a:solidFill>
                      <a:schemeClr val="bg1"/>
                    </a:solidFill>
                  </a:tcPr>
                </a:tc>
                <a:tc>
                  <a:txBody>
                    <a:bodyPr/>
                    <a:lstStyle/>
                    <a:p>
                      <a:endParaRPr lang="en-US" sz="1400">
                        <a:latin typeface="Arial"/>
                        <a:cs typeface="Arial"/>
                      </a:endParaRPr>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endParaRPr lang="en-US" sz="1400">
                        <a:latin typeface="Arial"/>
                        <a:cs typeface="Arial"/>
                      </a:endParaRPr>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extLst>
                  <a:ext uri="{0D108BD9-81ED-4DB2-BD59-A6C34878D82A}">
                    <a16:rowId xmlns:a16="http://schemas.microsoft.com/office/drawing/2014/main" val="3874896899"/>
                  </a:ext>
                </a:extLst>
              </a:tr>
              <a:tr h="370840">
                <a:tc>
                  <a:txBody>
                    <a:bodyPr/>
                    <a:lstStyle/>
                    <a:p>
                      <a:pPr lvl="0" algn="l">
                        <a:lnSpc>
                          <a:spcPct val="100000"/>
                        </a:lnSpc>
                        <a:spcBef>
                          <a:spcPts val="0"/>
                        </a:spcBef>
                        <a:spcAft>
                          <a:spcPts val="0"/>
                        </a:spcAft>
                        <a:buNone/>
                      </a:pPr>
                      <a:r>
                        <a:rPr lang="en-US" sz="1400" b="0" i="0" u="none" strike="noStrike" noProof="0">
                          <a:solidFill>
                            <a:srgbClr val="000000"/>
                          </a:solidFill>
                          <a:latin typeface="Arial"/>
                          <a:cs typeface="Arial"/>
                        </a:rPr>
                        <a:t>D4-06</a:t>
                      </a:r>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lvl="0" algn="l">
                        <a:lnSpc>
                          <a:spcPct val="100000"/>
                        </a:lnSpc>
                        <a:spcBef>
                          <a:spcPts val="0"/>
                        </a:spcBef>
                        <a:spcAft>
                          <a:spcPts val="0"/>
                        </a:spcAft>
                        <a:buNone/>
                      </a:pPr>
                      <a:r>
                        <a:rPr lang="en-US" sz="1400" b="0" i="0" u="none" strike="noStrike" noProof="0">
                          <a:effectLst/>
                          <a:latin typeface="Arial"/>
                          <a:cs typeface="Arial"/>
                        </a:rPr>
                        <a:t>Enforcement off corporate network</a:t>
                      </a:r>
                      <a:endParaRPr lang="en-US" sz="1400">
                        <a:latin typeface="Arial"/>
                        <a:cs typeface="Arial"/>
                      </a:endParaRPr>
                    </a:p>
                  </a:txBody>
                  <a:tcPr marL="0" marR="0" marT="0" marB="0" anchor="ctr">
                    <a:lnL w="12700">
                      <a:solidFill>
                        <a:schemeClr val="tx1"/>
                      </a:solidFill>
                    </a:lnL>
                    <a:lnR w="12700" cap="flat" cmpd="sng" algn="ctr">
                      <a:solidFill>
                        <a:schemeClr val="tx1"/>
                      </a:solidFill>
                      <a:prstDash val="solid"/>
                      <a:round/>
                      <a:headEnd type="none" w="med" len="med"/>
                      <a:tailEnd type="none" w="med" len="med"/>
                    </a:lnR>
                    <a:lnT w="12700">
                      <a:solidFill>
                        <a:schemeClr val="tx1"/>
                      </a:solidFill>
                    </a:lnT>
                    <a:lnB w="12700">
                      <a:solidFill>
                        <a:schemeClr val="tx1"/>
                      </a:solidFill>
                    </a:lnB>
                    <a:solidFill>
                      <a:schemeClr val="bg1"/>
                    </a:solidFill>
                  </a:tcPr>
                </a:tc>
                <a:tc>
                  <a:txBody>
                    <a:bodyPr/>
                    <a:lstStyle/>
                    <a:p>
                      <a:pPr lvl="0" algn="ctr">
                        <a:lnSpc>
                          <a:spcPct val="100000"/>
                        </a:lnSpc>
                        <a:spcBef>
                          <a:spcPts val="0"/>
                        </a:spcBef>
                        <a:spcAft>
                          <a:spcPts val="0"/>
                        </a:spcAft>
                        <a:buNone/>
                      </a:pPr>
                      <a:r>
                        <a:rPr lang="en-US" sz="1200" b="0" i="0" u="none" strike="noStrike" noProof="0">
                          <a:solidFill>
                            <a:srgbClr val="000000"/>
                          </a:solidFill>
                          <a:latin typeface="Malgun Gothic"/>
                          <a:ea typeface="Malgun Gothic"/>
                          <a:cs typeface="Arial"/>
                        </a:rPr>
                        <a:t>●</a:t>
                      </a:r>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lvl="0">
                        <a:buNone/>
                      </a:pPr>
                      <a:r>
                        <a:rPr lang="en-US" sz="1400" b="0" i="0" u="none" strike="noStrike" noProof="0"/>
                        <a:t>Decision made on the endpoint: same policy at home without VPN, offline and in separated networks [1], [2].</a:t>
                      </a:r>
                      <a:endParaRPr lang="en-US"/>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extLst>
                  <a:ext uri="{0D108BD9-81ED-4DB2-BD59-A6C34878D82A}">
                    <a16:rowId xmlns:a16="http://schemas.microsoft.com/office/drawing/2014/main" val="463752911"/>
                  </a:ext>
                </a:extLst>
              </a:tr>
              <a:tr h="365125">
                <a:tc>
                  <a:txBody>
                    <a:bodyPr/>
                    <a:lstStyle/>
                    <a:p>
                      <a:pPr lvl="0" algn="l">
                        <a:lnSpc>
                          <a:spcPct val="100000"/>
                        </a:lnSpc>
                        <a:spcBef>
                          <a:spcPts val="0"/>
                        </a:spcBef>
                        <a:spcAft>
                          <a:spcPts val="0"/>
                        </a:spcAft>
                        <a:buNone/>
                      </a:pPr>
                      <a:r>
                        <a:rPr lang="en-US" sz="1400" b="0" i="0" u="none" strike="noStrike" noProof="0">
                          <a:solidFill>
                            <a:srgbClr val="000000"/>
                          </a:solidFill>
                          <a:latin typeface="Arial"/>
                          <a:cs typeface="Arial"/>
                        </a:rPr>
                        <a:t>D4-07</a:t>
                      </a:r>
                    </a:p>
                  </a:txBody>
                  <a:tcP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solidFill>
                      <a:schemeClr val="bg1"/>
                    </a:solidFill>
                  </a:tcPr>
                </a:tc>
                <a:tc>
                  <a:txBody>
                    <a:bodyPr/>
                    <a:lstStyle/>
                    <a:p>
                      <a:pPr lvl="0" algn="l">
                        <a:lnSpc>
                          <a:spcPct val="100000"/>
                        </a:lnSpc>
                        <a:spcBef>
                          <a:spcPts val="0"/>
                        </a:spcBef>
                        <a:spcAft>
                          <a:spcPts val="0"/>
                        </a:spcAft>
                        <a:buNone/>
                      </a:pPr>
                      <a:r>
                        <a:rPr lang="en-US" sz="1400" b="0" i="0" u="none" strike="noStrike" noProof="0">
                          <a:effectLst/>
                          <a:latin typeface="Arial"/>
                          <a:cs typeface="Arial"/>
                        </a:rPr>
                        <a:t>AI service coverage breadth </a:t>
                      </a:r>
                      <a:endParaRPr lang="en-US" sz="1400">
                        <a:latin typeface="Arial"/>
                        <a:cs typeface="Arial"/>
                      </a:endParaRPr>
                    </a:p>
                  </a:txBody>
                  <a:tcPr marL="0" marR="0" marT="0" marB="0" anchor="ctr">
                    <a:lnL w="12700">
                      <a:solidFill>
                        <a:schemeClr val="tx1"/>
                      </a:solidFill>
                    </a:lnL>
                    <a:lnR w="12700" cap="flat" cmpd="sng" algn="ctr">
                      <a:solidFill>
                        <a:schemeClr val="tx1"/>
                      </a:solidFill>
                      <a:prstDash val="solid"/>
                      <a:round/>
                      <a:headEnd type="none" w="med" len="med"/>
                      <a:tailEnd type="none" w="med" len="med"/>
                    </a:lnR>
                    <a:lnT w="12700">
                      <a:solidFill>
                        <a:schemeClr val="tx1"/>
                      </a:solidFill>
                    </a:lnT>
                    <a:lnB w="12700">
                      <a:solidFill>
                        <a:schemeClr val="tx1"/>
                      </a:solidFill>
                    </a:lnB>
                    <a:solidFill>
                      <a:schemeClr val="bg1"/>
                    </a:solidFill>
                  </a:tcPr>
                </a:tc>
                <a:tc>
                  <a:txBody>
                    <a:bodyPr/>
                    <a:lstStyle/>
                    <a:p>
                      <a:pPr lvl="0" algn="ctr">
                        <a:lnSpc>
                          <a:spcPct val="100000"/>
                        </a:lnSpc>
                        <a:spcBef>
                          <a:spcPts val="0"/>
                        </a:spcBef>
                        <a:spcAft>
                          <a:spcPts val="0"/>
                        </a:spcAft>
                        <a:buNone/>
                      </a:pPr>
                      <a:r>
                        <a:rPr lang="en-US" sz="1200" b="0" i="0" u="none" strike="noStrike" noProof="0">
                          <a:solidFill>
                            <a:srgbClr val="000000"/>
                          </a:solidFill>
                          <a:latin typeface="Malgun Gothic"/>
                          <a:ea typeface="Malgun Gothic"/>
                          <a:cs typeface="Arial"/>
                        </a:rPr>
                        <a:t>◐</a:t>
                      </a:r>
                    </a:p>
                  </a:txBody>
                  <a:tcP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solidFill>
                      <a:schemeClr val="bg1"/>
                    </a:solidFill>
                  </a:tcPr>
                </a:tc>
                <a:tc>
                  <a:txBody>
                    <a:bodyPr/>
                    <a:lstStyle/>
                    <a:p>
                      <a:pPr lvl="0">
                        <a:buNone/>
                      </a:pPr>
                      <a:r>
                        <a:rPr lang="en-US" sz="1400" b="0" i="0" u="none" strike="noStrike" noProof="0"/>
                        <a:t>Named: ChatGPT, Gemini, Copilot, Claude [2].</a:t>
                      </a:r>
                      <a:endParaRPr lang="en-US"/>
                    </a:p>
                  </a:txBody>
                  <a:tcP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38253598"/>
                  </a:ext>
                </a:extLst>
              </a:tr>
              <a:tr h="365125">
                <a:tc>
                  <a:txBody>
                    <a:bodyPr/>
                    <a:lstStyle/>
                    <a:p>
                      <a:pPr lvl="0" algn="l">
                        <a:lnSpc>
                          <a:spcPct val="100000"/>
                        </a:lnSpc>
                        <a:spcBef>
                          <a:spcPts val="0"/>
                        </a:spcBef>
                        <a:spcAft>
                          <a:spcPts val="0"/>
                        </a:spcAft>
                        <a:buNone/>
                      </a:pPr>
                      <a:r>
                        <a:rPr lang="en-US" sz="1400" b="0" i="0" u="none" strike="noStrike" noProof="0">
                          <a:solidFill>
                            <a:srgbClr val="000000"/>
                          </a:solidFill>
                          <a:latin typeface="Arial"/>
                          <a:cs typeface="Arial"/>
                        </a:rPr>
                        <a:t>D4-08</a:t>
                      </a:r>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lvl="0" algn="l">
                        <a:lnSpc>
                          <a:spcPct val="100000"/>
                        </a:lnSpc>
                        <a:spcBef>
                          <a:spcPts val="0"/>
                        </a:spcBef>
                        <a:spcAft>
                          <a:spcPts val="0"/>
                        </a:spcAft>
                        <a:buNone/>
                      </a:pPr>
                      <a:r>
                        <a:rPr lang="en-US" sz="1400" b="0" i="0" u="none" strike="noStrike" noProof="0">
                          <a:effectLst/>
                          <a:latin typeface="Arial"/>
                          <a:cs typeface="Arial"/>
                        </a:rPr>
                        <a:t>Shadow-AI discovery &amp; access control </a:t>
                      </a:r>
                      <a:endParaRPr lang="en-US" sz="1400">
                        <a:latin typeface="Arial"/>
                        <a:cs typeface="Arial"/>
                      </a:endParaRPr>
                    </a:p>
                  </a:txBody>
                  <a:tcPr marL="0" marR="0" marT="0" marB="0" anchor="ctr">
                    <a:lnL w="12700">
                      <a:solidFill>
                        <a:schemeClr val="tx1"/>
                      </a:solidFill>
                    </a:lnL>
                    <a:lnR w="12700" cap="flat" cmpd="sng" algn="ctr">
                      <a:solidFill>
                        <a:schemeClr val="tx1"/>
                      </a:solidFill>
                      <a:prstDash val="solid"/>
                      <a:round/>
                      <a:headEnd type="none" w="med" len="med"/>
                      <a:tailEnd type="none" w="med" len="med"/>
                    </a:lnR>
                    <a:lnT w="12700">
                      <a:solidFill>
                        <a:schemeClr val="tx1"/>
                      </a:solidFill>
                    </a:lnT>
                    <a:lnB w="12700">
                      <a:solidFill>
                        <a:schemeClr val="tx1"/>
                      </a:solidFill>
                    </a:lnB>
                    <a:solidFill>
                      <a:schemeClr val="bg1"/>
                    </a:solidFill>
                  </a:tcPr>
                </a:tc>
                <a:tc>
                  <a:txBody>
                    <a:bodyPr/>
                    <a:lstStyle/>
                    <a:p>
                      <a:pPr lvl="0" algn="ctr">
                        <a:lnSpc>
                          <a:spcPct val="100000"/>
                        </a:lnSpc>
                        <a:spcBef>
                          <a:spcPts val="0"/>
                        </a:spcBef>
                        <a:spcAft>
                          <a:spcPts val="0"/>
                        </a:spcAft>
                        <a:buNone/>
                      </a:pPr>
                      <a:r>
                        <a:rPr lang="en-US" sz="1200" b="0" i="0" u="none" strike="noStrike" noProof="0">
                          <a:solidFill>
                            <a:srgbClr val="000000"/>
                          </a:solidFill>
                          <a:latin typeface="Malgun Gothic"/>
                          <a:ea typeface="Malgun Gothic"/>
                          <a:cs typeface="Arial"/>
                        </a:rPr>
                        <a:t>◐</a:t>
                      </a:r>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lvl="0">
                        <a:buNone/>
                      </a:pPr>
                      <a:r>
                        <a:rPr lang="en-US" sz="1400" b="0" i="0" u="none" strike="noStrike" noProof="0"/>
                        <a:t>Unapproved AI can be blocked via URL blacklist / app-execution blocking; discovery not documented [1], [3].</a:t>
                      </a:r>
                      <a:endParaRPr lang="en-US"/>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extLst>
                  <a:ext uri="{0D108BD9-81ED-4DB2-BD59-A6C34878D82A}">
                    <a16:rowId xmlns:a16="http://schemas.microsoft.com/office/drawing/2014/main" val="2034492820"/>
                  </a:ext>
                </a:extLst>
              </a:tr>
              <a:tr h="365125">
                <a:tc>
                  <a:txBody>
                    <a:bodyPr/>
                    <a:lstStyle/>
                    <a:p>
                      <a:pPr lvl="0" algn="l">
                        <a:lnSpc>
                          <a:spcPct val="100000"/>
                        </a:lnSpc>
                        <a:spcBef>
                          <a:spcPts val="0"/>
                        </a:spcBef>
                        <a:spcAft>
                          <a:spcPts val="0"/>
                        </a:spcAft>
                        <a:buNone/>
                      </a:pPr>
                      <a:r>
                        <a:rPr lang="en-US" sz="1400" b="0" i="0" u="none" strike="noStrike" noProof="0">
                          <a:solidFill>
                            <a:srgbClr val="000000"/>
                          </a:solidFill>
                          <a:latin typeface="Arial"/>
                          <a:cs typeface="Arial"/>
                        </a:rPr>
                        <a:t>D4-09</a:t>
                      </a:r>
                    </a:p>
                  </a:txBody>
                  <a:tcP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solidFill>
                      <a:schemeClr val="bg1"/>
                    </a:solidFill>
                  </a:tcPr>
                </a:tc>
                <a:tc>
                  <a:txBody>
                    <a:bodyPr/>
                    <a:lstStyle/>
                    <a:p>
                      <a:pPr lvl="0" algn="l">
                        <a:lnSpc>
                          <a:spcPct val="100000"/>
                        </a:lnSpc>
                        <a:spcBef>
                          <a:spcPts val="0"/>
                        </a:spcBef>
                        <a:spcAft>
                          <a:spcPts val="0"/>
                        </a:spcAft>
                        <a:buNone/>
                      </a:pPr>
                      <a:r>
                        <a:rPr lang="en-US" sz="1400" b="0" i="0" u="none" strike="noStrike" noProof="0">
                          <a:effectLst/>
                          <a:latin typeface="Arial"/>
                          <a:cs typeface="Arial"/>
                        </a:rPr>
                        <a:t>Usage governance (dept / time / budget) </a:t>
                      </a:r>
                      <a:endParaRPr lang="en-US" sz="1400">
                        <a:latin typeface="Arial"/>
                        <a:cs typeface="Arial"/>
                      </a:endParaRPr>
                    </a:p>
                  </a:txBody>
                  <a:tcPr marL="0" marR="0" marT="0" marB="0" anchor="ctr">
                    <a:lnL w="12700">
                      <a:solidFill>
                        <a:schemeClr val="tx1"/>
                      </a:solidFill>
                    </a:lnL>
                    <a:lnR w="12700" cap="flat" cmpd="sng" algn="ctr">
                      <a:solidFill>
                        <a:schemeClr val="tx1"/>
                      </a:solidFill>
                      <a:prstDash val="solid"/>
                      <a:round/>
                      <a:headEnd type="none" w="med" len="med"/>
                      <a:tailEnd type="none" w="med" len="med"/>
                    </a:lnR>
                    <a:lnT w="12700">
                      <a:solidFill>
                        <a:schemeClr val="tx1"/>
                      </a:solidFill>
                    </a:lnT>
                    <a:lnB w="12700" cap="flat" cmpd="sng" algn="ctr">
                      <a:solidFill>
                        <a:schemeClr val="tx1"/>
                      </a:solidFill>
                      <a:prstDash val="solid"/>
                      <a:round/>
                      <a:headEnd type="none" w="med" len="med"/>
                      <a:tailEnd type="none" w="med" len="med"/>
                    </a:lnB>
                    <a:solidFill>
                      <a:schemeClr val="bg1"/>
                    </a:solidFill>
                  </a:tcPr>
                </a:tc>
                <a:tc>
                  <a:txBody>
                    <a:bodyPr/>
                    <a:lstStyle/>
                    <a:p>
                      <a:pPr lvl="0" algn="ctr">
                        <a:lnSpc>
                          <a:spcPct val="100000"/>
                        </a:lnSpc>
                        <a:spcBef>
                          <a:spcPts val="0"/>
                        </a:spcBef>
                        <a:spcAft>
                          <a:spcPts val="0"/>
                        </a:spcAft>
                        <a:buNone/>
                      </a:pPr>
                      <a:r>
                        <a:rPr lang="en-US" sz="1200" b="0" i="0" u="none" strike="noStrike" noProof="0">
                          <a:solidFill>
                            <a:srgbClr val="000000"/>
                          </a:solidFill>
                          <a:latin typeface="Malgun Gothic"/>
                          <a:ea typeface="Malgun Gothic"/>
                          <a:cs typeface="Arial"/>
                        </a:rPr>
                        <a:t>◐</a:t>
                      </a:r>
                    </a:p>
                  </a:txBody>
                  <a:tcP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solidFill>
                      <a:schemeClr val="bg1"/>
                    </a:solidFill>
                  </a:tcPr>
                </a:tc>
                <a:tc>
                  <a:txBody>
                    <a:bodyPr/>
                    <a:lstStyle/>
                    <a:p>
                      <a:pPr lvl="0">
                        <a:buNone/>
                      </a:pPr>
                      <a:r>
                        <a:rPr lang="en-US" sz="1400" b="0" i="0" u="none" strike="noStrike" noProof="0"/>
                        <a:t>Dept/individual differentiated policy; stricter policy for repeat bypassers. No budget controls [2].</a:t>
                      </a:r>
                      <a:endParaRPr lang="en-US"/>
                    </a:p>
                  </a:txBody>
                  <a:tcP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581998811"/>
                  </a:ext>
                </a:extLst>
              </a:tr>
              <a:tr h="365125">
                <a:tc>
                  <a:txBody>
                    <a:bodyPr/>
                    <a:lstStyle/>
                    <a:p>
                      <a:pPr lvl="0" algn="l">
                        <a:lnSpc>
                          <a:spcPct val="100000"/>
                        </a:lnSpc>
                        <a:spcBef>
                          <a:spcPts val="0"/>
                        </a:spcBef>
                        <a:spcAft>
                          <a:spcPts val="0"/>
                        </a:spcAft>
                        <a:buNone/>
                      </a:pPr>
                      <a:r>
                        <a:rPr lang="en-US" sz="1400" b="0" i="0" u="none" strike="noStrike" noProof="0">
                          <a:solidFill>
                            <a:srgbClr val="000000"/>
                          </a:solidFill>
                          <a:latin typeface="Arial"/>
                          <a:cs typeface="Arial"/>
                        </a:rPr>
                        <a:t>D4-10</a:t>
                      </a:r>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lvl="0" algn="l">
                        <a:lnSpc>
                          <a:spcPct val="100000"/>
                        </a:lnSpc>
                        <a:spcBef>
                          <a:spcPts val="0"/>
                        </a:spcBef>
                        <a:spcAft>
                          <a:spcPts val="0"/>
                        </a:spcAft>
                        <a:buNone/>
                      </a:pPr>
                      <a:r>
                        <a:rPr lang="en-US" sz="1400" b="0" i="0" u="none" strike="noStrike" noProof="0">
                          <a:effectLst/>
                          <a:latin typeface="Arial"/>
                          <a:cs typeface="Arial"/>
                        </a:rPr>
                        <a:t>Full prompt + response audit log </a:t>
                      </a:r>
                      <a:endParaRPr lang="en-US" sz="1400">
                        <a:latin typeface="Arial"/>
                        <a:cs typeface="Arial"/>
                      </a:endParaRPr>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lvl="0" algn="ctr">
                        <a:lnSpc>
                          <a:spcPct val="100000"/>
                        </a:lnSpc>
                        <a:spcBef>
                          <a:spcPts val="0"/>
                        </a:spcBef>
                        <a:spcAft>
                          <a:spcPts val="0"/>
                        </a:spcAft>
                        <a:buNone/>
                      </a:pPr>
                      <a:r>
                        <a:rPr lang="en-US" sz="1200" b="0" i="0" u="none" strike="noStrike" noProof="0">
                          <a:solidFill>
                            <a:srgbClr val="000000"/>
                          </a:solidFill>
                          <a:latin typeface="Malgun Gothic"/>
                          <a:ea typeface="Malgun Gothic"/>
                          <a:cs typeface="Arial"/>
                        </a:rPr>
                        <a:t>◐</a:t>
                      </a:r>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lvl="0">
                        <a:buNone/>
                      </a:pPr>
                      <a:r>
                        <a:rPr lang="en-US" sz="1400" b="0" i="0" u="none" strike="noStrike" noProof="0"/>
                        <a:t>Block events logged (user, time, pattern, site); prompt logging optional; responses not logged [2].</a:t>
                      </a:r>
                      <a:endParaRPr lang="en-US"/>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extLst>
                  <a:ext uri="{0D108BD9-81ED-4DB2-BD59-A6C34878D82A}">
                    <a16:rowId xmlns:a16="http://schemas.microsoft.com/office/drawing/2014/main" val="4068000640"/>
                  </a:ext>
                </a:extLst>
              </a:tr>
            </a:tbl>
          </a:graphicData>
        </a:graphic>
      </p:graphicFrame>
    </p:spTree>
    <p:extLst>
      <p:ext uri="{BB962C8B-B14F-4D97-AF65-F5344CB8AC3E}">
        <p14:creationId xmlns:p14="http://schemas.microsoft.com/office/powerpoint/2010/main" val="150243828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D84B97-E063-9374-6A5C-B061CE39C591}"/>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8A5159E-A1A9-B30D-85F6-34D7F2E54515}"/>
              </a:ext>
            </a:extLst>
          </p:cNvPr>
          <p:cNvSpPr>
            <a:spLocks noGrp="1"/>
          </p:cNvSpPr>
          <p:nvPr>
            <p:ph type="sldNum" sz="quarter" idx="4"/>
          </p:nvPr>
        </p:nvSpPr>
        <p:spPr/>
        <p:txBody>
          <a:bodyPr/>
          <a:lstStyle/>
          <a:p>
            <a:fld id="{4EA1E582-E1CC-4474-812F-1657BC5920B7}" type="slidenum">
              <a:rPr lang="ko-KR" altLang="en-US" smtClean="0"/>
              <a:t>57</a:t>
            </a:fld>
            <a:endParaRPr lang="ko-KR" altLang="en-US"/>
          </a:p>
        </p:txBody>
      </p:sp>
      <p:sp>
        <p:nvSpPr>
          <p:cNvPr id="5" name="Text Placeholder 4">
            <a:extLst>
              <a:ext uri="{FF2B5EF4-FFF2-40B4-BE49-F238E27FC236}">
                <a16:creationId xmlns:a16="http://schemas.microsoft.com/office/drawing/2014/main" id="{3B6A1DFF-F211-9F7F-CAB8-27F91F3E05E3}"/>
              </a:ext>
            </a:extLst>
          </p:cNvPr>
          <p:cNvSpPr>
            <a:spLocks noGrp="1"/>
          </p:cNvSpPr>
          <p:nvPr>
            <p:ph type="body" sz="quarter" idx="11"/>
          </p:nvPr>
        </p:nvSpPr>
        <p:spPr/>
        <p:txBody>
          <a:bodyPr lIns="91440" tIns="45720" rIns="91440" bIns="45720" anchor="ctr" anchorCtr="0"/>
          <a:lstStyle/>
          <a:p>
            <a:r>
              <a:rPr lang="en-US">
                <a:latin typeface="KoPub돋움체 Bold"/>
                <a:ea typeface="KoPub돋움체 Bold"/>
              </a:rPr>
              <a:t>D5 – Ops &amp; Deployment</a:t>
            </a:r>
            <a:endParaRPr lang="en-US" b="0">
              <a:latin typeface="KoPub돋움체 Bold"/>
              <a:ea typeface="KoPub돋움체 Bold"/>
            </a:endParaRPr>
          </a:p>
        </p:txBody>
      </p:sp>
      <p:sp>
        <p:nvSpPr>
          <p:cNvPr id="7" name="제목 3">
            <a:extLst>
              <a:ext uri="{FF2B5EF4-FFF2-40B4-BE49-F238E27FC236}">
                <a16:creationId xmlns:a16="http://schemas.microsoft.com/office/drawing/2014/main" id="{D3C81F03-5AA4-53B8-883E-BCA08D7FB1A7}"/>
              </a:ext>
            </a:extLst>
          </p:cNvPr>
          <p:cNvSpPr txBox="1">
            <a:spLocks/>
          </p:cNvSpPr>
          <p:nvPr/>
        </p:nvSpPr>
        <p:spPr>
          <a:xfrm>
            <a:off x="286194" y="265704"/>
            <a:ext cx="10666268" cy="464670"/>
          </a:xfrm>
          <a:prstGeom prst="rect">
            <a:avLst/>
          </a:prstGeom>
        </p:spPr>
        <p:txBody>
          <a:bodyPr lIns="91440" tIns="45720" rIns="91440" bIns="45720" anchor="ctr" anchorCtr="0"/>
          <a:lstStyle>
            <a:lvl1pPr algn="l" rtl="0" eaLnBrk="1" fontAlgn="base" latinLnBrk="1" hangingPunct="1">
              <a:spcBef>
                <a:spcPct val="0"/>
              </a:spcBef>
              <a:spcAft>
                <a:spcPct val="0"/>
              </a:spcAft>
              <a:defRPr lang="ko-KR" altLang="en-US" sz="2400" b="1" kern="1200" baseline="0" dirty="0">
                <a:ln>
                  <a:solidFill>
                    <a:schemeClr val="accent1">
                      <a:alpha val="0"/>
                    </a:schemeClr>
                  </a:solidFill>
                </a:ln>
                <a:solidFill>
                  <a:srgbClr val="144772"/>
                </a:solidFill>
                <a:effectLst>
                  <a:glow rad="127000">
                    <a:schemeClr val="bg1"/>
                  </a:glow>
                  <a:outerShdw blurRad="38100" dist="38100" dir="2700000" algn="tl" rotWithShape="0">
                    <a:prstClr val="black">
                      <a:alpha val="40000"/>
                    </a:prstClr>
                  </a:outerShdw>
                </a:effectLst>
                <a:latin typeface="Pretendard Black" panose="02000A03000000020004" pitchFamily="50" charset="-127"/>
                <a:ea typeface="Pretendard Black" panose="02000A03000000020004" pitchFamily="50" charset="-127"/>
                <a:cs typeface="Pretendard Black" panose="02000A03000000020004" pitchFamily="50" charset="-127"/>
              </a:defRPr>
            </a:lvl1pPr>
            <a:lvl2pPr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2pPr>
            <a:lvl3pPr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3pPr>
            <a:lvl4pPr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4pPr>
            <a:lvl5pPr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5pPr>
            <a:lvl6pPr marL="457200"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6pPr>
            <a:lvl7pPr marL="914400"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7pPr>
            <a:lvl8pPr marL="1371600"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8pPr>
            <a:lvl9pPr marL="1828800"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9pPr>
          </a:lstStyle>
          <a:p>
            <a:r>
              <a:rPr lang="ko-KR">
                <a:ln>
                  <a:solidFill>
                    <a:srgbClr val="4F81BD">
                      <a:alpha val="0"/>
                    </a:srgbClr>
                  </a:solidFill>
                </a:ln>
                <a:effectLst>
                  <a:glow rad="127000">
                    <a:prstClr val="white"/>
                  </a:glow>
                  <a:outerShdw blurRad="38100" dist="38100" dir="2700000" algn="tl" rotWithShape="0">
                    <a:prstClr val="black">
                      <a:alpha val="40000"/>
                    </a:prstClr>
                  </a:outerShdw>
                </a:effectLst>
                <a:latin typeface="Arial"/>
                <a:ea typeface="Pretendard Black"/>
                <a:cs typeface="Arial"/>
              </a:rPr>
              <a:t>마크애니 (Alta)</a:t>
            </a:r>
            <a:endParaRPr lang="ko-KR" b="0">
              <a:ln>
                <a:solidFill>
                  <a:srgbClr val="4F81BD">
                    <a:alpha val="0"/>
                  </a:srgbClr>
                </a:solidFill>
              </a:ln>
              <a:solidFill>
                <a:srgbClr val="000000"/>
              </a:solidFill>
              <a:effectLst>
                <a:glow rad="127000">
                  <a:prstClr val="white"/>
                </a:glow>
                <a:outerShdw blurRad="38100" dist="38100" dir="2700000" algn="tl" rotWithShape="0">
                  <a:prstClr val="black">
                    <a:alpha val="40000"/>
                  </a:prstClr>
                </a:outerShdw>
              </a:effectLst>
              <a:latin typeface="Arial"/>
              <a:ea typeface="Pretendard Black"/>
              <a:cs typeface="Arial"/>
            </a:endParaRPr>
          </a:p>
        </p:txBody>
      </p:sp>
      <p:graphicFrame>
        <p:nvGraphicFramePr>
          <p:cNvPr id="3" name="Table 2">
            <a:extLst>
              <a:ext uri="{FF2B5EF4-FFF2-40B4-BE49-F238E27FC236}">
                <a16:creationId xmlns:a16="http://schemas.microsoft.com/office/drawing/2014/main" id="{A7EFA131-D000-091B-18A0-AD8353BA9A4C}"/>
              </a:ext>
            </a:extLst>
          </p:cNvPr>
          <p:cNvGraphicFramePr>
            <a:graphicFrameLocks noGrp="1"/>
          </p:cNvGraphicFramePr>
          <p:nvPr>
            <p:extLst>
              <p:ext uri="{D42A27DB-BD31-4B8C-83A1-F6EECF244321}">
                <p14:modId xmlns:p14="http://schemas.microsoft.com/office/powerpoint/2010/main" val="326634397"/>
              </p:ext>
            </p:extLst>
          </p:nvPr>
        </p:nvGraphicFramePr>
        <p:xfrm>
          <a:off x="518160" y="1402080"/>
          <a:ext cx="11187151" cy="4953000"/>
        </p:xfrm>
        <a:graphic>
          <a:graphicData uri="http://schemas.openxmlformats.org/drawingml/2006/table">
            <a:tbl>
              <a:tblPr firstRow="1" bandRow="1">
                <a:tableStyleId>{9D7B26C5-4107-4FEC-AEDC-1716B250A1EF}</a:tableStyleId>
              </a:tblPr>
              <a:tblGrid>
                <a:gridCol w="975566">
                  <a:extLst>
                    <a:ext uri="{9D8B030D-6E8A-4147-A177-3AD203B41FA5}">
                      <a16:colId xmlns:a16="http://schemas.microsoft.com/office/drawing/2014/main" val="3761190961"/>
                    </a:ext>
                  </a:extLst>
                </a:gridCol>
                <a:gridCol w="4618007">
                  <a:extLst>
                    <a:ext uri="{9D8B030D-6E8A-4147-A177-3AD203B41FA5}">
                      <a16:colId xmlns:a16="http://schemas.microsoft.com/office/drawing/2014/main" val="3009874471"/>
                    </a:ext>
                  </a:extLst>
                </a:gridCol>
                <a:gridCol w="1434024">
                  <a:extLst>
                    <a:ext uri="{9D8B030D-6E8A-4147-A177-3AD203B41FA5}">
                      <a16:colId xmlns:a16="http://schemas.microsoft.com/office/drawing/2014/main" val="316164474"/>
                    </a:ext>
                  </a:extLst>
                </a:gridCol>
                <a:gridCol w="4159554">
                  <a:extLst>
                    <a:ext uri="{9D8B030D-6E8A-4147-A177-3AD203B41FA5}">
                      <a16:colId xmlns:a16="http://schemas.microsoft.com/office/drawing/2014/main" val="1510347205"/>
                    </a:ext>
                  </a:extLst>
                </a:gridCol>
              </a:tblGrid>
              <a:tr h="370840">
                <a:tc>
                  <a:txBody>
                    <a:bodyPr/>
                    <a:lstStyle/>
                    <a:p>
                      <a:pPr algn="ctr"/>
                      <a:r>
                        <a:rPr lang="en-US" sz="1400">
                          <a:latin typeface="Arial"/>
                          <a:cs typeface="Arial"/>
                        </a:rPr>
                        <a:t>ID</a:t>
                      </a:r>
                    </a:p>
                  </a:txBody>
                  <a:tcPr>
                    <a:lnL w="12700">
                      <a:solidFill>
                        <a:schemeClr val="tx1"/>
                      </a:solidFill>
                    </a:lnL>
                    <a:lnR w="12700">
                      <a:solidFill>
                        <a:schemeClr val="tx1"/>
                      </a:solidFill>
                    </a:lnR>
                    <a:lnT w="12700">
                      <a:solidFill>
                        <a:schemeClr val="tx1"/>
                      </a:solidFill>
                    </a:lnT>
                    <a:lnB w="12700">
                      <a:solidFill>
                        <a:schemeClr val="tx1"/>
                      </a:solidFill>
                    </a:lnB>
                    <a:solidFill>
                      <a:schemeClr val="accent5">
                        <a:lumMod val="20000"/>
                        <a:lumOff val="80000"/>
                      </a:schemeClr>
                    </a:solidFill>
                  </a:tcPr>
                </a:tc>
                <a:tc>
                  <a:txBody>
                    <a:bodyPr/>
                    <a:lstStyle/>
                    <a:p>
                      <a:pPr algn="ctr"/>
                      <a:r>
                        <a:rPr lang="en-US" sz="1400">
                          <a:latin typeface="Arial"/>
                          <a:cs typeface="Arial"/>
                        </a:rPr>
                        <a:t>Capability</a:t>
                      </a:r>
                    </a:p>
                  </a:txBody>
                  <a:tcPr>
                    <a:lnL w="12700">
                      <a:solidFill>
                        <a:schemeClr val="tx1"/>
                      </a:solidFill>
                    </a:lnL>
                    <a:lnR w="12700">
                      <a:solidFill>
                        <a:schemeClr val="tx1"/>
                      </a:solidFill>
                    </a:lnR>
                    <a:lnT w="12700">
                      <a:solidFill>
                        <a:schemeClr val="tx1"/>
                      </a:solidFill>
                    </a:lnT>
                    <a:lnB w="12700">
                      <a:solidFill>
                        <a:schemeClr val="tx1"/>
                      </a:solidFill>
                    </a:lnB>
                    <a:solidFill>
                      <a:schemeClr val="accent5">
                        <a:lumMod val="20000"/>
                        <a:lumOff val="80000"/>
                      </a:schemeClr>
                    </a:solidFill>
                  </a:tcPr>
                </a:tc>
                <a:tc>
                  <a:txBody>
                    <a:bodyPr/>
                    <a:lstStyle/>
                    <a:p>
                      <a:pPr algn="ctr"/>
                      <a:r>
                        <a:rPr lang="en-US" sz="1400">
                          <a:latin typeface="Arial"/>
                          <a:cs typeface="Arial"/>
                        </a:rPr>
                        <a:t>Availability</a:t>
                      </a:r>
                    </a:p>
                  </a:txBody>
                  <a:tcPr>
                    <a:lnL w="12700">
                      <a:solidFill>
                        <a:schemeClr val="tx1"/>
                      </a:solidFill>
                    </a:lnL>
                    <a:lnR w="12700">
                      <a:solidFill>
                        <a:schemeClr val="tx1"/>
                      </a:solidFill>
                    </a:lnR>
                    <a:lnT w="12700">
                      <a:solidFill>
                        <a:schemeClr val="tx1"/>
                      </a:solidFill>
                    </a:lnT>
                    <a:lnB w="12700">
                      <a:solidFill>
                        <a:schemeClr val="tx1"/>
                      </a:solidFill>
                    </a:lnB>
                    <a:solidFill>
                      <a:schemeClr val="accent5">
                        <a:lumMod val="20000"/>
                        <a:lumOff val="80000"/>
                      </a:schemeClr>
                    </a:solidFill>
                  </a:tcPr>
                </a:tc>
                <a:tc>
                  <a:txBody>
                    <a:bodyPr/>
                    <a:lstStyle/>
                    <a:p>
                      <a:pPr algn="ctr"/>
                      <a:r>
                        <a:rPr lang="en-US" sz="1400">
                          <a:latin typeface="Arial"/>
                          <a:cs typeface="Arial"/>
                        </a:rPr>
                        <a:t>References</a:t>
                      </a:r>
                    </a:p>
                  </a:txBody>
                  <a:tcPr>
                    <a:lnL w="12700">
                      <a:solidFill>
                        <a:schemeClr val="tx1"/>
                      </a:solidFill>
                    </a:lnL>
                    <a:lnR w="12700">
                      <a:solidFill>
                        <a:schemeClr val="tx1"/>
                      </a:solidFill>
                    </a:lnR>
                    <a:lnT w="12700">
                      <a:solidFill>
                        <a:schemeClr val="tx1"/>
                      </a:solidFill>
                    </a:lnT>
                    <a:lnB w="12700">
                      <a:solidFill>
                        <a:schemeClr val="tx1"/>
                      </a:solidFill>
                    </a:lnB>
                    <a:solidFill>
                      <a:schemeClr val="accent5">
                        <a:lumMod val="20000"/>
                        <a:lumOff val="80000"/>
                      </a:schemeClr>
                    </a:solidFill>
                  </a:tcPr>
                </a:tc>
                <a:extLst>
                  <a:ext uri="{0D108BD9-81ED-4DB2-BD59-A6C34878D82A}">
                    <a16:rowId xmlns:a16="http://schemas.microsoft.com/office/drawing/2014/main" val="1080965025"/>
                  </a:ext>
                </a:extLst>
              </a:tr>
              <a:tr h="370840">
                <a:tc>
                  <a:txBody>
                    <a:bodyPr/>
                    <a:lstStyle/>
                    <a:p>
                      <a:r>
                        <a:rPr lang="en-US" sz="1400">
                          <a:latin typeface="Arial"/>
                          <a:cs typeface="Arial"/>
                        </a:rPr>
                        <a:t>D5-01</a:t>
                      </a:r>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lvl="0" algn="l">
                        <a:lnSpc>
                          <a:spcPct val="100000"/>
                        </a:lnSpc>
                        <a:spcBef>
                          <a:spcPts val="0"/>
                        </a:spcBef>
                        <a:spcAft>
                          <a:spcPts val="0"/>
                        </a:spcAft>
                        <a:buNone/>
                      </a:pPr>
                      <a:r>
                        <a:rPr lang="en-US" sz="1400" b="0" i="0" u="none" strike="noStrike" noProof="0">
                          <a:effectLst/>
                          <a:latin typeface="Arial"/>
                          <a:cs typeface="Arial"/>
                        </a:rPr>
                        <a:t>Windows endpoint agent </a:t>
                      </a:r>
                      <a:endParaRPr lang="en-US" sz="1400">
                        <a:latin typeface="Arial"/>
                        <a:cs typeface="Arial"/>
                      </a:endParaRPr>
                    </a:p>
                  </a:txBody>
                  <a:tcPr marL="0" marR="0" marT="0" marB="0" anchor="ctr">
                    <a:lnL w="12700">
                      <a:solidFill>
                        <a:schemeClr val="tx1"/>
                      </a:solidFill>
                    </a:lnL>
                    <a:lnR w="12700" cap="flat" cmpd="sng" algn="ctr">
                      <a:solidFill>
                        <a:schemeClr val="tx1"/>
                      </a:solidFill>
                      <a:prstDash val="solid"/>
                      <a:round/>
                      <a:headEnd type="none" w="med" len="med"/>
                      <a:tailEnd type="none" w="med" len="med"/>
                    </a:lnR>
                    <a:lnT w="12700">
                      <a:solidFill>
                        <a:schemeClr val="tx1"/>
                      </a:solidFill>
                    </a:lnT>
                    <a:lnB w="12700">
                      <a:solidFill>
                        <a:schemeClr val="tx1"/>
                      </a:solidFill>
                    </a:lnB>
                    <a:solidFill>
                      <a:schemeClr val="bg1"/>
                    </a:solidFill>
                  </a:tcPr>
                </a:tc>
                <a:tc>
                  <a:txBody>
                    <a:bodyPr/>
                    <a:lstStyle/>
                    <a:p>
                      <a:pPr lvl="0" algn="ctr">
                        <a:lnSpc>
                          <a:spcPct val="100000"/>
                        </a:lnSpc>
                        <a:spcBef>
                          <a:spcPts val="0"/>
                        </a:spcBef>
                        <a:spcAft>
                          <a:spcPts val="0"/>
                        </a:spcAft>
                        <a:buNone/>
                      </a:pPr>
                      <a:r>
                        <a:rPr lang="en-US" sz="1200" b="0" i="0" u="none" strike="noStrike" noProof="0">
                          <a:solidFill>
                            <a:srgbClr val="000000"/>
                          </a:solidFill>
                          <a:latin typeface="Malgun Gothic"/>
                          <a:ea typeface="Malgun Gothic"/>
                          <a:cs typeface="Arial"/>
                        </a:rPr>
                        <a:t>●</a:t>
                      </a:r>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lvl="0">
                        <a:buNone/>
                      </a:pPr>
                      <a:r>
                        <a:rPr lang="en-US" sz="1400" b="0" i="0" u="none" strike="noStrike" noProof="0"/>
                        <a:t>SafePC One Agent [1].</a:t>
                      </a:r>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extLst>
                  <a:ext uri="{0D108BD9-81ED-4DB2-BD59-A6C34878D82A}">
                    <a16:rowId xmlns:a16="http://schemas.microsoft.com/office/drawing/2014/main" val="2715742840"/>
                  </a:ext>
                </a:extLst>
              </a:tr>
              <a:tr h="370840">
                <a:tc>
                  <a:txBody>
                    <a:bodyPr/>
                    <a:lstStyle/>
                    <a:p>
                      <a:pPr lvl="0" algn="l">
                        <a:lnSpc>
                          <a:spcPct val="100000"/>
                        </a:lnSpc>
                        <a:spcBef>
                          <a:spcPts val="0"/>
                        </a:spcBef>
                        <a:spcAft>
                          <a:spcPts val="0"/>
                        </a:spcAft>
                        <a:buNone/>
                      </a:pPr>
                      <a:r>
                        <a:rPr lang="en-US" sz="1400" b="0" i="0" u="none" strike="noStrike" noProof="0">
                          <a:solidFill>
                            <a:srgbClr val="000000"/>
                          </a:solidFill>
                          <a:latin typeface="Arial"/>
                          <a:cs typeface="Arial"/>
                        </a:rPr>
                        <a:t>D5-02</a:t>
                      </a:r>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lvl="0" algn="l">
                        <a:lnSpc>
                          <a:spcPct val="100000"/>
                        </a:lnSpc>
                        <a:spcBef>
                          <a:spcPts val="0"/>
                        </a:spcBef>
                        <a:spcAft>
                          <a:spcPts val="0"/>
                        </a:spcAft>
                        <a:buNone/>
                      </a:pPr>
                      <a:r>
                        <a:rPr lang="en-US" sz="1400" b="0" i="0" u="none" strike="noStrike" noProof="0">
                          <a:effectLst/>
                          <a:latin typeface="Arial"/>
                          <a:cs typeface="Arial"/>
                        </a:rPr>
                        <a:t>macOS endpoint agent </a:t>
                      </a:r>
                      <a:endParaRPr lang="en-US" sz="1400">
                        <a:latin typeface="Arial"/>
                        <a:cs typeface="Arial"/>
                      </a:endParaRPr>
                    </a:p>
                  </a:txBody>
                  <a:tcPr marL="0" marR="0" marT="0" marB="0" anchor="ctr">
                    <a:lnL w="12700">
                      <a:solidFill>
                        <a:schemeClr val="tx1"/>
                      </a:solidFill>
                    </a:lnL>
                    <a:lnR w="12700" cap="flat" cmpd="sng" algn="ctr">
                      <a:solidFill>
                        <a:schemeClr val="tx1"/>
                      </a:solidFill>
                      <a:prstDash val="solid"/>
                      <a:round/>
                      <a:headEnd type="none" w="med" len="med"/>
                      <a:tailEnd type="none" w="med" len="med"/>
                    </a:lnR>
                    <a:lnT w="12700">
                      <a:solidFill>
                        <a:schemeClr val="tx1"/>
                      </a:solidFill>
                    </a:lnT>
                    <a:lnB w="12700">
                      <a:solidFill>
                        <a:schemeClr val="tx1"/>
                      </a:solidFill>
                    </a:lnB>
                    <a:solidFill>
                      <a:schemeClr val="bg1"/>
                    </a:solidFill>
                  </a:tcPr>
                </a:tc>
                <a:tc>
                  <a:txBody>
                    <a:bodyPr/>
                    <a:lstStyle/>
                    <a:p>
                      <a:endParaRPr lang="en-US" sz="1400">
                        <a:latin typeface="Arial"/>
                        <a:cs typeface="Arial"/>
                      </a:endParaRPr>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lvl="0">
                        <a:buNone/>
                      </a:pPr>
                      <a:r>
                        <a:rPr lang="en-US" sz="1400" b="0" i="0" u="none" strike="noStrike" noProof="0"/>
                        <a:t>DRM platform list omits macOS [2].</a:t>
                      </a:r>
                      <a:endParaRPr lang="en-US"/>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extLst>
                  <a:ext uri="{0D108BD9-81ED-4DB2-BD59-A6C34878D82A}">
                    <a16:rowId xmlns:a16="http://schemas.microsoft.com/office/drawing/2014/main" val="2181622584"/>
                  </a:ext>
                </a:extLst>
              </a:tr>
              <a:tr h="370840">
                <a:tc>
                  <a:txBody>
                    <a:bodyPr/>
                    <a:lstStyle/>
                    <a:p>
                      <a:pPr lvl="0" algn="l">
                        <a:lnSpc>
                          <a:spcPct val="100000"/>
                        </a:lnSpc>
                        <a:spcBef>
                          <a:spcPts val="0"/>
                        </a:spcBef>
                        <a:spcAft>
                          <a:spcPts val="0"/>
                        </a:spcAft>
                        <a:buNone/>
                      </a:pPr>
                      <a:r>
                        <a:rPr lang="en-US" sz="1400" b="0" i="0" u="none" strike="noStrike" noProof="0">
                          <a:solidFill>
                            <a:srgbClr val="000000"/>
                          </a:solidFill>
                          <a:latin typeface="Arial"/>
                          <a:cs typeface="Arial"/>
                        </a:rPr>
                        <a:t>D5-03</a:t>
                      </a:r>
                      <a:endParaRPr lang="en-US" sz="1400">
                        <a:latin typeface="Arial"/>
                        <a:cs typeface="Arial"/>
                      </a:endParaRPr>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lvl="0" algn="l">
                        <a:lnSpc>
                          <a:spcPct val="100000"/>
                        </a:lnSpc>
                        <a:spcBef>
                          <a:spcPts val="0"/>
                        </a:spcBef>
                        <a:spcAft>
                          <a:spcPts val="0"/>
                        </a:spcAft>
                        <a:buNone/>
                      </a:pPr>
                      <a:r>
                        <a:rPr lang="en-US" sz="1400" b="0" i="0" u="none" strike="noStrike" noProof="0">
                          <a:effectLst/>
                          <a:latin typeface="Arial"/>
                          <a:cs typeface="Arial"/>
                        </a:rPr>
                        <a:t>Linux endpoint agent </a:t>
                      </a:r>
                      <a:endParaRPr lang="en-US" sz="1400">
                        <a:latin typeface="Arial"/>
                        <a:cs typeface="Arial"/>
                      </a:endParaRPr>
                    </a:p>
                  </a:txBody>
                  <a:tcPr marL="0" marR="0" marT="0" marB="0" anchor="ctr">
                    <a:lnL w="12700">
                      <a:solidFill>
                        <a:schemeClr val="tx1"/>
                      </a:solidFill>
                    </a:lnL>
                    <a:lnR w="12700" cap="flat" cmpd="sng" algn="ctr">
                      <a:solidFill>
                        <a:schemeClr val="tx1"/>
                      </a:solidFill>
                      <a:prstDash val="solid"/>
                      <a:round/>
                      <a:headEnd type="none" w="med" len="med"/>
                      <a:tailEnd type="none" w="med" len="med"/>
                    </a:lnR>
                    <a:lnT w="12700">
                      <a:solidFill>
                        <a:schemeClr val="tx1"/>
                      </a:solidFill>
                    </a:lnT>
                    <a:lnB w="12700">
                      <a:solidFill>
                        <a:schemeClr val="tx1"/>
                      </a:solidFill>
                    </a:lnB>
                    <a:solidFill>
                      <a:schemeClr val="bg1"/>
                    </a:solidFill>
                  </a:tcPr>
                </a:tc>
                <a:tc>
                  <a:txBody>
                    <a:bodyPr/>
                    <a:lstStyle/>
                    <a:p>
                      <a:pPr lvl="0" algn="ctr">
                        <a:lnSpc>
                          <a:spcPct val="100000"/>
                        </a:lnSpc>
                        <a:spcBef>
                          <a:spcPts val="0"/>
                        </a:spcBef>
                        <a:spcAft>
                          <a:spcPts val="0"/>
                        </a:spcAft>
                        <a:buNone/>
                      </a:pPr>
                      <a:r>
                        <a:rPr lang="en-US" sz="1200" b="0" i="0" u="none" strike="noStrike" noProof="0">
                          <a:solidFill>
                            <a:srgbClr val="000000"/>
                          </a:solidFill>
                          <a:latin typeface="Malgun Gothic"/>
                          <a:ea typeface="Malgun Gothic"/>
                          <a:cs typeface="Arial"/>
                        </a:rPr>
                        <a:t>◐</a:t>
                      </a:r>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lvl="0">
                        <a:buNone/>
                      </a:pPr>
                      <a:r>
                        <a:rPr lang="en-US" sz="1400" b="0" i="0" u="none" strike="noStrike" noProof="0"/>
                        <a:t>Document SAFER lists Linux; SafePC Linux support not documented [2].</a:t>
                      </a:r>
                      <a:endParaRPr lang="en-US"/>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extLst>
                  <a:ext uri="{0D108BD9-81ED-4DB2-BD59-A6C34878D82A}">
                    <a16:rowId xmlns:a16="http://schemas.microsoft.com/office/drawing/2014/main" val="903757581"/>
                  </a:ext>
                </a:extLst>
              </a:tr>
              <a:tr h="370840">
                <a:tc>
                  <a:txBody>
                    <a:bodyPr/>
                    <a:lstStyle/>
                    <a:p>
                      <a:pPr lvl="0" algn="l">
                        <a:lnSpc>
                          <a:spcPct val="100000"/>
                        </a:lnSpc>
                        <a:spcBef>
                          <a:spcPts val="0"/>
                        </a:spcBef>
                        <a:spcAft>
                          <a:spcPts val="0"/>
                        </a:spcAft>
                        <a:buNone/>
                      </a:pPr>
                      <a:r>
                        <a:rPr lang="en-US" sz="1400" b="0" i="0" u="none" strike="noStrike" noProof="0">
                          <a:solidFill>
                            <a:srgbClr val="000000"/>
                          </a:solidFill>
                          <a:latin typeface="Arial"/>
                          <a:cs typeface="Arial"/>
                        </a:rPr>
                        <a:t>D5-04</a:t>
                      </a:r>
                      <a:endParaRPr lang="en-US" sz="1400">
                        <a:latin typeface="Arial"/>
                        <a:cs typeface="Arial"/>
                      </a:endParaRPr>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lvl="0" algn="l">
                        <a:lnSpc>
                          <a:spcPct val="100000"/>
                        </a:lnSpc>
                        <a:spcBef>
                          <a:spcPts val="0"/>
                        </a:spcBef>
                        <a:spcAft>
                          <a:spcPts val="0"/>
                        </a:spcAft>
                        <a:buNone/>
                      </a:pPr>
                      <a:r>
                        <a:rPr lang="en-US" sz="1400" b="0" i="0" u="none" strike="noStrike" noProof="0">
                          <a:effectLst/>
                          <a:latin typeface="Arial"/>
                          <a:cs typeface="Arial"/>
                        </a:rPr>
                        <a:t>VDI support </a:t>
                      </a:r>
                      <a:endParaRPr lang="en-US" sz="1400">
                        <a:latin typeface="Arial"/>
                        <a:cs typeface="Arial"/>
                      </a:endParaRPr>
                    </a:p>
                  </a:txBody>
                  <a:tcPr marL="0" marR="0" marT="0" marB="0" anchor="ctr">
                    <a:lnL w="12700">
                      <a:solidFill>
                        <a:schemeClr val="tx1"/>
                      </a:solidFill>
                    </a:lnL>
                    <a:lnR w="12700" cap="flat" cmpd="sng" algn="ctr">
                      <a:solidFill>
                        <a:schemeClr val="tx1"/>
                      </a:solidFill>
                      <a:prstDash val="solid"/>
                      <a:round/>
                      <a:headEnd type="none" w="med" len="med"/>
                      <a:tailEnd type="none" w="med" len="med"/>
                    </a:lnR>
                    <a:lnT w="12700">
                      <a:solidFill>
                        <a:schemeClr val="tx1"/>
                      </a:solidFill>
                    </a:lnT>
                    <a:lnB w="12700">
                      <a:solidFill>
                        <a:schemeClr val="tx1"/>
                      </a:solidFill>
                    </a:lnB>
                    <a:solidFill>
                      <a:schemeClr val="bg1"/>
                    </a:solidFill>
                  </a:tcPr>
                </a:tc>
                <a:tc>
                  <a:txBody>
                    <a:bodyPr/>
                    <a:lstStyle/>
                    <a:p>
                      <a:pPr lvl="0" algn="ctr">
                        <a:lnSpc>
                          <a:spcPct val="100000"/>
                        </a:lnSpc>
                        <a:spcBef>
                          <a:spcPts val="0"/>
                        </a:spcBef>
                        <a:spcAft>
                          <a:spcPts val="0"/>
                        </a:spcAft>
                        <a:buNone/>
                      </a:pPr>
                      <a:r>
                        <a:rPr lang="en-US" sz="1200" b="0" i="0" u="none" strike="noStrike" noProof="0">
                          <a:solidFill>
                            <a:srgbClr val="000000"/>
                          </a:solidFill>
                          <a:latin typeface="Malgun Gothic"/>
                          <a:ea typeface="Malgun Gothic"/>
                          <a:cs typeface="Arial"/>
                        </a:rPr>
                        <a:t>◐</a:t>
                      </a:r>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lvl="0">
                        <a:buNone/>
                      </a:pPr>
                      <a:r>
                        <a:rPr lang="en-US" sz="1400" b="0" i="0" u="none" strike="noStrike" noProof="0"/>
                        <a:t>Document SAFER and ScreenSAFER support VDI; SafePC not documented [2], [3].</a:t>
                      </a:r>
                      <a:endParaRPr lang="en-US"/>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extLst>
                  <a:ext uri="{0D108BD9-81ED-4DB2-BD59-A6C34878D82A}">
                    <a16:rowId xmlns:a16="http://schemas.microsoft.com/office/drawing/2014/main" val="2970567322"/>
                  </a:ext>
                </a:extLst>
              </a:tr>
              <a:tr h="370840">
                <a:tc>
                  <a:txBody>
                    <a:bodyPr/>
                    <a:lstStyle/>
                    <a:p>
                      <a:pPr lvl="0" algn="l">
                        <a:lnSpc>
                          <a:spcPct val="100000"/>
                        </a:lnSpc>
                        <a:spcBef>
                          <a:spcPts val="0"/>
                        </a:spcBef>
                        <a:spcAft>
                          <a:spcPts val="0"/>
                        </a:spcAft>
                        <a:buNone/>
                      </a:pPr>
                      <a:r>
                        <a:rPr lang="en-US" sz="1400" b="0" i="0" u="none" strike="noStrike" noProof="0">
                          <a:solidFill>
                            <a:srgbClr val="000000"/>
                          </a:solidFill>
                          <a:latin typeface="Arial"/>
                          <a:cs typeface="Arial"/>
                        </a:rPr>
                        <a:t>D5-05</a:t>
                      </a:r>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lvl="0" algn="l">
                        <a:lnSpc>
                          <a:spcPct val="100000"/>
                        </a:lnSpc>
                        <a:spcBef>
                          <a:spcPts val="0"/>
                        </a:spcBef>
                        <a:spcAft>
                          <a:spcPts val="0"/>
                        </a:spcAft>
                        <a:buNone/>
                      </a:pPr>
                      <a:r>
                        <a:rPr lang="en-US" sz="1400" b="0" i="0" u="none" strike="noStrike" noProof="0">
                          <a:effectLst/>
                          <a:latin typeface="Arial"/>
                          <a:cs typeface="Arial"/>
                        </a:rPr>
                        <a:t>Cloud / SaaS delivery option </a:t>
                      </a:r>
                      <a:endParaRPr lang="en-US" sz="1400">
                        <a:latin typeface="Arial"/>
                        <a:cs typeface="Arial"/>
                      </a:endParaRPr>
                    </a:p>
                  </a:txBody>
                  <a:tcPr marL="0" marR="0" marT="0" marB="0" anchor="ctr">
                    <a:lnL w="12700">
                      <a:solidFill>
                        <a:schemeClr val="tx1"/>
                      </a:solidFill>
                    </a:lnL>
                    <a:lnR w="12700" cap="flat" cmpd="sng" algn="ctr">
                      <a:solidFill>
                        <a:schemeClr val="tx1"/>
                      </a:solidFill>
                      <a:prstDash val="solid"/>
                      <a:round/>
                      <a:headEnd type="none" w="med" len="med"/>
                      <a:tailEnd type="none" w="med" len="med"/>
                    </a:lnR>
                    <a:lnT w="12700">
                      <a:solidFill>
                        <a:schemeClr val="tx1"/>
                      </a:solidFill>
                    </a:lnT>
                    <a:lnB w="12700">
                      <a:solidFill>
                        <a:schemeClr val="tx1"/>
                      </a:solidFill>
                    </a:lnB>
                    <a:solidFill>
                      <a:schemeClr val="bg1"/>
                    </a:solidFill>
                  </a:tcPr>
                </a:tc>
                <a:tc>
                  <a:txBody>
                    <a:bodyPr/>
                    <a:lstStyle/>
                    <a:p>
                      <a:pPr lvl="0" algn="ctr">
                        <a:lnSpc>
                          <a:spcPct val="100000"/>
                        </a:lnSpc>
                        <a:spcBef>
                          <a:spcPts val="0"/>
                        </a:spcBef>
                        <a:spcAft>
                          <a:spcPts val="0"/>
                        </a:spcAft>
                        <a:buNone/>
                      </a:pPr>
                      <a:r>
                        <a:rPr lang="en-US" sz="1200" b="0" i="0" u="none" strike="noStrike" noProof="0">
                          <a:solidFill>
                            <a:srgbClr val="000000"/>
                          </a:solidFill>
                          <a:latin typeface="Malgun Gothic"/>
                          <a:ea typeface="Malgun Gothic"/>
                          <a:cs typeface="Arial"/>
                        </a:rPr>
                        <a:t>◐</a:t>
                      </a:r>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lvl="0">
                        <a:buNone/>
                      </a:pPr>
                      <a:r>
                        <a:rPr lang="en-US" sz="1400" b="0" i="0" u="none" strike="noStrike" noProof="0"/>
                        <a:t>Document SAFER Cloud (SaaS DRM, GS 1st grade) and NCloud marketplace listing; SafePC is on-prem [4], [5].</a:t>
                      </a:r>
                      <a:endParaRPr lang="en-US"/>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extLst>
                  <a:ext uri="{0D108BD9-81ED-4DB2-BD59-A6C34878D82A}">
                    <a16:rowId xmlns:a16="http://schemas.microsoft.com/office/drawing/2014/main" val="3874896899"/>
                  </a:ext>
                </a:extLst>
              </a:tr>
              <a:tr h="370840">
                <a:tc>
                  <a:txBody>
                    <a:bodyPr/>
                    <a:lstStyle/>
                    <a:p>
                      <a:pPr lvl="0" algn="l">
                        <a:lnSpc>
                          <a:spcPct val="100000"/>
                        </a:lnSpc>
                        <a:spcBef>
                          <a:spcPts val="0"/>
                        </a:spcBef>
                        <a:spcAft>
                          <a:spcPts val="0"/>
                        </a:spcAft>
                        <a:buNone/>
                      </a:pPr>
                      <a:r>
                        <a:rPr lang="en-US" sz="1400" b="0" i="0" u="none" strike="noStrike" noProof="0">
                          <a:solidFill>
                            <a:srgbClr val="000000"/>
                          </a:solidFill>
                          <a:latin typeface="Arial"/>
                          <a:cs typeface="Arial"/>
                        </a:rPr>
                        <a:t>D5-06</a:t>
                      </a:r>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lvl="0" algn="l">
                        <a:lnSpc>
                          <a:spcPct val="100000"/>
                        </a:lnSpc>
                        <a:spcBef>
                          <a:spcPts val="0"/>
                        </a:spcBef>
                        <a:spcAft>
                          <a:spcPts val="0"/>
                        </a:spcAft>
                        <a:buNone/>
                      </a:pPr>
                      <a:r>
                        <a:rPr lang="en-US" sz="1400" b="0" i="0" u="none" strike="noStrike" noProof="0">
                          <a:effectLst/>
                          <a:latin typeface="Arial"/>
                          <a:cs typeface="Arial"/>
                        </a:rPr>
                        <a:t>Central console &amp; dashboard / reporting </a:t>
                      </a:r>
                      <a:endParaRPr lang="en-US" sz="1400">
                        <a:latin typeface="Arial"/>
                        <a:cs typeface="Arial"/>
                      </a:endParaRPr>
                    </a:p>
                  </a:txBody>
                  <a:tcPr marL="0" marR="0" marT="0" marB="0" anchor="ctr">
                    <a:lnL w="12700">
                      <a:solidFill>
                        <a:schemeClr val="tx1"/>
                      </a:solidFill>
                    </a:lnL>
                    <a:lnR w="12700" cap="flat" cmpd="sng" algn="ctr">
                      <a:solidFill>
                        <a:schemeClr val="tx1"/>
                      </a:solidFill>
                      <a:prstDash val="solid"/>
                      <a:round/>
                      <a:headEnd type="none" w="med" len="med"/>
                      <a:tailEnd type="none" w="med" len="med"/>
                    </a:lnR>
                    <a:lnT w="12700">
                      <a:solidFill>
                        <a:schemeClr val="tx1"/>
                      </a:solidFill>
                    </a:lnT>
                    <a:lnB w="12700">
                      <a:solidFill>
                        <a:schemeClr val="tx1"/>
                      </a:solidFill>
                    </a:lnB>
                    <a:solidFill>
                      <a:schemeClr val="bg1"/>
                    </a:solidFill>
                  </a:tcPr>
                </a:tc>
                <a:tc>
                  <a:txBody>
                    <a:bodyPr/>
                    <a:lstStyle/>
                    <a:p>
                      <a:pPr lvl="0" algn="ctr">
                        <a:lnSpc>
                          <a:spcPct val="100000"/>
                        </a:lnSpc>
                        <a:spcBef>
                          <a:spcPts val="0"/>
                        </a:spcBef>
                        <a:spcAft>
                          <a:spcPts val="0"/>
                        </a:spcAft>
                        <a:buNone/>
                      </a:pPr>
                      <a:r>
                        <a:rPr lang="en-US" sz="1200" b="0" i="0" u="none" strike="noStrike" noProof="0">
                          <a:solidFill>
                            <a:srgbClr val="000000"/>
                          </a:solidFill>
                          <a:latin typeface="Malgun Gothic"/>
                          <a:ea typeface="Malgun Gothic"/>
                          <a:cs typeface="Arial"/>
                        </a:rPr>
                        <a:t>●</a:t>
                      </a:r>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lvl="0">
                        <a:buNone/>
                      </a:pPr>
                      <a:r>
                        <a:rPr lang="en-US" sz="1400" b="0" i="0" u="none" strike="noStrike" noProof="0"/>
                        <a:t>One Console central policy server; risk-classified dashboard; install/uninstall status [1], [6], [7].</a:t>
                      </a:r>
                      <a:endParaRPr lang="en-US"/>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extLst>
                  <a:ext uri="{0D108BD9-81ED-4DB2-BD59-A6C34878D82A}">
                    <a16:rowId xmlns:a16="http://schemas.microsoft.com/office/drawing/2014/main" val="463752911"/>
                  </a:ext>
                </a:extLst>
              </a:tr>
              <a:tr h="365125">
                <a:tc>
                  <a:txBody>
                    <a:bodyPr/>
                    <a:lstStyle/>
                    <a:p>
                      <a:pPr lvl="0" algn="l">
                        <a:lnSpc>
                          <a:spcPct val="100000"/>
                        </a:lnSpc>
                        <a:spcBef>
                          <a:spcPts val="0"/>
                        </a:spcBef>
                        <a:spcAft>
                          <a:spcPts val="0"/>
                        </a:spcAft>
                        <a:buNone/>
                      </a:pPr>
                      <a:r>
                        <a:rPr lang="en-US" sz="1400" b="0" i="0" u="none" strike="noStrike" noProof="0">
                          <a:solidFill>
                            <a:srgbClr val="000000"/>
                          </a:solidFill>
                          <a:latin typeface="Arial"/>
                          <a:cs typeface="Arial"/>
                        </a:rPr>
                        <a:t>D5-07</a:t>
                      </a:r>
                    </a:p>
                  </a:txBody>
                  <a:tcP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solidFill>
                      <a:schemeClr val="bg1"/>
                    </a:solidFill>
                  </a:tcPr>
                </a:tc>
                <a:tc>
                  <a:txBody>
                    <a:bodyPr/>
                    <a:lstStyle/>
                    <a:p>
                      <a:pPr lvl="0" algn="l">
                        <a:lnSpc>
                          <a:spcPct val="100000"/>
                        </a:lnSpc>
                        <a:spcBef>
                          <a:spcPts val="0"/>
                        </a:spcBef>
                        <a:spcAft>
                          <a:spcPts val="0"/>
                        </a:spcAft>
                        <a:buNone/>
                      </a:pPr>
                      <a:r>
                        <a:rPr lang="en-US" sz="1400" b="0" i="0" u="none" strike="noStrike" noProof="0">
                          <a:effectLst/>
                          <a:latin typeface="Arial"/>
                          <a:cs typeface="Arial"/>
                        </a:rPr>
                        <a:t>Policy authoring model (templates / GUI / code)</a:t>
                      </a:r>
                      <a:endParaRPr lang="en-US" sz="1400">
                        <a:latin typeface="Arial"/>
                        <a:cs typeface="Arial"/>
                      </a:endParaRPr>
                    </a:p>
                  </a:txBody>
                  <a:tcPr marL="0" marR="0" marT="0" marB="0" anchor="ctr">
                    <a:lnL w="12700">
                      <a:solidFill>
                        <a:schemeClr val="tx1"/>
                      </a:solidFill>
                    </a:lnL>
                    <a:lnR w="12700" cap="flat" cmpd="sng" algn="ctr">
                      <a:solidFill>
                        <a:schemeClr val="tx1"/>
                      </a:solidFill>
                      <a:prstDash val="solid"/>
                      <a:round/>
                      <a:headEnd type="none" w="med" len="med"/>
                      <a:tailEnd type="none" w="med" len="med"/>
                    </a:lnR>
                    <a:lnT w="12700">
                      <a:solidFill>
                        <a:schemeClr val="tx1"/>
                      </a:solidFill>
                    </a:lnT>
                    <a:lnB w="12700">
                      <a:solidFill>
                        <a:schemeClr val="tx1"/>
                      </a:solidFill>
                    </a:lnB>
                    <a:solidFill>
                      <a:schemeClr val="bg1"/>
                    </a:solidFill>
                  </a:tcPr>
                </a:tc>
                <a:tc>
                  <a:txBody>
                    <a:bodyPr/>
                    <a:lstStyle/>
                    <a:p>
                      <a:pPr lvl="0" algn="ctr">
                        <a:lnSpc>
                          <a:spcPct val="100000"/>
                        </a:lnSpc>
                        <a:spcBef>
                          <a:spcPts val="0"/>
                        </a:spcBef>
                        <a:spcAft>
                          <a:spcPts val="0"/>
                        </a:spcAft>
                        <a:buNone/>
                      </a:pPr>
                      <a:r>
                        <a:rPr lang="en-US" sz="1200" b="0" i="0" u="none" strike="noStrike" noProof="0">
                          <a:solidFill>
                            <a:srgbClr val="000000"/>
                          </a:solidFill>
                          <a:latin typeface="Malgun Gothic"/>
                          <a:ea typeface="Malgun Gothic"/>
                          <a:cs typeface="Arial"/>
                        </a:rPr>
                        <a:t>◐</a:t>
                      </a:r>
                    </a:p>
                  </a:txBody>
                  <a:tcP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solidFill>
                      <a:schemeClr val="bg1"/>
                    </a:solidFill>
                  </a:tcPr>
                </a:tc>
                <a:tc>
                  <a:txBody>
                    <a:bodyPr/>
                    <a:lstStyle/>
                    <a:p>
                      <a:pPr lvl="0">
                        <a:buNone/>
                      </a:pPr>
                      <a:r>
                        <a:rPr lang="en-US" sz="1400" b="0" i="0" u="none" strike="noStrike" noProof="0"/>
                        <a:t>GUI policies by user/group via HR DB sync [7]. Templates / policy-as-code not documented.</a:t>
                      </a:r>
                      <a:endParaRPr lang="en-US"/>
                    </a:p>
                  </a:txBody>
                  <a:tcP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38253598"/>
                  </a:ext>
                </a:extLst>
              </a:tr>
              <a:tr h="365125">
                <a:tc>
                  <a:txBody>
                    <a:bodyPr/>
                    <a:lstStyle/>
                    <a:p>
                      <a:pPr lvl="0" algn="l">
                        <a:lnSpc>
                          <a:spcPct val="100000"/>
                        </a:lnSpc>
                        <a:spcBef>
                          <a:spcPts val="0"/>
                        </a:spcBef>
                        <a:spcAft>
                          <a:spcPts val="0"/>
                        </a:spcAft>
                        <a:buNone/>
                      </a:pPr>
                      <a:r>
                        <a:rPr lang="en-US" sz="1400" b="0" i="0" u="none" strike="noStrike" noProof="0">
                          <a:solidFill>
                            <a:srgbClr val="000000"/>
                          </a:solidFill>
                          <a:latin typeface="Arial"/>
                          <a:cs typeface="Arial"/>
                        </a:rPr>
                        <a:t>D5-08</a:t>
                      </a:r>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lvl="0" algn="l">
                        <a:lnSpc>
                          <a:spcPct val="100000"/>
                        </a:lnSpc>
                        <a:spcBef>
                          <a:spcPts val="0"/>
                        </a:spcBef>
                        <a:spcAft>
                          <a:spcPts val="0"/>
                        </a:spcAft>
                        <a:buNone/>
                      </a:pPr>
                      <a:r>
                        <a:rPr lang="en-US" sz="1400" b="0" i="0" u="none" strike="noStrike" noProof="0">
                          <a:effectLst/>
                          <a:latin typeface="Arial"/>
                          <a:cs typeface="Arial"/>
                        </a:rPr>
                        <a:t>Integrations (SIEM / NAC / MIP / API) </a:t>
                      </a:r>
                      <a:endParaRPr lang="en-US" sz="1400">
                        <a:latin typeface="Arial"/>
                        <a:cs typeface="Arial"/>
                      </a:endParaRPr>
                    </a:p>
                  </a:txBody>
                  <a:tcPr marL="0" marR="0" marT="0" marB="0" anchor="ctr">
                    <a:lnL w="12700">
                      <a:solidFill>
                        <a:schemeClr val="tx1"/>
                      </a:solidFill>
                    </a:lnL>
                    <a:lnR w="12700" cap="flat" cmpd="sng" algn="ctr">
                      <a:solidFill>
                        <a:schemeClr val="tx1"/>
                      </a:solidFill>
                      <a:prstDash val="solid"/>
                      <a:round/>
                      <a:headEnd type="none" w="med" len="med"/>
                      <a:tailEnd type="none" w="med" len="med"/>
                    </a:lnR>
                    <a:lnT w="12700">
                      <a:solidFill>
                        <a:schemeClr val="tx1"/>
                      </a:solidFill>
                    </a:lnT>
                    <a:lnB w="12700">
                      <a:solidFill>
                        <a:schemeClr val="tx1"/>
                      </a:solidFill>
                    </a:lnB>
                    <a:solidFill>
                      <a:schemeClr val="bg1"/>
                    </a:solidFill>
                  </a:tcPr>
                </a:tc>
                <a:tc>
                  <a:txBody>
                    <a:bodyPr/>
                    <a:lstStyle/>
                    <a:p>
                      <a:pPr lvl="0" algn="ctr">
                        <a:lnSpc>
                          <a:spcPct val="100000"/>
                        </a:lnSpc>
                        <a:spcBef>
                          <a:spcPts val="0"/>
                        </a:spcBef>
                        <a:spcAft>
                          <a:spcPts val="0"/>
                        </a:spcAft>
                        <a:buNone/>
                      </a:pPr>
                      <a:r>
                        <a:rPr lang="en-US" sz="1200" b="0" i="0" u="none" strike="noStrike" noProof="0">
                          <a:solidFill>
                            <a:srgbClr val="000000"/>
                          </a:solidFill>
                          <a:latin typeface="Malgun Gothic"/>
                          <a:ea typeface="Malgun Gothic"/>
                          <a:cs typeface="Arial"/>
                        </a:rPr>
                        <a:t>◐</a:t>
                      </a:r>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lvl="0">
                        <a:buNone/>
                      </a:pPr>
                      <a:r>
                        <a:rPr lang="en-US" sz="1400" b="0" i="0" u="none" strike="noStrike" noProof="0"/>
                        <a:t>Genian NAC SSO integration; HR DB. SIEM / MIP not documented [7], [8].</a:t>
                      </a:r>
                      <a:endParaRPr lang="en-US"/>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extLst>
                  <a:ext uri="{0D108BD9-81ED-4DB2-BD59-A6C34878D82A}">
                    <a16:rowId xmlns:a16="http://schemas.microsoft.com/office/drawing/2014/main" val="2034492820"/>
                  </a:ext>
                </a:extLst>
              </a:tr>
              <a:tr h="365125">
                <a:tc>
                  <a:txBody>
                    <a:bodyPr/>
                    <a:lstStyle/>
                    <a:p>
                      <a:pPr lvl="0" algn="l">
                        <a:lnSpc>
                          <a:spcPct val="100000"/>
                        </a:lnSpc>
                        <a:spcBef>
                          <a:spcPts val="0"/>
                        </a:spcBef>
                        <a:spcAft>
                          <a:spcPts val="0"/>
                        </a:spcAft>
                        <a:buNone/>
                      </a:pPr>
                      <a:r>
                        <a:rPr lang="en-US" sz="1400" b="0" i="0" u="none" strike="noStrike" noProof="0">
                          <a:solidFill>
                            <a:srgbClr val="000000"/>
                          </a:solidFill>
                          <a:latin typeface="Arial"/>
                          <a:cs typeface="Arial"/>
                        </a:rPr>
                        <a:t>D5-09</a:t>
                      </a:r>
                    </a:p>
                  </a:txBody>
                  <a:tcP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solidFill>
                      <a:schemeClr val="bg1"/>
                    </a:solidFill>
                  </a:tcPr>
                </a:tc>
                <a:tc>
                  <a:txBody>
                    <a:bodyPr/>
                    <a:lstStyle/>
                    <a:p>
                      <a:pPr lvl="0" algn="l">
                        <a:lnSpc>
                          <a:spcPct val="100000"/>
                        </a:lnSpc>
                        <a:spcBef>
                          <a:spcPts val="0"/>
                        </a:spcBef>
                        <a:spcAft>
                          <a:spcPts val="0"/>
                        </a:spcAft>
                        <a:buNone/>
                      </a:pPr>
                      <a:r>
                        <a:rPr lang="en-US" sz="1400" b="0" i="0" u="none" strike="noStrike" noProof="0">
                          <a:effectLst/>
                          <a:latin typeface="Arial"/>
                          <a:cs typeface="Arial"/>
                        </a:rPr>
                        <a:t>AI processing kept on-prem (no external AI API) </a:t>
                      </a:r>
                      <a:endParaRPr lang="en-US" sz="1400">
                        <a:latin typeface="Arial"/>
                        <a:cs typeface="Arial"/>
                      </a:endParaRPr>
                    </a:p>
                  </a:txBody>
                  <a:tcPr marL="0" marR="0" marT="0" marB="0" anchor="ctr">
                    <a:lnL w="12700">
                      <a:solidFill>
                        <a:schemeClr val="tx1"/>
                      </a:solidFill>
                    </a:lnL>
                    <a:lnR w="12700" cap="flat" cmpd="sng" algn="ctr">
                      <a:solidFill>
                        <a:schemeClr val="tx1"/>
                      </a:solidFill>
                      <a:prstDash val="solid"/>
                      <a:round/>
                      <a:headEnd type="none" w="med" len="med"/>
                      <a:tailEnd type="none" w="med" len="med"/>
                    </a:lnR>
                    <a:lnT w="12700">
                      <a:solidFill>
                        <a:schemeClr val="tx1"/>
                      </a:solidFill>
                    </a:lnT>
                    <a:lnB w="12700" cap="flat" cmpd="sng" algn="ctr">
                      <a:solidFill>
                        <a:schemeClr val="tx1"/>
                      </a:solidFill>
                      <a:prstDash val="solid"/>
                      <a:round/>
                      <a:headEnd type="none" w="med" len="med"/>
                      <a:tailEnd type="none" w="med" len="med"/>
                    </a:lnB>
                    <a:solidFill>
                      <a:schemeClr val="bg1"/>
                    </a:solidFill>
                  </a:tcPr>
                </a:tc>
                <a:tc>
                  <a:txBody>
                    <a:bodyPr/>
                    <a:lstStyle/>
                    <a:p>
                      <a:pPr lvl="0" algn="ctr">
                        <a:lnSpc>
                          <a:spcPct val="100000"/>
                        </a:lnSpc>
                        <a:spcBef>
                          <a:spcPts val="0"/>
                        </a:spcBef>
                        <a:spcAft>
                          <a:spcPts val="0"/>
                        </a:spcAft>
                        <a:buNone/>
                      </a:pPr>
                      <a:r>
                        <a:rPr lang="en-US" sz="1200" b="0" i="0" u="none" strike="noStrike" noProof="0">
                          <a:solidFill>
                            <a:srgbClr val="000000"/>
                          </a:solidFill>
                          <a:latin typeface="Malgun Gothic"/>
                          <a:ea typeface="Malgun Gothic"/>
                          <a:cs typeface="Arial"/>
                        </a:rPr>
                        <a:t>●</a:t>
                      </a:r>
                    </a:p>
                  </a:txBody>
                  <a:tcP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solidFill>
                      <a:schemeClr val="bg1"/>
                    </a:solidFill>
                  </a:tcPr>
                </a:tc>
                <a:tc>
                  <a:txBody>
                    <a:bodyPr/>
                    <a:lstStyle/>
                    <a:p>
                      <a:pPr lvl="0">
                        <a:buNone/>
                      </a:pPr>
                      <a:r>
                        <a:rPr lang="en-US" sz="1400" b="0" i="0" u="none" strike="noStrike" noProof="0"/>
                        <a:t>Detection runs on the agent (rule-based, no AI model involved) [1].</a:t>
                      </a:r>
                      <a:endParaRPr lang="en-US"/>
                    </a:p>
                  </a:txBody>
                  <a:tcP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581998811"/>
                  </a:ext>
                </a:extLst>
              </a:tr>
            </a:tbl>
          </a:graphicData>
        </a:graphic>
      </p:graphicFrame>
    </p:spTree>
    <p:extLst>
      <p:ext uri="{BB962C8B-B14F-4D97-AF65-F5344CB8AC3E}">
        <p14:creationId xmlns:p14="http://schemas.microsoft.com/office/powerpoint/2010/main" val="2470353955"/>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3FA9EF-1A6A-E12B-701D-37583E1347EA}"/>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B081316-86A1-64D8-A54B-62B186123415}"/>
              </a:ext>
            </a:extLst>
          </p:cNvPr>
          <p:cNvSpPr>
            <a:spLocks noGrp="1"/>
          </p:cNvSpPr>
          <p:nvPr>
            <p:ph type="sldNum" sz="quarter" idx="4"/>
          </p:nvPr>
        </p:nvSpPr>
        <p:spPr/>
        <p:txBody>
          <a:bodyPr/>
          <a:lstStyle/>
          <a:p>
            <a:fld id="{4EA1E582-E1CC-4474-812F-1657BC5920B7}" type="slidenum">
              <a:rPr lang="ko-KR" altLang="en-US" smtClean="0"/>
              <a:t>58</a:t>
            </a:fld>
            <a:endParaRPr lang="ko-KR" altLang="en-US"/>
          </a:p>
        </p:txBody>
      </p:sp>
      <p:sp>
        <p:nvSpPr>
          <p:cNvPr id="5" name="Text Placeholder 4">
            <a:extLst>
              <a:ext uri="{FF2B5EF4-FFF2-40B4-BE49-F238E27FC236}">
                <a16:creationId xmlns:a16="http://schemas.microsoft.com/office/drawing/2014/main" id="{E99BB2DF-CD1E-CD1E-2DC8-CDBD38601F36}"/>
              </a:ext>
            </a:extLst>
          </p:cNvPr>
          <p:cNvSpPr>
            <a:spLocks noGrp="1"/>
          </p:cNvSpPr>
          <p:nvPr>
            <p:ph type="body" sz="quarter" idx="11"/>
          </p:nvPr>
        </p:nvSpPr>
        <p:spPr/>
        <p:txBody>
          <a:bodyPr lIns="91440" tIns="45720" rIns="91440" bIns="45720" anchor="ctr" anchorCtr="0"/>
          <a:lstStyle/>
          <a:p>
            <a:r>
              <a:rPr lang="en-US">
                <a:latin typeface="KoPub돋움체 Bold"/>
                <a:ea typeface="KoPub돋움체 Bold"/>
              </a:rPr>
              <a:t>D6 – Compliance &amp; Certification</a:t>
            </a:r>
            <a:endParaRPr lang="en-US" b="0">
              <a:latin typeface="KoPub돋움체 Bold"/>
              <a:ea typeface="KoPub돋움체 Bold"/>
            </a:endParaRPr>
          </a:p>
        </p:txBody>
      </p:sp>
      <p:sp>
        <p:nvSpPr>
          <p:cNvPr id="7" name="제목 3">
            <a:extLst>
              <a:ext uri="{FF2B5EF4-FFF2-40B4-BE49-F238E27FC236}">
                <a16:creationId xmlns:a16="http://schemas.microsoft.com/office/drawing/2014/main" id="{630017AA-2269-8B45-BF43-F7EC079755CB}"/>
              </a:ext>
            </a:extLst>
          </p:cNvPr>
          <p:cNvSpPr txBox="1">
            <a:spLocks/>
          </p:cNvSpPr>
          <p:nvPr/>
        </p:nvSpPr>
        <p:spPr>
          <a:xfrm>
            <a:off x="286194" y="265704"/>
            <a:ext cx="10666268" cy="464670"/>
          </a:xfrm>
          <a:prstGeom prst="rect">
            <a:avLst/>
          </a:prstGeom>
        </p:spPr>
        <p:txBody>
          <a:bodyPr lIns="91440" tIns="45720" rIns="91440" bIns="45720" anchor="ctr" anchorCtr="0"/>
          <a:lstStyle>
            <a:lvl1pPr algn="l" rtl="0" eaLnBrk="1" fontAlgn="base" latinLnBrk="1" hangingPunct="1">
              <a:spcBef>
                <a:spcPct val="0"/>
              </a:spcBef>
              <a:spcAft>
                <a:spcPct val="0"/>
              </a:spcAft>
              <a:defRPr lang="ko-KR" altLang="en-US" sz="2400" b="1" kern="1200" baseline="0" dirty="0">
                <a:ln>
                  <a:solidFill>
                    <a:schemeClr val="accent1">
                      <a:alpha val="0"/>
                    </a:schemeClr>
                  </a:solidFill>
                </a:ln>
                <a:solidFill>
                  <a:srgbClr val="144772"/>
                </a:solidFill>
                <a:effectLst>
                  <a:glow rad="127000">
                    <a:schemeClr val="bg1"/>
                  </a:glow>
                  <a:outerShdw blurRad="38100" dist="38100" dir="2700000" algn="tl" rotWithShape="0">
                    <a:prstClr val="black">
                      <a:alpha val="40000"/>
                    </a:prstClr>
                  </a:outerShdw>
                </a:effectLst>
                <a:latin typeface="Pretendard Black" panose="02000A03000000020004" pitchFamily="50" charset="-127"/>
                <a:ea typeface="Pretendard Black" panose="02000A03000000020004" pitchFamily="50" charset="-127"/>
                <a:cs typeface="Pretendard Black" panose="02000A03000000020004" pitchFamily="50" charset="-127"/>
              </a:defRPr>
            </a:lvl1pPr>
            <a:lvl2pPr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2pPr>
            <a:lvl3pPr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3pPr>
            <a:lvl4pPr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4pPr>
            <a:lvl5pPr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5pPr>
            <a:lvl6pPr marL="457200"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6pPr>
            <a:lvl7pPr marL="914400"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7pPr>
            <a:lvl8pPr marL="1371600"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8pPr>
            <a:lvl9pPr marL="1828800"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9pPr>
          </a:lstStyle>
          <a:p>
            <a:r>
              <a:rPr lang="ko-KR">
                <a:ln>
                  <a:solidFill>
                    <a:srgbClr val="4F81BD">
                      <a:alpha val="0"/>
                    </a:srgbClr>
                  </a:solidFill>
                </a:ln>
                <a:effectLst>
                  <a:glow rad="127000">
                    <a:prstClr val="white"/>
                  </a:glow>
                  <a:outerShdw blurRad="38100" dist="38100" dir="2700000" algn="tl" rotWithShape="0">
                    <a:prstClr val="black">
                      <a:alpha val="40000"/>
                    </a:prstClr>
                  </a:outerShdw>
                </a:effectLst>
                <a:latin typeface="Arial"/>
                <a:ea typeface="Pretendard Black"/>
                <a:cs typeface="Arial"/>
              </a:rPr>
              <a:t>마크애니 (Alta)</a:t>
            </a:r>
            <a:endParaRPr lang="ko-KR" b="0">
              <a:ln>
                <a:solidFill>
                  <a:srgbClr val="4F81BD">
                    <a:alpha val="0"/>
                  </a:srgbClr>
                </a:solidFill>
              </a:ln>
              <a:solidFill>
                <a:srgbClr val="000000"/>
              </a:solidFill>
              <a:effectLst>
                <a:glow rad="127000">
                  <a:prstClr val="white"/>
                </a:glow>
                <a:outerShdw blurRad="38100" dist="38100" dir="2700000" algn="tl" rotWithShape="0">
                  <a:prstClr val="black">
                    <a:alpha val="40000"/>
                  </a:prstClr>
                </a:outerShdw>
              </a:effectLst>
              <a:latin typeface="Arial"/>
              <a:ea typeface="Pretendard Black"/>
              <a:cs typeface="Arial"/>
            </a:endParaRPr>
          </a:p>
        </p:txBody>
      </p:sp>
      <p:graphicFrame>
        <p:nvGraphicFramePr>
          <p:cNvPr id="3" name="Table 2">
            <a:extLst>
              <a:ext uri="{FF2B5EF4-FFF2-40B4-BE49-F238E27FC236}">
                <a16:creationId xmlns:a16="http://schemas.microsoft.com/office/drawing/2014/main" id="{A663F100-4644-7D93-2CC0-3C28643A9542}"/>
              </a:ext>
            </a:extLst>
          </p:cNvPr>
          <p:cNvGraphicFramePr>
            <a:graphicFrameLocks noGrp="1"/>
          </p:cNvGraphicFramePr>
          <p:nvPr>
            <p:extLst>
              <p:ext uri="{D42A27DB-BD31-4B8C-83A1-F6EECF244321}">
                <p14:modId xmlns:p14="http://schemas.microsoft.com/office/powerpoint/2010/main" val="1179762522"/>
              </p:ext>
            </p:extLst>
          </p:nvPr>
        </p:nvGraphicFramePr>
        <p:xfrm>
          <a:off x="518160" y="1402080"/>
          <a:ext cx="11187137" cy="4429125"/>
        </p:xfrm>
        <a:graphic>
          <a:graphicData uri="http://schemas.openxmlformats.org/drawingml/2006/table">
            <a:tbl>
              <a:tblPr firstRow="1" bandRow="1">
                <a:tableStyleId>{9D7B26C5-4107-4FEC-AEDC-1716B250A1EF}</a:tableStyleId>
              </a:tblPr>
              <a:tblGrid>
                <a:gridCol w="812800">
                  <a:extLst>
                    <a:ext uri="{9D8B030D-6E8A-4147-A177-3AD203B41FA5}">
                      <a16:colId xmlns:a16="http://schemas.microsoft.com/office/drawing/2014/main" val="3761190961"/>
                    </a:ext>
                  </a:extLst>
                </a:gridCol>
                <a:gridCol w="3412066">
                  <a:extLst>
                    <a:ext uri="{9D8B030D-6E8A-4147-A177-3AD203B41FA5}">
                      <a16:colId xmlns:a16="http://schemas.microsoft.com/office/drawing/2014/main" val="3009874471"/>
                    </a:ext>
                  </a:extLst>
                </a:gridCol>
                <a:gridCol w="1269999">
                  <a:extLst>
                    <a:ext uri="{9D8B030D-6E8A-4147-A177-3AD203B41FA5}">
                      <a16:colId xmlns:a16="http://schemas.microsoft.com/office/drawing/2014/main" val="316164474"/>
                    </a:ext>
                  </a:extLst>
                </a:gridCol>
                <a:gridCol w="5692272">
                  <a:extLst>
                    <a:ext uri="{9D8B030D-6E8A-4147-A177-3AD203B41FA5}">
                      <a16:colId xmlns:a16="http://schemas.microsoft.com/office/drawing/2014/main" val="1510347205"/>
                    </a:ext>
                  </a:extLst>
                </a:gridCol>
              </a:tblGrid>
              <a:tr h="370840">
                <a:tc>
                  <a:txBody>
                    <a:bodyPr/>
                    <a:lstStyle/>
                    <a:p>
                      <a:pPr algn="ctr"/>
                      <a:r>
                        <a:rPr lang="en-US" sz="1400">
                          <a:latin typeface="Arial"/>
                          <a:cs typeface="Arial"/>
                        </a:rPr>
                        <a:t>ID</a:t>
                      </a:r>
                    </a:p>
                  </a:txBody>
                  <a:tcPr>
                    <a:lnL w="12700">
                      <a:solidFill>
                        <a:schemeClr val="tx1"/>
                      </a:solidFill>
                    </a:lnL>
                    <a:lnR w="12700">
                      <a:solidFill>
                        <a:schemeClr val="tx1"/>
                      </a:solidFill>
                    </a:lnR>
                    <a:lnT w="12700">
                      <a:solidFill>
                        <a:schemeClr val="tx1"/>
                      </a:solidFill>
                    </a:lnT>
                    <a:lnB w="12700">
                      <a:solidFill>
                        <a:schemeClr val="tx1"/>
                      </a:solidFill>
                    </a:lnB>
                    <a:solidFill>
                      <a:schemeClr val="accent5">
                        <a:lumMod val="20000"/>
                        <a:lumOff val="80000"/>
                      </a:schemeClr>
                    </a:solidFill>
                  </a:tcPr>
                </a:tc>
                <a:tc>
                  <a:txBody>
                    <a:bodyPr/>
                    <a:lstStyle/>
                    <a:p>
                      <a:pPr algn="ctr"/>
                      <a:r>
                        <a:rPr lang="en-US" sz="1400">
                          <a:latin typeface="Arial"/>
                          <a:cs typeface="Arial"/>
                        </a:rPr>
                        <a:t>Capability</a:t>
                      </a:r>
                    </a:p>
                  </a:txBody>
                  <a:tcPr>
                    <a:lnL w="12700">
                      <a:solidFill>
                        <a:schemeClr val="tx1"/>
                      </a:solidFill>
                    </a:lnL>
                    <a:lnR w="12700">
                      <a:solidFill>
                        <a:schemeClr val="tx1"/>
                      </a:solidFill>
                    </a:lnR>
                    <a:lnT w="12700">
                      <a:solidFill>
                        <a:schemeClr val="tx1"/>
                      </a:solidFill>
                    </a:lnT>
                    <a:lnB w="12700">
                      <a:solidFill>
                        <a:schemeClr val="tx1"/>
                      </a:solidFill>
                    </a:lnB>
                    <a:solidFill>
                      <a:schemeClr val="accent5">
                        <a:lumMod val="20000"/>
                        <a:lumOff val="80000"/>
                      </a:schemeClr>
                    </a:solidFill>
                  </a:tcPr>
                </a:tc>
                <a:tc>
                  <a:txBody>
                    <a:bodyPr/>
                    <a:lstStyle/>
                    <a:p>
                      <a:pPr algn="ctr"/>
                      <a:r>
                        <a:rPr lang="en-US" sz="1400">
                          <a:latin typeface="Arial"/>
                          <a:cs typeface="Arial"/>
                        </a:rPr>
                        <a:t>Availability</a:t>
                      </a:r>
                    </a:p>
                  </a:txBody>
                  <a:tcPr>
                    <a:lnL w="12700">
                      <a:solidFill>
                        <a:schemeClr val="tx1"/>
                      </a:solidFill>
                    </a:lnL>
                    <a:lnR w="12700">
                      <a:solidFill>
                        <a:schemeClr val="tx1"/>
                      </a:solidFill>
                    </a:lnR>
                    <a:lnT w="12700">
                      <a:solidFill>
                        <a:schemeClr val="tx1"/>
                      </a:solidFill>
                    </a:lnT>
                    <a:lnB w="12700">
                      <a:solidFill>
                        <a:schemeClr val="tx1"/>
                      </a:solidFill>
                    </a:lnB>
                    <a:solidFill>
                      <a:schemeClr val="accent5">
                        <a:lumMod val="20000"/>
                        <a:lumOff val="80000"/>
                      </a:schemeClr>
                    </a:solidFill>
                  </a:tcPr>
                </a:tc>
                <a:tc>
                  <a:txBody>
                    <a:bodyPr/>
                    <a:lstStyle/>
                    <a:p>
                      <a:pPr algn="ctr"/>
                      <a:r>
                        <a:rPr lang="en-US" sz="1400">
                          <a:latin typeface="Arial"/>
                          <a:cs typeface="Arial"/>
                        </a:rPr>
                        <a:t>References</a:t>
                      </a:r>
                    </a:p>
                  </a:txBody>
                  <a:tcPr>
                    <a:lnL w="12700">
                      <a:solidFill>
                        <a:schemeClr val="tx1"/>
                      </a:solidFill>
                    </a:lnL>
                    <a:lnR w="12700">
                      <a:solidFill>
                        <a:schemeClr val="tx1"/>
                      </a:solidFill>
                    </a:lnR>
                    <a:lnT w="12700">
                      <a:solidFill>
                        <a:schemeClr val="tx1"/>
                      </a:solidFill>
                    </a:lnT>
                    <a:lnB w="12700">
                      <a:solidFill>
                        <a:schemeClr val="tx1"/>
                      </a:solidFill>
                    </a:lnB>
                    <a:solidFill>
                      <a:schemeClr val="accent5">
                        <a:lumMod val="20000"/>
                        <a:lumOff val="80000"/>
                      </a:schemeClr>
                    </a:solidFill>
                  </a:tcPr>
                </a:tc>
                <a:extLst>
                  <a:ext uri="{0D108BD9-81ED-4DB2-BD59-A6C34878D82A}">
                    <a16:rowId xmlns:a16="http://schemas.microsoft.com/office/drawing/2014/main" val="1080965025"/>
                  </a:ext>
                </a:extLst>
              </a:tr>
              <a:tr h="370840">
                <a:tc>
                  <a:txBody>
                    <a:bodyPr/>
                    <a:lstStyle/>
                    <a:p>
                      <a:r>
                        <a:rPr lang="en-US" sz="1400">
                          <a:latin typeface="Arial"/>
                          <a:cs typeface="Arial"/>
                        </a:rPr>
                        <a:t>D6-01</a:t>
                      </a:r>
                      <a:endParaRPr lang="en-US"/>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lvl="0" algn="l">
                        <a:lnSpc>
                          <a:spcPct val="100000"/>
                        </a:lnSpc>
                        <a:spcBef>
                          <a:spcPts val="0"/>
                        </a:spcBef>
                        <a:spcAft>
                          <a:spcPts val="0"/>
                        </a:spcAft>
                        <a:buNone/>
                      </a:pPr>
                      <a:r>
                        <a:rPr lang="ko-KR" altLang="en-US" sz="1400" b="0" i="0" u="none" strike="noStrike" noProof="0">
                          <a:effectLst/>
                        </a:rPr>
                        <a:t>보안기능확인서</a:t>
                      </a:r>
                      <a:r>
                        <a:rPr lang="en-US" sz="1400" b="0" i="0" u="none" strike="noStrike" noProof="0">
                          <a:effectLst/>
                        </a:rPr>
                        <a:t> / CC (</a:t>
                      </a:r>
                      <a:r>
                        <a:rPr lang="ko-KR" altLang="en-US" sz="1400" b="0" i="0" u="none" strike="noStrike" noProof="0">
                          <a:effectLst/>
                        </a:rPr>
                        <a:t>자료유출방지</a:t>
                      </a:r>
                      <a:r>
                        <a:rPr lang="en-US" sz="1400" b="0" i="0" u="none" strike="noStrike" noProof="0">
                          <a:effectLst/>
                        </a:rPr>
                        <a:t>) </a:t>
                      </a:r>
                      <a:endParaRPr lang="en-US"/>
                    </a:p>
                  </a:txBody>
                  <a:tcPr marL="0" marR="0" marT="0" marB="0" anchor="ctr">
                    <a:lnL w="12700">
                      <a:solidFill>
                        <a:schemeClr val="tx1"/>
                      </a:solidFill>
                    </a:lnL>
                    <a:lnR w="12700" cap="flat" cmpd="sng" algn="ctr">
                      <a:solidFill>
                        <a:schemeClr val="tx1"/>
                      </a:solidFill>
                      <a:prstDash val="solid"/>
                      <a:round/>
                      <a:headEnd type="none" w="med" len="med"/>
                      <a:tailEnd type="none" w="med" len="med"/>
                    </a:lnR>
                    <a:lnT w="12700">
                      <a:solidFill>
                        <a:schemeClr val="tx1"/>
                      </a:solidFill>
                    </a:lnT>
                    <a:lnB w="12700">
                      <a:solidFill>
                        <a:schemeClr val="tx1"/>
                      </a:solidFill>
                    </a:lnB>
                    <a:solidFill>
                      <a:schemeClr val="bg1"/>
                    </a:solidFill>
                  </a:tcPr>
                </a:tc>
                <a:tc>
                  <a:txBody>
                    <a:bodyPr/>
                    <a:lstStyle/>
                    <a:p>
                      <a:pPr lvl="0" algn="ctr">
                        <a:lnSpc>
                          <a:spcPct val="100000"/>
                        </a:lnSpc>
                        <a:spcBef>
                          <a:spcPts val="0"/>
                        </a:spcBef>
                        <a:spcAft>
                          <a:spcPts val="0"/>
                        </a:spcAft>
                        <a:buNone/>
                      </a:pPr>
                      <a:r>
                        <a:rPr lang="en-US" sz="1200" b="0" i="0" u="none" strike="noStrike" noProof="0">
                          <a:solidFill>
                            <a:srgbClr val="000000"/>
                          </a:solidFill>
                          <a:latin typeface="Malgun Gothic"/>
                          <a:ea typeface="Malgun Gothic"/>
                          <a:cs typeface="Arial"/>
                        </a:rPr>
                        <a:t>●</a:t>
                      </a:r>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lvl="0">
                        <a:buNone/>
                      </a:pPr>
                      <a:r>
                        <a:rPr lang="en-US" sz="1400" b="0" i="0" u="none" strike="noStrike" noProof="0"/>
                        <a:t>SafePC Enterprise V7.0 NIS</a:t>
                      </a:r>
                      <a:r>
                        <a:rPr lang="en-US" altLang="ko-KR" sz="1400" b="0" i="0" u="none" strike="noStrike" noProof="0"/>
                        <a:t> </a:t>
                      </a:r>
                      <a:r>
                        <a:rPr lang="ko-KR" altLang="en-US" sz="1400" b="0" i="0" u="none" strike="noStrike" noProof="0"/>
                        <a:t>보안기능확인서</a:t>
                      </a:r>
                      <a:r>
                        <a:rPr lang="en-US" sz="1400" b="0" i="0" u="none" strike="noStrike" noProof="0"/>
                        <a:t> (2023); SafePC V5.1 CC (ISIS-0888-2018); documentSAFER CC [1], [2], [3].</a:t>
                      </a:r>
                      <a:endParaRPr lang="en-US" sz="1400"/>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extLst>
                  <a:ext uri="{0D108BD9-81ED-4DB2-BD59-A6C34878D82A}">
                    <a16:rowId xmlns:a16="http://schemas.microsoft.com/office/drawing/2014/main" val="2715742840"/>
                  </a:ext>
                </a:extLst>
              </a:tr>
              <a:tr h="370840">
                <a:tc>
                  <a:txBody>
                    <a:bodyPr/>
                    <a:lstStyle/>
                    <a:p>
                      <a:pPr lvl="0" algn="l">
                        <a:lnSpc>
                          <a:spcPct val="100000"/>
                        </a:lnSpc>
                        <a:spcBef>
                          <a:spcPts val="0"/>
                        </a:spcBef>
                        <a:spcAft>
                          <a:spcPts val="0"/>
                        </a:spcAft>
                        <a:buNone/>
                      </a:pPr>
                      <a:r>
                        <a:rPr lang="en-US" sz="1400" b="0" i="0" u="none" strike="noStrike" noProof="0">
                          <a:solidFill>
                            <a:srgbClr val="000000"/>
                          </a:solidFill>
                          <a:latin typeface="Arial"/>
                          <a:cs typeface="Arial"/>
                        </a:rPr>
                        <a:t>D6-02</a:t>
                      </a:r>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lvl="0" algn="l">
                        <a:lnSpc>
                          <a:spcPct val="100000"/>
                        </a:lnSpc>
                        <a:spcBef>
                          <a:spcPts val="0"/>
                        </a:spcBef>
                        <a:spcAft>
                          <a:spcPts val="0"/>
                        </a:spcAft>
                        <a:buNone/>
                      </a:pPr>
                      <a:r>
                        <a:rPr lang="en-US" sz="1400" b="0" i="0" u="none" strike="noStrike" noProof="0">
                          <a:effectLst/>
                        </a:rPr>
                        <a:t>GS</a:t>
                      </a:r>
                      <a:r>
                        <a:rPr lang="en-US" altLang="ko-KR" sz="1400" b="0" i="0" u="none" strike="noStrike" noProof="0">
                          <a:effectLst/>
                        </a:rPr>
                        <a:t> </a:t>
                      </a:r>
                      <a:r>
                        <a:rPr lang="ko-KR" altLang="en-US" sz="1400" b="0" i="0" u="none" strike="noStrike" noProof="0">
                          <a:effectLst/>
                        </a:rPr>
                        <a:t>인증</a:t>
                      </a:r>
                      <a:r>
                        <a:rPr lang="en-US" sz="1400" b="0" i="0" u="none" strike="noStrike" noProof="0">
                          <a:effectLst/>
                        </a:rPr>
                        <a:t> </a:t>
                      </a:r>
                      <a:endParaRPr lang="en-US"/>
                    </a:p>
                  </a:txBody>
                  <a:tcPr marL="0" marR="0" marT="0" marB="0" anchor="ctr">
                    <a:lnL w="12700">
                      <a:solidFill>
                        <a:schemeClr val="tx1"/>
                      </a:solidFill>
                    </a:lnL>
                    <a:lnR w="12700" cap="flat" cmpd="sng" algn="ctr">
                      <a:solidFill>
                        <a:schemeClr val="tx1"/>
                      </a:solidFill>
                      <a:prstDash val="solid"/>
                      <a:round/>
                      <a:headEnd type="none" w="med" len="med"/>
                      <a:tailEnd type="none" w="med" len="med"/>
                    </a:lnR>
                    <a:lnT w="12700">
                      <a:solidFill>
                        <a:schemeClr val="tx1"/>
                      </a:solidFill>
                    </a:lnT>
                    <a:lnB w="12700">
                      <a:solidFill>
                        <a:schemeClr val="tx1"/>
                      </a:solidFill>
                    </a:lnB>
                    <a:solidFill>
                      <a:schemeClr val="bg1"/>
                    </a:solidFill>
                  </a:tcPr>
                </a:tc>
                <a:tc>
                  <a:txBody>
                    <a:bodyPr/>
                    <a:lstStyle/>
                    <a:p>
                      <a:pPr lvl="0" algn="ctr">
                        <a:lnSpc>
                          <a:spcPct val="100000"/>
                        </a:lnSpc>
                        <a:spcBef>
                          <a:spcPts val="0"/>
                        </a:spcBef>
                        <a:spcAft>
                          <a:spcPts val="0"/>
                        </a:spcAft>
                        <a:buNone/>
                      </a:pPr>
                      <a:r>
                        <a:rPr lang="en-US" sz="1200" b="0" i="0" u="none" strike="noStrike" noProof="0">
                          <a:solidFill>
                            <a:srgbClr val="000000"/>
                          </a:solidFill>
                          <a:latin typeface="Malgun Gothic"/>
                          <a:ea typeface="Malgun Gothic"/>
                          <a:cs typeface="Arial"/>
                        </a:rPr>
                        <a:t>●</a:t>
                      </a:r>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lvl="0">
                        <a:buNone/>
                      </a:pPr>
                      <a:r>
                        <a:rPr lang="en-US" sz="1400" b="0" i="0" u="none" strike="noStrike" noProof="0"/>
                        <a:t>SafePC 7.0 GS; documentSAFER GS; ScreenSAFER v3.0 GS 1st grade [1], [4], [5].</a:t>
                      </a:r>
                      <a:endParaRPr lang="en-US" sz="1400"/>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extLst>
                  <a:ext uri="{0D108BD9-81ED-4DB2-BD59-A6C34878D82A}">
                    <a16:rowId xmlns:a16="http://schemas.microsoft.com/office/drawing/2014/main" val="2181622584"/>
                  </a:ext>
                </a:extLst>
              </a:tr>
              <a:tr h="370840">
                <a:tc>
                  <a:txBody>
                    <a:bodyPr/>
                    <a:lstStyle/>
                    <a:p>
                      <a:pPr lvl="0" algn="l">
                        <a:lnSpc>
                          <a:spcPct val="100000"/>
                        </a:lnSpc>
                        <a:spcBef>
                          <a:spcPts val="0"/>
                        </a:spcBef>
                        <a:spcAft>
                          <a:spcPts val="0"/>
                        </a:spcAft>
                        <a:buNone/>
                      </a:pPr>
                      <a:r>
                        <a:rPr lang="en-US" sz="1400" b="0" i="0" u="none" strike="noStrike" noProof="0">
                          <a:solidFill>
                            <a:srgbClr val="000000"/>
                          </a:solidFill>
                          <a:latin typeface="Arial"/>
                          <a:cs typeface="Arial"/>
                        </a:rPr>
                        <a:t>D6-03</a:t>
                      </a:r>
                      <a:endParaRPr lang="en-US" sz="1400">
                        <a:latin typeface="Arial"/>
                        <a:cs typeface="Arial"/>
                      </a:endParaRPr>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lvl="0" algn="l">
                        <a:lnSpc>
                          <a:spcPct val="100000"/>
                        </a:lnSpc>
                        <a:spcBef>
                          <a:spcPts val="0"/>
                        </a:spcBef>
                        <a:spcAft>
                          <a:spcPts val="0"/>
                        </a:spcAft>
                        <a:buNone/>
                      </a:pPr>
                      <a:r>
                        <a:rPr lang="ko-KR" altLang="en-US" sz="1400" b="0" i="0" u="none" strike="noStrike" noProof="0">
                          <a:effectLst/>
                        </a:rPr>
                        <a:t>조달청</a:t>
                      </a:r>
                      <a:r>
                        <a:rPr lang="en-US" altLang="ko-KR" sz="1400" b="0" i="0" u="none" strike="noStrike" noProof="0">
                          <a:effectLst/>
                        </a:rPr>
                        <a:t> </a:t>
                      </a:r>
                      <a:r>
                        <a:rPr lang="ko-KR" altLang="en-US" sz="1400" b="0" i="0" u="none" strike="noStrike" noProof="0">
                          <a:effectLst/>
                        </a:rPr>
                        <a:t>등록</a:t>
                      </a:r>
                      <a:r>
                        <a:rPr lang="en-US" sz="1400" b="0" i="0" u="none" strike="noStrike" noProof="0">
                          <a:effectLst/>
                        </a:rPr>
                        <a:t> (</a:t>
                      </a:r>
                      <a:r>
                        <a:rPr lang="ko-KR" altLang="en-US" sz="1400" b="0" i="0" u="none" strike="noStrike" noProof="0">
                          <a:effectLst/>
                        </a:rPr>
                        <a:t>나라장터</a:t>
                      </a:r>
                      <a:r>
                        <a:rPr lang="en-US" sz="1400" b="0" i="0" u="none" strike="noStrike" noProof="0">
                          <a:effectLst/>
                        </a:rPr>
                        <a:t> /</a:t>
                      </a:r>
                      <a:r>
                        <a:rPr lang="en-US" altLang="ko-KR" sz="1400" b="0" i="0" u="none" strike="noStrike" noProof="0">
                          <a:effectLst/>
                        </a:rPr>
                        <a:t> </a:t>
                      </a:r>
                      <a:r>
                        <a:rPr lang="ko-KR" altLang="en-US" sz="1400" b="0" i="0" u="none" strike="noStrike" noProof="0">
                          <a:effectLst/>
                        </a:rPr>
                        <a:t>디지털서비스몰</a:t>
                      </a:r>
                      <a:r>
                        <a:rPr lang="en-US" sz="1400" b="0" i="0" u="none" strike="noStrike" noProof="0">
                          <a:effectLst/>
                        </a:rPr>
                        <a:t>) </a:t>
                      </a:r>
                      <a:endParaRPr lang="en-US"/>
                    </a:p>
                  </a:txBody>
                  <a:tcPr marL="0" marR="0" marT="0" marB="0" anchor="ctr">
                    <a:lnL w="12700">
                      <a:solidFill>
                        <a:schemeClr val="tx1"/>
                      </a:solidFill>
                    </a:lnL>
                    <a:lnR w="12700" cap="flat" cmpd="sng" algn="ctr">
                      <a:solidFill>
                        <a:schemeClr val="tx1"/>
                      </a:solidFill>
                      <a:prstDash val="solid"/>
                      <a:round/>
                      <a:headEnd type="none" w="med" len="med"/>
                      <a:tailEnd type="none" w="med" len="med"/>
                    </a:lnR>
                    <a:lnT w="12700">
                      <a:solidFill>
                        <a:schemeClr val="tx1"/>
                      </a:solidFill>
                    </a:lnT>
                    <a:lnB w="12700">
                      <a:solidFill>
                        <a:schemeClr val="tx1"/>
                      </a:solidFill>
                    </a:lnB>
                    <a:solidFill>
                      <a:schemeClr val="bg1"/>
                    </a:solidFill>
                  </a:tcPr>
                </a:tc>
                <a:tc>
                  <a:txBody>
                    <a:bodyPr/>
                    <a:lstStyle/>
                    <a:p>
                      <a:pPr lvl="0" algn="ctr">
                        <a:lnSpc>
                          <a:spcPct val="100000"/>
                        </a:lnSpc>
                        <a:spcBef>
                          <a:spcPts val="0"/>
                        </a:spcBef>
                        <a:spcAft>
                          <a:spcPts val="0"/>
                        </a:spcAft>
                        <a:buNone/>
                      </a:pPr>
                      <a:r>
                        <a:rPr lang="en-US" sz="1200" b="0" i="0" u="none" strike="noStrike" noProof="0">
                          <a:solidFill>
                            <a:srgbClr val="000000"/>
                          </a:solidFill>
                          <a:latin typeface="Malgun Gothic"/>
                          <a:ea typeface="Malgun Gothic"/>
                          <a:cs typeface="Arial"/>
                        </a:rPr>
                        <a:t>●</a:t>
                      </a:r>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lvl="0">
                        <a:buNone/>
                      </a:pPr>
                      <a:r>
                        <a:rPr lang="en-US" sz="1400" b="0" i="0" u="none" strike="noStrike" noProof="0"/>
                        <a:t>SafePC Enterprise V7.0 on</a:t>
                      </a:r>
                      <a:r>
                        <a:rPr lang="en-US" altLang="ko-KR" sz="1400" b="0" i="0" u="none" strike="noStrike" noProof="0"/>
                        <a:t> </a:t>
                      </a:r>
                      <a:r>
                        <a:rPr lang="ko-KR" altLang="en-US" sz="1400" b="0" i="0" u="none" strike="noStrike" noProof="0"/>
                        <a:t>디지털서비스몰</a:t>
                      </a:r>
                      <a:r>
                        <a:rPr lang="en-US" sz="1400" b="0" i="0" u="none" strike="noStrike" noProof="0"/>
                        <a:t> (media-control and PII agent/server SKUs) [4], [6].</a:t>
                      </a:r>
                      <a:endParaRPr lang="en-US" sz="1400"/>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extLst>
                  <a:ext uri="{0D108BD9-81ED-4DB2-BD59-A6C34878D82A}">
                    <a16:rowId xmlns:a16="http://schemas.microsoft.com/office/drawing/2014/main" val="903757581"/>
                  </a:ext>
                </a:extLst>
              </a:tr>
              <a:tr h="370840">
                <a:tc>
                  <a:txBody>
                    <a:bodyPr/>
                    <a:lstStyle/>
                    <a:p>
                      <a:pPr lvl="0" algn="l">
                        <a:lnSpc>
                          <a:spcPct val="100000"/>
                        </a:lnSpc>
                        <a:spcBef>
                          <a:spcPts val="0"/>
                        </a:spcBef>
                        <a:spcAft>
                          <a:spcPts val="0"/>
                        </a:spcAft>
                        <a:buNone/>
                      </a:pPr>
                      <a:r>
                        <a:rPr lang="en-US" sz="1400" b="0" i="0" u="none" strike="noStrike" noProof="0">
                          <a:solidFill>
                            <a:srgbClr val="000000"/>
                          </a:solidFill>
                          <a:latin typeface="Arial"/>
                          <a:cs typeface="Arial"/>
                        </a:rPr>
                        <a:t>D6-04</a:t>
                      </a:r>
                      <a:endParaRPr lang="en-US" sz="1400">
                        <a:latin typeface="Arial"/>
                        <a:cs typeface="Arial"/>
                      </a:endParaRPr>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lvl="0" algn="l">
                        <a:lnSpc>
                          <a:spcPct val="100000"/>
                        </a:lnSpc>
                        <a:spcBef>
                          <a:spcPts val="0"/>
                        </a:spcBef>
                        <a:spcAft>
                          <a:spcPts val="0"/>
                        </a:spcAft>
                        <a:buNone/>
                      </a:pPr>
                      <a:r>
                        <a:rPr lang="en-US" sz="1400" b="0" i="0" u="none" strike="noStrike" noProof="0">
                          <a:effectLst/>
                        </a:rPr>
                        <a:t>N2SF / CSO grade support </a:t>
                      </a:r>
                      <a:endParaRPr lang="en-US"/>
                    </a:p>
                  </a:txBody>
                  <a:tcPr marL="0" marR="0" marT="0" marB="0" anchor="ctr">
                    <a:lnL w="12700">
                      <a:solidFill>
                        <a:schemeClr val="tx1"/>
                      </a:solidFill>
                    </a:lnL>
                    <a:lnR w="12700" cap="flat" cmpd="sng" algn="ctr">
                      <a:solidFill>
                        <a:schemeClr val="tx1"/>
                      </a:solidFill>
                      <a:prstDash val="solid"/>
                      <a:round/>
                      <a:headEnd type="none" w="med" len="med"/>
                      <a:tailEnd type="none" w="med" len="med"/>
                    </a:lnR>
                    <a:lnT w="12700">
                      <a:solidFill>
                        <a:schemeClr val="tx1"/>
                      </a:solidFill>
                    </a:lnT>
                    <a:lnB w="12700">
                      <a:solidFill>
                        <a:schemeClr val="tx1"/>
                      </a:solidFill>
                    </a:lnB>
                    <a:solidFill>
                      <a:schemeClr val="bg1"/>
                    </a:solidFill>
                  </a:tcPr>
                </a:tc>
                <a:tc>
                  <a:txBody>
                    <a:bodyPr/>
                    <a:lstStyle/>
                    <a:p>
                      <a:pPr lvl="0" algn="ctr">
                        <a:lnSpc>
                          <a:spcPct val="100000"/>
                        </a:lnSpc>
                        <a:spcBef>
                          <a:spcPts val="0"/>
                        </a:spcBef>
                        <a:spcAft>
                          <a:spcPts val="0"/>
                        </a:spcAft>
                        <a:buNone/>
                      </a:pPr>
                      <a:r>
                        <a:rPr lang="en-US" sz="1200" b="0" i="0" u="none" strike="noStrike" noProof="0">
                          <a:solidFill>
                            <a:srgbClr val="000000"/>
                          </a:solidFill>
                          <a:latin typeface="Malgun Gothic"/>
                          <a:ea typeface="Malgun Gothic"/>
                          <a:cs typeface="Arial"/>
                        </a:rPr>
                        <a:t>◐</a:t>
                      </a:r>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lvl="0">
                        <a:buNone/>
                      </a:pPr>
                      <a:r>
                        <a:rPr lang="en-US" sz="1400" b="0" i="0" u="none" strike="noStrike" noProof="0"/>
                        <a:t>Press coverage says prompt logs can support N2SF and AI Basic Act audit needs; no formal mapping published [7].</a:t>
                      </a:r>
                      <a:endParaRPr lang="en-US" sz="1400"/>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extLst>
                  <a:ext uri="{0D108BD9-81ED-4DB2-BD59-A6C34878D82A}">
                    <a16:rowId xmlns:a16="http://schemas.microsoft.com/office/drawing/2014/main" val="2970567322"/>
                  </a:ext>
                </a:extLst>
              </a:tr>
              <a:tr h="370840">
                <a:tc>
                  <a:txBody>
                    <a:bodyPr/>
                    <a:lstStyle/>
                    <a:p>
                      <a:pPr lvl="0" algn="l">
                        <a:lnSpc>
                          <a:spcPct val="100000"/>
                        </a:lnSpc>
                        <a:spcBef>
                          <a:spcPts val="0"/>
                        </a:spcBef>
                        <a:spcAft>
                          <a:spcPts val="0"/>
                        </a:spcAft>
                        <a:buNone/>
                      </a:pPr>
                      <a:r>
                        <a:rPr lang="en-US" sz="1400" b="0" i="0" u="none" strike="noStrike" noProof="0">
                          <a:solidFill>
                            <a:srgbClr val="000000"/>
                          </a:solidFill>
                          <a:latin typeface="Arial"/>
                          <a:cs typeface="Arial"/>
                        </a:rPr>
                        <a:t>D6-05</a:t>
                      </a:r>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lvl="0" algn="l">
                        <a:lnSpc>
                          <a:spcPct val="100000"/>
                        </a:lnSpc>
                        <a:spcBef>
                          <a:spcPts val="0"/>
                        </a:spcBef>
                        <a:spcAft>
                          <a:spcPts val="0"/>
                        </a:spcAft>
                        <a:buNone/>
                      </a:pPr>
                      <a:r>
                        <a:rPr lang="en-US" sz="1400" b="0" i="0" u="none" strike="noStrike" noProof="0">
                          <a:effectLst/>
                        </a:rPr>
                        <a:t>ISMS-P control alignment </a:t>
                      </a:r>
                      <a:endParaRPr lang="en-US"/>
                    </a:p>
                  </a:txBody>
                  <a:tcPr marL="0" marR="0" marT="0" marB="0" anchor="ctr">
                    <a:lnL w="12700">
                      <a:solidFill>
                        <a:schemeClr val="tx1"/>
                      </a:solidFill>
                    </a:lnL>
                    <a:lnR w="12700" cap="flat" cmpd="sng" algn="ctr">
                      <a:solidFill>
                        <a:schemeClr val="tx1"/>
                      </a:solidFill>
                      <a:prstDash val="solid"/>
                      <a:round/>
                      <a:headEnd type="none" w="med" len="med"/>
                      <a:tailEnd type="none" w="med" len="med"/>
                    </a:lnR>
                    <a:lnT w="12700">
                      <a:solidFill>
                        <a:schemeClr val="tx1"/>
                      </a:solidFill>
                    </a:lnT>
                    <a:lnB w="12700">
                      <a:solidFill>
                        <a:schemeClr val="tx1"/>
                      </a:solidFill>
                    </a:lnB>
                    <a:solidFill>
                      <a:schemeClr val="bg1"/>
                    </a:solidFill>
                  </a:tcPr>
                </a:tc>
                <a:tc>
                  <a:txBody>
                    <a:bodyPr/>
                    <a:lstStyle/>
                    <a:p>
                      <a:pPr lvl="0" algn="ctr">
                        <a:lnSpc>
                          <a:spcPct val="100000"/>
                        </a:lnSpc>
                        <a:spcBef>
                          <a:spcPts val="0"/>
                        </a:spcBef>
                        <a:spcAft>
                          <a:spcPts val="0"/>
                        </a:spcAft>
                        <a:buNone/>
                      </a:pPr>
                      <a:r>
                        <a:rPr lang="en-US" sz="1200" b="0" i="0" u="none" strike="noStrike" noProof="0">
                          <a:solidFill>
                            <a:srgbClr val="000000"/>
                          </a:solidFill>
                          <a:latin typeface="Malgun Gothic"/>
                          <a:ea typeface="Malgun Gothic"/>
                          <a:cs typeface="Arial"/>
                        </a:rPr>
                        <a:t>◐</a:t>
                      </a:r>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lvl="0">
                        <a:buNone/>
                      </a:pPr>
                      <a:r>
                        <a:rPr lang="en-US" sz="1400" b="0" i="0" u="none" strike="noStrike" noProof="0"/>
                        <a:t>Privacy SAFER positioned for PIPA / GDPR technical measures; ISMS-P not named [8].</a:t>
                      </a:r>
                      <a:endParaRPr lang="en-US" sz="1400"/>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extLst>
                  <a:ext uri="{0D108BD9-81ED-4DB2-BD59-A6C34878D82A}">
                    <a16:rowId xmlns:a16="http://schemas.microsoft.com/office/drawing/2014/main" val="3874896899"/>
                  </a:ext>
                </a:extLst>
              </a:tr>
              <a:tr h="370840">
                <a:tc>
                  <a:txBody>
                    <a:bodyPr/>
                    <a:lstStyle/>
                    <a:p>
                      <a:pPr lvl="0" algn="l">
                        <a:lnSpc>
                          <a:spcPct val="100000"/>
                        </a:lnSpc>
                        <a:spcBef>
                          <a:spcPts val="0"/>
                        </a:spcBef>
                        <a:spcAft>
                          <a:spcPts val="0"/>
                        </a:spcAft>
                        <a:buNone/>
                      </a:pPr>
                      <a:r>
                        <a:rPr lang="en-US" sz="1400" b="0" i="0" u="none" strike="noStrike" noProof="0">
                          <a:solidFill>
                            <a:srgbClr val="000000"/>
                          </a:solidFill>
                          <a:latin typeface="Arial"/>
                          <a:cs typeface="Arial"/>
                        </a:rPr>
                        <a:t>D6-06</a:t>
                      </a:r>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lvl="0" algn="l">
                        <a:lnSpc>
                          <a:spcPct val="100000"/>
                        </a:lnSpc>
                        <a:spcBef>
                          <a:spcPts val="0"/>
                        </a:spcBef>
                        <a:spcAft>
                          <a:spcPts val="0"/>
                        </a:spcAft>
                        <a:buNone/>
                      </a:pPr>
                      <a:r>
                        <a:rPr lang="en-US" sz="1400" b="0" i="0" u="none" strike="noStrike" noProof="0">
                          <a:effectLst/>
                        </a:rPr>
                        <a:t>KCMVP-verified crypto module </a:t>
                      </a:r>
                      <a:endParaRPr lang="en-US"/>
                    </a:p>
                  </a:txBody>
                  <a:tcPr marL="0" marR="0" marT="0" marB="0" anchor="ctr">
                    <a:lnL w="12700">
                      <a:solidFill>
                        <a:schemeClr val="tx1"/>
                      </a:solidFill>
                    </a:lnL>
                    <a:lnR w="12700" cap="flat" cmpd="sng" algn="ctr">
                      <a:solidFill>
                        <a:schemeClr val="tx1"/>
                      </a:solidFill>
                      <a:prstDash val="solid"/>
                      <a:round/>
                      <a:headEnd type="none" w="med" len="med"/>
                      <a:tailEnd type="none" w="med" len="med"/>
                    </a:lnR>
                    <a:lnT w="12700">
                      <a:solidFill>
                        <a:schemeClr val="tx1"/>
                      </a:solidFill>
                    </a:lnT>
                    <a:lnB w="12700">
                      <a:solidFill>
                        <a:schemeClr val="tx1"/>
                      </a:solidFill>
                    </a:lnB>
                    <a:solidFill>
                      <a:schemeClr val="bg1"/>
                    </a:solidFill>
                  </a:tcPr>
                </a:tc>
                <a:tc>
                  <a:txBody>
                    <a:bodyPr/>
                    <a:lstStyle/>
                    <a:p>
                      <a:pPr lvl="0" algn="ctr">
                        <a:lnSpc>
                          <a:spcPct val="100000"/>
                        </a:lnSpc>
                        <a:spcBef>
                          <a:spcPts val="0"/>
                        </a:spcBef>
                        <a:spcAft>
                          <a:spcPts val="0"/>
                        </a:spcAft>
                        <a:buNone/>
                      </a:pPr>
                      <a:r>
                        <a:rPr lang="en-US" sz="1200" b="0" i="0" u="none" strike="noStrike" noProof="0">
                          <a:solidFill>
                            <a:srgbClr val="000000"/>
                          </a:solidFill>
                          <a:latin typeface="Malgun Gothic"/>
                          <a:ea typeface="Malgun Gothic"/>
                          <a:cs typeface="Arial"/>
                        </a:rPr>
                        <a:t>●</a:t>
                      </a:r>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lvl="0">
                        <a:buNone/>
                      </a:pPr>
                      <a:r>
                        <a:rPr lang="en-US" sz="1400" b="0" i="0" u="none" strike="noStrike" noProof="0"/>
                        <a:t>documentSAFER holds KCMVP [1].</a:t>
                      </a:r>
                      <a:endParaRPr lang="en-US" sz="1400"/>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extLst>
                  <a:ext uri="{0D108BD9-81ED-4DB2-BD59-A6C34878D82A}">
                    <a16:rowId xmlns:a16="http://schemas.microsoft.com/office/drawing/2014/main" val="463752911"/>
                  </a:ext>
                </a:extLst>
              </a:tr>
              <a:tr h="365125">
                <a:tc>
                  <a:txBody>
                    <a:bodyPr/>
                    <a:lstStyle/>
                    <a:p>
                      <a:pPr lvl="0" algn="l">
                        <a:lnSpc>
                          <a:spcPct val="100000"/>
                        </a:lnSpc>
                        <a:spcBef>
                          <a:spcPts val="0"/>
                        </a:spcBef>
                        <a:spcAft>
                          <a:spcPts val="0"/>
                        </a:spcAft>
                        <a:buNone/>
                      </a:pPr>
                      <a:r>
                        <a:rPr lang="en-US" sz="1400" b="0" i="0" u="none" strike="noStrike" noProof="0">
                          <a:solidFill>
                            <a:srgbClr val="000000"/>
                          </a:solidFill>
                          <a:latin typeface="Arial"/>
                          <a:cs typeface="Arial"/>
                        </a:rPr>
                        <a:t>D6-07</a:t>
                      </a:r>
                    </a:p>
                  </a:txBody>
                  <a:tcP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solidFill>
                      <a:schemeClr val="bg1"/>
                    </a:solidFill>
                  </a:tcPr>
                </a:tc>
                <a:tc>
                  <a:txBody>
                    <a:bodyPr/>
                    <a:lstStyle/>
                    <a:p>
                      <a:pPr lvl="0" algn="l">
                        <a:lnSpc>
                          <a:spcPct val="100000"/>
                        </a:lnSpc>
                        <a:spcBef>
                          <a:spcPts val="0"/>
                        </a:spcBef>
                        <a:spcAft>
                          <a:spcPts val="0"/>
                        </a:spcAft>
                        <a:buNone/>
                      </a:pPr>
                      <a:r>
                        <a:rPr lang="en-US" sz="1400" b="0" i="0" u="none" strike="noStrike" noProof="0">
                          <a:effectLst/>
                        </a:rPr>
                        <a:t>Independent analyst recognition </a:t>
                      </a:r>
                      <a:endParaRPr lang="en-US"/>
                    </a:p>
                  </a:txBody>
                  <a:tcPr marL="0" marR="0" marT="0" marB="0" anchor="ctr">
                    <a:lnL w="12700">
                      <a:solidFill>
                        <a:schemeClr val="tx1"/>
                      </a:solidFill>
                    </a:lnL>
                    <a:lnR w="12700" cap="flat" cmpd="sng" algn="ctr">
                      <a:solidFill>
                        <a:schemeClr val="tx1"/>
                      </a:solidFill>
                      <a:prstDash val="solid"/>
                      <a:round/>
                      <a:headEnd type="none" w="med" len="med"/>
                      <a:tailEnd type="none" w="med" len="med"/>
                    </a:lnR>
                    <a:lnT w="12700">
                      <a:solidFill>
                        <a:schemeClr val="tx1"/>
                      </a:solidFill>
                    </a:lnT>
                    <a:lnB w="12700">
                      <a:solidFill>
                        <a:schemeClr val="tx1"/>
                      </a:solidFill>
                    </a:lnB>
                    <a:solidFill>
                      <a:schemeClr val="bg1"/>
                    </a:solidFill>
                  </a:tcPr>
                </a:tc>
                <a:tc>
                  <a:txBody>
                    <a:bodyPr/>
                    <a:lstStyle/>
                    <a:p>
                      <a:endParaRPr lang="en-US" sz="1400">
                        <a:latin typeface="Arial"/>
                        <a:cs typeface="Arial"/>
                      </a:endParaRPr>
                    </a:p>
                  </a:txBody>
                  <a:tcP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solidFill>
                      <a:schemeClr val="bg1"/>
                    </a:solidFill>
                  </a:tcPr>
                </a:tc>
                <a:tc>
                  <a:txBody>
                    <a:bodyPr/>
                    <a:lstStyle/>
                    <a:p>
                      <a:endParaRPr lang="en-US" sz="1400">
                        <a:latin typeface="Arial"/>
                        <a:cs typeface="Arial"/>
                      </a:endParaRPr>
                    </a:p>
                  </a:txBody>
                  <a:tcP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38253598"/>
                  </a:ext>
                </a:extLst>
              </a:tr>
              <a:tr h="365125">
                <a:tc>
                  <a:txBody>
                    <a:bodyPr/>
                    <a:lstStyle/>
                    <a:p>
                      <a:pPr lvl="0" algn="l">
                        <a:lnSpc>
                          <a:spcPct val="100000"/>
                        </a:lnSpc>
                        <a:spcBef>
                          <a:spcPts val="0"/>
                        </a:spcBef>
                        <a:spcAft>
                          <a:spcPts val="0"/>
                        </a:spcAft>
                        <a:buNone/>
                      </a:pPr>
                      <a:r>
                        <a:rPr lang="en-US" sz="1400" b="0" i="0" u="none" strike="noStrike" noProof="0">
                          <a:solidFill>
                            <a:srgbClr val="000000"/>
                          </a:solidFill>
                          <a:latin typeface="Arial"/>
                          <a:cs typeface="Arial"/>
                        </a:rPr>
                        <a:t>D6-08</a:t>
                      </a:r>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lvl="0" algn="l">
                        <a:lnSpc>
                          <a:spcPct val="100000"/>
                        </a:lnSpc>
                        <a:spcBef>
                          <a:spcPts val="0"/>
                        </a:spcBef>
                        <a:spcAft>
                          <a:spcPts val="0"/>
                        </a:spcAft>
                        <a:buNone/>
                      </a:pPr>
                      <a:r>
                        <a:rPr lang="en-US" sz="1400" b="0" i="0" u="none" strike="noStrike" noProof="0">
                          <a:effectLst/>
                        </a:rPr>
                        <a:t>Others</a:t>
                      </a:r>
                      <a:endParaRPr lang="en-US"/>
                    </a:p>
                  </a:txBody>
                  <a:tcPr marL="0" marR="0" marT="0" marB="0" anchor="ctr">
                    <a:lnL w="12700">
                      <a:solidFill>
                        <a:schemeClr val="tx1"/>
                      </a:solidFill>
                    </a:lnL>
                    <a:lnR w="12700" cap="flat" cmpd="sng" algn="ctr">
                      <a:solidFill>
                        <a:schemeClr val="tx1"/>
                      </a:solidFill>
                      <a:prstDash val="solid"/>
                      <a:round/>
                      <a:headEnd type="none" w="med" len="med"/>
                      <a:tailEnd type="none" w="med" len="med"/>
                    </a:lnR>
                    <a:lnT w="12700">
                      <a:solidFill>
                        <a:schemeClr val="tx1"/>
                      </a:solidFill>
                    </a:lnT>
                    <a:lnB w="12700">
                      <a:solidFill>
                        <a:schemeClr val="tx1"/>
                      </a:solidFill>
                    </a:lnB>
                    <a:solidFill>
                      <a:schemeClr val="bg1"/>
                    </a:solidFill>
                  </a:tcPr>
                </a:tc>
                <a:tc>
                  <a:txBody>
                    <a:bodyPr/>
                    <a:lstStyle/>
                    <a:p>
                      <a:pPr lvl="0">
                        <a:buNone/>
                      </a:pPr>
                      <a:endParaRPr lang="en-US" sz="1400">
                        <a:latin typeface="Arial"/>
                        <a:cs typeface="Arial"/>
                      </a:endParaRPr>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lvl="0">
                        <a:buNone/>
                      </a:pPr>
                      <a:r>
                        <a:rPr lang="en-US" sz="1400" b="0" i="0" u="none" strike="noStrike" noProof="0"/>
                        <a:t>SafePC acquired in 2024 from Setopia (ex-Nixtech, product since 2001); on 2026</a:t>
                      </a:r>
                      <a:r>
                        <a:rPr lang="en-US" altLang="ko-KR" sz="1400" b="0" i="0" u="none" strike="noStrike" noProof="0"/>
                        <a:t> </a:t>
                      </a:r>
                      <a:r>
                        <a:rPr lang="ko-KR" altLang="en-US" sz="1400" b="0" i="0" u="none" strike="noStrike" noProof="0"/>
                        <a:t>기술유출방지시스템</a:t>
                      </a:r>
                      <a:r>
                        <a:rPr lang="en-US" sz="1400" b="0" i="0" u="none" strike="noStrike" noProof="0"/>
                        <a:t> subsidy list (up to 80% support) [1], [9].</a:t>
                      </a:r>
                      <a:endParaRPr lang="en-US" sz="1400"/>
                    </a:p>
                  </a:txBody>
                  <a:tcP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extLst>
                  <a:ext uri="{0D108BD9-81ED-4DB2-BD59-A6C34878D82A}">
                    <a16:rowId xmlns:a16="http://schemas.microsoft.com/office/drawing/2014/main" val="2034492820"/>
                  </a:ext>
                </a:extLst>
              </a:tr>
            </a:tbl>
          </a:graphicData>
        </a:graphic>
      </p:graphicFrame>
    </p:spTree>
    <p:extLst>
      <p:ext uri="{BB962C8B-B14F-4D97-AF65-F5344CB8AC3E}">
        <p14:creationId xmlns:p14="http://schemas.microsoft.com/office/powerpoint/2010/main" val="335353003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434B57-98A6-C2F0-7893-6629E5904257}"/>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5405822-80AE-0838-442F-69DC13ABC9F5}"/>
              </a:ext>
            </a:extLst>
          </p:cNvPr>
          <p:cNvSpPr>
            <a:spLocks noGrp="1"/>
          </p:cNvSpPr>
          <p:nvPr>
            <p:ph type="sldNum" sz="quarter" idx="4"/>
          </p:nvPr>
        </p:nvSpPr>
        <p:spPr/>
        <p:txBody>
          <a:bodyPr/>
          <a:lstStyle/>
          <a:p>
            <a:fld id="{4EA1E582-E1CC-4474-812F-1657BC5920B7}" type="slidenum">
              <a:rPr lang="ko-KR" altLang="en-US" smtClean="0"/>
              <a:t>59</a:t>
            </a:fld>
            <a:endParaRPr lang="ko-KR" altLang="en-US"/>
          </a:p>
        </p:txBody>
      </p:sp>
      <p:sp>
        <p:nvSpPr>
          <p:cNvPr id="5" name="Text Placeholder 4">
            <a:extLst>
              <a:ext uri="{FF2B5EF4-FFF2-40B4-BE49-F238E27FC236}">
                <a16:creationId xmlns:a16="http://schemas.microsoft.com/office/drawing/2014/main" id="{7E7EBBF4-202F-B07B-6A74-542F8B59A72C}"/>
              </a:ext>
            </a:extLst>
          </p:cNvPr>
          <p:cNvSpPr>
            <a:spLocks noGrp="1"/>
          </p:cNvSpPr>
          <p:nvPr>
            <p:ph type="body" sz="quarter" idx="11"/>
          </p:nvPr>
        </p:nvSpPr>
        <p:spPr/>
        <p:txBody>
          <a:bodyPr lIns="91440" tIns="45720" rIns="91440" bIns="45720" anchor="ctr" anchorCtr="0"/>
          <a:lstStyle/>
          <a:p>
            <a:r>
              <a:rPr lang="en-US">
                <a:latin typeface="KoPub돋움체 Bold"/>
                <a:ea typeface="KoPub돋움체 Bold"/>
              </a:rPr>
              <a:t>Product Map</a:t>
            </a:r>
            <a:endParaRPr lang="en-US"/>
          </a:p>
        </p:txBody>
      </p:sp>
      <p:sp>
        <p:nvSpPr>
          <p:cNvPr id="7" name="제목 3">
            <a:extLst>
              <a:ext uri="{FF2B5EF4-FFF2-40B4-BE49-F238E27FC236}">
                <a16:creationId xmlns:a16="http://schemas.microsoft.com/office/drawing/2014/main" id="{C5E6C7B1-1535-762F-ADD5-3C6EE9BA5F00}"/>
              </a:ext>
            </a:extLst>
          </p:cNvPr>
          <p:cNvSpPr txBox="1">
            <a:spLocks/>
          </p:cNvSpPr>
          <p:nvPr/>
        </p:nvSpPr>
        <p:spPr>
          <a:xfrm>
            <a:off x="286194" y="265704"/>
            <a:ext cx="10666268" cy="464670"/>
          </a:xfrm>
          <a:prstGeom prst="rect">
            <a:avLst/>
          </a:prstGeom>
        </p:spPr>
        <p:txBody>
          <a:bodyPr lIns="91440" tIns="45720" rIns="91440" bIns="45720" anchor="ctr" anchorCtr="0"/>
          <a:lstStyle>
            <a:lvl1pPr algn="l" rtl="0" eaLnBrk="1" fontAlgn="base" latinLnBrk="1" hangingPunct="1">
              <a:spcBef>
                <a:spcPct val="0"/>
              </a:spcBef>
              <a:spcAft>
                <a:spcPct val="0"/>
              </a:spcAft>
              <a:defRPr lang="ko-KR" altLang="en-US" sz="2400" b="1" kern="1200" baseline="0" dirty="0">
                <a:ln>
                  <a:solidFill>
                    <a:schemeClr val="accent1">
                      <a:alpha val="0"/>
                    </a:schemeClr>
                  </a:solidFill>
                </a:ln>
                <a:solidFill>
                  <a:srgbClr val="144772"/>
                </a:solidFill>
                <a:effectLst>
                  <a:glow rad="127000">
                    <a:schemeClr val="bg1"/>
                  </a:glow>
                  <a:outerShdw blurRad="38100" dist="38100" dir="2700000" algn="tl" rotWithShape="0">
                    <a:prstClr val="black">
                      <a:alpha val="40000"/>
                    </a:prstClr>
                  </a:outerShdw>
                </a:effectLst>
                <a:latin typeface="Pretendard Black" panose="02000A03000000020004" pitchFamily="50" charset="-127"/>
                <a:ea typeface="Pretendard Black" panose="02000A03000000020004" pitchFamily="50" charset="-127"/>
                <a:cs typeface="Pretendard Black" panose="02000A03000000020004" pitchFamily="50" charset="-127"/>
              </a:defRPr>
            </a:lvl1pPr>
            <a:lvl2pPr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2pPr>
            <a:lvl3pPr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3pPr>
            <a:lvl4pPr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4pPr>
            <a:lvl5pPr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5pPr>
            <a:lvl6pPr marL="457200"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6pPr>
            <a:lvl7pPr marL="914400"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7pPr>
            <a:lvl8pPr marL="1371600"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8pPr>
            <a:lvl9pPr marL="1828800"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9pPr>
          </a:lstStyle>
          <a:p>
            <a:r>
              <a:rPr lang="ko-KR">
                <a:ln>
                  <a:solidFill>
                    <a:srgbClr val="4F81BD">
                      <a:alpha val="0"/>
                    </a:srgbClr>
                  </a:solidFill>
                </a:ln>
                <a:effectLst>
                  <a:glow rad="127000">
                    <a:prstClr val="white"/>
                  </a:glow>
                  <a:outerShdw blurRad="38100" dist="38100" dir="2700000" algn="tl" rotWithShape="0">
                    <a:prstClr val="black">
                      <a:alpha val="40000"/>
                    </a:prstClr>
                  </a:outerShdw>
                </a:effectLst>
                <a:latin typeface="Arial"/>
                <a:ea typeface="Pretendard Black"/>
                <a:cs typeface="Arial"/>
              </a:rPr>
              <a:t>마크애니</a:t>
            </a:r>
            <a:r>
              <a:rPr lang="ko-KR" altLang="en-US">
                <a:ln>
                  <a:solidFill>
                    <a:srgbClr val="4F81BD">
                      <a:alpha val="0"/>
                    </a:srgbClr>
                  </a:solidFill>
                </a:ln>
                <a:effectLst>
                  <a:glow rad="127000">
                    <a:prstClr val="white"/>
                  </a:glow>
                  <a:outerShdw blurRad="38100" dist="38100" dir="2700000" algn="tl" rotWithShape="0">
                    <a:prstClr val="black">
                      <a:alpha val="40000"/>
                    </a:prstClr>
                  </a:outerShdw>
                </a:effectLst>
                <a:latin typeface="Arial"/>
                <a:ea typeface="Pretendard Black"/>
                <a:cs typeface="Arial"/>
              </a:rPr>
              <a:t> (</a:t>
            </a:r>
            <a:r>
              <a:rPr lang="ko-KR" altLang="en-US">
                <a:ln>
                  <a:solidFill>
                    <a:srgbClr val="4F81BD">
                      <a:alpha val="0"/>
                    </a:srgbClr>
                  </a:solidFill>
                </a:ln>
                <a:effectLst>
                  <a:glow rad="127000">
                    <a:prstClr val="white"/>
                  </a:glow>
                  <a:outerShdw blurRad="38100" dist="38100" dir="2700000" algn="tl" rotWithShape="0">
                    <a:prstClr val="black">
                      <a:alpha val="40000"/>
                    </a:prstClr>
                  </a:outerShdw>
                </a:effectLst>
                <a:latin typeface="Arial"/>
                <a:ea typeface="Pretendard Black"/>
              </a:rPr>
              <a:t>Alta)</a:t>
            </a:r>
            <a:endParaRPr lang="en-US" altLang="ko-KR">
              <a:ln>
                <a:solidFill>
                  <a:srgbClr val="4F81BD">
                    <a:alpha val="0"/>
                  </a:srgbClr>
                </a:solidFill>
              </a:ln>
              <a:effectLst>
                <a:glow rad="127000">
                  <a:prstClr val="white"/>
                </a:glow>
                <a:outerShdw blurRad="38100" dist="38100" dir="2700000" algn="tl" rotWithShape="0">
                  <a:prstClr val="black">
                    <a:alpha val="40000"/>
                  </a:prstClr>
                </a:outerShdw>
              </a:effectLst>
              <a:latin typeface="Pretendard Black"/>
            </a:endParaRPr>
          </a:p>
        </p:txBody>
      </p:sp>
      <p:graphicFrame>
        <p:nvGraphicFramePr>
          <p:cNvPr id="4" name="Table 3">
            <a:extLst>
              <a:ext uri="{FF2B5EF4-FFF2-40B4-BE49-F238E27FC236}">
                <a16:creationId xmlns:a16="http://schemas.microsoft.com/office/drawing/2014/main" id="{64AD8197-0D64-1B9E-6635-57F42BD3491F}"/>
              </a:ext>
            </a:extLst>
          </p:cNvPr>
          <p:cNvGraphicFramePr>
            <a:graphicFrameLocks noGrp="1"/>
          </p:cNvGraphicFramePr>
          <p:nvPr>
            <p:extLst>
              <p:ext uri="{D42A27DB-BD31-4B8C-83A1-F6EECF244321}">
                <p14:modId xmlns:p14="http://schemas.microsoft.com/office/powerpoint/2010/main" val="2634794301"/>
              </p:ext>
            </p:extLst>
          </p:nvPr>
        </p:nvGraphicFramePr>
        <p:xfrm>
          <a:off x="772160" y="1645920"/>
          <a:ext cx="10515600" cy="4790440"/>
        </p:xfrm>
        <a:graphic>
          <a:graphicData uri="http://schemas.openxmlformats.org/drawingml/2006/table">
            <a:tbl>
              <a:tblPr firstRow="1" bandRow="1">
                <a:tableStyleId>{5940675A-B579-460E-94D1-54222C63F5DA}</a:tableStyleId>
              </a:tblPr>
              <a:tblGrid>
                <a:gridCol w="3383280">
                  <a:extLst>
                    <a:ext uri="{9D8B030D-6E8A-4147-A177-3AD203B41FA5}">
                      <a16:colId xmlns:a16="http://schemas.microsoft.com/office/drawing/2014/main" val="1745042514"/>
                    </a:ext>
                  </a:extLst>
                </a:gridCol>
                <a:gridCol w="3200400">
                  <a:extLst>
                    <a:ext uri="{9D8B030D-6E8A-4147-A177-3AD203B41FA5}">
                      <a16:colId xmlns:a16="http://schemas.microsoft.com/office/drawing/2014/main" val="3242468889"/>
                    </a:ext>
                  </a:extLst>
                </a:gridCol>
                <a:gridCol w="3931920">
                  <a:extLst>
                    <a:ext uri="{9D8B030D-6E8A-4147-A177-3AD203B41FA5}">
                      <a16:colId xmlns:a16="http://schemas.microsoft.com/office/drawing/2014/main" val="1504140600"/>
                    </a:ext>
                  </a:extLst>
                </a:gridCol>
              </a:tblGrid>
              <a:tr h="370840">
                <a:tc>
                  <a:txBody>
                    <a:bodyPr/>
                    <a:lstStyle/>
                    <a:p>
                      <a:pPr lvl="0" algn="just">
                        <a:buNone/>
                      </a:pPr>
                      <a:r>
                        <a:rPr lang="en-US" sz="1400">
                          <a:latin typeface="Arial"/>
                          <a:cs typeface="Arial"/>
                        </a:rPr>
                        <a:t>Product</a:t>
                      </a:r>
                      <a:endParaRPr lang="en-US"/>
                    </a:p>
                  </a:txBody>
                  <a:tcPr>
                    <a:solidFill>
                      <a:schemeClr val="accent5">
                        <a:lumMod val="20000"/>
                        <a:lumOff val="80000"/>
                      </a:schemeClr>
                    </a:solidFill>
                  </a:tcPr>
                </a:tc>
                <a:tc>
                  <a:txBody>
                    <a:bodyPr/>
                    <a:lstStyle/>
                    <a:p>
                      <a:pPr lvl="0" algn="just">
                        <a:buNone/>
                      </a:pPr>
                      <a:r>
                        <a:rPr lang="en-US" sz="1400">
                          <a:latin typeface="Arial"/>
                          <a:cs typeface="Arial"/>
                        </a:rPr>
                        <a:t>Form factor</a:t>
                      </a:r>
                      <a:endParaRPr lang="en-US"/>
                    </a:p>
                  </a:txBody>
                  <a:tcPr>
                    <a:solidFill>
                      <a:schemeClr val="accent5">
                        <a:lumMod val="20000"/>
                        <a:lumOff val="80000"/>
                      </a:schemeClr>
                    </a:solidFill>
                  </a:tcPr>
                </a:tc>
                <a:tc>
                  <a:txBody>
                    <a:bodyPr/>
                    <a:lstStyle/>
                    <a:p>
                      <a:pPr lvl="0" algn="just">
                        <a:buNone/>
                      </a:pPr>
                      <a:r>
                        <a:rPr lang="en-US" sz="1400">
                          <a:latin typeface="Arial"/>
                          <a:cs typeface="Arial"/>
                        </a:rPr>
                        <a:t>What it covers?</a:t>
                      </a:r>
                      <a:endParaRPr lang="en-US"/>
                    </a:p>
                  </a:txBody>
                  <a:tcPr>
                    <a:solidFill>
                      <a:schemeClr val="accent5">
                        <a:lumMod val="20000"/>
                        <a:lumOff val="80000"/>
                      </a:schemeClr>
                    </a:solidFill>
                  </a:tcPr>
                </a:tc>
                <a:extLst>
                  <a:ext uri="{0D108BD9-81ED-4DB2-BD59-A6C34878D82A}">
                    <a16:rowId xmlns:a16="http://schemas.microsoft.com/office/drawing/2014/main" val="4130032457"/>
                  </a:ext>
                </a:extLst>
              </a:tr>
              <a:tr h="370840">
                <a:tc>
                  <a:txBody>
                    <a:bodyPr/>
                    <a:lstStyle/>
                    <a:p>
                      <a:pPr lvl="0" algn="just">
                        <a:buNone/>
                      </a:pPr>
                      <a:r>
                        <a:rPr lang="en-US" altLang="ko-KR" sz="1400" b="0" i="0" u="none" strike="noStrike" noProof="0">
                          <a:latin typeface="맑은 고딕"/>
                          <a:ea typeface="맑은 고딕"/>
                        </a:rPr>
                        <a:t>SafePC Enterprise (</a:t>
                      </a:r>
                      <a:r>
                        <a:rPr lang="en-US" sz="1400" b="0" i="0" u="none" strike="noStrike" noProof="0">
                          <a:latin typeface="맑은 고딕"/>
                          <a:ea typeface="맑은 고딕"/>
                        </a:rPr>
                        <a:t>V7.0 /</a:t>
                      </a:r>
                      <a:r>
                        <a:rPr lang="en-US" altLang="ko-KR" sz="1400" b="0" i="0" u="none" strike="noStrike" noProof="0">
                          <a:latin typeface="맑은 고딕"/>
                          <a:ea typeface="맑은 고딕"/>
                        </a:rPr>
                        <a:t> </a:t>
                      </a:r>
                      <a:r>
                        <a:rPr lang="en-US" sz="1400" b="0" i="0" u="none" strike="noStrike" noProof="0">
                          <a:latin typeface="맑은 고딕"/>
                          <a:ea typeface="맑은 고딕"/>
                        </a:rPr>
                        <a:t>2026 AI DLP) [1], [2]</a:t>
                      </a:r>
                      <a:endParaRPr lang="en-US"/>
                    </a:p>
                  </a:txBody>
                  <a:tcPr/>
                </a:tc>
                <a:tc>
                  <a:txBody>
                    <a:bodyPr/>
                    <a:lstStyle/>
                    <a:p>
                      <a:pPr lvl="0" algn="just">
                        <a:buNone/>
                      </a:pPr>
                      <a:r>
                        <a:rPr lang="en-US" sz="1400" b="0" i="0" u="none" strike="noStrike" noProof="0">
                          <a:latin typeface="맑은 고딕"/>
                          <a:ea typeface="맑은 고딕"/>
                        </a:rPr>
                        <a:t>Endpoint One Agent + One Console</a:t>
                      </a:r>
                      <a:endParaRPr lang="en-US"/>
                    </a:p>
                  </a:txBody>
                  <a:tcPr/>
                </a:tc>
                <a:tc>
                  <a:txBody>
                    <a:bodyPr/>
                    <a:lstStyle/>
                    <a:p>
                      <a:pPr marL="0" lvl="0" indent="0" algn="just">
                        <a:buNone/>
                      </a:pPr>
                      <a:r>
                        <a:rPr lang="en-US" sz="1400" b="0" i="0" u="none" strike="noStrike" noProof="0">
                          <a:latin typeface="맑은 고딕"/>
                          <a:ea typeface="맑은 고딕"/>
                        </a:rPr>
                        <a:t>10 channels: </a:t>
                      </a:r>
                      <a:endParaRPr lang="en-US" altLang="ko-KR"/>
                    </a:p>
                    <a:p>
                      <a:pPr marL="285750" lvl="0" indent="-285750" algn="just">
                        <a:buFont typeface="Arial"/>
                        <a:buChar char="•"/>
                      </a:pPr>
                      <a:r>
                        <a:rPr lang="en-US" sz="1400" b="0" i="0" u="none" strike="noStrike" noProof="0">
                          <a:latin typeface="맑은 고딕"/>
                          <a:ea typeface="맑은 고딕"/>
                        </a:rPr>
                        <a:t>Network &amp; URL</a:t>
                      </a:r>
                      <a:endParaRPr lang="en-US" altLang="ko-KR"/>
                    </a:p>
                    <a:p>
                      <a:pPr marL="285750" lvl="0" indent="-285750" algn="just">
                        <a:buFont typeface="Arial"/>
                        <a:buChar char="•"/>
                      </a:pPr>
                      <a:r>
                        <a:rPr lang="en-US" sz="1400" b="0" i="0" u="none" strike="noStrike" noProof="0">
                          <a:latin typeface="맑은 고딕"/>
                          <a:ea typeface="맑은 고딕"/>
                        </a:rPr>
                        <a:t>USB/HDD</a:t>
                      </a:r>
                      <a:endParaRPr lang="en-US" altLang="ko-KR"/>
                    </a:p>
                    <a:p>
                      <a:pPr marL="285750" lvl="0" indent="-285750" algn="just">
                        <a:buFont typeface="Arial"/>
                        <a:buChar char="•"/>
                      </a:pPr>
                      <a:r>
                        <a:rPr lang="en-US" sz="1400" b="0" i="0" u="none" strike="noStrike" noProof="0">
                          <a:latin typeface="맑은 고딕"/>
                          <a:ea typeface="맑은 고딕"/>
                        </a:rPr>
                        <a:t>Print watermark &amp; masking</a:t>
                      </a:r>
                      <a:endParaRPr lang="en-US" altLang="ko-KR"/>
                    </a:p>
                    <a:p>
                      <a:pPr marL="285750" lvl="0" indent="-285750" algn="just">
                        <a:buFont typeface="Arial"/>
                        <a:buChar char="•"/>
                      </a:pPr>
                      <a:r>
                        <a:rPr lang="en-US" sz="1400" b="0" i="0" u="none" strike="noStrike" noProof="0">
                          <a:latin typeface="맑은 고딕"/>
                          <a:ea typeface="맑은 고딕"/>
                        </a:rPr>
                        <a:t>Screen capture</a:t>
                      </a:r>
                      <a:endParaRPr lang="en-US" altLang="ko-KR"/>
                    </a:p>
                    <a:p>
                      <a:pPr marL="285750" lvl="0" indent="-285750" algn="just">
                        <a:buFont typeface="Arial"/>
                        <a:buChar char="•"/>
                      </a:pPr>
                      <a:r>
                        <a:rPr lang="en-US" sz="1400" b="0" i="0" u="none" strike="noStrike" noProof="0">
                          <a:latin typeface="맑은 고딕"/>
                          <a:ea typeface="맑은 고딕"/>
                        </a:rPr>
                        <a:t>Clipboard</a:t>
                      </a:r>
                      <a:endParaRPr lang="en-US" altLang="ko-KR"/>
                    </a:p>
                    <a:p>
                      <a:pPr marL="285750" lvl="0" indent="-285750" algn="just">
                        <a:buFont typeface="Arial"/>
                        <a:buChar char="•"/>
                      </a:pPr>
                      <a:r>
                        <a:rPr lang="en-US" sz="1400" b="0" i="0" u="none" strike="noStrike" noProof="0">
                          <a:latin typeface="맑은 고딕"/>
                          <a:ea typeface="맑은 고딕"/>
                        </a:rPr>
                        <a:t>PII detection</a:t>
                      </a:r>
                      <a:endParaRPr lang="en-US" altLang="ko-KR"/>
                    </a:p>
                    <a:p>
                      <a:pPr marL="285750" lvl="0" indent="-285750" algn="just">
                        <a:buFont typeface="Arial"/>
                        <a:buChar char="•"/>
                      </a:pPr>
                      <a:r>
                        <a:rPr lang="en-US" altLang="ko-KR" sz="1400" b="0" i="0" u="none" strike="noStrike" noProof="0">
                          <a:latin typeface="맑은 고딕"/>
                          <a:ea typeface="맑은 고딕"/>
                        </a:rPr>
                        <a:t>App </a:t>
                      </a:r>
                      <a:r>
                        <a:rPr lang="en-US" sz="1400" b="0" i="0" u="none" strike="noStrike" noProof="0">
                          <a:latin typeface="맑은 고딕"/>
                          <a:ea typeface="맑은 고딕"/>
                        </a:rPr>
                        <a:t>blocking</a:t>
                      </a:r>
                      <a:endParaRPr lang="en-US" altLang="ko-KR"/>
                    </a:p>
                    <a:p>
                      <a:pPr marL="285750" lvl="0" indent="-285750" algn="just">
                        <a:buFont typeface="Arial"/>
                        <a:buChar char="•"/>
                      </a:pPr>
                      <a:r>
                        <a:rPr lang="en-US" sz="1400" b="0" i="0" u="none" strike="noStrike" noProof="0">
                          <a:latin typeface="맑은 고딕"/>
                          <a:ea typeface="맑은 고딕"/>
                        </a:rPr>
                        <a:t>PC settings</a:t>
                      </a:r>
                      <a:endParaRPr lang="en-US" altLang="ko-KR"/>
                    </a:p>
                    <a:p>
                      <a:pPr marL="285750" lvl="0" indent="-285750" algn="just">
                        <a:buFont typeface="Arial"/>
                        <a:buChar char="•"/>
                      </a:pPr>
                      <a:r>
                        <a:rPr lang="en-US" sz="1400" b="0" i="0" u="none" strike="noStrike" noProof="0">
                          <a:latin typeface="맑은 고딕"/>
                          <a:ea typeface="맑은 고딕"/>
                        </a:rPr>
                        <a:t>GenAI prompt blocking + hooking DRM</a:t>
                      </a:r>
                      <a:endParaRPr lang="en-US" altLang="ko-KR"/>
                    </a:p>
                  </a:txBody>
                  <a:tcPr/>
                </a:tc>
                <a:extLst>
                  <a:ext uri="{0D108BD9-81ED-4DB2-BD59-A6C34878D82A}">
                    <a16:rowId xmlns:a16="http://schemas.microsoft.com/office/drawing/2014/main" val="2960265999"/>
                  </a:ext>
                </a:extLst>
              </a:tr>
              <a:tr h="370840">
                <a:tc>
                  <a:txBody>
                    <a:bodyPr/>
                    <a:lstStyle/>
                    <a:p>
                      <a:pPr lvl="0" algn="just">
                        <a:buNone/>
                      </a:pPr>
                      <a:r>
                        <a:rPr lang="en-US" altLang="ko-KR" sz="1400" b="0" i="0" u="none" strike="noStrike" noProof="0">
                          <a:latin typeface="맑은 고딕"/>
                          <a:ea typeface="맑은 고딕"/>
                        </a:rPr>
                        <a:t>documentSAFER</a:t>
                      </a:r>
                      <a:r>
                        <a:rPr lang="en-US" sz="1400" b="0" i="0" u="none" strike="noStrike" noProof="0">
                          <a:latin typeface="맑은 고딕"/>
                          <a:ea typeface="맑은 고딕"/>
                        </a:rPr>
                        <a:t> (Document SAFER) [3], [4]</a:t>
                      </a:r>
                      <a:endParaRPr lang="en-US"/>
                    </a:p>
                  </a:txBody>
                  <a:tcPr/>
                </a:tc>
                <a:tc>
                  <a:txBody>
                    <a:bodyPr/>
                    <a:lstStyle/>
                    <a:p>
                      <a:pPr lvl="0" algn="just">
                        <a:buNone/>
                      </a:pPr>
                      <a:r>
                        <a:rPr lang="en-US" sz="1400" b="0" i="0" u="none" strike="noStrike" noProof="0">
                          <a:latin typeface="맑은 고딕"/>
                          <a:ea typeface="맑은 고딕"/>
                        </a:rPr>
                        <a:t>DRM (on-prem / Cloud)</a:t>
                      </a:r>
                      <a:endParaRPr lang="en-US">
                        <a:latin typeface="맑은 고딕"/>
                        <a:ea typeface="맑은 고딕"/>
                      </a:endParaRPr>
                    </a:p>
                  </a:txBody>
                  <a:tcPr/>
                </a:tc>
                <a:tc>
                  <a:txBody>
                    <a:bodyPr/>
                    <a:lstStyle/>
                    <a:p>
                      <a:pPr marL="285750" lvl="0" indent="-285750" algn="just">
                        <a:buFont typeface="Arial"/>
                        <a:buChar char="•"/>
                      </a:pPr>
                      <a:r>
                        <a:rPr lang="en-US" sz="1400" b="0" i="0" u="none" strike="noStrike" noProof="0">
                          <a:latin typeface="맑은 고딕"/>
                          <a:ea typeface="맑은 고딕"/>
                        </a:rPr>
                        <a:t>Auto-encryption at creation,</a:t>
                      </a:r>
                      <a:endParaRPr lang="en-US"/>
                    </a:p>
                    <a:p>
                      <a:pPr marL="285750" lvl="0" indent="-285750" algn="just">
                        <a:buFont typeface="Arial"/>
                        <a:buChar char="•"/>
                      </a:pPr>
                      <a:r>
                        <a:rPr lang="en-US" sz="1400" b="0" i="0" u="none" strike="noStrike" noProof="0">
                          <a:latin typeface="맑은 고딕"/>
                          <a:ea typeface="맑은 고딕"/>
                        </a:rPr>
                        <a:t>Copy/capture blocking</a:t>
                      </a:r>
                      <a:endParaRPr lang="en-US"/>
                    </a:p>
                    <a:p>
                      <a:pPr marL="285750" lvl="0" indent="-285750" algn="just">
                        <a:buFont typeface="Arial"/>
                        <a:buChar char="•"/>
                      </a:pPr>
                      <a:r>
                        <a:rPr lang="en-US" sz="1400" b="0" i="0" u="none" strike="noStrike" noProof="0">
                          <a:latin typeface="맑은 고딕"/>
                          <a:ea typeface="맑은 고딕"/>
                        </a:rPr>
                        <a:t>Export approval</a:t>
                      </a:r>
                      <a:endParaRPr lang="en-US"/>
                    </a:p>
                    <a:p>
                      <a:pPr marL="285750" lvl="0" indent="-285750" algn="just">
                        <a:buFont typeface="Arial"/>
                        <a:buChar char="•"/>
                      </a:pPr>
                      <a:r>
                        <a:rPr lang="en-US" sz="1400" b="0" i="0" u="none" strike="noStrike" noProof="0">
                          <a:latin typeface="맑은 고딕"/>
                          <a:ea typeface="맑은 고딕"/>
                        </a:rPr>
                        <a:t>Print watermark</a:t>
                      </a:r>
                      <a:endParaRPr lang="en-US"/>
                    </a:p>
                  </a:txBody>
                  <a:tcPr/>
                </a:tc>
                <a:extLst>
                  <a:ext uri="{0D108BD9-81ED-4DB2-BD59-A6C34878D82A}">
                    <a16:rowId xmlns:a16="http://schemas.microsoft.com/office/drawing/2014/main" val="1917292215"/>
                  </a:ext>
                </a:extLst>
              </a:tr>
              <a:tr h="370840">
                <a:tc>
                  <a:txBody>
                    <a:bodyPr/>
                    <a:lstStyle/>
                    <a:p>
                      <a:pPr lvl="0" algn="just">
                        <a:buNone/>
                      </a:pPr>
                      <a:r>
                        <a:rPr lang="en-US" sz="1400" b="0" i="0" u="none" strike="noStrike" noProof="0">
                          <a:latin typeface="맑은 고딕"/>
                          <a:ea typeface="맑은 고딕"/>
                        </a:rPr>
                        <a:t>ScreenSAFER / PrintSAFER [4], [5]</a:t>
                      </a:r>
                      <a:endParaRPr lang="en-US"/>
                    </a:p>
                  </a:txBody>
                  <a:tcPr/>
                </a:tc>
                <a:tc>
                  <a:txBody>
                    <a:bodyPr/>
                    <a:lstStyle/>
                    <a:p>
                      <a:pPr lvl="0" algn="just">
                        <a:buNone/>
                      </a:pPr>
                      <a:r>
                        <a:rPr lang="en-US" sz="1400" b="0" i="0" u="none" strike="noStrike" noProof="0">
                          <a:latin typeface="맑은 고딕"/>
                          <a:ea typeface="맑은 고딕"/>
                        </a:rPr>
                        <a:t>Endpoint</a:t>
                      </a:r>
                      <a:endParaRPr lang="en-US"/>
                    </a:p>
                  </a:txBody>
                  <a:tcPr/>
                </a:tc>
                <a:tc>
                  <a:txBody>
                    <a:bodyPr/>
                    <a:lstStyle/>
                    <a:p>
                      <a:pPr marL="0" lvl="0" indent="0" algn="just">
                        <a:buNone/>
                      </a:pPr>
                      <a:r>
                        <a:rPr lang="en-US" sz="1400" b="0" i="0" u="none" strike="noStrike" noProof="0">
                          <a:latin typeface="맑은 고딕"/>
                          <a:ea typeface="맑은 고딕"/>
                        </a:rPr>
                        <a:t>Screen capture blocking + invisible screen/print watermark for leaker tracing</a:t>
                      </a:r>
                      <a:endParaRPr lang="en-US"/>
                    </a:p>
                  </a:txBody>
                  <a:tcPr/>
                </a:tc>
                <a:extLst>
                  <a:ext uri="{0D108BD9-81ED-4DB2-BD59-A6C34878D82A}">
                    <a16:rowId xmlns:a16="http://schemas.microsoft.com/office/drawing/2014/main" val="1201024512"/>
                  </a:ext>
                </a:extLst>
              </a:tr>
              <a:tr h="370840">
                <a:tc>
                  <a:txBody>
                    <a:bodyPr/>
                    <a:lstStyle/>
                    <a:p>
                      <a:pPr lvl="0" algn="just">
                        <a:buNone/>
                      </a:pPr>
                      <a:r>
                        <a:rPr lang="ko-KR" sz="1400" b="0" i="0" u="none" strike="noStrike" noProof="0">
                          <a:latin typeface="맑은 고딕"/>
                          <a:ea typeface="맑은 고딕"/>
                        </a:rPr>
                        <a:t>Privacy SAFER</a:t>
                      </a:r>
                      <a:r>
                        <a:rPr lang="ko-KR" altLang="en-US" sz="1400" b="0" i="0" u="none" strike="noStrike" noProof="0">
                          <a:latin typeface="맑은 고딕"/>
                          <a:ea typeface="맑은 고딕"/>
                        </a:rPr>
                        <a:t> [6]</a:t>
                      </a:r>
                      <a:endParaRPr lang="en-US"/>
                    </a:p>
                  </a:txBody>
                  <a:tcPr/>
                </a:tc>
                <a:tc>
                  <a:txBody>
                    <a:bodyPr/>
                    <a:lstStyle/>
                    <a:p>
                      <a:pPr lvl="0" algn="just">
                        <a:buNone/>
                      </a:pPr>
                      <a:r>
                        <a:rPr lang="en-US" sz="1400" b="0" i="0" u="none" strike="noStrike" noProof="0">
                          <a:latin typeface="맑은 고딕"/>
                          <a:ea typeface="맑은 고딕"/>
                        </a:rPr>
                        <a:t>Endpoint</a:t>
                      </a:r>
                      <a:endParaRPr lang="en-US"/>
                    </a:p>
                  </a:txBody>
                  <a:tcPr/>
                </a:tc>
                <a:tc>
                  <a:txBody>
                    <a:bodyPr/>
                    <a:lstStyle/>
                    <a:p>
                      <a:pPr marL="285750" lvl="0" indent="-285750" algn="just">
                        <a:buFont typeface="Arial"/>
                        <a:buChar char="•"/>
                      </a:pPr>
                      <a:r>
                        <a:rPr lang="en-US" sz="1400" b="0" i="0" u="none" strike="noStrike" noProof="0">
                          <a:latin typeface="맑은 고딕"/>
                          <a:ea typeface="맑은 고딕"/>
                        </a:rPr>
                        <a:t>PII pattern scan</a:t>
                      </a:r>
                      <a:endParaRPr lang="en-US"/>
                    </a:p>
                    <a:p>
                      <a:pPr marL="285750" lvl="0" indent="-285750" algn="just">
                        <a:buFont typeface="Arial"/>
                        <a:buChar char="•"/>
                      </a:pPr>
                      <a:r>
                        <a:rPr lang="en-US" sz="1400" b="0" i="0" u="none" strike="noStrike" noProof="0">
                          <a:latin typeface="맑은 고딕"/>
                          <a:ea typeface="맑은 고딕"/>
                        </a:rPr>
                        <a:t>Pre-print PII detection</a:t>
                      </a:r>
                      <a:endParaRPr lang="en-US"/>
                    </a:p>
                    <a:p>
                      <a:pPr marL="285750" lvl="0" indent="-285750" algn="just">
                        <a:buFont typeface="Arial"/>
                        <a:buChar char="•"/>
                      </a:pPr>
                      <a:r>
                        <a:rPr lang="en-US" sz="1400" b="0" i="0" u="none" strike="noStrike" noProof="0">
                          <a:latin typeface="맑은 고딕"/>
                          <a:ea typeface="맑은 고딕"/>
                        </a:rPr>
                        <a:t>Auto-encryption / masking</a:t>
                      </a:r>
                      <a:endParaRPr lang="en-US"/>
                    </a:p>
                  </a:txBody>
                  <a:tcPr/>
                </a:tc>
                <a:extLst>
                  <a:ext uri="{0D108BD9-81ED-4DB2-BD59-A6C34878D82A}">
                    <a16:rowId xmlns:a16="http://schemas.microsoft.com/office/drawing/2014/main" val="92050722"/>
                  </a:ext>
                </a:extLst>
              </a:tr>
            </a:tbl>
          </a:graphicData>
        </a:graphic>
      </p:graphicFrame>
    </p:spTree>
    <p:extLst>
      <p:ext uri="{BB962C8B-B14F-4D97-AF65-F5344CB8AC3E}">
        <p14:creationId xmlns:p14="http://schemas.microsoft.com/office/powerpoint/2010/main" val="2477705151"/>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E0B4D2-800F-58A9-3544-03AC10889C8E}"/>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BAA95D4-862E-85EC-700F-BCF540A12531}"/>
              </a:ext>
            </a:extLst>
          </p:cNvPr>
          <p:cNvSpPr>
            <a:spLocks noGrp="1"/>
          </p:cNvSpPr>
          <p:nvPr>
            <p:ph type="sldNum" sz="quarter" idx="4"/>
          </p:nvPr>
        </p:nvSpPr>
        <p:spPr/>
        <p:txBody>
          <a:bodyPr/>
          <a:lstStyle/>
          <a:p>
            <a:fld id="{4EA1E582-E1CC-4474-812F-1657BC5920B7}" type="slidenum">
              <a:rPr lang="ko-KR" altLang="en-US" smtClean="0"/>
              <a:t>60</a:t>
            </a:fld>
            <a:endParaRPr lang="ko-KR" altLang="en-US"/>
          </a:p>
        </p:txBody>
      </p:sp>
      <p:sp>
        <p:nvSpPr>
          <p:cNvPr id="5" name="Text Placeholder 4">
            <a:extLst>
              <a:ext uri="{FF2B5EF4-FFF2-40B4-BE49-F238E27FC236}">
                <a16:creationId xmlns:a16="http://schemas.microsoft.com/office/drawing/2014/main" id="{4691351A-234F-B769-F991-5D7B9C800D54}"/>
              </a:ext>
            </a:extLst>
          </p:cNvPr>
          <p:cNvSpPr>
            <a:spLocks noGrp="1"/>
          </p:cNvSpPr>
          <p:nvPr>
            <p:ph type="body" sz="quarter" idx="11"/>
          </p:nvPr>
        </p:nvSpPr>
        <p:spPr/>
        <p:txBody>
          <a:bodyPr lIns="91440" tIns="45720" rIns="91440" bIns="45720" anchor="ctr" anchorCtr="0"/>
          <a:lstStyle/>
          <a:p>
            <a:r>
              <a:rPr lang="en-US">
                <a:ea typeface="KoPub돋움체 Bold"/>
              </a:rPr>
              <a:t>Summary</a:t>
            </a:r>
            <a:endParaRPr lang="en-US"/>
          </a:p>
        </p:txBody>
      </p:sp>
      <p:sp>
        <p:nvSpPr>
          <p:cNvPr id="7" name="제목 3">
            <a:extLst>
              <a:ext uri="{FF2B5EF4-FFF2-40B4-BE49-F238E27FC236}">
                <a16:creationId xmlns:a16="http://schemas.microsoft.com/office/drawing/2014/main" id="{17013727-C583-AE98-A834-13CE5CBC3A42}"/>
              </a:ext>
            </a:extLst>
          </p:cNvPr>
          <p:cNvSpPr txBox="1">
            <a:spLocks/>
          </p:cNvSpPr>
          <p:nvPr/>
        </p:nvSpPr>
        <p:spPr>
          <a:xfrm>
            <a:off x="286194" y="265704"/>
            <a:ext cx="10666268" cy="464670"/>
          </a:xfrm>
          <a:prstGeom prst="rect">
            <a:avLst/>
          </a:prstGeom>
        </p:spPr>
        <p:txBody>
          <a:bodyPr lIns="91440" tIns="45720" rIns="91440" bIns="45720" anchor="ctr" anchorCtr="0"/>
          <a:lstStyle>
            <a:lvl1pPr algn="l" rtl="0" eaLnBrk="1" fontAlgn="base" latinLnBrk="1" hangingPunct="1">
              <a:spcBef>
                <a:spcPct val="0"/>
              </a:spcBef>
              <a:spcAft>
                <a:spcPct val="0"/>
              </a:spcAft>
              <a:defRPr lang="ko-KR" altLang="en-US" sz="2400" b="1" kern="1200" baseline="0" dirty="0">
                <a:ln>
                  <a:solidFill>
                    <a:schemeClr val="accent1">
                      <a:alpha val="0"/>
                    </a:schemeClr>
                  </a:solidFill>
                </a:ln>
                <a:solidFill>
                  <a:srgbClr val="144772"/>
                </a:solidFill>
                <a:effectLst>
                  <a:glow rad="127000">
                    <a:schemeClr val="bg1"/>
                  </a:glow>
                  <a:outerShdw blurRad="38100" dist="38100" dir="2700000" algn="tl" rotWithShape="0">
                    <a:prstClr val="black">
                      <a:alpha val="40000"/>
                    </a:prstClr>
                  </a:outerShdw>
                </a:effectLst>
                <a:latin typeface="Pretendard Black" panose="02000A03000000020004" pitchFamily="50" charset="-127"/>
                <a:ea typeface="Pretendard Black" panose="02000A03000000020004" pitchFamily="50" charset="-127"/>
                <a:cs typeface="Pretendard Black" panose="02000A03000000020004" pitchFamily="50" charset="-127"/>
              </a:defRPr>
            </a:lvl1pPr>
            <a:lvl2pPr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2pPr>
            <a:lvl3pPr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3pPr>
            <a:lvl4pPr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4pPr>
            <a:lvl5pPr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5pPr>
            <a:lvl6pPr marL="457200"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6pPr>
            <a:lvl7pPr marL="914400"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7pPr>
            <a:lvl8pPr marL="1371600"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8pPr>
            <a:lvl9pPr marL="1828800"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9pPr>
          </a:lstStyle>
          <a:p>
            <a:r>
              <a:rPr lang="ko-KR">
                <a:ln>
                  <a:solidFill>
                    <a:srgbClr val="4F81BD">
                      <a:alpha val="0"/>
                    </a:srgbClr>
                  </a:solidFill>
                </a:ln>
                <a:effectLst>
                  <a:glow rad="127000">
                    <a:prstClr val="white"/>
                  </a:glow>
                  <a:outerShdw blurRad="38100" dist="38100" dir="2700000" algn="tl" rotWithShape="0">
                    <a:prstClr val="black">
                      <a:alpha val="40000"/>
                    </a:prstClr>
                  </a:outerShdw>
                </a:effectLst>
                <a:latin typeface="Arial"/>
                <a:ea typeface="Pretendard Black"/>
                <a:cs typeface="Arial"/>
              </a:rPr>
              <a:t>마크애니</a:t>
            </a:r>
            <a:r>
              <a:rPr lang="ko-KR" altLang="en-US">
                <a:ln>
                  <a:solidFill>
                    <a:srgbClr val="4F81BD">
                      <a:alpha val="0"/>
                    </a:srgbClr>
                  </a:solidFill>
                </a:ln>
                <a:effectLst>
                  <a:glow rad="127000">
                    <a:prstClr val="white"/>
                  </a:glow>
                  <a:outerShdw blurRad="38100" dist="38100" dir="2700000" algn="tl" rotWithShape="0">
                    <a:prstClr val="black">
                      <a:alpha val="40000"/>
                    </a:prstClr>
                  </a:outerShdw>
                </a:effectLst>
                <a:latin typeface="Arial"/>
                <a:ea typeface="Pretendard Black"/>
                <a:cs typeface="Arial"/>
              </a:rPr>
              <a:t> (</a:t>
            </a:r>
            <a:r>
              <a:rPr lang="ko-KR" altLang="en-US">
                <a:ln>
                  <a:solidFill>
                    <a:srgbClr val="4F81BD">
                      <a:alpha val="0"/>
                    </a:srgbClr>
                  </a:solidFill>
                </a:ln>
                <a:effectLst>
                  <a:glow rad="127000">
                    <a:prstClr val="white"/>
                  </a:glow>
                  <a:outerShdw blurRad="38100" dist="38100" dir="2700000" algn="tl" rotWithShape="0">
                    <a:prstClr val="black">
                      <a:alpha val="40000"/>
                    </a:prstClr>
                  </a:outerShdw>
                </a:effectLst>
                <a:latin typeface="Arial"/>
                <a:ea typeface="Pretendard Black"/>
              </a:rPr>
              <a:t>Alta)</a:t>
            </a:r>
            <a:endParaRPr lang="en-US" altLang="ko-KR">
              <a:ln>
                <a:solidFill>
                  <a:srgbClr val="4F81BD">
                    <a:alpha val="0"/>
                  </a:srgbClr>
                </a:solidFill>
              </a:ln>
              <a:effectLst>
                <a:glow rad="127000">
                  <a:prstClr val="white"/>
                </a:glow>
                <a:outerShdw blurRad="38100" dist="38100" dir="2700000" algn="tl" rotWithShape="0">
                  <a:prstClr val="black">
                    <a:alpha val="40000"/>
                  </a:prstClr>
                </a:outerShdw>
              </a:effectLst>
              <a:latin typeface="Pretendard Black"/>
            </a:endParaRPr>
          </a:p>
        </p:txBody>
      </p:sp>
      <p:graphicFrame>
        <p:nvGraphicFramePr>
          <p:cNvPr id="4" name="Table 3">
            <a:extLst>
              <a:ext uri="{FF2B5EF4-FFF2-40B4-BE49-F238E27FC236}">
                <a16:creationId xmlns:a16="http://schemas.microsoft.com/office/drawing/2014/main" id="{B24BF5D8-9BC0-C145-104F-A08BFAFB4420}"/>
              </a:ext>
            </a:extLst>
          </p:cNvPr>
          <p:cNvGraphicFramePr>
            <a:graphicFrameLocks noGrp="1"/>
          </p:cNvGraphicFramePr>
          <p:nvPr>
            <p:extLst>
              <p:ext uri="{D42A27DB-BD31-4B8C-83A1-F6EECF244321}">
                <p14:modId xmlns:p14="http://schemas.microsoft.com/office/powerpoint/2010/main" val="3224463431"/>
              </p:ext>
            </p:extLst>
          </p:nvPr>
        </p:nvGraphicFramePr>
        <p:xfrm>
          <a:off x="1949591" y="1408853"/>
          <a:ext cx="8412480" cy="2966720"/>
        </p:xfrm>
        <a:graphic>
          <a:graphicData uri="http://schemas.openxmlformats.org/drawingml/2006/table">
            <a:tbl>
              <a:tblPr firstRow="1" bandRow="1">
                <a:tableStyleId>{5940675A-B579-460E-94D1-54222C63F5DA}</a:tableStyleId>
              </a:tblPr>
              <a:tblGrid>
                <a:gridCol w="2468880">
                  <a:extLst>
                    <a:ext uri="{9D8B030D-6E8A-4147-A177-3AD203B41FA5}">
                      <a16:colId xmlns:a16="http://schemas.microsoft.com/office/drawing/2014/main" val="1745042514"/>
                    </a:ext>
                  </a:extLst>
                </a:gridCol>
                <a:gridCol w="1143000">
                  <a:extLst>
                    <a:ext uri="{9D8B030D-6E8A-4147-A177-3AD203B41FA5}">
                      <a16:colId xmlns:a16="http://schemas.microsoft.com/office/drawing/2014/main" val="3242468889"/>
                    </a:ext>
                  </a:extLst>
                </a:gridCol>
                <a:gridCol w="1143000">
                  <a:extLst>
                    <a:ext uri="{9D8B030D-6E8A-4147-A177-3AD203B41FA5}">
                      <a16:colId xmlns:a16="http://schemas.microsoft.com/office/drawing/2014/main" val="1504140600"/>
                    </a:ext>
                  </a:extLst>
                </a:gridCol>
                <a:gridCol w="1143000">
                  <a:extLst>
                    <a:ext uri="{9D8B030D-6E8A-4147-A177-3AD203B41FA5}">
                      <a16:colId xmlns:a16="http://schemas.microsoft.com/office/drawing/2014/main" val="262664962"/>
                    </a:ext>
                  </a:extLst>
                </a:gridCol>
                <a:gridCol w="1143000">
                  <a:extLst>
                    <a:ext uri="{9D8B030D-6E8A-4147-A177-3AD203B41FA5}">
                      <a16:colId xmlns:a16="http://schemas.microsoft.com/office/drawing/2014/main" val="1459450085"/>
                    </a:ext>
                  </a:extLst>
                </a:gridCol>
                <a:gridCol w="1371600">
                  <a:extLst>
                    <a:ext uri="{9D8B030D-6E8A-4147-A177-3AD203B41FA5}">
                      <a16:colId xmlns:a16="http://schemas.microsoft.com/office/drawing/2014/main" val="489146698"/>
                    </a:ext>
                  </a:extLst>
                </a:gridCol>
              </a:tblGrid>
              <a:tr h="370840">
                <a:tc>
                  <a:txBody>
                    <a:bodyPr/>
                    <a:lstStyle/>
                    <a:p>
                      <a:r>
                        <a:rPr lang="en-US" sz="1400">
                          <a:latin typeface="Arial"/>
                          <a:cs typeface="Arial"/>
                        </a:rPr>
                        <a:t>Dimension</a:t>
                      </a:r>
                    </a:p>
                  </a:txBody>
                  <a:tcPr>
                    <a:solidFill>
                      <a:schemeClr val="accent5">
                        <a:lumMod val="20000"/>
                        <a:lumOff val="80000"/>
                      </a:schemeClr>
                    </a:solidFill>
                  </a:tcPr>
                </a:tc>
                <a:tc>
                  <a:txBody>
                    <a:bodyPr/>
                    <a:lstStyle/>
                    <a:p>
                      <a:pPr algn="ctr"/>
                      <a:r>
                        <a:rPr lang="en-US" sz="1400">
                          <a:latin typeface="Arial"/>
                          <a:cs typeface="Arial"/>
                        </a:rPr>
                        <a:t>Items</a:t>
                      </a:r>
                    </a:p>
                  </a:txBody>
                  <a:tcPr>
                    <a:solidFill>
                      <a:schemeClr val="accent5">
                        <a:lumMod val="20000"/>
                        <a:lumOff val="80000"/>
                      </a:schemeClr>
                    </a:solidFill>
                  </a:tcPr>
                </a:tc>
                <a:tc>
                  <a:txBody>
                    <a:bodyPr/>
                    <a:lstStyle/>
                    <a:p>
                      <a:pPr algn="ctr"/>
                      <a:r>
                        <a:rPr lang="en-US" sz="1400">
                          <a:latin typeface="Arial"/>
                          <a:cs typeface="Arial"/>
                        </a:rPr>
                        <a:t>Yes</a:t>
                      </a:r>
                    </a:p>
                  </a:txBody>
                  <a:tcPr>
                    <a:solidFill>
                      <a:schemeClr val="accent5">
                        <a:lumMod val="20000"/>
                        <a:lumOff val="80000"/>
                      </a:schemeClr>
                    </a:solidFill>
                  </a:tcPr>
                </a:tc>
                <a:tc>
                  <a:txBody>
                    <a:bodyPr/>
                    <a:lstStyle/>
                    <a:p>
                      <a:pPr algn="ctr"/>
                      <a:r>
                        <a:rPr lang="en-US" sz="1400">
                          <a:latin typeface="Arial"/>
                          <a:cs typeface="Arial"/>
                        </a:rPr>
                        <a:t>Partial </a:t>
                      </a:r>
                    </a:p>
                  </a:txBody>
                  <a:tcPr>
                    <a:solidFill>
                      <a:schemeClr val="accent5">
                        <a:lumMod val="20000"/>
                        <a:lumOff val="80000"/>
                      </a:schemeClr>
                    </a:solidFill>
                  </a:tcPr>
                </a:tc>
                <a:tc>
                  <a:txBody>
                    <a:bodyPr/>
                    <a:lstStyle/>
                    <a:p>
                      <a:pPr algn="ctr"/>
                      <a:r>
                        <a:rPr lang="en-US" sz="1400">
                          <a:latin typeface="Arial"/>
                          <a:cs typeface="Arial"/>
                        </a:rPr>
                        <a:t>Not found</a:t>
                      </a:r>
                    </a:p>
                  </a:txBody>
                  <a:tcPr>
                    <a:solidFill>
                      <a:schemeClr val="accent5">
                        <a:lumMod val="20000"/>
                        <a:lumOff val="80000"/>
                      </a:schemeClr>
                    </a:solidFill>
                  </a:tcPr>
                </a:tc>
                <a:tc>
                  <a:txBody>
                    <a:bodyPr/>
                    <a:lstStyle/>
                    <a:p>
                      <a:pPr algn="ctr"/>
                      <a:r>
                        <a:rPr lang="en-US" sz="1400">
                          <a:latin typeface="Arial"/>
                          <a:cs typeface="Arial"/>
                        </a:rPr>
                        <a:t>Score (%)</a:t>
                      </a:r>
                    </a:p>
                  </a:txBody>
                  <a:tcPr>
                    <a:solidFill>
                      <a:schemeClr val="accent5">
                        <a:lumMod val="20000"/>
                        <a:lumOff val="80000"/>
                      </a:schemeClr>
                    </a:solidFill>
                  </a:tcPr>
                </a:tc>
                <a:extLst>
                  <a:ext uri="{0D108BD9-81ED-4DB2-BD59-A6C34878D82A}">
                    <a16:rowId xmlns:a16="http://schemas.microsoft.com/office/drawing/2014/main" val="4130032457"/>
                  </a:ext>
                </a:extLst>
              </a:tr>
              <a:tr h="370840">
                <a:tc>
                  <a:txBody>
                    <a:bodyPr/>
                    <a:lstStyle/>
                    <a:p>
                      <a:r>
                        <a:rPr lang="en-US" sz="1400">
                          <a:latin typeface="Arial"/>
                          <a:cs typeface="Arial"/>
                        </a:rPr>
                        <a:t>Channel coverage</a:t>
                      </a:r>
                    </a:p>
                  </a:txBody>
                  <a:tcPr/>
                </a:tc>
                <a:tc>
                  <a:txBody>
                    <a:bodyPr/>
                    <a:lstStyle/>
                    <a:p>
                      <a:pPr algn="ctr"/>
                      <a:r>
                        <a:rPr lang="en-US" sz="1400">
                          <a:latin typeface="Arial"/>
                          <a:cs typeface="Arial"/>
                        </a:rPr>
                        <a:t>13</a:t>
                      </a:r>
                    </a:p>
                  </a:txBody>
                  <a:tcPr/>
                </a:tc>
                <a:tc>
                  <a:txBody>
                    <a:bodyPr/>
                    <a:lstStyle/>
                    <a:p>
                      <a:pPr algn="ctr"/>
                      <a:r>
                        <a:rPr lang="en-US" sz="1400">
                          <a:latin typeface="Arial"/>
                          <a:cs typeface="Arial"/>
                        </a:rPr>
                        <a:t>5</a:t>
                      </a:r>
                    </a:p>
                  </a:txBody>
                  <a:tcPr/>
                </a:tc>
                <a:tc>
                  <a:txBody>
                    <a:bodyPr/>
                    <a:lstStyle/>
                    <a:p>
                      <a:pPr algn="ctr"/>
                      <a:r>
                        <a:rPr lang="en-US" sz="1400">
                          <a:latin typeface="Arial"/>
                          <a:cs typeface="Arial"/>
                        </a:rPr>
                        <a:t>6</a:t>
                      </a:r>
                    </a:p>
                  </a:txBody>
                  <a:tcPr/>
                </a:tc>
                <a:tc>
                  <a:txBody>
                    <a:bodyPr/>
                    <a:lstStyle/>
                    <a:p>
                      <a:pPr algn="ctr"/>
                      <a:r>
                        <a:rPr lang="en-US" sz="1400">
                          <a:latin typeface="Arial"/>
                          <a:cs typeface="Arial"/>
                        </a:rPr>
                        <a:t>2</a:t>
                      </a:r>
                    </a:p>
                  </a:txBody>
                  <a:tcPr/>
                </a:tc>
                <a:tc>
                  <a:txBody>
                    <a:bodyPr/>
                    <a:lstStyle/>
                    <a:p>
                      <a:pPr algn="ctr"/>
                      <a:r>
                        <a:rPr lang="en-US" sz="1400">
                          <a:latin typeface="Arial"/>
                          <a:cs typeface="Arial"/>
                        </a:rPr>
                        <a:t>62%</a:t>
                      </a:r>
                    </a:p>
                  </a:txBody>
                  <a:tcPr/>
                </a:tc>
                <a:extLst>
                  <a:ext uri="{0D108BD9-81ED-4DB2-BD59-A6C34878D82A}">
                    <a16:rowId xmlns:a16="http://schemas.microsoft.com/office/drawing/2014/main" val="2960265999"/>
                  </a:ext>
                </a:extLst>
              </a:tr>
              <a:tr h="370840">
                <a:tc>
                  <a:txBody>
                    <a:bodyPr/>
                    <a:lstStyle/>
                    <a:p>
                      <a:r>
                        <a:rPr lang="en-US" sz="1400">
                          <a:latin typeface="Arial"/>
                          <a:cs typeface="Arial"/>
                        </a:rPr>
                        <a:t>Detection technique</a:t>
                      </a:r>
                    </a:p>
                  </a:txBody>
                  <a:tcPr/>
                </a:tc>
                <a:tc>
                  <a:txBody>
                    <a:bodyPr/>
                    <a:lstStyle/>
                    <a:p>
                      <a:pPr algn="ctr"/>
                      <a:r>
                        <a:rPr lang="en-US" sz="1400">
                          <a:latin typeface="Arial"/>
                          <a:cs typeface="Arial"/>
                        </a:rPr>
                        <a:t>12</a:t>
                      </a:r>
                    </a:p>
                  </a:txBody>
                  <a:tcPr/>
                </a:tc>
                <a:tc>
                  <a:txBody>
                    <a:bodyPr/>
                    <a:lstStyle/>
                    <a:p>
                      <a:pPr algn="ctr"/>
                      <a:r>
                        <a:rPr lang="en-US" sz="1400">
                          <a:latin typeface="Arial"/>
                          <a:cs typeface="Arial"/>
                        </a:rPr>
                        <a:t>1</a:t>
                      </a:r>
                    </a:p>
                  </a:txBody>
                  <a:tcPr/>
                </a:tc>
                <a:tc>
                  <a:txBody>
                    <a:bodyPr/>
                    <a:lstStyle/>
                    <a:p>
                      <a:pPr algn="ctr"/>
                      <a:r>
                        <a:rPr lang="en-US" sz="1400">
                          <a:latin typeface="Arial"/>
                          <a:cs typeface="Arial"/>
                        </a:rPr>
                        <a:t>4</a:t>
                      </a:r>
                    </a:p>
                  </a:txBody>
                  <a:tcPr/>
                </a:tc>
                <a:tc>
                  <a:txBody>
                    <a:bodyPr/>
                    <a:lstStyle/>
                    <a:p>
                      <a:pPr algn="ctr"/>
                      <a:r>
                        <a:rPr lang="en-US" sz="1400">
                          <a:latin typeface="Arial"/>
                          <a:cs typeface="Arial"/>
                        </a:rPr>
                        <a:t>7</a:t>
                      </a:r>
                    </a:p>
                  </a:txBody>
                  <a:tcPr/>
                </a:tc>
                <a:tc>
                  <a:txBody>
                    <a:bodyPr/>
                    <a:lstStyle/>
                    <a:p>
                      <a:pPr algn="ctr"/>
                      <a:r>
                        <a:rPr lang="en-US" sz="1400">
                          <a:latin typeface="Arial"/>
                          <a:cs typeface="Arial"/>
                        </a:rPr>
                        <a:t>25%</a:t>
                      </a:r>
                    </a:p>
                  </a:txBody>
                  <a:tcPr/>
                </a:tc>
                <a:extLst>
                  <a:ext uri="{0D108BD9-81ED-4DB2-BD59-A6C34878D82A}">
                    <a16:rowId xmlns:a16="http://schemas.microsoft.com/office/drawing/2014/main" val="1917292215"/>
                  </a:ext>
                </a:extLst>
              </a:tr>
              <a:tr h="370840">
                <a:tc>
                  <a:txBody>
                    <a:bodyPr/>
                    <a:lstStyle/>
                    <a:p>
                      <a:r>
                        <a:rPr lang="en-US" sz="1400">
                          <a:latin typeface="Arial"/>
                          <a:cs typeface="Arial"/>
                        </a:rPr>
                        <a:t>Enforcement</a:t>
                      </a:r>
                    </a:p>
                  </a:txBody>
                  <a:tcPr/>
                </a:tc>
                <a:tc>
                  <a:txBody>
                    <a:bodyPr/>
                    <a:lstStyle/>
                    <a:p>
                      <a:pPr algn="ctr"/>
                      <a:r>
                        <a:rPr lang="en-US" sz="1400">
                          <a:latin typeface="Arial"/>
                          <a:cs typeface="Arial"/>
                        </a:rPr>
                        <a:t>9</a:t>
                      </a:r>
                    </a:p>
                  </a:txBody>
                  <a:tcPr/>
                </a:tc>
                <a:tc>
                  <a:txBody>
                    <a:bodyPr/>
                    <a:lstStyle/>
                    <a:p>
                      <a:pPr algn="ctr"/>
                      <a:r>
                        <a:rPr lang="en-US" sz="1400">
                          <a:latin typeface="Arial"/>
                          <a:cs typeface="Arial"/>
                        </a:rPr>
                        <a:t>6</a:t>
                      </a:r>
                    </a:p>
                  </a:txBody>
                  <a:tcPr/>
                </a:tc>
                <a:tc>
                  <a:txBody>
                    <a:bodyPr/>
                    <a:lstStyle/>
                    <a:p>
                      <a:pPr algn="ctr"/>
                      <a:r>
                        <a:rPr lang="en-US" sz="1400">
                          <a:latin typeface="Arial"/>
                          <a:cs typeface="Arial"/>
                        </a:rPr>
                        <a:t>3</a:t>
                      </a:r>
                    </a:p>
                  </a:txBody>
                  <a:tcPr/>
                </a:tc>
                <a:tc>
                  <a:txBody>
                    <a:bodyPr/>
                    <a:lstStyle/>
                    <a:p>
                      <a:pPr algn="ctr"/>
                      <a:r>
                        <a:rPr lang="en-US" sz="1400">
                          <a:latin typeface="Arial"/>
                          <a:cs typeface="Arial"/>
                        </a:rPr>
                        <a:t>0</a:t>
                      </a:r>
                    </a:p>
                  </a:txBody>
                  <a:tcPr/>
                </a:tc>
                <a:tc>
                  <a:txBody>
                    <a:bodyPr/>
                    <a:lstStyle/>
                    <a:p>
                      <a:pPr algn="ctr"/>
                      <a:r>
                        <a:rPr lang="en-US" sz="1400">
                          <a:latin typeface="Arial"/>
                          <a:cs typeface="Arial"/>
                        </a:rPr>
                        <a:t>83%</a:t>
                      </a:r>
                    </a:p>
                  </a:txBody>
                  <a:tcPr/>
                </a:tc>
                <a:extLst>
                  <a:ext uri="{0D108BD9-81ED-4DB2-BD59-A6C34878D82A}">
                    <a16:rowId xmlns:a16="http://schemas.microsoft.com/office/drawing/2014/main" val="1201024512"/>
                  </a:ext>
                </a:extLst>
              </a:tr>
              <a:tr h="370840">
                <a:tc>
                  <a:txBody>
                    <a:bodyPr/>
                    <a:lstStyle/>
                    <a:p>
                      <a:r>
                        <a:rPr lang="en-US" sz="1400">
                          <a:latin typeface="Arial"/>
                          <a:cs typeface="Arial"/>
                        </a:rPr>
                        <a:t>AI-specific</a:t>
                      </a:r>
                    </a:p>
                  </a:txBody>
                  <a:tcPr/>
                </a:tc>
                <a:tc>
                  <a:txBody>
                    <a:bodyPr/>
                    <a:lstStyle/>
                    <a:p>
                      <a:pPr algn="ctr"/>
                      <a:r>
                        <a:rPr lang="en-US" sz="1400">
                          <a:latin typeface="Arial"/>
                          <a:cs typeface="Arial"/>
                        </a:rPr>
                        <a:t>10</a:t>
                      </a:r>
                    </a:p>
                  </a:txBody>
                  <a:tcPr/>
                </a:tc>
                <a:tc>
                  <a:txBody>
                    <a:bodyPr/>
                    <a:lstStyle/>
                    <a:p>
                      <a:pPr algn="ctr"/>
                      <a:r>
                        <a:rPr lang="en-US" sz="1400">
                          <a:latin typeface="Arial"/>
                          <a:cs typeface="Arial"/>
                        </a:rPr>
                        <a:t>2</a:t>
                      </a:r>
                    </a:p>
                  </a:txBody>
                  <a:tcPr/>
                </a:tc>
                <a:tc>
                  <a:txBody>
                    <a:bodyPr/>
                    <a:lstStyle/>
                    <a:p>
                      <a:pPr algn="ctr"/>
                      <a:r>
                        <a:rPr lang="en-US" sz="1400">
                          <a:latin typeface="Arial"/>
                          <a:cs typeface="Arial"/>
                        </a:rPr>
                        <a:t>5</a:t>
                      </a:r>
                    </a:p>
                  </a:txBody>
                  <a:tcPr/>
                </a:tc>
                <a:tc>
                  <a:txBody>
                    <a:bodyPr/>
                    <a:lstStyle/>
                    <a:p>
                      <a:pPr algn="ctr"/>
                      <a:r>
                        <a:rPr lang="en-US" sz="1400">
                          <a:latin typeface="Arial"/>
                          <a:cs typeface="Arial"/>
                        </a:rPr>
                        <a:t>3</a:t>
                      </a:r>
                    </a:p>
                  </a:txBody>
                  <a:tcPr/>
                </a:tc>
                <a:tc>
                  <a:txBody>
                    <a:bodyPr/>
                    <a:lstStyle/>
                    <a:p>
                      <a:pPr algn="ctr"/>
                      <a:r>
                        <a:rPr lang="en-US" sz="1400">
                          <a:latin typeface="Arial"/>
                          <a:cs typeface="Arial"/>
                        </a:rPr>
                        <a:t>45%</a:t>
                      </a:r>
                    </a:p>
                  </a:txBody>
                  <a:tcPr/>
                </a:tc>
                <a:extLst>
                  <a:ext uri="{0D108BD9-81ED-4DB2-BD59-A6C34878D82A}">
                    <a16:rowId xmlns:a16="http://schemas.microsoft.com/office/drawing/2014/main" val="92050722"/>
                  </a:ext>
                </a:extLst>
              </a:tr>
              <a:tr h="370840">
                <a:tc>
                  <a:txBody>
                    <a:bodyPr/>
                    <a:lstStyle/>
                    <a:p>
                      <a:r>
                        <a:rPr lang="en-US" sz="1400">
                          <a:latin typeface="Arial"/>
                          <a:cs typeface="Arial"/>
                        </a:rPr>
                        <a:t>Ops &amp; Deployment</a:t>
                      </a:r>
                    </a:p>
                  </a:txBody>
                  <a:tcPr/>
                </a:tc>
                <a:tc>
                  <a:txBody>
                    <a:bodyPr/>
                    <a:lstStyle/>
                    <a:p>
                      <a:pPr algn="ctr"/>
                      <a:r>
                        <a:rPr lang="en-US" sz="1400">
                          <a:latin typeface="Arial"/>
                          <a:cs typeface="Arial"/>
                        </a:rPr>
                        <a:t>9</a:t>
                      </a:r>
                    </a:p>
                  </a:txBody>
                  <a:tcPr/>
                </a:tc>
                <a:tc>
                  <a:txBody>
                    <a:bodyPr/>
                    <a:lstStyle/>
                    <a:p>
                      <a:pPr algn="ctr"/>
                      <a:r>
                        <a:rPr lang="en-US" sz="1400">
                          <a:latin typeface="Arial"/>
                          <a:cs typeface="Arial"/>
                        </a:rPr>
                        <a:t>3</a:t>
                      </a:r>
                    </a:p>
                  </a:txBody>
                  <a:tcPr/>
                </a:tc>
                <a:tc>
                  <a:txBody>
                    <a:bodyPr/>
                    <a:lstStyle/>
                    <a:p>
                      <a:pPr algn="ctr"/>
                      <a:r>
                        <a:rPr lang="en-US" sz="1400">
                          <a:latin typeface="Arial"/>
                          <a:cs typeface="Arial"/>
                        </a:rPr>
                        <a:t>5</a:t>
                      </a:r>
                    </a:p>
                  </a:txBody>
                  <a:tcPr/>
                </a:tc>
                <a:tc>
                  <a:txBody>
                    <a:bodyPr/>
                    <a:lstStyle/>
                    <a:p>
                      <a:pPr algn="ctr"/>
                      <a:r>
                        <a:rPr lang="en-US" sz="1400">
                          <a:latin typeface="Arial"/>
                          <a:cs typeface="Arial"/>
                        </a:rPr>
                        <a:t>1</a:t>
                      </a:r>
                    </a:p>
                  </a:txBody>
                  <a:tcPr/>
                </a:tc>
                <a:tc>
                  <a:txBody>
                    <a:bodyPr/>
                    <a:lstStyle/>
                    <a:p>
                      <a:pPr algn="ctr"/>
                      <a:r>
                        <a:rPr lang="en-US" sz="1400">
                          <a:latin typeface="Arial"/>
                          <a:cs typeface="Arial"/>
                        </a:rPr>
                        <a:t>61%</a:t>
                      </a:r>
                    </a:p>
                  </a:txBody>
                  <a:tcPr/>
                </a:tc>
                <a:extLst>
                  <a:ext uri="{0D108BD9-81ED-4DB2-BD59-A6C34878D82A}">
                    <a16:rowId xmlns:a16="http://schemas.microsoft.com/office/drawing/2014/main" val="1652785423"/>
                  </a:ext>
                </a:extLst>
              </a:tr>
              <a:tr h="370840">
                <a:tc>
                  <a:txBody>
                    <a:bodyPr/>
                    <a:lstStyle/>
                    <a:p>
                      <a:r>
                        <a:rPr lang="en-US" sz="1400">
                          <a:latin typeface="Arial"/>
                          <a:cs typeface="Arial"/>
                        </a:rPr>
                        <a:t>Compliance &amp; Certification</a:t>
                      </a:r>
                    </a:p>
                  </a:txBody>
                  <a:tcPr/>
                </a:tc>
                <a:tc>
                  <a:txBody>
                    <a:bodyPr/>
                    <a:lstStyle/>
                    <a:p>
                      <a:pPr algn="ctr"/>
                      <a:r>
                        <a:rPr lang="en-US" sz="1400">
                          <a:latin typeface="Arial"/>
                          <a:cs typeface="Arial"/>
                        </a:rPr>
                        <a:t>7</a:t>
                      </a:r>
                    </a:p>
                  </a:txBody>
                  <a:tcPr/>
                </a:tc>
                <a:tc>
                  <a:txBody>
                    <a:bodyPr/>
                    <a:lstStyle/>
                    <a:p>
                      <a:pPr algn="ctr"/>
                      <a:r>
                        <a:rPr lang="en-US" sz="1400">
                          <a:latin typeface="Arial"/>
                          <a:cs typeface="Arial"/>
                        </a:rPr>
                        <a:t>4</a:t>
                      </a:r>
                    </a:p>
                  </a:txBody>
                  <a:tcPr/>
                </a:tc>
                <a:tc>
                  <a:txBody>
                    <a:bodyPr/>
                    <a:lstStyle/>
                    <a:p>
                      <a:pPr algn="ctr"/>
                      <a:r>
                        <a:rPr lang="en-US" sz="1400">
                          <a:latin typeface="Arial"/>
                          <a:cs typeface="Arial"/>
                        </a:rPr>
                        <a:t>2</a:t>
                      </a:r>
                    </a:p>
                  </a:txBody>
                  <a:tcPr/>
                </a:tc>
                <a:tc>
                  <a:txBody>
                    <a:bodyPr/>
                    <a:lstStyle/>
                    <a:p>
                      <a:pPr algn="ctr"/>
                      <a:r>
                        <a:rPr lang="en-US" sz="1400">
                          <a:latin typeface="Arial"/>
                          <a:cs typeface="Arial"/>
                        </a:rPr>
                        <a:t>1</a:t>
                      </a:r>
                    </a:p>
                  </a:txBody>
                  <a:tcPr/>
                </a:tc>
                <a:tc>
                  <a:txBody>
                    <a:bodyPr/>
                    <a:lstStyle/>
                    <a:p>
                      <a:pPr algn="ctr"/>
                      <a:r>
                        <a:rPr lang="en-US" sz="1400">
                          <a:latin typeface="Arial"/>
                          <a:cs typeface="Arial"/>
                        </a:rPr>
                        <a:t>71%</a:t>
                      </a:r>
                    </a:p>
                  </a:txBody>
                  <a:tcPr/>
                </a:tc>
                <a:extLst>
                  <a:ext uri="{0D108BD9-81ED-4DB2-BD59-A6C34878D82A}">
                    <a16:rowId xmlns:a16="http://schemas.microsoft.com/office/drawing/2014/main" val="4045660167"/>
                  </a:ext>
                </a:extLst>
              </a:tr>
              <a:tr h="370840">
                <a:tc>
                  <a:txBody>
                    <a:bodyPr/>
                    <a:lstStyle/>
                    <a:p>
                      <a:r>
                        <a:rPr lang="en-US" sz="1400" b="1">
                          <a:latin typeface="Arial"/>
                          <a:cs typeface="Arial"/>
                        </a:rPr>
                        <a:t>Total</a:t>
                      </a:r>
                    </a:p>
                  </a:txBody>
                  <a:tcPr/>
                </a:tc>
                <a:tc>
                  <a:txBody>
                    <a:bodyPr/>
                    <a:lstStyle/>
                    <a:p>
                      <a:pPr algn="ctr"/>
                      <a:r>
                        <a:rPr lang="en-US" sz="1400" b="1">
                          <a:latin typeface="Arial"/>
                          <a:cs typeface="Arial"/>
                        </a:rPr>
                        <a:t>60</a:t>
                      </a:r>
                    </a:p>
                  </a:txBody>
                  <a:tcPr/>
                </a:tc>
                <a:tc>
                  <a:txBody>
                    <a:bodyPr/>
                    <a:lstStyle/>
                    <a:p>
                      <a:pPr algn="ctr"/>
                      <a:r>
                        <a:rPr lang="en-US" sz="1400" b="1">
                          <a:latin typeface="Arial"/>
                          <a:cs typeface="Arial"/>
                        </a:rPr>
                        <a:t>21</a:t>
                      </a:r>
                    </a:p>
                  </a:txBody>
                  <a:tcPr/>
                </a:tc>
                <a:tc>
                  <a:txBody>
                    <a:bodyPr/>
                    <a:lstStyle/>
                    <a:p>
                      <a:pPr algn="ctr"/>
                      <a:r>
                        <a:rPr lang="en-US" sz="1400" b="1">
                          <a:latin typeface="Arial"/>
                          <a:cs typeface="Arial"/>
                        </a:rPr>
                        <a:t>25</a:t>
                      </a:r>
                    </a:p>
                  </a:txBody>
                  <a:tcPr/>
                </a:tc>
                <a:tc>
                  <a:txBody>
                    <a:bodyPr/>
                    <a:lstStyle/>
                    <a:p>
                      <a:pPr algn="ctr"/>
                      <a:r>
                        <a:rPr lang="en-US" sz="1400" b="1">
                          <a:latin typeface="Arial"/>
                          <a:cs typeface="Arial"/>
                        </a:rPr>
                        <a:t>14</a:t>
                      </a:r>
                    </a:p>
                  </a:txBody>
                  <a:tcPr/>
                </a:tc>
                <a:tc>
                  <a:txBody>
                    <a:bodyPr/>
                    <a:lstStyle/>
                    <a:p>
                      <a:pPr algn="ctr"/>
                      <a:r>
                        <a:rPr lang="en-US" sz="1400" b="1">
                          <a:latin typeface="Arial"/>
                          <a:cs typeface="Arial"/>
                        </a:rPr>
                        <a:t>56%</a:t>
                      </a:r>
                    </a:p>
                  </a:txBody>
                  <a:tcPr/>
                </a:tc>
                <a:extLst>
                  <a:ext uri="{0D108BD9-81ED-4DB2-BD59-A6C34878D82A}">
                    <a16:rowId xmlns:a16="http://schemas.microsoft.com/office/drawing/2014/main" val="1471200259"/>
                  </a:ext>
                </a:extLst>
              </a:tr>
            </a:tbl>
          </a:graphicData>
        </a:graphic>
      </p:graphicFrame>
      <p:sp>
        <p:nvSpPr>
          <p:cNvPr id="6" name="TextBox 5">
            <a:extLst>
              <a:ext uri="{FF2B5EF4-FFF2-40B4-BE49-F238E27FC236}">
                <a16:creationId xmlns:a16="http://schemas.microsoft.com/office/drawing/2014/main" id="{47B997DD-E5BE-B5D5-83F7-43C6D2AF9E95}"/>
              </a:ext>
            </a:extLst>
          </p:cNvPr>
          <p:cNvSpPr txBox="1"/>
          <p:nvPr/>
        </p:nvSpPr>
        <p:spPr>
          <a:xfrm>
            <a:off x="762000" y="4587240"/>
            <a:ext cx="10668000" cy="172015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171450" indent="-171450">
              <a:lnSpc>
                <a:spcPct val="150000"/>
              </a:lnSpc>
              <a:buFont typeface="Wingdings"/>
              <a:buChar char="v"/>
            </a:pPr>
            <a:r>
              <a:rPr lang="en-US" sz="1200">
                <a:latin typeface="Arial"/>
                <a:ea typeface="+mn-lt"/>
                <a:cs typeface="Arial"/>
              </a:rPr>
              <a:t>MarkAny is strongest on </a:t>
            </a:r>
            <a:r>
              <a:rPr lang="en-US" sz="1200" b="1">
                <a:latin typeface="Arial"/>
                <a:ea typeface="+mn-lt"/>
                <a:cs typeface="Arial"/>
              </a:rPr>
              <a:t>endpoint channel breadth</a:t>
            </a:r>
            <a:r>
              <a:rPr lang="en-US" sz="1200">
                <a:latin typeface="Arial"/>
                <a:ea typeface="+mn-lt"/>
                <a:cs typeface="Arial"/>
              </a:rPr>
              <a:t>: one agent controls clipboard, screen capture, Wi-Fi/Bluetooth/MTP, print masking and app execution, adds hooking DRM (KCMVP via documentSAFER), and enforces GenAI prompt policy off-network because decisions are made on the PC.</a:t>
            </a:r>
          </a:p>
          <a:p>
            <a:pPr marL="171450" indent="-171450">
              <a:lnSpc>
                <a:spcPct val="150000"/>
              </a:lnSpc>
              <a:buFont typeface="Wingdings"/>
              <a:buChar char="v"/>
            </a:pPr>
            <a:r>
              <a:rPr lang="en-US" sz="1200">
                <a:latin typeface="Arial"/>
                <a:ea typeface="+mn-lt"/>
                <a:cs typeface="Arial"/>
              </a:rPr>
              <a:t>MarkAny's AI control is rule-based (regex + keyword): no OCR, no similarity/ML detection, no masking of prompts, no prompt-injection or response inspection documented.</a:t>
            </a:r>
          </a:p>
          <a:p>
            <a:pPr marL="171450" indent="-171450">
              <a:lnSpc>
                <a:spcPct val="150000"/>
              </a:lnSpc>
              <a:buFont typeface="Wingdings"/>
              <a:buChar char="v"/>
            </a:pPr>
            <a:r>
              <a:rPr lang="en-US" sz="1200">
                <a:latin typeface="Arial"/>
                <a:ea typeface="+mn-lt"/>
                <a:cs typeface="Arial"/>
              </a:rPr>
              <a:t>Neither vendor documents macOS agents, EDM fingerprinting, response-side AI inspection, MCP/tool-call mediation or analyst recognition — treat these as RFI questions.</a:t>
            </a:r>
            <a:endParaRPr lang="en-US" sz="1200">
              <a:latin typeface="Arial"/>
              <a:ea typeface="맑은 고딕"/>
              <a:cs typeface="Arial"/>
            </a:endParaRPr>
          </a:p>
        </p:txBody>
      </p:sp>
    </p:spTree>
    <p:extLst>
      <p:ext uri="{BB962C8B-B14F-4D97-AF65-F5344CB8AC3E}">
        <p14:creationId xmlns:p14="http://schemas.microsoft.com/office/powerpoint/2010/main" val="2835838148"/>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E0B4D2-800F-58A9-3544-03AC10889C8E}"/>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BAA95D4-862E-85EC-700F-BCF540A12531}"/>
              </a:ext>
            </a:extLst>
          </p:cNvPr>
          <p:cNvSpPr>
            <a:spLocks noGrp="1"/>
          </p:cNvSpPr>
          <p:nvPr>
            <p:ph type="sldNum" sz="quarter" idx="4"/>
          </p:nvPr>
        </p:nvSpPr>
        <p:spPr/>
        <p:txBody>
          <a:bodyPr/>
          <a:lstStyle/>
          <a:p>
            <a:fld id="{4EA1E582-E1CC-4474-812F-1657BC5920B7}" type="slidenum">
              <a:rPr lang="ko-KR" altLang="en-US" smtClean="0"/>
              <a:t>61</a:t>
            </a:fld>
            <a:endParaRPr lang="ko-KR" altLang="en-US"/>
          </a:p>
        </p:txBody>
      </p:sp>
      <p:sp>
        <p:nvSpPr>
          <p:cNvPr id="5" name="Text Placeholder 4">
            <a:extLst>
              <a:ext uri="{FF2B5EF4-FFF2-40B4-BE49-F238E27FC236}">
                <a16:creationId xmlns:a16="http://schemas.microsoft.com/office/drawing/2014/main" id="{4691351A-234F-B769-F991-5D7B9C800D54}"/>
              </a:ext>
            </a:extLst>
          </p:cNvPr>
          <p:cNvSpPr>
            <a:spLocks noGrp="1"/>
          </p:cNvSpPr>
          <p:nvPr>
            <p:ph type="body" sz="quarter" idx="11"/>
          </p:nvPr>
        </p:nvSpPr>
        <p:spPr/>
        <p:txBody>
          <a:bodyPr lIns="91440" tIns="45720" rIns="91440" bIns="45720" anchor="ctr" anchorCtr="0"/>
          <a:lstStyle/>
          <a:p>
            <a:r>
              <a:rPr lang="en-US">
                <a:ea typeface="KoPub돋움체 Bold"/>
              </a:rPr>
              <a:t>Company profiles: seven domestic vendors, from full-suite DLP to AI-only security</a:t>
            </a:r>
          </a:p>
        </p:txBody>
      </p:sp>
      <p:sp>
        <p:nvSpPr>
          <p:cNvPr id="7" name="제목 3">
            <a:extLst>
              <a:ext uri="{FF2B5EF4-FFF2-40B4-BE49-F238E27FC236}">
                <a16:creationId xmlns:a16="http://schemas.microsoft.com/office/drawing/2014/main" id="{17013727-C583-AE98-A834-13CE5CBC3A42}"/>
              </a:ext>
            </a:extLst>
          </p:cNvPr>
          <p:cNvSpPr txBox="1">
            <a:spLocks/>
          </p:cNvSpPr>
          <p:nvPr/>
        </p:nvSpPr>
        <p:spPr>
          <a:xfrm>
            <a:off x="286194" y="265704"/>
            <a:ext cx="10666268" cy="464670"/>
          </a:xfrm>
          <a:prstGeom prst="rect">
            <a:avLst/>
          </a:prstGeom>
        </p:spPr>
        <p:txBody>
          <a:bodyPr lIns="91440" tIns="45720" rIns="91440" bIns="45720" anchor="ctr" anchorCtr="0"/>
          <a:lstStyle>
            <a:lvl1pPr algn="l" rtl="0" eaLnBrk="1" fontAlgn="base" latinLnBrk="1" hangingPunct="1">
              <a:spcBef>
                <a:spcPct val="0"/>
              </a:spcBef>
              <a:spcAft>
                <a:spcPct val="0"/>
              </a:spcAft>
              <a:defRPr lang="ko-KR" altLang="en-US" sz="2400" b="1" kern="1200" baseline="0" dirty="0">
                <a:ln>
                  <a:solidFill>
                    <a:schemeClr val="accent1">
                      <a:alpha val="0"/>
                    </a:schemeClr>
                  </a:solidFill>
                </a:ln>
                <a:solidFill>
                  <a:srgbClr val="144772"/>
                </a:solidFill>
                <a:effectLst>
                  <a:glow rad="127000">
                    <a:schemeClr val="bg1"/>
                  </a:glow>
                  <a:outerShdw blurRad="38100" dist="38100" dir="2700000" algn="tl" rotWithShape="0">
                    <a:prstClr val="black">
                      <a:alpha val="40000"/>
                    </a:prstClr>
                  </a:outerShdw>
                </a:effectLst>
                <a:latin typeface="Pretendard Black" panose="02000A03000000020004" pitchFamily="50" charset="-127"/>
                <a:ea typeface="Pretendard Black" panose="02000A03000000020004" pitchFamily="50" charset="-127"/>
                <a:cs typeface="Pretendard Black" panose="02000A03000000020004" pitchFamily="50" charset="-127"/>
              </a:defRPr>
            </a:lvl1pPr>
            <a:lvl2pPr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2pPr>
            <a:lvl3pPr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3pPr>
            <a:lvl4pPr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4pPr>
            <a:lvl5pPr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5pPr>
            <a:lvl6pPr marL="457200"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6pPr>
            <a:lvl7pPr marL="914400"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7pPr>
            <a:lvl8pPr marL="1371600"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8pPr>
            <a:lvl9pPr marL="1828800"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9pPr>
          </a:lstStyle>
          <a:p>
            <a:r>
              <a:rPr lang="ko-KR">
                <a:ln>
                  <a:solidFill>
                    <a:srgbClr val="4F81BD">
                      <a:alpha val="0"/>
                    </a:srgbClr>
                  </a:solidFill>
                </a:ln>
                <a:effectLst>
                  <a:glow rad="127000">
                    <a:prstClr val="white"/>
                  </a:glow>
                  <a:outerShdw blurRad="38100" dist="38100" dir="2700000" algn="tl" rotWithShape="0">
                    <a:prstClr val="black">
                      <a:alpha val="40000"/>
                    </a:prstClr>
                  </a:outerShdw>
                </a:effectLst>
                <a:latin typeface="Arial"/>
                <a:ea typeface="Pretendard Black"/>
                <a:cs typeface="Arial"/>
              </a:rPr>
              <a:t>Domestic DLP (Compiled)</a:t>
            </a:r>
          </a:p>
        </p:txBody>
      </p:sp>
      <p:graphicFrame>
        <p:nvGraphicFramePr>
          <p:cNvPr id="40" name="Profile Table"/>
          <p:cNvGraphicFramePr>
            <a:graphicFrameLocks noGrp="1"/>
          </p:cNvGraphicFramePr>
          <p:nvPr>
            <p:extLst>
              <p:ext uri="{D42A27DB-BD31-4B8C-83A1-F6EECF244321}">
                <p14:modId xmlns:p14="http://schemas.microsoft.com/office/powerpoint/2010/main" val="643648231"/>
              </p:ext>
            </p:extLst>
          </p:nvPr>
        </p:nvGraphicFramePr>
        <p:xfrm>
          <a:off x="571500" y="1371600"/>
          <a:ext cx="11049000" cy="4241800"/>
        </p:xfrm>
        <a:graphic>
          <a:graphicData uri="http://schemas.openxmlformats.org/drawingml/2006/table">
            <a:tbl>
              <a:tblPr firstRow="1"/>
              <a:tblGrid>
                <a:gridCol w="1905000">
                  <a:extLst>
                    <a:ext uri="{9D8B030D-6E8A-4147-A177-3AD203B41FA5}">
                      <a16:colId xmlns:a16="http://schemas.microsoft.com/office/drawing/2014/main" val="20000"/>
                    </a:ext>
                  </a:extLst>
                </a:gridCol>
                <a:gridCol w="1905000">
                  <a:extLst>
                    <a:ext uri="{9D8B030D-6E8A-4147-A177-3AD203B41FA5}">
                      <a16:colId xmlns:a16="http://schemas.microsoft.com/office/drawing/2014/main" val="20001"/>
                    </a:ext>
                  </a:extLst>
                </a:gridCol>
                <a:gridCol w="3619500">
                  <a:extLst>
                    <a:ext uri="{9D8B030D-6E8A-4147-A177-3AD203B41FA5}">
                      <a16:colId xmlns:a16="http://schemas.microsoft.com/office/drawing/2014/main" val="20002"/>
                    </a:ext>
                  </a:extLst>
                </a:gridCol>
                <a:gridCol w="3619500">
                  <a:extLst>
                    <a:ext uri="{9D8B030D-6E8A-4147-A177-3AD203B41FA5}">
                      <a16:colId xmlns:a16="http://schemas.microsoft.com/office/drawing/2014/main" val="20003"/>
                    </a:ext>
                  </a:extLst>
                </a:gridCol>
              </a:tblGrid>
              <a:tr h="330200">
                <a:tc>
                  <a:txBody>
                    <a:bodyPr/>
                    <a:lstStyle/>
                    <a:p>
                      <a:pPr algn="ctr" latinLnBrk="0">
                        <a:buNone/>
                      </a:pPr>
                      <a:r>
                        <a:rPr lang="en-US" altLang="ko-KR" sz="1200" b="1" dirty="0">
                          <a:solidFill>
                            <a:srgbClr val="144772"/>
                          </a:solidFill>
                          <a:latin typeface="Arial"/>
                        </a:rPr>
                        <a:t>Vendor</a:t>
                      </a:r>
                      <a:endParaRPr lang="en-US" sz="1200" dirty="0"/>
                    </a:p>
                  </a:txBody>
                  <a:tcPr marL="64000" marR="64000" marT="18000" marB="18000" anchor="ctr">
                    <a:lnL w="9525">
                      <a:solidFill>
                        <a:srgbClr val="000000"/>
                      </a:solidFill>
                    </a:lnL>
                    <a:lnR w="9525">
                      <a:solidFill>
                        <a:srgbClr val="000000"/>
                      </a:solidFill>
                    </a:lnR>
                    <a:lnT w="9525">
                      <a:solidFill>
                        <a:srgbClr val="000000"/>
                      </a:solidFill>
                    </a:lnT>
                    <a:lnB w="9525">
                      <a:solidFill>
                        <a:srgbClr val="000000"/>
                      </a:solidFill>
                    </a:lnB>
                    <a:solidFill>
                      <a:srgbClr val="DDECF2"/>
                    </a:solidFill>
                  </a:tcPr>
                </a:tc>
                <a:tc>
                  <a:txBody>
                    <a:bodyPr/>
                    <a:lstStyle/>
                    <a:p>
                      <a:pPr algn="ctr" latinLnBrk="0">
                        <a:buNone/>
                      </a:pPr>
                      <a:r>
                        <a:rPr lang="en-US" altLang="ko-KR" sz="1200" b="1" dirty="0">
                          <a:solidFill>
                            <a:srgbClr val="144772"/>
                          </a:solidFill>
                          <a:latin typeface="Arial"/>
                        </a:rPr>
                        <a:t>Type</a:t>
                      </a:r>
                      <a:endParaRPr lang="en-US" sz="1200" dirty="0"/>
                    </a:p>
                  </a:txBody>
                  <a:tcPr marL="64000" marR="64000" marT="18000" marB="18000" anchor="ctr">
                    <a:lnL w="9525">
                      <a:solidFill>
                        <a:srgbClr val="000000"/>
                      </a:solidFill>
                    </a:lnL>
                    <a:lnR w="9525">
                      <a:solidFill>
                        <a:srgbClr val="000000"/>
                      </a:solidFill>
                    </a:lnR>
                    <a:lnT w="9525">
                      <a:solidFill>
                        <a:srgbClr val="000000"/>
                      </a:solidFill>
                    </a:lnT>
                    <a:lnB w="9525">
                      <a:solidFill>
                        <a:srgbClr val="000000"/>
                      </a:solidFill>
                    </a:lnB>
                    <a:solidFill>
                      <a:srgbClr val="DDECF2"/>
                    </a:solidFill>
                  </a:tcPr>
                </a:tc>
                <a:tc>
                  <a:txBody>
                    <a:bodyPr/>
                    <a:lstStyle/>
                    <a:p>
                      <a:pPr algn="ctr" latinLnBrk="0">
                        <a:buNone/>
                      </a:pPr>
                      <a:r>
                        <a:rPr lang="en-US" altLang="ko-KR" sz="1200" b="1" dirty="0">
                          <a:solidFill>
                            <a:srgbClr val="144772"/>
                          </a:solidFill>
                          <a:latin typeface="Arial"/>
                        </a:rPr>
                        <a:t>Main products</a:t>
                      </a:r>
                      <a:endParaRPr lang="en-US" sz="1200" dirty="0"/>
                    </a:p>
                  </a:txBody>
                  <a:tcPr marL="64000" marR="64000" marT="18000" marB="18000" anchor="ctr">
                    <a:lnL w="9525">
                      <a:solidFill>
                        <a:srgbClr val="000000"/>
                      </a:solidFill>
                    </a:lnL>
                    <a:lnR w="9525">
                      <a:solidFill>
                        <a:srgbClr val="000000"/>
                      </a:solidFill>
                    </a:lnR>
                    <a:lnT w="9525">
                      <a:solidFill>
                        <a:srgbClr val="000000"/>
                      </a:solidFill>
                    </a:lnT>
                    <a:lnB w="9525">
                      <a:solidFill>
                        <a:srgbClr val="000000"/>
                      </a:solidFill>
                    </a:lnB>
                    <a:solidFill>
                      <a:srgbClr val="DDECF2"/>
                    </a:solidFill>
                  </a:tcPr>
                </a:tc>
                <a:tc>
                  <a:txBody>
                    <a:bodyPr/>
                    <a:lstStyle/>
                    <a:p>
                      <a:pPr algn="ctr" latinLnBrk="0">
                        <a:buNone/>
                      </a:pPr>
                      <a:r>
                        <a:rPr lang="en-US" altLang="ko-KR" sz="1200" b="1" dirty="0">
                          <a:solidFill>
                            <a:srgbClr val="144772"/>
                          </a:solidFill>
                          <a:latin typeface="Arial"/>
                        </a:rPr>
                        <a:t>Positioning</a:t>
                      </a:r>
                      <a:endParaRPr lang="en-US" sz="1200" dirty="0"/>
                    </a:p>
                  </a:txBody>
                  <a:tcPr marL="64000" marR="64000" marT="18000" marB="18000" anchor="ctr">
                    <a:lnL w="9525">
                      <a:solidFill>
                        <a:srgbClr val="000000"/>
                      </a:solidFill>
                    </a:lnL>
                    <a:lnR w="9525">
                      <a:solidFill>
                        <a:srgbClr val="000000"/>
                      </a:solidFill>
                    </a:lnR>
                    <a:lnT w="9525">
                      <a:solidFill>
                        <a:srgbClr val="000000"/>
                      </a:solidFill>
                    </a:lnT>
                    <a:lnB w="9525">
                      <a:solidFill>
                        <a:srgbClr val="000000"/>
                      </a:solidFill>
                    </a:lnB>
                    <a:solidFill>
                      <a:srgbClr val="DDECF2"/>
                    </a:solidFill>
                  </a:tcPr>
                </a:tc>
                <a:extLst>
                  <a:ext uri="{0D108BD9-81ED-4DB2-BD59-A6C34878D82A}">
                    <a16:rowId xmlns:a16="http://schemas.microsoft.com/office/drawing/2014/main" val="10000"/>
                  </a:ext>
                </a:extLst>
              </a:tr>
              <a:tr h="558800">
                <a:tc>
                  <a:txBody>
                    <a:bodyPr/>
                    <a:lstStyle/>
                    <a:p>
                      <a:pPr algn="l" latinLnBrk="0">
                        <a:buNone/>
                      </a:pPr>
                      <a:r>
                        <a:rPr lang="en-US" altLang="ko-KR" sz="1300" b="1" dirty="0">
                          <a:solidFill>
                            <a:srgbClr val="144772"/>
                          </a:solidFill>
                          <a:latin typeface="Arial"/>
                        </a:rPr>
                        <a:t>소만사 (Somansa)</a:t>
                      </a:r>
                      <a:endParaRPr lang="en-US" sz="1300" dirty="0"/>
                    </a:p>
                  </a:txBody>
                  <a:tcPr marL="64000" marR="64000" marT="18000" marB="18000" anchor="ctr">
                    <a:lnL w="9525">
                      <a:solidFill>
                        <a:srgbClr val="000000"/>
                      </a:solidFill>
                    </a:lnL>
                    <a:lnR w="9525">
                      <a:solidFill>
                        <a:srgbClr val="000000"/>
                      </a:solidFill>
                    </a:lnR>
                    <a:lnT w="9525">
                      <a:solidFill>
                        <a:srgbClr val="000000"/>
                      </a:solidFill>
                    </a:lnT>
                    <a:lnB w="9525">
                      <a:solidFill>
                        <a:srgbClr val="000000"/>
                      </a:solidFill>
                    </a:lnB>
                    <a:noFill/>
                  </a:tcPr>
                </a:tc>
                <a:tc>
                  <a:txBody>
                    <a:bodyPr/>
                    <a:lstStyle/>
                    <a:p>
                      <a:pPr algn="ctr" latinLnBrk="0">
                        <a:buNone/>
                      </a:pPr>
                      <a:r>
                        <a:rPr lang="en-US" altLang="ko-KR" sz="1200" b="0" dirty="0">
                          <a:solidFill>
                            <a:srgbClr val="000000"/>
                          </a:solidFill>
                          <a:latin typeface="Arial"/>
                        </a:rPr>
                        <a:t>Endpoint · Network · AI</a:t>
                      </a:r>
                      <a:endParaRPr lang="en-US" sz="1200" dirty="0"/>
                    </a:p>
                  </a:txBody>
                  <a:tcPr marL="64000" marR="64000" marT="18000" marB="18000" anchor="ctr">
                    <a:lnL w="9525">
                      <a:solidFill>
                        <a:srgbClr val="000000"/>
                      </a:solidFill>
                    </a:lnL>
                    <a:lnR w="9525">
                      <a:solidFill>
                        <a:srgbClr val="000000"/>
                      </a:solidFill>
                    </a:lnR>
                    <a:lnT w="9525">
                      <a:solidFill>
                        <a:srgbClr val="000000"/>
                      </a:solidFill>
                    </a:lnT>
                    <a:lnB w="9525">
                      <a:solidFill>
                        <a:srgbClr val="000000"/>
                      </a:solidFill>
                    </a:lnB>
                    <a:solidFill>
                      <a:schemeClr val="bg1"/>
                    </a:solidFill>
                  </a:tcPr>
                </a:tc>
                <a:tc>
                  <a:txBody>
                    <a:bodyPr/>
                    <a:lstStyle/>
                    <a:p>
                      <a:pPr algn="l" latinLnBrk="0">
                        <a:buNone/>
                      </a:pPr>
                      <a:r>
                        <a:rPr lang="en-US" altLang="ko-KR" sz="1200" b="0" dirty="0">
                          <a:solidFill>
                            <a:srgbClr val="000000"/>
                          </a:solidFill>
                          <a:latin typeface="Arial"/>
                        </a:rPr>
                        <a:t>Privacy-i, Mail-i, Server-i, WebKeeper AI DLP, Privacy-i AIDR (announced)</a:t>
                      </a:r>
                      <a:endParaRPr lang="en-US" sz="1200" dirty="0"/>
                    </a:p>
                  </a:txBody>
                  <a:tcPr marL="64000" marR="64000" marT="18000" marB="18000" anchor="ctr">
                    <a:lnL w="9525">
                      <a:solidFill>
                        <a:srgbClr val="000000"/>
                      </a:solidFill>
                    </a:lnL>
                    <a:lnR w="9525">
                      <a:solidFill>
                        <a:srgbClr val="000000"/>
                      </a:solidFill>
                    </a:lnR>
                    <a:lnT w="9525">
                      <a:solidFill>
                        <a:srgbClr val="000000"/>
                      </a:solidFill>
                    </a:lnT>
                    <a:lnB w="9525">
                      <a:solidFill>
                        <a:srgbClr val="000000"/>
                      </a:solidFill>
                    </a:lnB>
                    <a:solidFill>
                      <a:schemeClr val="bg1"/>
                    </a:solidFill>
                  </a:tcPr>
                </a:tc>
                <a:tc>
                  <a:txBody>
                    <a:bodyPr/>
                    <a:lstStyle/>
                    <a:p>
                      <a:pPr algn="l" latinLnBrk="0">
                        <a:buNone/>
                      </a:pPr>
                      <a:r>
                        <a:rPr lang="en-US" altLang="ko-KR" sz="1200" b="0" dirty="0">
                          <a:solidFill>
                            <a:srgbClr val="000000"/>
                          </a:solidFill>
                          <a:latin typeface="Arial"/>
                        </a:rPr>
                        <a:t>Broadest channel coverage; adding LLM detection and AI-agent visibility in 2026</a:t>
                      </a:r>
                      <a:endParaRPr lang="en-US" sz="1200" dirty="0"/>
                    </a:p>
                  </a:txBody>
                  <a:tcPr marL="64000" marR="64000" marT="18000" marB="18000" anchor="ctr">
                    <a:lnL w="9525">
                      <a:solidFill>
                        <a:srgbClr val="000000"/>
                      </a:solidFill>
                    </a:lnL>
                    <a:lnR w="9525">
                      <a:solidFill>
                        <a:srgbClr val="000000"/>
                      </a:solidFill>
                    </a:lnR>
                    <a:lnT w="9525">
                      <a:solidFill>
                        <a:srgbClr val="000000"/>
                      </a:solidFill>
                    </a:lnT>
                    <a:lnB w="9525">
                      <a:solidFill>
                        <a:srgbClr val="000000"/>
                      </a:solidFill>
                    </a:lnB>
                    <a:solidFill>
                      <a:schemeClr val="bg1"/>
                    </a:solidFill>
                  </a:tcPr>
                </a:tc>
                <a:extLst>
                  <a:ext uri="{0D108BD9-81ED-4DB2-BD59-A6C34878D82A}">
                    <a16:rowId xmlns:a16="http://schemas.microsoft.com/office/drawing/2014/main" val="10001"/>
                  </a:ext>
                </a:extLst>
              </a:tr>
              <a:tr h="558800">
                <a:tc>
                  <a:txBody>
                    <a:bodyPr/>
                    <a:lstStyle/>
                    <a:p>
                      <a:pPr algn="l" latinLnBrk="0">
                        <a:buNone/>
                      </a:pPr>
                      <a:r>
                        <a:rPr lang="en-US" altLang="ko-KR" sz="1300" b="1" dirty="0">
                          <a:solidFill>
                            <a:srgbClr val="144772"/>
                          </a:solidFill>
                          <a:latin typeface="Arial"/>
                        </a:rPr>
                        <a:t>파수 (Fasoo)</a:t>
                      </a:r>
                      <a:endParaRPr lang="en-US" sz="1300" dirty="0"/>
                    </a:p>
                  </a:txBody>
                  <a:tcPr marL="64000" marR="64000" marT="18000" marB="18000" anchor="ctr">
                    <a:lnL w="9525">
                      <a:solidFill>
                        <a:srgbClr val="000000"/>
                      </a:solidFill>
                    </a:lnL>
                    <a:lnR w="9525">
                      <a:solidFill>
                        <a:srgbClr val="000000"/>
                      </a:solidFill>
                    </a:lnR>
                    <a:lnT w="9525">
                      <a:solidFill>
                        <a:srgbClr val="000000"/>
                      </a:solidFill>
                    </a:lnT>
                    <a:lnB w="9525">
                      <a:solidFill>
                        <a:srgbClr val="000000"/>
                      </a:solidFill>
                    </a:lnB>
                    <a:noFill/>
                  </a:tcPr>
                </a:tc>
                <a:tc>
                  <a:txBody>
                    <a:bodyPr/>
                    <a:lstStyle/>
                    <a:p>
                      <a:pPr algn="ctr" latinLnBrk="0">
                        <a:buNone/>
                      </a:pPr>
                      <a:r>
                        <a:rPr lang="en-US" altLang="ko-KR" sz="1200" b="0" dirty="0">
                          <a:solidFill>
                            <a:srgbClr val="000000"/>
                          </a:solidFill>
                          <a:latin typeface="Arial"/>
                        </a:rPr>
                        <a:t>Data-centric · AI</a:t>
                      </a:r>
                      <a:endParaRPr lang="en-US" sz="1200" dirty="0"/>
                    </a:p>
                  </a:txBody>
                  <a:tcPr marL="64000" marR="64000" marT="18000" marB="18000" anchor="ctr">
                    <a:lnL w="9525">
                      <a:solidFill>
                        <a:srgbClr val="000000"/>
                      </a:solidFill>
                    </a:lnL>
                    <a:lnR w="9525">
                      <a:solidFill>
                        <a:srgbClr val="000000"/>
                      </a:solidFill>
                    </a:lnR>
                    <a:lnT w="9525">
                      <a:solidFill>
                        <a:srgbClr val="000000"/>
                      </a:solidFill>
                    </a:lnT>
                    <a:lnB w="9525">
                      <a:solidFill>
                        <a:srgbClr val="000000"/>
                      </a:solidFill>
                    </a:lnB>
                    <a:solidFill>
                      <a:schemeClr val="bg1"/>
                    </a:solidFill>
                  </a:tcPr>
                </a:tc>
                <a:tc>
                  <a:txBody>
                    <a:bodyPr/>
                    <a:lstStyle/>
                    <a:p>
                      <a:pPr algn="l" latinLnBrk="0">
                        <a:buNone/>
                      </a:pPr>
                      <a:r>
                        <a:rPr lang="en-US" altLang="ko-KR" sz="1200" b="0" dirty="0">
                          <a:solidFill>
                            <a:srgbClr val="000000"/>
                          </a:solidFill>
                          <a:latin typeface="Arial"/>
                        </a:rPr>
                        <a:t>FED / FDR (DRM, discovery), AI‑R DLP, AI‑R Gateway, AI Radar</a:t>
                      </a:r>
                      <a:endParaRPr lang="en-US" sz="1200" dirty="0"/>
                    </a:p>
                  </a:txBody>
                  <a:tcPr marL="64000" marR="64000" marT="18000" marB="18000" anchor="ctr">
                    <a:lnL w="9525">
                      <a:solidFill>
                        <a:srgbClr val="000000"/>
                      </a:solidFill>
                    </a:lnL>
                    <a:lnR w="9525">
                      <a:solidFill>
                        <a:srgbClr val="000000"/>
                      </a:solidFill>
                    </a:lnR>
                    <a:lnT w="9525">
                      <a:solidFill>
                        <a:srgbClr val="000000"/>
                      </a:solidFill>
                    </a:lnT>
                    <a:lnB w="9525">
                      <a:solidFill>
                        <a:srgbClr val="000000"/>
                      </a:solidFill>
                    </a:lnB>
                    <a:solidFill>
                      <a:schemeClr val="bg1"/>
                    </a:solidFill>
                  </a:tcPr>
                </a:tc>
                <a:tc>
                  <a:txBody>
                    <a:bodyPr/>
                    <a:lstStyle/>
                    <a:p>
                      <a:pPr algn="l" latinLnBrk="0">
                        <a:buNone/>
                      </a:pPr>
                      <a:r>
                        <a:rPr lang="en-US" altLang="ko-KR" sz="1200" b="0" dirty="0">
                          <a:solidFill>
                            <a:srgbClr val="000000"/>
                          </a:solidFill>
                          <a:latin typeface="Arial"/>
                        </a:rPr>
                        <a:t>Policy travels with the document and is reused for AI uploads and LLM API calls</a:t>
                      </a:r>
                      <a:endParaRPr lang="en-US" sz="1200" dirty="0"/>
                    </a:p>
                  </a:txBody>
                  <a:tcPr marL="64000" marR="64000" marT="18000" marB="18000" anchor="ctr">
                    <a:lnL w="9525">
                      <a:solidFill>
                        <a:srgbClr val="000000"/>
                      </a:solidFill>
                    </a:lnL>
                    <a:lnR w="9525">
                      <a:solidFill>
                        <a:srgbClr val="000000"/>
                      </a:solidFill>
                    </a:lnR>
                    <a:lnT w="9525">
                      <a:solidFill>
                        <a:srgbClr val="000000"/>
                      </a:solidFill>
                    </a:lnT>
                    <a:lnB w="9525">
                      <a:solidFill>
                        <a:srgbClr val="000000"/>
                      </a:solidFill>
                    </a:lnB>
                    <a:solidFill>
                      <a:schemeClr val="bg1"/>
                    </a:solidFill>
                  </a:tcPr>
                </a:tc>
                <a:extLst>
                  <a:ext uri="{0D108BD9-81ED-4DB2-BD59-A6C34878D82A}">
                    <a16:rowId xmlns:a16="http://schemas.microsoft.com/office/drawing/2014/main" val="10002"/>
                  </a:ext>
                </a:extLst>
              </a:tr>
              <a:tr h="558800">
                <a:tc>
                  <a:txBody>
                    <a:bodyPr/>
                    <a:lstStyle/>
                    <a:p>
                      <a:pPr algn="l" latinLnBrk="0">
                        <a:buNone/>
                      </a:pPr>
                      <a:r>
                        <a:rPr lang="en-US" altLang="ko-KR" sz="1300" b="1" dirty="0">
                          <a:solidFill>
                            <a:srgbClr val="144772"/>
                          </a:solidFill>
                          <a:latin typeface="Arial"/>
                        </a:rPr>
                        <a:t>컴트루 (Comtrue)</a:t>
                      </a:r>
                      <a:endParaRPr lang="en-US" sz="1300" dirty="0"/>
                    </a:p>
                  </a:txBody>
                  <a:tcPr marL="64000" marR="64000" marT="18000" marB="18000" anchor="ctr">
                    <a:lnL w="9525">
                      <a:solidFill>
                        <a:srgbClr val="000000"/>
                      </a:solidFill>
                    </a:lnL>
                    <a:lnR w="9525">
                      <a:solidFill>
                        <a:srgbClr val="000000"/>
                      </a:solidFill>
                    </a:lnR>
                    <a:lnT w="9525">
                      <a:solidFill>
                        <a:srgbClr val="000000"/>
                      </a:solidFill>
                    </a:lnT>
                    <a:lnB w="9525">
                      <a:solidFill>
                        <a:srgbClr val="000000"/>
                      </a:solidFill>
                    </a:lnB>
                    <a:noFill/>
                  </a:tcPr>
                </a:tc>
                <a:tc>
                  <a:txBody>
                    <a:bodyPr/>
                    <a:lstStyle/>
                    <a:p>
                      <a:pPr algn="ctr" latinLnBrk="0">
                        <a:buNone/>
                      </a:pPr>
                      <a:r>
                        <a:rPr lang="en-US" altLang="ko-KR" sz="1200" b="0" dirty="0">
                          <a:solidFill>
                            <a:srgbClr val="000000"/>
                          </a:solidFill>
                          <a:latin typeface="Arial"/>
                        </a:rPr>
                        <a:t>AI (plus endpoint, passive network)</a:t>
                      </a:r>
                      <a:endParaRPr lang="en-US" sz="1200" dirty="0"/>
                    </a:p>
                  </a:txBody>
                  <a:tcPr marL="64000" marR="64000" marT="18000" marB="18000" anchor="ctr">
                    <a:lnL w="9525">
                      <a:solidFill>
                        <a:srgbClr val="000000"/>
                      </a:solidFill>
                    </a:lnL>
                    <a:lnR w="9525">
                      <a:solidFill>
                        <a:srgbClr val="000000"/>
                      </a:solidFill>
                    </a:lnR>
                    <a:lnT w="9525">
                      <a:solidFill>
                        <a:srgbClr val="000000"/>
                      </a:solidFill>
                    </a:lnT>
                    <a:lnB w="9525">
                      <a:solidFill>
                        <a:srgbClr val="000000"/>
                      </a:solidFill>
                    </a:lnB>
                    <a:solidFill>
                      <a:schemeClr val="bg1"/>
                    </a:solidFill>
                  </a:tcPr>
                </a:tc>
                <a:tc>
                  <a:txBody>
                    <a:bodyPr/>
                    <a:lstStyle/>
                    <a:p>
                      <a:pPr algn="l" latinLnBrk="0">
                        <a:buNone/>
                      </a:pPr>
                      <a:r>
                        <a:rPr lang="en-US" altLang="ko-KR" sz="1200" b="0" dirty="0">
                          <a:solidFill>
                            <a:srgbClr val="000000"/>
                          </a:solidFill>
                          <a:latin typeface="Arial"/>
                        </a:rPr>
                        <a:t>Sphinx AI DLP, 셜록홈즈 PC정보보안, NetCenter</a:t>
                      </a:r>
                      <a:endParaRPr lang="en-US" sz="1200" dirty="0"/>
                    </a:p>
                  </a:txBody>
                  <a:tcPr marL="64000" marR="64000" marT="18000" marB="18000" anchor="ctr">
                    <a:lnL w="9525">
                      <a:solidFill>
                        <a:srgbClr val="000000"/>
                      </a:solidFill>
                    </a:lnL>
                    <a:lnR w="9525">
                      <a:solidFill>
                        <a:srgbClr val="000000"/>
                      </a:solidFill>
                    </a:lnR>
                    <a:lnT w="9525">
                      <a:solidFill>
                        <a:srgbClr val="000000"/>
                      </a:solidFill>
                    </a:lnT>
                    <a:lnB w="9525">
                      <a:solidFill>
                        <a:srgbClr val="000000"/>
                      </a:solidFill>
                    </a:lnB>
                    <a:solidFill>
                      <a:schemeClr val="bg1"/>
                    </a:solidFill>
                  </a:tcPr>
                </a:tc>
                <a:tc>
                  <a:txBody>
                    <a:bodyPr/>
                    <a:lstStyle/>
                    <a:p>
                      <a:pPr algn="l" latinLnBrk="0">
                        <a:buNone/>
                      </a:pPr>
                      <a:r>
                        <a:rPr lang="en-US" altLang="ko-KR" sz="1200" b="0" dirty="0">
                          <a:solidFill>
                            <a:srgbClr val="000000"/>
                          </a:solidFill>
                          <a:latin typeface="Arial"/>
                        </a:rPr>
                        <a:t>Strongest AI-era detection: LLM context, similarity, OCR, masking</a:t>
                      </a:r>
                      <a:endParaRPr lang="en-US" sz="1200" dirty="0"/>
                    </a:p>
                  </a:txBody>
                  <a:tcPr marL="64000" marR="64000" marT="18000" marB="18000" anchor="ctr">
                    <a:lnL w="9525">
                      <a:solidFill>
                        <a:srgbClr val="000000"/>
                      </a:solidFill>
                    </a:lnL>
                    <a:lnR w="9525">
                      <a:solidFill>
                        <a:srgbClr val="000000"/>
                      </a:solidFill>
                    </a:lnR>
                    <a:lnT w="9525">
                      <a:solidFill>
                        <a:srgbClr val="000000"/>
                      </a:solidFill>
                    </a:lnT>
                    <a:lnB w="9525">
                      <a:solidFill>
                        <a:srgbClr val="000000"/>
                      </a:solidFill>
                    </a:lnB>
                    <a:solidFill>
                      <a:schemeClr val="bg1"/>
                    </a:solidFill>
                  </a:tcPr>
                </a:tc>
                <a:extLst>
                  <a:ext uri="{0D108BD9-81ED-4DB2-BD59-A6C34878D82A}">
                    <a16:rowId xmlns:a16="http://schemas.microsoft.com/office/drawing/2014/main" val="10003"/>
                  </a:ext>
                </a:extLst>
              </a:tr>
              <a:tr h="558800">
                <a:tc>
                  <a:txBody>
                    <a:bodyPr/>
                    <a:lstStyle/>
                    <a:p>
                      <a:pPr algn="l" latinLnBrk="0">
                        <a:buNone/>
                      </a:pPr>
                      <a:r>
                        <a:rPr lang="en-US" altLang="ko-KR" sz="1300" b="1" dirty="0">
                          <a:solidFill>
                            <a:srgbClr val="144772"/>
                          </a:solidFill>
                          <a:latin typeface="Arial"/>
                        </a:rPr>
                        <a:t>마크애니 (MarkAny)</a:t>
                      </a:r>
                      <a:endParaRPr lang="en-US" sz="1300" dirty="0"/>
                    </a:p>
                  </a:txBody>
                  <a:tcPr marL="64000" marR="64000" marT="18000" marB="18000" anchor="ctr">
                    <a:lnL w="9525">
                      <a:solidFill>
                        <a:srgbClr val="000000"/>
                      </a:solidFill>
                    </a:lnL>
                    <a:lnR w="9525">
                      <a:solidFill>
                        <a:srgbClr val="000000"/>
                      </a:solidFill>
                    </a:lnR>
                    <a:lnT w="9525">
                      <a:solidFill>
                        <a:srgbClr val="000000"/>
                      </a:solidFill>
                    </a:lnT>
                    <a:lnB w="9525">
                      <a:solidFill>
                        <a:srgbClr val="000000"/>
                      </a:solidFill>
                    </a:lnB>
                    <a:noFill/>
                  </a:tcPr>
                </a:tc>
                <a:tc>
                  <a:txBody>
                    <a:bodyPr/>
                    <a:lstStyle/>
                    <a:p>
                      <a:pPr algn="ctr" latinLnBrk="0">
                        <a:buNone/>
                      </a:pPr>
                      <a:r>
                        <a:rPr lang="en-US" altLang="ko-KR" sz="1200" b="0" dirty="0">
                          <a:solidFill>
                            <a:srgbClr val="000000"/>
                          </a:solidFill>
                          <a:latin typeface="Arial"/>
                        </a:rPr>
                        <a:t>Endpoint · Data-centric</a:t>
                      </a:r>
                      <a:endParaRPr lang="en-US" sz="1200" dirty="0"/>
                    </a:p>
                  </a:txBody>
                  <a:tcPr marL="64000" marR="64000" marT="18000" marB="18000" anchor="ctr">
                    <a:lnL w="9525">
                      <a:solidFill>
                        <a:srgbClr val="000000"/>
                      </a:solidFill>
                    </a:lnL>
                    <a:lnR w="9525">
                      <a:solidFill>
                        <a:srgbClr val="000000"/>
                      </a:solidFill>
                    </a:lnR>
                    <a:lnT w="9525">
                      <a:solidFill>
                        <a:srgbClr val="000000"/>
                      </a:solidFill>
                    </a:lnT>
                    <a:lnB w="9525">
                      <a:solidFill>
                        <a:srgbClr val="000000"/>
                      </a:solidFill>
                    </a:lnB>
                    <a:solidFill>
                      <a:schemeClr val="bg1"/>
                    </a:solidFill>
                  </a:tcPr>
                </a:tc>
                <a:tc>
                  <a:txBody>
                    <a:bodyPr/>
                    <a:lstStyle/>
                    <a:p>
                      <a:pPr algn="l" latinLnBrk="0">
                        <a:buNone/>
                      </a:pPr>
                      <a:r>
                        <a:rPr lang="en-US" altLang="ko-KR" sz="1200" b="0" dirty="0">
                          <a:solidFill>
                            <a:srgbClr val="000000"/>
                          </a:solidFill>
                          <a:latin typeface="Arial"/>
                        </a:rPr>
                        <a:t>SafePC Enterprise, Document SAFER, PrintSAFER, Privacy SAFER</a:t>
                      </a:r>
                      <a:endParaRPr lang="en-US" sz="1200" dirty="0"/>
                    </a:p>
                  </a:txBody>
                  <a:tcPr marL="64000" marR="64000" marT="18000" marB="18000" anchor="ctr">
                    <a:lnL w="9525">
                      <a:solidFill>
                        <a:srgbClr val="000000"/>
                      </a:solidFill>
                    </a:lnL>
                    <a:lnR w="9525">
                      <a:solidFill>
                        <a:srgbClr val="000000"/>
                      </a:solidFill>
                    </a:lnR>
                    <a:lnT w="9525">
                      <a:solidFill>
                        <a:srgbClr val="000000"/>
                      </a:solidFill>
                    </a:lnT>
                    <a:lnB w="9525">
                      <a:solidFill>
                        <a:srgbClr val="000000"/>
                      </a:solidFill>
                    </a:lnB>
                    <a:solidFill>
                      <a:schemeClr val="bg1"/>
                    </a:solidFill>
                  </a:tcPr>
                </a:tc>
                <a:tc>
                  <a:txBody>
                    <a:bodyPr/>
                    <a:lstStyle/>
                    <a:p>
                      <a:pPr algn="l" latinLnBrk="0">
                        <a:buNone/>
                      </a:pPr>
                      <a:r>
                        <a:rPr lang="en-US" altLang="ko-KR" sz="1200" b="0" dirty="0">
                          <a:solidFill>
                            <a:srgbClr val="000000"/>
                          </a:solidFill>
                          <a:latin typeface="Arial"/>
                        </a:rPr>
                        <a:t>Deep endpoint control enforced on the PC, off-network too; KCMVP; rule-based detection</a:t>
                      </a:r>
                      <a:endParaRPr lang="en-US" sz="1200" dirty="0"/>
                    </a:p>
                  </a:txBody>
                  <a:tcPr marL="64000" marR="64000" marT="18000" marB="18000" anchor="ctr">
                    <a:lnL w="9525">
                      <a:solidFill>
                        <a:srgbClr val="000000"/>
                      </a:solidFill>
                    </a:lnL>
                    <a:lnR w="9525">
                      <a:solidFill>
                        <a:srgbClr val="000000"/>
                      </a:solidFill>
                    </a:lnR>
                    <a:lnT w="9525">
                      <a:solidFill>
                        <a:srgbClr val="000000"/>
                      </a:solidFill>
                    </a:lnT>
                    <a:lnB w="9525">
                      <a:solidFill>
                        <a:srgbClr val="000000"/>
                      </a:solidFill>
                    </a:lnB>
                    <a:solidFill>
                      <a:schemeClr val="bg1"/>
                    </a:solidFill>
                  </a:tcPr>
                </a:tc>
                <a:extLst>
                  <a:ext uri="{0D108BD9-81ED-4DB2-BD59-A6C34878D82A}">
                    <a16:rowId xmlns:a16="http://schemas.microsoft.com/office/drawing/2014/main" val="10004"/>
                  </a:ext>
                </a:extLst>
              </a:tr>
              <a:tr h="558800">
                <a:tc>
                  <a:txBody>
                    <a:bodyPr/>
                    <a:lstStyle/>
                    <a:p>
                      <a:pPr algn="l" latinLnBrk="0">
                        <a:buNone/>
                      </a:pPr>
                      <a:r>
                        <a:rPr lang="en-US" altLang="ko-KR" sz="1300" b="1" dirty="0" err="1">
                          <a:solidFill>
                            <a:srgbClr val="144772"/>
                          </a:solidFill>
                          <a:latin typeface="Arial"/>
                        </a:rPr>
                        <a:t>이로운앤컴퍼니</a:t>
                      </a:r>
                      <a:endParaRPr lang="en-US" sz="1300" dirty="0"/>
                    </a:p>
                  </a:txBody>
                  <a:tcPr marL="64000" marR="64000" marT="18000" marB="18000" anchor="ctr">
                    <a:lnL w="9525">
                      <a:solidFill>
                        <a:srgbClr val="000000"/>
                      </a:solidFill>
                    </a:lnL>
                    <a:lnR w="9525">
                      <a:solidFill>
                        <a:srgbClr val="000000"/>
                      </a:solidFill>
                    </a:lnR>
                    <a:lnT w="9525">
                      <a:solidFill>
                        <a:srgbClr val="000000"/>
                      </a:solidFill>
                    </a:lnT>
                    <a:lnB w="9525">
                      <a:solidFill>
                        <a:srgbClr val="000000"/>
                      </a:solidFill>
                    </a:lnB>
                    <a:noFill/>
                  </a:tcPr>
                </a:tc>
                <a:tc>
                  <a:txBody>
                    <a:bodyPr/>
                    <a:lstStyle/>
                    <a:p>
                      <a:pPr algn="ctr" latinLnBrk="0">
                        <a:buNone/>
                      </a:pPr>
                      <a:r>
                        <a:rPr lang="en-US" altLang="ko-KR" sz="1200" b="0" dirty="0">
                          <a:solidFill>
                            <a:srgbClr val="000000"/>
                          </a:solidFill>
                          <a:latin typeface="Arial"/>
                        </a:rPr>
                        <a:t>AI</a:t>
                      </a:r>
                      <a:endParaRPr lang="en-US" sz="1200" dirty="0"/>
                    </a:p>
                  </a:txBody>
                  <a:tcPr marL="64000" marR="64000" marT="18000" marB="18000" anchor="ctr">
                    <a:lnL w="9525">
                      <a:solidFill>
                        <a:srgbClr val="000000"/>
                      </a:solidFill>
                    </a:lnL>
                    <a:lnR w="9525">
                      <a:solidFill>
                        <a:srgbClr val="000000"/>
                      </a:solidFill>
                    </a:lnR>
                    <a:lnT w="9525">
                      <a:solidFill>
                        <a:srgbClr val="000000"/>
                      </a:solidFill>
                    </a:lnT>
                    <a:lnB w="9525">
                      <a:solidFill>
                        <a:srgbClr val="000000"/>
                      </a:solidFill>
                    </a:lnB>
                    <a:solidFill>
                      <a:schemeClr val="bg1"/>
                    </a:solidFill>
                  </a:tcPr>
                </a:tc>
                <a:tc>
                  <a:txBody>
                    <a:bodyPr/>
                    <a:lstStyle/>
                    <a:p>
                      <a:pPr algn="l" latinLnBrk="0">
                        <a:buNone/>
                      </a:pPr>
                      <a:r>
                        <a:rPr lang="en-US" altLang="ko-KR" sz="1200" b="0" dirty="0">
                          <a:solidFill>
                            <a:srgbClr val="000000"/>
                          </a:solidFill>
                          <a:latin typeface="Arial"/>
                        </a:rPr>
                        <a:t>AI security platform</a:t>
                      </a:r>
                      <a:endParaRPr lang="en-US" sz="1200" dirty="0"/>
                    </a:p>
                  </a:txBody>
                  <a:tcPr marL="64000" marR="64000" marT="18000" marB="18000" anchor="ctr">
                    <a:lnL w="9525">
                      <a:solidFill>
                        <a:srgbClr val="000000"/>
                      </a:solidFill>
                    </a:lnL>
                    <a:lnR w="9525">
                      <a:solidFill>
                        <a:srgbClr val="000000"/>
                      </a:solidFill>
                    </a:lnR>
                    <a:lnT w="9525">
                      <a:solidFill>
                        <a:srgbClr val="000000"/>
                      </a:solidFill>
                    </a:lnT>
                    <a:lnB w="9525">
                      <a:solidFill>
                        <a:srgbClr val="000000"/>
                      </a:solidFill>
                    </a:lnB>
                    <a:solidFill>
                      <a:schemeClr val="bg1"/>
                    </a:solidFill>
                  </a:tcPr>
                </a:tc>
                <a:tc>
                  <a:txBody>
                    <a:bodyPr/>
                    <a:lstStyle/>
                    <a:p>
                      <a:pPr algn="l" latinLnBrk="0">
                        <a:buNone/>
                      </a:pPr>
                      <a:r>
                        <a:rPr lang="en-US" altLang="ko-KR" sz="1200" b="0" dirty="0">
                          <a:solidFill>
                            <a:srgbClr val="000000"/>
                          </a:solidFill>
                          <a:latin typeface="Arial"/>
                        </a:rPr>
                        <a:t>AI-native guardrail: prompt injection, usage and cost governance; no traditional channels</a:t>
                      </a:r>
                      <a:endParaRPr lang="en-US" sz="1200" dirty="0"/>
                    </a:p>
                  </a:txBody>
                  <a:tcPr marL="64000" marR="64000" marT="18000" marB="18000" anchor="ctr">
                    <a:lnL w="9525">
                      <a:solidFill>
                        <a:srgbClr val="000000"/>
                      </a:solidFill>
                    </a:lnL>
                    <a:lnR w="9525">
                      <a:solidFill>
                        <a:srgbClr val="000000"/>
                      </a:solidFill>
                    </a:lnR>
                    <a:lnT w="9525">
                      <a:solidFill>
                        <a:srgbClr val="000000"/>
                      </a:solidFill>
                    </a:lnT>
                    <a:lnB w="9525">
                      <a:solidFill>
                        <a:srgbClr val="000000"/>
                      </a:solidFill>
                    </a:lnB>
                    <a:solidFill>
                      <a:schemeClr val="bg1"/>
                    </a:solidFill>
                  </a:tcPr>
                </a:tc>
                <a:extLst>
                  <a:ext uri="{0D108BD9-81ED-4DB2-BD59-A6C34878D82A}">
                    <a16:rowId xmlns:a16="http://schemas.microsoft.com/office/drawing/2014/main" val="10005"/>
                  </a:ext>
                </a:extLst>
              </a:tr>
              <a:tr h="558800">
                <a:tc>
                  <a:txBody>
                    <a:bodyPr/>
                    <a:lstStyle/>
                    <a:p>
                      <a:pPr algn="l" latinLnBrk="0">
                        <a:buNone/>
                      </a:pPr>
                      <a:r>
                        <a:rPr lang="en-US" altLang="ko-KR" sz="1300" b="1" dirty="0">
                          <a:solidFill>
                            <a:srgbClr val="144772"/>
                          </a:solidFill>
                          <a:latin typeface="Arial"/>
                        </a:rPr>
                        <a:t>지란지교데이터 (Jiran)</a:t>
                      </a:r>
                      <a:endParaRPr lang="en-US" sz="1300" dirty="0"/>
                    </a:p>
                  </a:txBody>
                  <a:tcPr marL="64000" marR="64000" marT="18000" marB="18000" anchor="ctr">
                    <a:lnL w="9525">
                      <a:solidFill>
                        <a:srgbClr val="000000"/>
                      </a:solidFill>
                    </a:lnL>
                    <a:lnR w="9525">
                      <a:solidFill>
                        <a:srgbClr val="000000"/>
                      </a:solidFill>
                    </a:lnR>
                    <a:lnT w="9525">
                      <a:solidFill>
                        <a:srgbClr val="000000"/>
                      </a:solidFill>
                    </a:lnT>
                    <a:lnB w="9525">
                      <a:solidFill>
                        <a:srgbClr val="000000"/>
                      </a:solidFill>
                    </a:lnB>
                    <a:noFill/>
                  </a:tcPr>
                </a:tc>
                <a:tc>
                  <a:txBody>
                    <a:bodyPr/>
                    <a:lstStyle/>
                    <a:p>
                      <a:pPr algn="ctr" latinLnBrk="0">
                        <a:buNone/>
                      </a:pPr>
                      <a:r>
                        <a:rPr lang="en-US" altLang="ko-KR" sz="1200" b="0" dirty="0">
                          <a:solidFill>
                            <a:srgbClr val="000000"/>
                          </a:solidFill>
                          <a:latin typeface="Arial"/>
                        </a:rPr>
                        <a:t>Endpoint · AI (partial)</a:t>
                      </a:r>
                      <a:endParaRPr lang="en-US" sz="1200" dirty="0"/>
                    </a:p>
                  </a:txBody>
                  <a:tcPr marL="64000" marR="64000" marT="18000" marB="18000" anchor="ctr">
                    <a:lnL w="9525">
                      <a:solidFill>
                        <a:srgbClr val="000000"/>
                      </a:solidFill>
                    </a:lnL>
                    <a:lnR w="9525">
                      <a:solidFill>
                        <a:srgbClr val="000000"/>
                      </a:solidFill>
                    </a:lnR>
                    <a:lnT w="9525">
                      <a:solidFill>
                        <a:srgbClr val="000000"/>
                      </a:solidFill>
                    </a:lnT>
                    <a:lnB w="9525">
                      <a:solidFill>
                        <a:srgbClr val="000000"/>
                      </a:solidFill>
                    </a:lnB>
                    <a:solidFill>
                      <a:schemeClr val="bg1"/>
                    </a:solidFill>
                  </a:tcPr>
                </a:tc>
                <a:tc>
                  <a:txBody>
                    <a:bodyPr/>
                    <a:lstStyle/>
                    <a:p>
                      <a:pPr algn="l" latinLnBrk="0">
                        <a:buNone/>
                      </a:pPr>
                      <a:r>
                        <a:rPr lang="en-US" altLang="ko-KR" sz="1200" b="0" dirty="0">
                          <a:solidFill>
                            <a:srgbClr val="000000"/>
                          </a:solidFill>
                          <a:latin typeface="Arial"/>
                        </a:rPr>
                        <a:t>PCFILTER, AIFILTER, SERVERFILTER, WEBFILTER</a:t>
                      </a:r>
                      <a:endParaRPr lang="en-US" sz="1200" dirty="0"/>
                    </a:p>
                  </a:txBody>
                  <a:tcPr marL="64000" marR="64000" marT="18000" marB="18000" anchor="ctr">
                    <a:lnL w="9525">
                      <a:solidFill>
                        <a:srgbClr val="000000"/>
                      </a:solidFill>
                    </a:lnL>
                    <a:lnR w="9525">
                      <a:solidFill>
                        <a:srgbClr val="000000"/>
                      </a:solidFill>
                    </a:lnR>
                    <a:lnT w="9525">
                      <a:solidFill>
                        <a:srgbClr val="000000"/>
                      </a:solidFill>
                    </a:lnT>
                    <a:lnB w="9525">
                      <a:solidFill>
                        <a:srgbClr val="000000"/>
                      </a:solidFill>
                    </a:lnB>
                    <a:solidFill>
                      <a:schemeClr val="bg1"/>
                    </a:solidFill>
                  </a:tcPr>
                </a:tc>
                <a:tc>
                  <a:txBody>
                    <a:bodyPr/>
                    <a:lstStyle/>
                    <a:p>
                      <a:pPr algn="l" latinLnBrk="0">
                        <a:buNone/>
                      </a:pPr>
                      <a:r>
                        <a:rPr lang="en-US" altLang="ko-KR" sz="1200" b="0" dirty="0">
                          <a:solidFill>
                            <a:srgbClr val="000000"/>
                          </a:solidFill>
                          <a:latin typeface="Arial"/>
                        </a:rPr>
                        <a:t>Endpoint DLP with AI detection (OCR, NER, HWP); logs prompts and AI responses</a:t>
                      </a:r>
                      <a:endParaRPr lang="en-US" sz="1200" dirty="0"/>
                    </a:p>
                  </a:txBody>
                  <a:tcPr marL="64000" marR="64000" marT="18000" marB="18000" anchor="ctr">
                    <a:lnL w="9525">
                      <a:solidFill>
                        <a:srgbClr val="000000"/>
                      </a:solidFill>
                    </a:lnL>
                    <a:lnR w="9525">
                      <a:solidFill>
                        <a:srgbClr val="000000"/>
                      </a:solidFill>
                    </a:lnR>
                    <a:lnT w="9525">
                      <a:solidFill>
                        <a:srgbClr val="000000"/>
                      </a:solidFill>
                    </a:lnT>
                    <a:lnB w="9525">
                      <a:solidFill>
                        <a:srgbClr val="000000"/>
                      </a:solidFill>
                    </a:lnB>
                    <a:solidFill>
                      <a:schemeClr val="bg1"/>
                    </a:solidFill>
                  </a:tcPr>
                </a:tc>
                <a:extLst>
                  <a:ext uri="{0D108BD9-81ED-4DB2-BD59-A6C34878D82A}">
                    <a16:rowId xmlns:a16="http://schemas.microsoft.com/office/drawing/2014/main" val="10006"/>
                  </a:ext>
                </a:extLst>
              </a:tr>
              <a:tr h="558800">
                <a:tc>
                  <a:txBody>
                    <a:bodyPr/>
                    <a:lstStyle/>
                    <a:p>
                      <a:pPr algn="l" latinLnBrk="0">
                        <a:buNone/>
                      </a:pPr>
                      <a:r>
                        <a:rPr lang="en-US" altLang="ko-KR" sz="1300" b="1" dirty="0">
                          <a:solidFill>
                            <a:srgbClr val="144772"/>
                          </a:solidFill>
                          <a:latin typeface="Arial"/>
                        </a:rPr>
                        <a:t>세이퍼존 (SaferZone)</a:t>
                      </a:r>
                      <a:endParaRPr lang="en-US" sz="1300" dirty="0"/>
                    </a:p>
                  </a:txBody>
                  <a:tcPr marL="64000" marR="64000" marT="18000" marB="18000" anchor="ctr">
                    <a:lnL w="9525">
                      <a:solidFill>
                        <a:srgbClr val="000000"/>
                      </a:solidFill>
                    </a:lnL>
                    <a:lnR w="9525">
                      <a:solidFill>
                        <a:srgbClr val="000000"/>
                      </a:solidFill>
                    </a:lnR>
                    <a:lnT w="9525">
                      <a:solidFill>
                        <a:srgbClr val="000000"/>
                      </a:solidFill>
                    </a:lnT>
                    <a:lnB w="9525">
                      <a:solidFill>
                        <a:srgbClr val="000000"/>
                      </a:solidFill>
                    </a:lnB>
                    <a:noFill/>
                  </a:tcPr>
                </a:tc>
                <a:tc>
                  <a:txBody>
                    <a:bodyPr/>
                    <a:lstStyle/>
                    <a:p>
                      <a:pPr algn="ctr" latinLnBrk="0">
                        <a:buNone/>
                      </a:pPr>
                      <a:r>
                        <a:rPr lang="en-US" altLang="ko-KR" sz="1200" b="0" dirty="0">
                          <a:solidFill>
                            <a:srgbClr val="000000"/>
                          </a:solidFill>
                          <a:latin typeface="Arial"/>
                        </a:rPr>
                        <a:t>Endpoint · Email · AI (partial)</a:t>
                      </a:r>
                      <a:endParaRPr lang="en-US" sz="1200" dirty="0"/>
                    </a:p>
                  </a:txBody>
                  <a:tcPr marL="64000" marR="64000" marT="18000" marB="18000" anchor="ctr">
                    <a:lnL w="9525">
                      <a:solidFill>
                        <a:srgbClr val="000000"/>
                      </a:solidFill>
                    </a:lnL>
                    <a:lnR w="9525">
                      <a:solidFill>
                        <a:srgbClr val="000000"/>
                      </a:solidFill>
                    </a:lnR>
                    <a:lnT w="9525">
                      <a:solidFill>
                        <a:srgbClr val="000000"/>
                      </a:solidFill>
                    </a:lnT>
                    <a:lnB w="9525">
                      <a:solidFill>
                        <a:srgbClr val="000000"/>
                      </a:solidFill>
                    </a:lnB>
                    <a:solidFill>
                      <a:schemeClr val="bg1"/>
                    </a:solidFill>
                  </a:tcPr>
                </a:tc>
                <a:tc>
                  <a:txBody>
                    <a:bodyPr/>
                    <a:lstStyle/>
                    <a:p>
                      <a:pPr algn="l" latinLnBrk="0">
                        <a:buNone/>
                      </a:pPr>
                      <a:r>
                        <a:rPr lang="en-US" altLang="ko-KR" sz="1200" b="0" dirty="0">
                          <a:solidFill>
                            <a:srgbClr val="000000"/>
                          </a:solidFill>
                          <a:latin typeface="Arial"/>
                        </a:rPr>
                        <a:t>SaferZone DLP V10, SaferZone Email V10, AI DLP</a:t>
                      </a:r>
                      <a:endParaRPr lang="en-US" sz="1200" dirty="0"/>
                    </a:p>
                  </a:txBody>
                  <a:tcPr marL="64000" marR="64000" marT="18000" marB="18000" anchor="ctr">
                    <a:lnL w="9525">
                      <a:solidFill>
                        <a:srgbClr val="000000"/>
                      </a:solidFill>
                    </a:lnL>
                    <a:lnR w="9525">
                      <a:solidFill>
                        <a:srgbClr val="000000"/>
                      </a:solidFill>
                    </a:lnR>
                    <a:lnT w="9525">
                      <a:solidFill>
                        <a:srgbClr val="000000"/>
                      </a:solidFill>
                    </a:lnT>
                    <a:lnB w="9525">
                      <a:solidFill>
                        <a:srgbClr val="000000"/>
                      </a:solidFill>
                    </a:lnB>
                    <a:solidFill>
                      <a:schemeClr val="bg1"/>
                    </a:solidFill>
                  </a:tcPr>
                </a:tc>
                <a:tc>
                  <a:txBody>
                    <a:bodyPr/>
                    <a:lstStyle/>
                    <a:p>
                      <a:pPr algn="l" latinLnBrk="0">
                        <a:buNone/>
                      </a:pPr>
                      <a:r>
                        <a:rPr lang="en-US" altLang="ko-KR" sz="1200" b="0" dirty="0">
                          <a:solidFill>
                            <a:srgbClr val="000000"/>
                          </a:solidFill>
                          <a:latin typeface="Arial"/>
                        </a:rPr>
                        <a:t>Multi-OS endpoint and email DLP; AI control off-network; rule-based detection</a:t>
                      </a:r>
                      <a:endParaRPr lang="en-US" sz="1200" dirty="0"/>
                    </a:p>
                  </a:txBody>
                  <a:tcPr marL="64000" marR="64000" marT="18000" marB="18000" anchor="ctr">
                    <a:lnL w="9525">
                      <a:solidFill>
                        <a:srgbClr val="000000"/>
                      </a:solidFill>
                    </a:lnL>
                    <a:lnR w="9525">
                      <a:solidFill>
                        <a:srgbClr val="000000"/>
                      </a:solidFill>
                    </a:lnR>
                    <a:lnT w="9525">
                      <a:solidFill>
                        <a:srgbClr val="000000"/>
                      </a:solidFill>
                    </a:lnT>
                    <a:lnB w="9525">
                      <a:solidFill>
                        <a:srgbClr val="000000"/>
                      </a:solidFill>
                    </a:lnB>
                    <a:solidFill>
                      <a:schemeClr val="bg1"/>
                    </a:solidFill>
                  </a:tcPr>
                </a:tc>
                <a:extLst>
                  <a:ext uri="{0D108BD9-81ED-4DB2-BD59-A6C34878D82A}">
                    <a16:rowId xmlns:a16="http://schemas.microsoft.com/office/drawing/2014/main" val="10007"/>
                  </a:ext>
                </a:extLst>
              </a:tr>
            </a:tbl>
          </a:graphicData>
        </a:graphic>
      </p:graphicFrame>
      <p:sp>
        <p:nvSpPr>
          <p:cNvPr id="42" name="Source"/>
          <p:cNvSpPr txBox="1"/>
          <p:nvPr/>
        </p:nvSpPr>
        <p:spPr>
          <a:xfrm>
            <a:off x="571500" y="6045200"/>
            <a:ext cx="9271000" cy="381000"/>
          </a:xfrm>
          <a:prstGeom prst="rect">
            <a:avLst/>
          </a:prstGeom>
          <a:noFill/>
        </p:spPr>
        <p:txBody>
          <a:bodyPr wrap="square" lIns="91440" tIns="0" rIns="91440" bIns="0">
            <a:noAutofit/>
          </a:bodyPr>
          <a:lstStyle/>
          <a:p>
            <a:pPr latinLnBrk="0">
              <a:buNone/>
            </a:pPr>
            <a:r>
              <a:rPr lang="en-US" altLang="ko-KR" sz="1000" dirty="0">
                <a:solidFill>
                  <a:srgbClr val="7F7F7F"/>
                </a:solidFill>
                <a:latin typeface="Arial"/>
              </a:rPr>
              <a:t>Type based on the domestic vendor overview (slide 4) and each vendor's checklist. Source: vendor documentation.</a:t>
            </a:r>
          </a:p>
        </p:txBody>
      </p:sp>
    </p:spTree>
    <p:extLst>
      <p:ext uri="{BB962C8B-B14F-4D97-AF65-F5344CB8AC3E}">
        <p14:creationId xmlns:p14="http://schemas.microsoft.com/office/powerpoint/2010/main" val="2261456720"/>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E0B4D2-800F-58A9-3544-03AC10889C8E}"/>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BAA95D4-862E-85EC-700F-BCF540A12531}"/>
              </a:ext>
            </a:extLst>
          </p:cNvPr>
          <p:cNvSpPr>
            <a:spLocks noGrp="1"/>
          </p:cNvSpPr>
          <p:nvPr>
            <p:ph type="sldNum" sz="quarter" idx="4"/>
          </p:nvPr>
        </p:nvSpPr>
        <p:spPr/>
        <p:txBody>
          <a:bodyPr/>
          <a:lstStyle/>
          <a:p>
            <a:fld id="{4EA1E582-E1CC-4474-812F-1657BC5920B7}" type="slidenum">
              <a:rPr lang="ko-KR" altLang="en-US" smtClean="0"/>
              <a:t>62</a:t>
            </a:fld>
            <a:endParaRPr lang="ko-KR" altLang="en-US"/>
          </a:p>
        </p:txBody>
      </p:sp>
      <p:sp>
        <p:nvSpPr>
          <p:cNvPr id="5" name="Text Placeholder 4">
            <a:extLst>
              <a:ext uri="{FF2B5EF4-FFF2-40B4-BE49-F238E27FC236}">
                <a16:creationId xmlns:a16="http://schemas.microsoft.com/office/drawing/2014/main" id="{4691351A-234F-B769-F991-5D7B9C800D54}"/>
              </a:ext>
            </a:extLst>
          </p:cNvPr>
          <p:cNvSpPr>
            <a:spLocks noGrp="1"/>
          </p:cNvSpPr>
          <p:nvPr>
            <p:ph type="body" sz="quarter" idx="11"/>
          </p:nvPr>
        </p:nvSpPr>
        <p:spPr/>
        <p:txBody>
          <a:bodyPr lIns="91440" tIns="45720" rIns="91440" bIns="45720" anchor="ctr" anchorCtr="0"/>
          <a:lstStyle/>
          <a:p>
            <a:r>
              <a:rPr lang="en-US">
                <a:ea typeface="KoPub돋움체 Bold"/>
              </a:rPr>
              <a:t>Method: each vendor is scored on 60 checklist items in six dimensions</a:t>
            </a:r>
          </a:p>
        </p:txBody>
      </p:sp>
      <p:sp>
        <p:nvSpPr>
          <p:cNvPr id="7" name="제목 3">
            <a:extLst>
              <a:ext uri="{FF2B5EF4-FFF2-40B4-BE49-F238E27FC236}">
                <a16:creationId xmlns:a16="http://schemas.microsoft.com/office/drawing/2014/main" id="{17013727-C583-AE98-A834-13CE5CBC3A42}"/>
              </a:ext>
            </a:extLst>
          </p:cNvPr>
          <p:cNvSpPr txBox="1">
            <a:spLocks/>
          </p:cNvSpPr>
          <p:nvPr/>
        </p:nvSpPr>
        <p:spPr>
          <a:xfrm>
            <a:off x="286194" y="265704"/>
            <a:ext cx="10666268" cy="464670"/>
          </a:xfrm>
          <a:prstGeom prst="rect">
            <a:avLst/>
          </a:prstGeom>
        </p:spPr>
        <p:txBody>
          <a:bodyPr lIns="91440" tIns="45720" rIns="91440" bIns="45720" anchor="ctr" anchorCtr="0"/>
          <a:lstStyle>
            <a:lvl1pPr algn="l" rtl="0" eaLnBrk="1" fontAlgn="base" latinLnBrk="1" hangingPunct="1">
              <a:spcBef>
                <a:spcPct val="0"/>
              </a:spcBef>
              <a:spcAft>
                <a:spcPct val="0"/>
              </a:spcAft>
              <a:defRPr lang="ko-KR" altLang="en-US" sz="2400" b="1" kern="1200" baseline="0" dirty="0">
                <a:ln>
                  <a:solidFill>
                    <a:schemeClr val="accent1">
                      <a:alpha val="0"/>
                    </a:schemeClr>
                  </a:solidFill>
                </a:ln>
                <a:solidFill>
                  <a:srgbClr val="144772"/>
                </a:solidFill>
                <a:effectLst>
                  <a:glow rad="127000">
                    <a:schemeClr val="bg1"/>
                  </a:glow>
                  <a:outerShdw blurRad="38100" dist="38100" dir="2700000" algn="tl" rotWithShape="0">
                    <a:prstClr val="black">
                      <a:alpha val="40000"/>
                    </a:prstClr>
                  </a:outerShdw>
                </a:effectLst>
                <a:latin typeface="Pretendard Black" panose="02000A03000000020004" pitchFamily="50" charset="-127"/>
                <a:ea typeface="Pretendard Black" panose="02000A03000000020004" pitchFamily="50" charset="-127"/>
                <a:cs typeface="Pretendard Black" panose="02000A03000000020004" pitchFamily="50" charset="-127"/>
              </a:defRPr>
            </a:lvl1pPr>
            <a:lvl2pPr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2pPr>
            <a:lvl3pPr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3pPr>
            <a:lvl4pPr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4pPr>
            <a:lvl5pPr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5pPr>
            <a:lvl6pPr marL="457200"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6pPr>
            <a:lvl7pPr marL="914400"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7pPr>
            <a:lvl8pPr marL="1371600"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8pPr>
            <a:lvl9pPr marL="1828800"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9pPr>
          </a:lstStyle>
          <a:p>
            <a:r>
              <a:rPr lang="ko-KR">
                <a:ln>
                  <a:solidFill>
                    <a:srgbClr val="4F81BD">
                      <a:alpha val="0"/>
                    </a:srgbClr>
                  </a:solidFill>
                </a:ln>
                <a:effectLst>
                  <a:glow rad="127000">
                    <a:prstClr val="white"/>
                  </a:glow>
                  <a:outerShdw blurRad="38100" dist="38100" dir="2700000" algn="tl" rotWithShape="0">
                    <a:prstClr val="black">
                      <a:alpha val="40000"/>
                    </a:prstClr>
                  </a:outerShdw>
                </a:effectLst>
                <a:latin typeface="Arial"/>
                <a:ea typeface="Pretendard Black"/>
                <a:cs typeface="Arial"/>
              </a:rPr>
              <a:t>Domestic DLP (Compiled)</a:t>
            </a:r>
          </a:p>
        </p:txBody>
      </p:sp>
      <p:graphicFrame>
        <p:nvGraphicFramePr>
          <p:cNvPr id="40" name="Dimension Table"/>
          <p:cNvGraphicFramePr>
            <a:graphicFrameLocks noGrp="1"/>
          </p:cNvGraphicFramePr>
          <p:nvPr>
            <p:extLst>
              <p:ext uri="{D42A27DB-BD31-4B8C-83A1-F6EECF244321}">
                <p14:modId xmlns:p14="http://schemas.microsoft.com/office/powerpoint/2010/main" val="1674978326"/>
              </p:ext>
            </p:extLst>
          </p:nvPr>
        </p:nvGraphicFramePr>
        <p:xfrm>
          <a:off x="571500" y="1371600"/>
          <a:ext cx="11049000" cy="3636480"/>
        </p:xfrm>
        <a:graphic>
          <a:graphicData uri="http://schemas.openxmlformats.org/drawingml/2006/table">
            <a:tbl>
              <a:tblPr firstRow="1"/>
              <a:tblGrid>
                <a:gridCol w="2133600">
                  <a:extLst>
                    <a:ext uri="{9D8B030D-6E8A-4147-A177-3AD203B41FA5}">
                      <a16:colId xmlns:a16="http://schemas.microsoft.com/office/drawing/2014/main" val="20000"/>
                    </a:ext>
                  </a:extLst>
                </a:gridCol>
                <a:gridCol w="3175000">
                  <a:extLst>
                    <a:ext uri="{9D8B030D-6E8A-4147-A177-3AD203B41FA5}">
                      <a16:colId xmlns:a16="http://schemas.microsoft.com/office/drawing/2014/main" val="20001"/>
                    </a:ext>
                  </a:extLst>
                </a:gridCol>
                <a:gridCol w="660400">
                  <a:extLst>
                    <a:ext uri="{9D8B030D-6E8A-4147-A177-3AD203B41FA5}">
                      <a16:colId xmlns:a16="http://schemas.microsoft.com/office/drawing/2014/main" val="20002"/>
                    </a:ext>
                  </a:extLst>
                </a:gridCol>
                <a:gridCol w="5080000">
                  <a:extLst>
                    <a:ext uri="{9D8B030D-6E8A-4147-A177-3AD203B41FA5}">
                      <a16:colId xmlns:a16="http://schemas.microsoft.com/office/drawing/2014/main" val="20003"/>
                    </a:ext>
                  </a:extLst>
                </a:gridCol>
              </a:tblGrid>
              <a:tr h="355600">
                <a:tc>
                  <a:txBody>
                    <a:bodyPr/>
                    <a:lstStyle/>
                    <a:p>
                      <a:pPr algn="l" latinLnBrk="0">
                        <a:buNone/>
                      </a:pPr>
                      <a:r>
                        <a:rPr lang="en-US" altLang="ko-KR" sz="1200" b="1" dirty="0">
                          <a:solidFill>
                            <a:srgbClr val="144772"/>
                          </a:solidFill>
                          <a:latin typeface="Arial"/>
                        </a:rPr>
                        <a:t>Dimension</a:t>
                      </a:r>
                      <a:endParaRPr lang="en-US" sz="1200" dirty="0"/>
                    </a:p>
                  </a:txBody>
                  <a:tcPr marL="72000" marR="72000" marT="25000" marB="25000" anchor="ctr">
                    <a:lnL w="9525">
                      <a:solidFill>
                        <a:srgbClr val="000000"/>
                      </a:solidFill>
                    </a:lnL>
                    <a:lnR w="9525">
                      <a:solidFill>
                        <a:srgbClr val="000000"/>
                      </a:solidFill>
                    </a:lnR>
                    <a:lnT w="9525">
                      <a:solidFill>
                        <a:srgbClr val="000000"/>
                      </a:solidFill>
                    </a:lnT>
                    <a:lnB w="9525">
                      <a:solidFill>
                        <a:srgbClr val="000000"/>
                      </a:solidFill>
                    </a:lnB>
                    <a:solidFill>
                      <a:srgbClr val="DDECF2"/>
                    </a:solidFill>
                  </a:tcPr>
                </a:tc>
                <a:tc>
                  <a:txBody>
                    <a:bodyPr/>
                    <a:lstStyle/>
                    <a:p>
                      <a:pPr algn="l" latinLnBrk="0">
                        <a:buNone/>
                      </a:pPr>
                      <a:r>
                        <a:rPr lang="en-US" altLang="ko-KR" sz="1200" b="1" dirty="0">
                          <a:solidFill>
                            <a:srgbClr val="144772"/>
                          </a:solidFill>
                          <a:latin typeface="Arial"/>
                        </a:rPr>
                        <a:t>What it measures</a:t>
                      </a:r>
                      <a:endParaRPr lang="en-US" sz="1200" dirty="0"/>
                    </a:p>
                  </a:txBody>
                  <a:tcPr marL="72000" marR="72000" marT="25000" marB="25000" anchor="ctr">
                    <a:lnL w="9525">
                      <a:solidFill>
                        <a:srgbClr val="000000"/>
                      </a:solidFill>
                    </a:lnL>
                    <a:lnR w="9525">
                      <a:solidFill>
                        <a:srgbClr val="000000"/>
                      </a:solidFill>
                    </a:lnR>
                    <a:lnT w="9525">
                      <a:solidFill>
                        <a:srgbClr val="000000"/>
                      </a:solidFill>
                    </a:lnT>
                    <a:lnB w="9525">
                      <a:solidFill>
                        <a:srgbClr val="000000"/>
                      </a:solidFill>
                    </a:lnB>
                    <a:solidFill>
                      <a:srgbClr val="DDECF2"/>
                    </a:solidFill>
                  </a:tcPr>
                </a:tc>
                <a:tc>
                  <a:txBody>
                    <a:bodyPr/>
                    <a:lstStyle/>
                    <a:p>
                      <a:pPr algn="ctr" latinLnBrk="0">
                        <a:buNone/>
                      </a:pPr>
                      <a:r>
                        <a:rPr lang="en-US" altLang="ko-KR" sz="1200" b="1" dirty="0">
                          <a:solidFill>
                            <a:srgbClr val="144772"/>
                          </a:solidFill>
                          <a:latin typeface="Arial"/>
                        </a:rPr>
                        <a:t>Items</a:t>
                      </a:r>
                      <a:endParaRPr lang="en-US" sz="1200" dirty="0"/>
                    </a:p>
                  </a:txBody>
                  <a:tcPr marL="72000" marR="72000" marT="25000" marB="25000" anchor="ctr">
                    <a:lnL w="9525">
                      <a:solidFill>
                        <a:srgbClr val="000000"/>
                      </a:solidFill>
                    </a:lnL>
                    <a:lnR w="9525">
                      <a:solidFill>
                        <a:srgbClr val="000000"/>
                      </a:solidFill>
                    </a:lnR>
                    <a:lnT w="9525">
                      <a:solidFill>
                        <a:srgbClr val="000000"/>
                      </a:solidFill>
                    </a:lnT>
                    <a:lnB w="9525">
                      <a:solidFill>
                        <a:srgbClr val="000000"/>
                      </a:solidFill>
                    </a:lnB>
                    <a:solidFill>
                      <a:srgbClr val="DDECF2"/>
                    </a:solidFill>
                  </a:tcPr>
                </a:tc>
                <a:tc>
                  <a:txBody>
                    <a:bodyPr/>
                    <a:lstStyle/>
                    <a:p>
                      <a:pPr algn="l" latinLnBrk="0">
                        <a:buNone/>
                      </a:pPr>
                      <a:r>
                        <a:rPr lang="en-US" altLang="ko-KR" sz="1200" b="1" dirty="0">
                          <a:solidFill>
                            <a:srgbClr val="144772"/>
                          </a:solidFill>
                          <a:latin typeface="Arial"/>
                        </a:rPr>
                        <a:t>Checklist items (examples)</a:t>
                      </a:r>
                      <a:endParaRPr lang="en-US" sz="1200" dirty="0"/>
                    </a:p>
                  </a:txBody>
                  <a:tcPr marL="72000" marR="72000" marT="25000" marB="25000" anchor="ctr">
                    <a:lnL w="9525">
                      <a:solidFill>
                        <a:srgbClr val="000000"/>
                      </a:solidFill>
                    </a:lnL>
                    <a:lnR w="9525">
                      <a:solidFill>
                        <a:srgbClr val="000000"/>
                      </a:solidFill>
                    </a:lnR>
                    <a:lnT w="9525">
                      <a:solidFill>
                        <a:srgbClr val="000000"/>
                      </a:solidFill>
                    </a:lnT>
                    <a:lnB w="9525">
                      <a:solidFill>
                        <a:srgbClr val="000000"/>
                      </a:solidFill>
                    </a:lnB>
                    <a:solidFill>
                      <a:srgbClr val="DDECF2"/>
                    </a:solidFill>
                  </a:tcPr>
                </a:tc>
                <a:extLst>
                  <a:ext uri="{0D108BD9-81ED-4DB2-BD59-A6C34878D82A}">
                    <a16:rowId xmlns:a16="http://schemas.microsoft.com/office/drawing/2014/main" val="10000"/>
                  </a:ext>
                </a:extLst>
              </a:tr>
              <a:tr h="482600">
                <a:tc>
                  <a:txBody>
                    <a:bodyPr/>
                    <a:lstStyle/>
                    <a:p>
                      <a:pPr algn="l" latinLnBrk="0">
                        <a:buNone/>
                      </a:pPr>
                      <a:r>
                        <a:rPr lang="en-US" altLang="ko-KR" sz="1200" b="1" dirty="0">
                          <a:solidFill>
                            <a:srgbClr val="144772"/>
                          </a:solidFill>
                          <a:latin typeface="Arial"/>
                        </a:rPr>
                        <a:t>D1 Channel coverage</a:t>
                      </a:r>
                      <a:endParaRPr lang="en-US" sz="1200" dirty="0"/>
                    </a:p>
                  </a:txBody>
                  <a:tcPr marL="72000" marR="72000" marT="25000" marB="25000" anchor="ctr">
                    <a:lnL w="9525">
                      <a:solidFill>
                        <a:srgbClr val="000000"/>
                      </a:solidFill>
                    </a:lnL>
                    <a:lnR w="9525">
                      <a:solidFill>
                        <a:srgbClr val="000000"/>
                      </a:solidFill>
                    </a:lnR>
                    <a:lnT w="9525">
                      <a:solidFill>
                        <a:srgbClr val="000000"/>
                      </a:solidFill>
                    </a:lnT>
                    <a:lnB w="9525">
                      <a:solidFill>
                        <a:srgbClr val="000000"/>
                      </a:solidFill>
                    </a:lnB>
                    <a:solidFill>
                      <a:schemeClr val="bg1"/>
                    </a:solidFill>
                  </a:tcPr>
                </a:tc>
                <a:tc>
                  <a:txBody>
                    <a:bodyPr/>
                    <a:lstStyle/>
                    <a:p>
                      <a:pPr algn="l" latinLnBrk="0">
                        <a:buNone/>
                      </a:pPr>
                      <a:r>
                        <a:rPr lang="en-US" altLang="ko-KR" sz="1200" b="0" dirty="0">
                          <a:solidFill>
                            <a:srgbClr val="000000"/>
                          </a:solidFill>
                          <a:latin typeface="Arial"/>
                        </a:rPr>
                        <a:t>Which exit routes the product can see: endpoint, network and AI channels</a:t>
                      </a:r>
                      <a:endParaRPr lang="en-US" sz="1200" dirty="0"/>
                    </a:p>
                  </a:txBody>
                  <a:tcPr marL="72000" marR="72000" marT="25000" marB="25000" anchor="ctr">
                    <a:lnL w="9525">
                      <a:solidFill>
                        <a:srgbClr val="000000"/>
                      </a:solidFill>
                    </a:lnL>
                    <a:lnR w="9525">
                      <a:solidFill>
                        <a:srgbClr val="000000"/>
                      </a:solidFill>
                    </a:lnR>
                    <a:lnT w="9525">
                      <a:solidFill>
                        <a:srgbClr val="000000"/>
                      </a:solidFill>
                    </a:lnT>
                    <a:lnB w="9525">
                      <a:solidFill>
                        <a:srgbClr val="000000"/>
                      </a:solidFill>
                    </a:lnB>
                    <a:solidFill>
                      <a:schemeClr val="bg1"/>
                    </a:solidFill>
                  </a:tcPr>
                </a:tc>
                <a:tc>
                  <a:txBody>
                    <a:bodyPr/>
                    <a:lstStyle/>
                    <a:p>
                      <a:pPr algn="ctr" latinLnBrk="0">
                        <a:buNone/>
                      </a:pPr>
                      <a:r>
                        <a:rPr lang="en-US" altLang="ko-KR" sz="1300" b="1" dirty="0">
                          <a:solidFill>
                            <a:srgbClr val="000000"/>
                          </a:solidFill>
                          <a:latin typeface="Arial"/>
                        </a:rPr>
                        <a:t>13</a:t>
                      </a:r>
                      <a:endParaRPr lang="en-US" sz="1300" dirty="0"/>
                    </a:p>
                  </a:txBody>
                  <a:tcPr marL="72000" marR="72000" marT="25000" marB="25000" anchor="ctr">
                    <a:lnL w="9525">
                      <a:solidFill>
                        <a:srgbClr val="000000"/>
                      </a:solidFill>
                    </a:lnL>
                    <a:lnR w="9525">
                      <a:solidFill>
                        <a:srgbClr val="000000"/>
                      </a:solidFill>
                    </a:lnR>
                    <a:lnT w="9525">
                      <a:solidFill>
                        <a:srgbClr val="000000"/>
                      </a:solidFill>
                    </a:lnT>
                    <a:lnB w="9525">
                      <a:solidFill>
                        <a:srgbClr val="000000"/>
                      </a:solidFill>
                    </a:lnB>
                    <a:solidFill>
                      <a:schemeClr val="bg1"/>
                    </a:solidFill>
                  </a:tcPr>
                </a:tc>
                <a:tc>
                  <a:txBody>
                    <a:bodyPr/>
                    <a:lstStyle/>
                    <a:p>
                      <a:pPr algn="l" latinLnBrk="0">
                        <a:buNone/>
                      </a:pPr>
                      <a:r>
                        <a:rPr lang="en-US" altLang="ko-KR" sz="1100" b="0" dirty="0">
                          <a:solidFill>
                            <a:srgbClr val="404040"/>
                          </a:solidFill>
                          <a:latin typeface="Arial"/>
                        </a:rPr>
                        <a:t>USB, print, clipboard, screen capture, email, web upload, messenger, cloud, discovery, GenAI clients, LLM API, MCP</a:t>
                      </a:r>
                      <a:endParaRPr lang="en-US" sz="1100" dirty="0"/>
                    </a:p>
                  </a:txBody>
                  <a:tcPr marL="72000" marR="72000" marT="25000" marB="25000" anchor="ctr">
                    <a:lnL w="9525">
                      <a:solidFill>
                        <a:srgbClr val="000000"/>
                      </a:solidFill>
                    </a:lnL>
                    <a:lnR w="9525">
                      <a:solidFill>
                        <a:srgbClr val="000000"/>
                      </a:solidFill>
                    </a:lnR>
                    <a:lnT w="9525">
                      <a:solidFill>
                        <a:srgbClr val="000000"/>
                      </a:solidFill>
                    </a:lnT>
                    <a:lnB w="9525">
                      <a:solidFill>
                        <a:srgbClr val="000000"/>
                      </a:solidFill>
                    </a:lnB>
                    <a:solidFill>
                      <a:schemeClr val="bg1"/>
                    </a:solidFill>
                  </a:tcPr>
                </a:tc>
                <a:extLst>
                  <a:ext uri="{0D108BD9-81ED-4DB2-BD59-A6C34878D82A}">
                    <a16:rowId xmlns:a16="http://schemas.microsoft.com/office/drawing/2014/main" val="10001"/>
                  </a:ext>
                </a:extLst>
              </a:tr>
              <a:tr h="482600">
                <a:tc>
                  <a:txBody>
                    <a:bodyPr/>
                    <a:lstStyle/>
                    <a:p>
                      <a:pPr algn="l" latinLnBrk="0">
                        <a:buNone/>
                      </a:pPr>
                      <a:r>
                        <a:rPr lang="en-US" altLang="ko-KR" sz="1200" b="1" dirty="0">
                          <a:solidFill>
                            <a:srgbClr val="144772"/>
                          </a:solidFill>
                          <a:latin typeface="Arial"/>
                        </a:rPr>
                        <a:t>D2 Detection technique</a:t>
                      </a:r>
                      <a:endParaRPr lang="en-US" sz="1200" dirty="0"/>
                    </a:p>
                  </a:txBody>
                  <a:tcPr marL="72000" marR="72000" marT="25000" marB="25000" anchor="ctr">
                    <a:lnL w="9525">
                      <a:solidFill>
                        <a:srgbClr val="000000"/>
                      </a:solidFill>
                    </a:lnL>
                    <a:lnR w="9525">
                      <a:solidFill>
                        <a:srgbClr val="000000"/>
                      </a:solidFill>
                    </a:lnR>
                    <a:lnT w="9525">
                      <a:solidFill>
                        <a:srgbClr val="000000"/>
                      </a:solidFill>
                    </a:lnT>
                    <a:lnB w="9525">
                      <a:solidFill>
                        <a:srgbClr val="000000"/>
                      </a:solidFill>
                    </a:lnB>
                    <a:solidFill>
                      <a:schemeClr val="bg1"/>
                    </a:solidFill>
                  </a:tcPr>
                </a:tc>
                <a:tc>
                  <a:txBody>
                    <a:bodyPr/>
                    <a:lstStyle/>
                    <a:p>
                      <a:pPr algn="l" latinLnBrk="0">
                        <a:buNone/>
                      </a:pPr>
                      <a:r>
                        <a:rPr lang="en-US" altLang="ko-KR" sz="1200" b="0" dirty="0">
                          <a:solidFill>
                            <a:srgbClr val="000000"/>
                          </a:solidFill>
                          <a:latin typeface="Arial"/>
                        </a:rPr>
                        <a:t>How it recognises sensitive content inside the data</a:t>
                      </a:r>
                      <a:endParaRPr lang="en-US" sz="1200" dirty="0"/>
                    </a:p>
                  </a:txBody>
                  <a:tcPr marL="72000" marR="72000" marT="25000" marB="25000" anchor="ctr">
                    <a:lnL w="9525">
                      <a:solidFill>
                        <a:srgbClr val="000000"/>
                      </a:solidFill>
                    </a:lnL>
                    <a:lnR w="9525">
                      <a:solidFill>
                        <a:srgbClr val="000000"/>
                      </a:solidFill>
                    </a:lnR>
                    <a:lnT w="9525">
                      <a:solidFill>
                        <a:srgbClr val="000000"/>
                      </a:solidFill>
                    </a:lnT>
                    <a:lnB w="9525">
                      <a:solidFill>
                        <a:srgbClr val="000000"/>
                      </a:solidFill>
                    </a:lnB>
                    <a:solidFill>
                      <a:schemeClr val="bg1"/>
                    </a:solidFill>
                  </a:tcPr>
                </a:tc>
                <a:tc>
                  <a:txBody>
                    <a:bodyPr/>
                    <a:lstStyle/>
                    <a:p>
                      <a:pPr algn="ctr" latinLnBrk="0">
                        <a:buNone/>
                      </a:pPr>
                      <a:r>
                        <a:rPr lang="en-US" altLang="ko-KR" sz="1300" b="1" dirty="0">
                          <a:solidFill>
                            <a:srgbClr val="000000"/>
                          </a:solidFill>
                          <a:latin typeface="Arial"/>
                        </a:rPr>
                        <a:t>12</a:t>
                      </a:r>
                      <a:endParaRPr lang="en-US" sz="1300" dirty="0"/>
                    </a:p>
                  </a:txBody>
                  <a:tcPr marL="72000" marR="72000" marT="25000" marB="25000" anchor="ctr">
                    <a:lnL w="9525">
                      <a:solidFill>
                        <a:srgbClr val="000000"/>
                      </a:solidFill>
                    </a:lnL>
                    <a:lnR w="9525">
                      <a:solidFill>
                        <a:srgbClr val="000000"/>
                      </a:solidFill>
                    </a:lnR>
                    <a:lnT w="9525">
                      <a:solidFill>
                        <a:srgbClr val="000000"/>
                      </a:solidFill>
                    </a:lnT>
                    <a:lnB w="9525">
                      <a:solidFill>
                        <a:srgbClr val="000000"/>
                      </a:solidFill>
                    </a:lnB>
                    <a:solidFill>
                      <a:schemeClr val="bg1"/>
                    </a:solidFill>
                  </a:tcPr>
                </a:tc>
                <a:tc>
                  <a:txBody>
                    <a:bodyPr/>
                    <a:lstStyle/>
                    <a:p>
                      <a:pPr algn="l" latinLnBrk="0">
                        <a:buNone/>
                      </a:pPr>
                      <a:r>
                        <a:rPr lang="en-US" altLang="ko-KR" sz="1100" b="0" dirty="0">
                          <a:solidFill>
                            <a:srgbClr val="404040"/>
                          </a:solidFill>
                          <a:latin typeface="Arial"/>
                        </a:rPr>
                        <a:t>Regex / Korean ID, keywords, EDM, document matching, OCR, HWP, archives, ML / LLM, source code, FP tuning</a:t>
                      </a:r>
                      <a:endParaRPr lang="en-US" sz="1100" dirty="0"/>
                    </a:p>
                  </a:txBody>
                  <a:tcPr marL="72000" marR="72000" marT="25000" marB="25000" anchor="ctr">
                    <a:lnL w="9525">
                      <a:solidFill>
                        <a:srgbClr val="000000"/>
                      </a:solidFill>
                    </a:lnL>
                    <a:lnR w="9525">
                      <a:solidFill>
                        <a:srgbClr val="000000"/>
                      </a:solidFill>
                    </a:lnR>
                    <a:lnT w="9525">
                      <a:solidFill>
                        <a:srgbClr val="000000"/>
                      </a:solidFill>
                    </a:lnT>
                    <a:lnB w="9525">
                      <a:solidFill>
                        <a:srgbClr val="000000"/>
                      </a:solidFill>
                    </a:lnB>
                    <a:solidFill>
                      <a:schemeClr val="bg1"/>
                    </a:solidFill>
                  </a:tcPr>
                </a:tc>
                <a:extLst>
                  <a:ext uri="{0D108BD9-81ED-4DB2-BD59-A6C34878D82A}">
                    <a16:rowId xmlns:a16="http://schemas.microsoft.com/office/drawing/2014/main" val="10002"/>
                  </a:ext>
                </a:extLst>
              </a:tr>
              <a:tr h="482600">
                <a:tc>
                  <a:txBody>
                    <a:bodyPr/>
                    <a:lstStyle/>
                    <a:p>
                      <a:pPr algn="l" latinLnBrk="0">
                        <a:buNone/>
                      </a:pPr>
                      <a:r>
                        <a:rPr lang="en-US" altLang="ko-KR" sz="1200" b="1" dirty="0">
                          <a:solidFill>
                            <a:srgbClr val="144772"/>
                          </a:solidFill>
                          <a:latin typeface="Arial"/>
                        </a:rPr>
                        <a:t>D3 Enforcement</a:t>
                      </a:r>
                      <a:endParaRPr lang="en-US" sz="1200" dirty="0"/>
                    </a:p>
                  </a:txBody>
                  <a:tcPr marL="72000" marR="72000" marT="25000" marB="25000" anchor="ctr">
                    <a:lnL w="9525">
                      <a:solidFill>
                        <a:srgbClr val="000000"/>
                      </a:solidFill>
                    </a:lnL>
                    <a:lnR w="9525">
                      <a:solidFill>
                        <a:srgbClr val="000000"/>
                      </a:solidFill>
                    </a:lnR>
                    <a:lnT w="9525">
                      <a:solidFill>
                        <a:srgbClr val="000000"/>
                      </a:solidFill>
                    </a:lnT>
                    <a:lnB w="9525">
                      <a:solidFill>
                        <a:srgbClr val="000000"/>
                      </a:solidFill>
                    </a:lnB>
                    <a:solidFill>
                      <a:schemeClr val="bg1"/>
                    </a:solidFill>
                  </a:tcPr>
                </a:tc>
                <a:tc>
                  <a:txBody>
                    <a:bodyPr/>
                    <a:lstStyle/>
                    <a:p>
                      <a:pPr algn="l" latinLnBrk="0">
                        <a:buNone/>
                      </a:pPr>
                      <a:r>
                        <a:rPr lang="en-US" altLang="ko-KR" sz="1200" b="0" dirty="0">
                          <a:solidFill>
                            <a:srgbClr val="000000"/>
                          </a:solidFill>
                          <a:latin typeface="Arial"/>
                        </a:rPr>
                        <a:t>What it can do once a violation is found</a:t>
                      </a:r>
                      <a:endParaRPr lang="en-US" sz="1200" dirty="0"/>
                    </a:p>
                  </a:txBody>
                  <a:tcPr marL="72000" marR="72000" marT="25000" marB="25000" anchor="ctr">
                    <a:lnL w="9525">
                      <a:solidFill>
                        <a:srgbClr val="000000"/>
                      </a:solidFill>
                    </a:lnL>
                    <a:lnR w="9525">
                      <a:solidFill>
                        <a:srgbClr val="000000"/>
                      </a:solidFill>
                    </a:lnR>
                    <a:lnT w="9525">
                      <a:solidFill>
                        <a:srgbClr val="000000"/>
                      </a:solidFill>
                    </a:lnT>
                    <a:lnB w="9525">
                      <a:solidFill>
                        <a:srgbClr val="000000"/>
                      </a:solidFill>
                    </a:lnB>
                    <a:solidFill>
                      <a:schemeClr val="bg1"/>
                    </a:solidFill>
                  </a:tcPr>
                </a:tc>
                <a:tc>
                  <a:txBody>
                    <a:bodyPr/>
                    <a:lstStyle/>
                    <a:p>
                      <a:pPr algn="ctr" latinLnBrk="0">
                        <a:buNone/>
                      </a:pPr>
                      <a:r>
                        <a:rPr lang="en-US" altLang="ko-KR" sz="1300" b="1" dirty="0">
                          <a:solidFill>
                            <a:srgbClr val="000000"/>
                          </a:solidFill>
                          <a:latin typeface="Arial"/>
                        </a:rPr>
                        <a:t>9</a:t>
                      </a:r>
                      <a:endParaRPr lang="en-US" sz="1300" dirty="0"/>
                    </a:p>
                  </a:txBody>
                  <a:tcPr marL="72000" marR="72000" marT="25000" marB="25000" anchor="ctr">
                    <a:lnL w="9525">
                      <a:solidFill>
                        <a:srgbClr val="000000"/>
                      </a:solidFill>
                    </a:lnL>
                    <a:lnR w="9525">
                      <a:solidFill>
                        <a:srgbClr val="000000"/>
                      </a:solidFill>
                    </a:lnR>
                    <a:lnT w="9525">
                      <a:solidFill>
                        <a:srgbClr val="000000"/>
                      </a:solidFill>
                    </a:lnT>
                    <a:lnB w="9525">
                      <a:solidFill>
                        <a:srgbClr val="000000"/>
                      </a:solidFill>
                    </a:lnB>
                    <a:solidFill>
                      <a:schemeClr val="bg1"/>
                    </a:solidFill>
                  </a:tcPr>
                </a:tc>
                <a:tc>
                  <a:txBody>
                    <a:bodyPr/>
                    <a:lstStyle/>
                    <a:p>
                      <a:pPr algn="l" latinLnBrk="0">
                        <a:buNone/>
                      </a:pPr>
                      <a:r>
                        <a:rPr lang="en-US" altLang="ko-KR" sz="1100" b="0" dirty="0">
                          <a:solidFill>
                            <a:srgbClr val="404040"/>
                          </a:solidFill>
                          <a:latin typeface="Arial"/>
                        </a:rPr>
                        <a:t>Log, warn, block, redact then allow, DRM handoff, approval, shadow copy, watermark, at-rest fix</a:t>
                      </a:r>
                      <a:endParaRPr lang="en-US" sz="1100" dirty="0"/>
                    </a:p>
                  </a:txBody>
                  <a:tcPr marL="72000" marR="72000" marT="25000" marB="25000" anchor="ctr">
                    <a:lnL w="9525">
                      <a:solidFill>
                        <a:srgbClr val="000000"/>
                      </a:solidFill>
                    </a:lnL>
                    <a:lnR w="9525">
                      <a:solidFill>
                        <a:srgbClr val="000000"/>
                      </a:solidFill>
                    </a:lnR>
                    <a:lnT w="9525">
                      <a:solidFill>
                        <a:srgbClr val="000000"/>
                      </a:solidFill>
                    </a:lnT>
                    <a:lnB w="9525">
                      <a:solidFill>
                        <a:srgbClr val="000000"/>
                      </a:solidFill>
                    </a:lnB>
                    <a:solidFill>
                      <a:schemeClr val="bg1"/>
                    </a:solidFill>
                  </a:tcPr>
                </a:tc>
                <a:extLst>
                  <a:ext uri="{0D108BD9-81ED-4DB2-BD59-A6C34878D82A}">
                    <a16:rowId xmlns:a16="http://schemas.microsoft.com/office/drawing/2014/main" val="10003"/>
                  </a:ext>
                </a:extLst>
              </a:tr>
              <a:tr h="482600">
                <a:tc>
                  <a:txBody>
                    <a:bodyPr/>
                    <a:lstStyle/>
                    <a:p>
                      <a:pPr algn="l" latinLnBrk="0">
                        <a:buNone/>
                      </a:pPr>
                      <a:r>
                        <a:rPr lang="en-US" altLang="ko-KR" sz="1200" b="1" dirty="0">
                          <a:solidFill>
                            <a:srgbClr val="144772"/>
                          </a:solidFill>
                          <a:latin typeface="Arial"/>
                        </a:rPr>
                        <a:t>D4 AI-specific</a:t>
                      </a:r>
                      <a:endParaRPr lang="en-US" sz="1200" dirty="0"/>
                    </a:p>
                  </a:txBody>
                  <a:tcPr marL="72000" marR="72000" marT="25000" marB="25000" anchor="ctr">
                    <a:lnL w="9525">
                      <a:solidFill>
                        <a:srgbClr val="000000"/>
                      </a:solidFill>
                    </a:lnL>
                    <a:lnR w="9525">
                      <a:solidFill>
                        <a:srgbClr val="000000"/>
                      </a:solidFill>
                    </a:lnR>
                    <a:lnT w="9525">
                      <a:solidFill>
                        <a:srgbClr val="000000"/>
                      </a:solidFill>
                    </a:lnT>
                    <a:lnB w="9525">
                      <a:solidFill>
                        <a:srgbClr val="000000"/>
                      </a:solidFill>
                    </a:lnB>
                    <a:solidFill>
                      <a:schemeClr val="bg1"/>
                    </a:solidFill>
                  </a:tcPr>
                </a:tc>
                <a:tc>
                  <a:txBody>
                    <a:bodyPr/>
                    <a:lstStyle/>
                    <a:p>
                      <a:pPr algn="l" latinLnBrk="0">
                        <a:buNone/>
                      </a:pPr>
                      <a:r>
                        <a:rPr lang="en-US" altLang="ko-KR" sz="1200" b="0" dirty="0">
                          <a:solidFill>
                            <a:srgbClr val="000000"/>
                          </a:solidFill>
                          <a:latin typeface="Arial"/>
                        </a:rPr>
                        <a:t>Controls built for generative AI use</a:t>
                      </a:r>
                      <a:endParaRPr lang="en-US" sz="1200" dirty="0"/>
                    </a:p>
                  </a:txBody>
                  <a:tcPr marL="72000" marR="72000" marT="25000" marB="25000" anchor="ctr">
                    <a:lnL w="9525">
                      <a:solidFill>
                        <a:srgbClr val="000000"/>
                      </a:solidFill>
                    </a:lnL>
                    <a:lnR w="9525">
                      <a:solidFill>
                        <a:srgbClr val="000000"/>
                      </a:solidFill>
                    </a:lnR>
                    <a:lnT w="9525">
                      <a:solidFill>
                        <a:srgbClr val="000000"/>
                      </a:solidFill>
                    </a:lnT>
                    <a:lnB w="9525">
                      <a:solidFill>
                        <a:srgbClr val="000000"/>
                      </a:solidFill>
                    </a:lnB>
                    <a:solidFill>
                      <a:schemeClr val="bg1"/>
                    </a:solidFill>
                  </a:tcPr>
                </a:tc>
                <a:tc>
                  <a:txBody>
                    <a:bodyPr/>
                    <a:lstStyle/>
                    <a:p>
                      <a:pPr algn="ctr" latinLnBrk="0">
                        <a:buNone/>
                      </a:pPr>
                      <a:r>
                        <a:rPr lang="en-US" altLang="ko-KR" sz="1300" b="1" dirty="0">
                          <a:solidFill>
                            <a:srgbClr val="000000"/>
                          </a:solidFill>
                          <a:latin typeface="Arial"/>
                        </a:rPr>
                        <a:t>10</a:t>
                      </a:r>
                      <a:endParaRPr lang="en-US" sz="1300" dirty="0"/>
                    </a:p>
                  </a:txBody>
                  <a:tcPr marL="72000" marR="72000" marT="25000" marB="25000" anchor="ctr">
                    <a:lnL w="9525">
                      <a:solidFill>
                        <a:srgbClr val="000000"/>
                      </a:solidFill>
                    </a:lnL>
                    <a:lnR w="9525">
                      <a:solidFill>
                        <a:srgbClr val="000000"/>
                      </a:solidFill>
                    </a:lnR>
                    <a:lnT w="9525">
                      <a:solidFill>
                        <a:srgbClr val="000000"/>
                      </a:solidFill>
                    </a:lnT>
                    <a:lnB w="9525">
                      <a:solidFill>
                        <a:srgbClr val="000000"/>
                      </a:solidFill>
                    </a:lnB>
                    <a:solidFill>
                      <a:schemeClr val="bg1"/>
                    </a:solidFill>
                  </a:tcPr>
                </a:tc>
                <a:tc>
                  <a:txBody>
                    <a:bodyPr/>
                    <a:lstStyle/>
                    <a:p>
                      <a:pPr algn="l" latinLnBrk="0">
                        <a:buNone/>
                      </a:pPr>
                      <a:r>
                        <a:rPr lang="en-US" altLang="ko-KR" sz="1100" b="0" dirty="0">
                          <a:solidFill>
                            <a:srgbClr val="404040"/>
                          </a:solidFill>
                          <a:latin typeface="Arial"/>
                        </a:rPr>
                        <a:t>Prompt and attachment inspection, response filtering, prompt injection, agent actions, off-network, shadow AI, audit log</a:t>
                      </a:r>
                      <a:endParaRPr lang="en-US" sz="1100" dirty="0"/>
                    </a:p>
                  </a:txBody>
                  <a:tcPr marL="72000" marR="72000" marT="25000" marB="25000" anchor="ctr">
                    <a:lnL w="9525">
                      <a:solidFill>
                        <a:srgbClr val="000000"/>
                      </a:solidFill>
                    </a:lnL>
                    <a:lnR w="9525">
                      <a:solidFill>
                        <a:srgbClr val="000000"/>
                      </a:solidFill>
                    </a:lnR>
                    <a:lnT w="9525">
                      <a:solidFill>
                        <a:srgbClr val="000000"/>
                      </a:solidFill>
                    </a:lnT>
                    <a:lnB w="9525">
                      <a:solidFill>
                        <a:srgbClr val="000000"/>
                      </a:solidFill>
                    </a:lnB>
                    <a:solidFill>
                      <a:schemeClr val="bg1"/>
                    </a:solidFill>
                  </a:tcPr>
                </a:tc>
                <a:extLst>
                  <a:ext uri="{0D108BD9-81ED-4DB2-BD59-A6C34878D82A}">
                    <a16:rowId xmlns:a16="http://schemas.microsoft.com/office/drawing/2014/main" val="10004"/>
                  </a:ext>
                </a:extLst>
              </a:tr>
              <a:tr h="482600">
                <a:tc>
                  <a:txBody>
                    <a:bodyPr/>
                    <a:lstStyle/>
                    <a:p>
                      <a:pPr algn="l" latinLnBrk="0">
                        <a:buNone/>
                      </a:pPr>
                      <a:r>
                        <a:rPr lang="en-US" altLang="ko-KR" sz="1200" b="1" dirty="0">
                          <a:solidFill>
                            <a:srgbClr val="144772"/>
                          </a:solidFill>
                          <a:latin typeface="Arial"/>
                        </a:rPr>
                        <a:t>D5 Operations and deployment</a:t>
                      </a:r>
                      <a:endParaRPr lang="en-US" sz="1200" dirty="0"/>
                    </a:p>
                  </a:txBody>
                  <a:tcPr marL="72000" marR="72000" marT="25000" marB="25000" anchor="ctr">
                    <a:lnL w="9525">
                      <a:solidFill>
                        <a:srgbClr val="000000"/>
                      </a:solidFill>
                    </a:lnL>
                    <a:lnR w="9525">
                      <a:solidFill>
                        <a:srgbClr val="000000"/>
                      </a:solidFill>
                    </a:lnR>
                    <a:lnT w="9525">
                      <a:solidFill>
                        <a:srgbClr val="000000"/>
                      </a:solidFill>
                    </a:lnT>
                    <a:lnB w="9525">
                      <a:solidFill>
                        <a:srgbClr val="000000"/>
                      </a:solidFill>
                    </a:lnB>
                    <a:solidFill>
                      <a:schemeClr val="bg1"/>
                    </a:solidFill>
                  </a:tcPr>
                </a:tc>
                <a:tc>
                  <a:txBody>
                    <a:bodyPr/>
                    <a:lstStyle/>
                    <a:p>
                      <a:pPr algn="l" latinLnBrk="0">
                        <a:buNone/>
                      </a:pPr>
                      <a:r>
                        <a:rPr lang="en-US" altLang="ko-KR" sz="1200" b="0" dirty="0">
                          <a:solidFill>
                            <a:srgbClr val="000000"/>
                          </a:solidFill>
                          <a:latin typeface="Arial"/>
                        </a:rPr>
                        <a:t>Where it runs and how it is managed</a:t>
                      </a:r>
                      <a:endParaRPr lang="en-US" sz="1200" dirty="0"/>
                    </a:p>
                  </a:txBody>
                  <a:tcPr marL="72000" marR="72000" marT="25000" marB="25000" anchor="ctr">
                    <a:lnL w="9525">
                      <a:solidFill>
                        <a:srgbClr val="000000"/>
                      </a:solidFill>
                    </a:lnL>
                    <a:lnR w="9525">
                      <a:solidFill>
                        <a:srgbClr val="000000"/>
                      </a:solidFill>
                    </a:lnR>
                    <a:lnT w="9525">
                      <a:solidFill>
                        <a:srgbClr val="000000"/>
                      </a:solidFill>
                    </a:lnT>
                    <a:lnB w="9525">
                      <a:solidFill>
                        <a:srgbClr val="000000"/>
                      </a:solidFill>
                    </a:lnB>
                    <a:solidFill>
                      <a:schemeClr val="bg1"/>
                    </a:solidFill>
                  </a:tcPr>
                </a:tc>
                <a:tc>
                  <a:txBody>
                    <a:bodyPr/>
                    <a:lstStyle/>
                    <a:p>
                      <a:pPr algn="ctr" latinLnBrk="0">
                        <a:buNone/>
                      </a:pPr>
                      <a:r>
                        <a:rPr lang="en-US" altLang="ko-KR" sz="1300" b="1" dirty="0">
                          <a:solidFill>
                            <a:srgbClr val="000000"/>
                          </a:solidFill>
                          <a:latin typeface="Arial"/>
                        </a:rPr>
                        <a:t>9</a:t>
                      </a:r>
                      <a:endParaRPr lang="en-US" sz="1300" dirty="0"/>
                    </a:p>
                  </a:txBody>
                  <a:tcPr marL="72000" marR="72000" marT="25000" marB="25000" anchor="ctr">
                    <a:lnL w="9525">
                      <a:solidFill>
                        <a:srgbClr val="000000"/>
                      </a:solidFill>
                    </a:lnL>
                    <a:lnR w="9525">
                      <a:solidFill>
                        <a:srgbClr val="000000"/>
                      </a:solidFill>
                    </a:lnR>
                    <a:lnT w="9525">
                      <a:solidFill>
                        <a:srgbClr val="000000"/>
                      </a:solidFill>
                    </a:lnT>
                    <a:lnB w="9525">
                      <a:solidFill>
                        <a:srgbClr val="000000"/>
                      </a:solidFill>
                    </a:lnB>
                    <a:solidFill>
                      <a:schemeClr val="bg1"/>
                    </a:solidFill>
                  </a:tcPr>
                </a:tc>
                <a:tc>
                  <a:txBody>
                    <a:bodyPr/>
                    <a:lstStyle/>
                    <a:p>
                      <a:pPr algn="l" latinLnBrk="0">
                        <a:buNone/>
                      </a:pPr>
                      <a:r>
                        <a:rPr lang="en-US" altLang="ko-KR" sz="1100" b="0" dirty="0">
                          <a:solidFill>
                            <a:srgbClr val="404040"/>
                          </a:solidFill>
                          <a:latin typeface="Arial"/>
                        </a:rPr>
                        <a:t>Windows / macOS / Linux agents, VDI, SaaS, console, policy model, SIEM / NAC / MIP, on-prem AI</a:t>
                      </a:r>
                      <a:endParaRPr lang="en-US" sz="1100" dirty="0"/>
                    </a:p>
                  </a:txBody>
                  <a:tcPr marL="72000" marR="72000" marT="25000" marB="25000" anchor="ctr">
                    <a:lnL w="9525">
                      <a:solidFill>
                        <a:srgbClr val="000000"/>
                      </a:solidFill>
                    </a:lnL>
                    <a:lnR w="9525">
                      <a:solidFill>
                        <a:srgbClr val="000000"/>
                      </a:solidFill>
                    </a:lnR>
                    <a:lnT w="9525">
                      <a:solidFill>
                        <a:srgbClr val="000000"/>
                      </a:solidFill>
                    </a:lnT>
                    <a:lnB w="9525">
                      <a:solidFill>
                        <a:srgbClr val="000000"/>
                      </a:solidFill>
                    </a:lnB>
                    <a:solidFill>
                      <a:schemeClr val="bg1"/>
                    </a:solidFill>
                  </a:tcPr>
                </a:tc>
                <a:extLst>
                  <a:ext uri="{0D108BD9-81ED-4DB2-BD59-A6C34878D82A}">
                    <a16:rowId xmlns:a16="http://schemas.microsoft.com/office/drawing/2014/main" val="10005"/>
                  </a:ext>
                </a:extLst>
              </a:tr>
              <a:tr h="482600">
                <a:tc>
                  <a:txBody>
                    <a:bodyPr/>
                    <a:lstStyle/>
                    <a:p>
                      <a:pPr algn="l" latinLnBrk="0">
                        <a:buNone/>
                      </a:pPr>
                      <a:r>
                        <a:rPr lang="en-US" altLang="ko-KR" sz="1200" b="1" dirty="0">
                          <a:solidFill>
                            <a:srgbClr val="144772"/>
                          </a:solidFill>
                          <a:latin typeface="Arial"/>
                        </a:rPr>
                        <a:t>D6 Compliance and certification</a:t>
                      </a:r>
                      <a:endParaRPr lang="en-US" sz="1200" dirty="0"/>
                    </a:p>
                  </a:txBody>
                  <a:tcPr marL="72000" marR="72000" marT="25000" marB="25000" anchor="ctr">
                    <a:lnL w="9525">
                      <a:solidFill>
                        <a:srgbClr val="000000"/>
                      </a:solidFill>
                    </a:lnL>
                    <a:lnR w="9525">
                      <a:solidFill>
                        <a:srgbClr val="000000"/>
                      </a:solidFill>
                    </a:lnR>
                    <a:lnT w="9525">
                      <a:solidFill>
                        <a:srgbClr val="000000"/>
                      </a:solidFill>
                    </a:lnT>
                    <a:lnB w="9525">
                      <a:solidFill>
                        <a:srgbClr val="000000"/>
                      </a:solidFill>
                    </a:lnB>
                    <a:solidFill>
                      <a:schemeClr val="bg1"/>
                    </a:solidFill>
                  </a:tcPr>
                </a:tc>
                <a:tc>
                  <a:txBody>
                    <a:bodyPr/>
                    <a:lstStyle/>
                    <a:p>
                      <a:pPr algn="l" latinLnBrk="0">
                        <a:buNone/>
                      </a:pPr>
                      <a:r>
                        <a:rPr lang="en-US" altLang="ko-KR" sz="1200" b="0" dirty="0">
                          <a:solidFill>
                            <a:srgbClr val="000000"/>
                          </a:solidFill>
                          <a:latin typeface="Arial"/>
                        </a:rPr>
                        <a:t>Korean public-sector and certification fit</a:t>
                      </a:r>
                      <a:endParaRPr lang="en-US" sz="1200" dirty="0"/>
                    </a:p>
                  </a:txBody>
                  <a:tcPr marL="72000" marR="72000" marT="25000" marB="25000" anchor="ctr">
                    <a:lnL w="9525">
                      <a:solidFill>
                        <a:srgbClr val="000000"/>
                      </a:solidFill>
                    </a:lnL>
                    <a:lnR w="9525">
                      <a:solidFill>
                        <a:srgbClr val="000000"/>
                      </a:solidFill>
                    </a:lnR>
                    <a:lnT w="9525">
                      <a:solidFill>
                        <a:srgbClr val="000000"/>
                      </a:solidFill>
                    </a:lnT>
                    <a:lnB w="9525">
                      <a:solidFill>
                        <a:srgbClr val="000000"/>
                      </a:solidFill>
                    </a:lnB>
                    <a:solidFill>
                      <a:schemeClr val="bg1"/>
                    </a:solidFill>
                  </a:tcPr>
                </a:tc>
                <a:tc>
                  <a:txBody>
                    <a:bodyPr/>
                    <a:lstStyle/>
                    <a:p>
                      <a:pPr algn="ctr" latinLnBrk="0">
                        <a:buNone/>
                      </a:pPr>
                      <a:r>
                        <a:rPr lang="en-US" altLang="ko-KR" sz="1300" b="1" dirty="0">
                          <a:solidFill>
                            <a:srgbClr val="000000"/>
                          </a:solidFill>
                          <a:latin typeface="Arial"/>
                        </a:rPr>
                        <a:t>7</a:t>
                      </a:r>
                      <a:endParaRPr lang="en-US" sz="1300" dirty="0"/>
                    </a:p>
                  </a:txBody>
                  <a:tcPr marL="72000" marR="72000" marT="25000" marB="25000" anchor="ctr">
                    <a:lnL w="9525">
                      <a:solidFill>
                        <a:srgbClr val="000000"/>
                      </a:solidFill>
                    </a:lnL>
                    <a:lnR w="9525">
                      <a:solidFill>
                        <a:srgbClr val="000000"/>
                      </a:solidFill>
                    </a:lnR>
                    <a:lnT w="9525">
                      <a:solidFill>
                        <a:srgbClr val="000000"/>
                      </a:solidFill>
                    </a:lnT>
                    <a:lnB w="9525">
                      <a:solidFill>
                        <a:srgbClr val="000000"/>
                      </a:solidFill>
                    </a:lnB>
                    <a:solidFill>
                      <a:schemeClr val="bg1"/>
                    </a:solidFill>
                  </a:tcPr>
                </a:tc>
                <a:tc>
                  <a:txBody>
                    <a:bodyPr/>
                    <a:lstStyle/>
                    <a:p>
                      <a:pPr algn="l" latinLnBrk="0">
                        <a:buNone/>
                      </a:pPr>
                      <a:r>
                        <a:rPr lang="en-US" altLang="ko-KR" sz="1100" b="0" dirty="0">
                          <a:solidFill>
                            <a:srgbClr val="404040"/>
                          </a:solidFill>
                          <a:latin typeface="Arial"/>
                        </a:rPr>
                        <a:t>CC / security verification, GS, procurement listing, N2SF C-S-O, ISMS-P, KCMVP, analyst recognition</a:t>
                      </a:r>
                      <a:endParaRPr lang="en-US" sz="1100" dirty="0"/>
                    </a:p>
                  </a:txBody>
                  <a:tcPr marL="72000" marR="72000" marT="25000" marB="25000" anchor="ctr">
                    <a:lnL w="9525">
                      <a:solidFill>
                        <a:srgbClr val="000000"/>
                      </a:solidFill>
                    </a:lnL>
                    <a:lnR w="9525">
                      <a:solidFill>
                        <a:srgbClr val="000000"/>
                      </a:solidFill>
                    </a:lnR>
                    <a:lnT w="9525">
                      <a:solidFill>
                        <a:srgbClr val="000000"/>
                      </a:solidFill>
                    </a:lnT>
                    <a:lnB w="9525">
                      <a:solidFill>
                        <a:srgbClr val="000000"/>
                      </a:solidFill>
                    </a:lnB>
                    <a:solidFill>
                      <a:schemeClr val="bg1"/>
                    </a:solidFill>
                  </a:tcPr>
                </a:tc>
                <a:extLst>
                  <a:ext uri="{0D108BD9-81ED-4DB2-BD59-A6C34878D82A}">
                    <a16:rowId xmlns:a16="http://schemas.microsoft.com/office/drawing/2014/main" val="10006"/>
                  </a:ext>
                </a:extLst>
              </a:tr>
              <a:tr h="330200">
                <a:tc>
                  <a:txBody>
                    <a:bodyPr/>
                    <a:lstStyle/>
                    <a:p>
                      <a:pPr algn="l" latinLnBrk="0">
                        <a:buNone/>
                      </a:pPr>
                      <a:r>
                        <a:rPr lang="en-US" altLang="ko-KR" sz="1200" b="1" dirty="0">
                          <a:solidFill>
                            <a:srgbClr val="000000"/>
                          </a:solidFill>
                          <a:latin typeface="Arial"/>
                        </a:rPr>
                        <a:t>Total</a:t>
                      </a:r>
                      <a:endParaRPr lang="en-US" sz="1200" dirty="0"/>
                    </a:p>
                  </a:txBody>
                  <a:tcPr marL="72000" marR="72000" marT="25000" marB="25000" anchor="ctr">
                    <a:lnL w="9525">
                      <a:solidFill>
                        <a:srgbClr val="000000"/>
                      </a:solidFill>
                    </a:lnL>
                    <a:lnR w="9525">
                      <a:solidFill>
                        <a:srgbClr val="000000"/>
                      </a:solidFill>
                    </a:lnR>
                    <a:lnT w="9525">
                      <a:solidFill>
                        <a:srgbClr val="000000"/>
                      </a:solidFill>
                    </a:lnT>
                    <a:lnB w="9525">
                      <a:solidFill>
                        <a:srgbClr val="000000"/>
                      </a:solidFill>
                    </a:lnB>
                    <a:solidFill>
                      <a:srgbClr val="F2F2F2"/>
                    </a:solidFill>
                  </a:tcPr>
                </a:tc>
                <a:tc>
                  <a:txBody>
                    <a:bodyPr/>
                    <a:lstStyle/>
                    <a:p>
                      <a:pPr algn="l" latinLnBrk="0">
                        <a:buNone/>
                      </a:pPr>
                      <a:r>
                        <a:rPr lang="en-US" altLang="ko-KR" sz="1100" b="0" dirty="0">
                          <a:solidFill>
                            <a:srgbClr val="404040"/>
                          </a:solidFill>
                          <a:latin typeface="Arial"/>
                        </a:rPr>
                        <a:t>D6-08 “Other certification” is free text, so it is not scored</a:t>
                      </a:r>
                      <a:endParaRPr lang="en-US" sz="1100" dirty="0"/>
                    </a:p>
                  </a:txBody>
                  <a:tcPr marL="72000" marR="72000" marT="25000" marB="25000" anchor="ctr">
                    <a:lnL w="9525">
                      <a:solidFill>
                        <a:srgbClr val="000000"/>
                      </a:solidFill>
                    </a:lnL>
                    <a:lnR w="9525">
                      <a:solidFill>
                        <a:srgbClr val="000000"/>
                      </a:solidFill>
                    </a:lnR>
                    <a:lnT w="9525">
                      <a:solidFill>
                        <a:srgbClr val="000000"/>
                      </a:solidFill>
                    </a:lnT>
                    <a:lnB w="9525">
                      <a:solidFill>
                        <a:srgbClr val="000000"/>
                      </a:solidFill>
                    </a:lnB>
                    <a:solidFill>
                      <a:srgbClr val="F2F2F2"/>
                    </a:solidFill>
                  </a:tcPr>
                </a:tc>
                <a:tc>
                  <a:txBody>
                    <a:bodyPr/>
                    <a:lstStyle/>
                    <a:p>
                      <a:pPr algn="ctr" latinLnBrk="0">
                        <a:buNone/>
                      </a:pPr>
                      <a:r>
                        <a:rPr lang="en-US" altLang="ko-KR" sz="1300" b="1" dirty="0">
                          <a:solidFill>
                            <a:srgbClr val="000000"/>
                          </a:solidFill>
                          <a:latin typeface="Arial"/>
                        </a:rPr>
                        <a:t>60</a:t>
                      </a:r>
                      <a:endParaRPr lang="en-US" sz="1300" dirty="0"/>
                    </a:p>
                  </a:txBody>
                  <a:tcPr marL="72000" marR="72000" marT="25000" marB="25000" anchor="ctr">
                    <a:lnL w="9525">
                      <a:solidFill>
                        <a:srgbClr val="000000"/>
                      </a:solidFill>
                    </a:lnL>
                    <a:lnR w="9525">
                      <a:solidFill>
                        <a:srgbClr val="000000"/>
                      </a:solidFill>
                    </a:lnR>
                    <a:lnT w="9525">
                      <a:solidFill>
                        <a:srgbClr val="000000"/>
                      </a:solidFill>
                    </a:lnT>
                    <a:lnB w="9525">
                      <a:solidFill>
                        <a:srgbClr val="000000"/>
                      </a:solidFill>
                    </a:lnB>
                    <a:solidFill>
                      <a:srgbClr val="F2F2F2"/>
                    </a:solidFill>
                  </a:tcPr>
                </a:tc>
                <a:tc>
                  <a:txBody>
                    <a:bodyPr/>
                    <a:lstStyle/>
                    <a:p>
                      <a:pPr algn="l" latinLnBrk="0">
                        <a:buNone/>
                      </a:pPr>
                      <a:endParaRPr lang="en-US" sz="1200" dirty="0"/>
                    </a:p>
                  </a:txBody>
                  <a:tcPr marL="72000" marR="72000" marT="25000" marB="25000" anchor="ctr">
                    <a:lnL w="9525">
                      <a:solidFill>
                        <a:srgbClr val="000000"/>
                      </a:solidFill>
                    </a:lnL>
                    <a:lnR w="9525">
                      <a:solidFill>
                        <a:srgbClr val="000000"/>
                      </a:solidFill>
                    </a:lnR>
                    <a:lnT w="9525">
                      <a:solidFill>
                        <a:srgbClr val="000000"/>
                      </a:solidFill>
                    </a:lnT>
                    <a:lnB w="9525">
                      <a:solidFill>
                        <a:srgbClr val="000000"/>
                      </a:solidFill>
                    </a:lnB>
                    <a:solidFill>
                      <a:srgbClr val="F2F2F2"/>
                    </a:solidFill>
                  </a:tcPr>
                </a:tc>
                <a:extLst>
                  <a:ext uri="{0D108BD9-81ED-4DB2-BD59-A6C34878D82A}">
                    <a16:rowId xmlns:a16="http://schemas.microsoft.com/office/drawing/2014/main" val="10007"/>
                  </a:ext>
                </a:extLst>
              </a:tr>
            </a:tbl>
          </a:graphicData>
        </a:graphic>
      </p:graphicFrame>
      <p:sp>
        <p:nvSpPr>
          <p:cNvPr id="41" name="Scoring method"/>
          <p:cNvSpPr txBox="1"/>
          <p:nvPr/>
        </p:nvSpPr>
        <p:spPr>
          <a:xfrm>
            <a:off x="571500" y="5207000"/>
            <a:ext cx="11049000" cy="1244600"/>
          </a:xfrm>
          <a:prstGeom prst="rect">
            <a:avLst/>
          </a:prstGeom>
          <a:noFill/>
        </p:spPr>
        <p:txBody>
          <a:bodyPr wrap="square" lIns="91440" tIns="0" rIns="91440" bIns="0">
            <a:noAutofit/>
          </a:bodyPr>
          <a:lstStyle/>
          <a:p>
            <a:pPr latinLnBrk="0">
              <a:buNone/>
            </a:pPr>
            <a:r>
              <a:rPr lang="en-US" altLang="ko-KR" sz="1400" b="1" dirty="0">
                <a:solidFill>
                  <a:srgbClr val="144772"/>
                </a:solidFill>
                <a:latin typeface="Arial"/>
              </a:rPr>
              <a:t>Score = (● items × 1  +  ◐ items × 0.5) ÷ items in the dimension</a:t>
            </a:r>
          </a:p>
          <a:p>
            <a:pPr marL="228600" indent="-228600" latinLnBrk="0">
              <a:spcBef>
                <a:spcPts val="300"/>
              </a:spcBef>
              <a:buFont typeface="Arial"/>
              <a:buChar char="•"/>
            </a:pPr>
            <a:r>
              <a:rPr lang="en-US" altLang="ko-KR" sz="1300" b="0" dirty="0">
                <a:solidFill>
                  <a:srgbClr val="000000"/>
                </a:solidFill>
                <a:latin typeface="Arial"/>
              </a:rPr>
              <a:t>● documented = 1 point, ◐ partial or conditional = 0.5, ? unclear or blank = 0. </a:t>
            </a:r>
            <a:r>
              <a:rPr lang="en-US" altLang="ko-KR" sz="1300" b="1" dirty="0">
                <a:solidFill>
                  <a:srgbClr val="000000"/>
                </a:solidFill>
                <a:latin typeface="Arial"/>
              </a:rPr>
              <a:t>Scores show what vendors document, not tested capability.</a:t>
            </a:r>
          </a:p>
          <a:p>
            <a:pPr marL="228600" indent="-228600" latinLnBrk="0">
              <a:spcBef>
                <a:spcPts val="300"/>
              </a:spcBef>
              <a:buFont typeface="Arial"/>
              <a:buChar char="•"/>
            </a:pPr>
            <a:r>
              <a:rPr lang="en-US" altLang="ko-KR" sz="1300" b="0" dirty="0">
                <a:solidFill>
                  <a:srgbClr val="000000"/>
                </a:solidFill>
                <a:latin typeface="Arial"/>
              </a:rPr>
              <a:t>Overall uses all 60 items together, not an average of D1–D6. Example: </a:t>
            </a:r>
            <a:r>
              <a:rPr lang="ko-KR" altLang="en-US" sz="1300" b="0" dirty="0" err="1">
                <a:solidFill>
                  <a:srgbClr val="000000"/>
                </a:solidFill>
                <a:latin typeface="Arial"/>
              </a:rPr>
              <a:t>이로운앤컴퍼니</a:t>
            </a:r>
            <a:r>
              <a:rPr lang="en-US" altLang="ko-KR" sz="1300" b="0" dirty="0">
                <a:solidFill>
                  <a:srgbClr val="000000"/>
                </a:solidFill>
                <a:latin typeface="Arial"/>
              </a:rPr>
              <a:t> has 16 ● and 10 ◐, so (16 + 5) ÷ 60 = 35%.</a:t>
            </a:r>
          </a:p>
          <a:p>
            <a:pPr marL="228600" indent="-228600" latinLnBrk="0">
              <a:spcBef>
                <a:spcPts val="300"/>
              </a:spcBef>
              <a:buFont typeface="Arial"/>
              <a:buChar char="•"/>
            </a:pPr>
            <a:r>
              <a:rPr lang="en-US" altLang="ko-KR" sz="1300" b="0" dirty="0">
                <a:solidFill>
                  <a:srgbClr val="000000"/>
                </a:solidFill>
                <a:latin typeface="Arial"/>
              </a:rPr>
              <a:t>Every item has the same weight, so D1 (13 items) moves the overall score more than D6 (7 items).</a:t>
            </a:r>
          </a:p>
        </p:txBody>
      </p:sp>
    </p:spTree>
    <p:extLst>
      <p:ext uri="{BB962C8B-B14F-4D97-AF65-F5344CB8AC3E}">
        <p14:creationId xmlns:p14="http://schemas.microsoft.com/office/powerpoint/2010/main" val="687168357"/>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E0B4D2-800F-58A9-3544-03AC10889C8E}"/>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BAA95D4-862E-85EC-700F-BCF540A12531}"/>
              </a:ext>
            </a:extLst>
          </p:cNvPr>
          <p:cNvSpPr>
            <a:spLocks noGrp="1"/>
          </p:cNvSpPr>
          <p:nvPr>
            <p:ph type="sldNum" sz="quarter" idx="4"/>
          </p:nvPr>
        </p:nvSpPr>
        <p:spPr/>
        <p:txBody>
          <a:bodyPr/>
          <a:lstStyle/>
          <a:p>
            <a:fld id="{4EA1E582-E1CC-4474-812F-1657BC5920B7}" type="slidenum">
              <a:rPr lang="ko-KR" altLang="en-US" smtClean="0"/>
              <a:t>63</a:t>
            </a:fld>
            <a:endParaRPr lang="ko-KR" altLang="en-US"/>
          </a:p>
        </p:txBody>
      </p:sp>
      <p:sp>
        <p:nvSpPr>
          <p:cNvPr id="5" name="Text Placeholder 4">
            <a:extLst>
              <a:ext uri="{FF2B5EF4-FFF2-40B4-BE49-F238E27FC236}">
                <a16:creationId xmlns:a16="http://schemas.microsoft.com/office/drawing/2014/main" id="{4691351A-234F-B769-F991-5D7B9C800D54}"/>
              </a:ext>
            </a:extLst>
          </p:cNvPr>
          <p:cNvSpPr>
            <a:spLocks noGrp="1"/>
          </p:cNvSpPr>
          <p:nvPr>
            <p:ph type="body" sz="quarter" idx="11"/>
          </p:nvPr>
        </p:nvSpPr>
        <p:spPr/>
        <p:txBody>
          <a:bodyPr lIns="91440" tIns="45720" rIns="91440" bIns="45720" anchor="ctr" anchorCtr="0"/>
          <a:lstStyle/>
          <a:p>
            <a:r>
              <a:rPr lang="en-US" dirty="0" err="1">
                <a:ea typeface="KoPub돋움체 Bold"/>
              </a:rPr>
              <a:t>Comtrue leads overall at 63%, with Jiran close behind at 60%</a:t>
            </a:r>
          </a:p>
        </p:txBody>
      </p:sp>
      <p:sp>
        <p:nvSpPr>
          <p:cNvPr id="7" name="제목 3">
            <a:extLst>
              <a:ext uri="{FF2B5EF4-FFF2-40B4-BE49-F238E27FC236}">
                <a16:creationId xmlns:a16="http://schemas.microsoft.com/office/drawing/2014/main" id="{17013727-C583-AE98-A834-13CE5CBC3A42}"/>
              </a:ext>
            </a:extLst>
          </p:cNvPr>
          <p:cNvSpPr txBox="1">
            <a:spLocks/>
          </p:cNvSpPr>
          <p:nvPr/>
        </p:nvSpPr>
        <p:spPr>
          <a:xfrm>
            <a:off x="286194" y="265704"/>
            <a:ext cx="10666268" cy="464670"/>
          </a:xfrm>
          <a:prstGeom prst="rect">
            <a:avLst/>
          </a:prstGeom>
        </p:spPr>
        <p:txBody>
          <a:bodyPr lIns="91440" tIns="45720" rIns="91440" bIns="45720" anchor="ctr" anchorCtr="0"/>
          <a:lstStyle>
            <a:lvl1pPr algn="l" rtl="0" eaLnBrk="1" fontAlgn="base" latinLnBrk="1" hangingPunct="1">
              <a:spcBef>
                <a:spcPct val="0"/>
              </a:spcBef>
              <a:spcAft>
                <a:spcPct val="0"/>
              </a:spcAft>
              <a:defRPr lang="ko-KR" altLang="en-US" sz="2400" b="1" kern="1200" baseline="0" dirty="0">
                <a:ln>
                  <a:solidFill>
                    <a:schemeClr val="accent1">
                      <a:alpha val="0"/>
                    </a:schemeClr>
                  </a:solidFill>
                </a:ln>
                <a:solidFill>
                  <a:srgbClr val="144772"/>
                </a:solidFill>
                <a:effectLst>
                  <a:glow rad="127000">
                    <a:schemeClr val="bg1"/>
                  </a:glow>
                  <a:outerShdw blurRad="38100" dist="38100" dir="2700000" algn="tl" rotWithShape="0">
                    <a:prstClr val="black">
                      <a:alpha val="40000"/>
                    </a:prstClr>
                  </a:outerShdw>
                </a:effectLst>
                <a:latin typeface="Pretendard Black" panose="02000A03000000020004" pitchFamily="50" charset="-127"/>
                <a:ea typeface="Pretendard Black" panose="02000A03000000020004" pitchFamily="50" charset="-127"/>
                <a:cs typeface="Pretendard Black" panose="02000A03000000020004" pitchFamily="50" charset="-127"/>
              </a:defRPr>
            </a:lvl1pPr>
            <a:lvl2pPr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2pPr>
            <a:lvl3pPr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3pPr>
            <a:lvl4pPr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4pPr>
            <a:lvl5pPr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5pPr>
            <a:lvl6pPr marL="457200"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6pPr>
            <a:lvl7pPr marL="914400"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7pPr>
            <a:lvl8pPr marL="1371600"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8pPr>
            <a:lvl9pPr marL="1828800"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9pPr>
          </a:lstStyle>
          <a:p>
            <a:r>
              <a:rPr lang="ko-KR">
                <a:ln>
                  <a:solidFill>
                    <a:srgbClr val="4F81BD">
                      <a:alpha val="0"/>
                    </a:srgbClr>
                  </a:solidFill>
                </a:ln>
                <a:effectLst>
                  <a:glow rad="127000">
                    <a:prstClr val="white"/>
                  </a:glow>
                  <a:outerShdw blurRad="38100" dist="38100" dir="2700000" algn="tl" rotWithShape="0">
                    <a:prstClr val="black">
                      <a:alpha val="40000"/>
                    </a:prstClr>
                  </a:outerShdw>
                </a:effectLst>
                <a:latin typeface="Arial"/>
                <a:ea typeface="Pretendard Black"/>
                <a:cs typeface="Arial"/>
              </a:rPr>
              <a:t>Domestic DLP (Compiled)</a:t>
            </a:r>
          </a:p>
        </p:txBody>
      </p:sp>
      <p:graphicFrame>
        <p:nvGraphicFramePr>
          <p:cNvPr id="40" name="Scorecard Table"/>
          <p:cNvGraphicFramePr>
            <a:graphicFrameLocks noGrp="1"/>
          </p:cNvGraphicFramePr>
          <p:nvPr>
            <p:extLst>
              <p:ext uri="{D42A27DB-BD31-4B8C-83A1-F6EECF244321}">
                <p14:modId xmlns:p14="http://schemas.microsoft.com/office/powerpoint/2010/main" val="1983915901"/>
              </p:ext>
            </p:extLst>
          </p:nvPr>
        </p:nvGraphicFramePr>
        <p:xfrm>
          <a:off x="571500" y="1397000"/>
          <a:ext cx="11049000" cy="2933700"/>
        </p:xfrm>
        <a:graphic>
          <a:graphicData uri="http://schemas.openxmlformats.org/drawingml/2006/table">
            <a:tbl>
              <a:tblPr firstRow="1"/>
              <a:tblGrid>
                <a:gridCol w="2336800">
                  <a:extLst>
                    <a:ext uri="{9D8B030D-6E8A-4147-A177-3AD203B41FA5}">
                      <a16:colId xmlns:a16="http://schemas.microsoft.com/office/drawing/2014/main" val="20000"/>
                    </a:ext>
                  </a:extLst>
                </a:gridCol>
                <a:gridCol w="1244600">
                  <a:extLst>
                    <a:ext uri="{9D8B030D-6E8A-4147-A177-3AD203B41FA5}">
                      <a16:colId xmlns:a16="http://schemas.microsoft.com/office/drawing/2014/main" val="20001"/>
                    </a:ext>
                  </a:extLst>
                </a:gridCol>
                <a:gridCol w="1244600">
                  <a:extLst>
                    <a:ext uri="{9D8B030D-6E8A-4147-A177-3AD203B41FA5}">
                      <a16:colId xmlns:a16="http://schemas.microsoft.com/office/drawing/2014/main" val="20002"/>
                    </a:ext>
                  </a:extLst>
                </a:gridCol>
                <a:gridCol w="1244600">
                  <a:extLst>
                    <a:ext uri="{9D8B030D-6E8A-4147-A177-3AD203B41FA5}">
                      <a16:colId xmlns:a16="http://schemas.microsoft.com/office/drawing/2014/main" val="20003"/>
                    </a:ext>
                  </a:extLst>
                </a:gridCol>
                <a:gridCol w="1244600">
                  <a:extLst>
                    <a:ext uri="{9D8B030D-6E8A-4147-A177-3AD203B41FA5}">
                      <a16:colId xmlns:a16="http://schemas.microsoft.com/office/drawing/2014/main" val="20004"/>
                    </a:ext>
                  </a:extLst>
                </a:gridCol>
                <a:gridCol w="1244600">
                  <a:extLst>
                    <a:ext uri="{9D8B030D-6E8A-4147-A177-3AD203B41FA5}">
                      <a16:colId xmlns:a16="http://schemas.microsoft.com/office/drawing/2014/main" val="20005"/>
                    </a:ext>
                  </a:extLst>
                </a:gridCol>
                <a:gridCol w="1244600">
                  <a:extLst>
                    <a:ext uri="{9D8B030D-6E8A-4147-A177-3AD203B41FA5}">
                      <a16:colId xmlns:a16="http://schemas.microsoft.com/office/drawing/2014/main" val="20006"/>
                    </a:ext>
                  </a:extLst>
                </a:gridCol>
                <a:gridCol w="1244600">
                  <a:extLst>
                    <a:ext uri="{9D8B030D-6E8A-4147-A177-3AD203B41FA5}">
                      <a16:colId xmlns:a16="http://schemas.microsoft.com/office/drawing/2014/main" val="20007"/>
                    </a:ext>
                  </a:extLst>
                </a:gridCol>
              </a:tblGrid>
              <a:tr h="533400">
                <a:tc>
                  <a:txBody>
                    <a:bodyPr/>
                    <a:lstStyle/>
                    <a:p>
                      <a:pPr algn="l" latinLnBrk="0">
                        <a:buNone/>
                      </a:pPr>
                      <a:r>
                        <a:rPr lang="ko-KR" altLang="en-US" sz="1100" b="1" dirty="0">
                          <a:solidFill>
                            <a:srgbClr val="144772"/>
                          </a:solidFill>
                          <a:latin typeface="Arial"/>
                        </a:rPr>
                        <a:t>Dimension</a:t>
                      </a:r>
                      <a:endParaRPr lang="en-US" sz="1200" dirty="0"/>
                    </a:p>
                  </a:txBody>
                  <a:tcPr marL="72000" marR="72000" anchor="ctr">
                    <a:lnL w="9525">
                      <a:solidFill>
                        <a:srgbClr val="000000"/>
                      </a:solidFill>
                    </a:lnL>
                    <a:lnR w="9525">
                      <a:solidFill>
                        <a:srgbClr val="000000"/>
                      </a:solidFill>
                    </a:lnR>
                    <a:lnT w="9525">
                      <a:solidFill>
                        <a:srgbClr val="000000"/>
                      </a:solidFill>
                    </a:lnT>
                    <a:lnB w="9525">
                      <a:solidFill>
                        <a:srgbClr val="000000"/>
                      </a:solidFill>
                    </a:lnB>
                    <a:solidFill>
                      <a:srgbClr val="DDECF2"/>
                    </a:solidFill>
                  </a:tcPr>
                </a:tc>
                <a:tc>
                  <a:txBody>
                    <a:bodyPr/>
                    <a:lstStyle/>
                    <a:p>
                      <a:pPr algn="ctr" latinLnBrk="0">
                        <a:buNone/>
                      </a:pPr>
                      <a:r>
                        <a:rPr lang="ko-KR" altLang="en-US" sz="1100" b="1" dirty="0">
                          <a:solidFill>
                            <a:srgbClr val="144772"/>
                          </a:solidFill>
                          <a:latin typeface="Arial"/>
                        </a:rPr>
                        <a:t>이로운앤컴퍼니</a:t>
                      </a:r>
                      <a:endParaRPr lang="en-US" sz="1200" dirty="0"/>
                    </a:p>
                    <a:p>
                      <a:pPr algn="ctr" latinLnBrk="0">
                        <a:buNone/>
                      </a:pPr>
                      <a:r>
                        <a:rPr lang="ko-KR" altLang="en-US" sz="1100" b="1" dirty="0">
                          <a:solidFill>
                            <a:srgbClr val="144772"/>
                          </a:solidFill>
                          <a:latin typeface="Arial"/>
                        </a:rPr>
                        <a:t>(Zira)</a:t>
                      </a:r>
                      <a:endParaRPr lang="en-US" sz="1200" dirty="0"/>
                    </a:p>
                  </a:txBody>
                  <a:tcPr marL="72000" marR="72000" anchor="ctr">
                    <a:lnL w="9525">
                      <a:solidFill>
                        <a:srgbClr val="000000"/>
                      </a:solidFill>
                    </a:lnL>
                    <a:lnR w="9525">
                      <a:solidFill>
                        <a:srgbClr val="000000"/>
                      </a:solidFill>
                    </a:lnR>
                    <a:lnT w="9525">
                      <a:solidFill>
                        <a:srgbClr val="000000"/>
                      </a:solidFill>
                    </a:lnT>
                    <a:lnB w="9525">
                      <a:solidFill>
                        <a:srgbClr val="000000"/>
                      </a:solidFill>
                    </a:lnB>
                    <a:solidFill>
                      <a:srgbClr val="DDECF2"/>
                    </a:solidFill>
                  </a:tcPr>
                </a:tc>
                <a:tc>
                  <a:txBody>
                    <a:bodyPr/>
                    <a:lstStyle/>
                    <a:p>
                      <a:pPr algn="ctr" latinLnBrk="0">
                        <a:buNone/>
                      </a:pPr>
                      <a:r>
                        <a:rPr lang="ko-KR" altLang="en-US" sz="1100" b="1" dirty="0">
                          <a:solidFill>
                            <a:srgbClr val="144772"/>
                          </a:solidFill>
                          <a:latin typeface="Arial"/>
                        </a:rPr>
                        <a:t>소만사</a:t>
                      </a:r>
                      <a:endParaRPr lang="en-US" sz="1200" dirty="0"/>
                    </a:p>
                    <a:p>
                      <a:pPr algn="ctr" latinLnBrk="0">
                        <a:buNone/>
                      </a:pPr>
                      <a:r>
                        <a:rPr lang="ko-KR" altLang="en-US" sz="1100" b="1" dirty="0">
                          <a:solidFill>
                            <a:srgbClr val="144772"/>
                          </a:solidFill>
                          <a:latin typeface="Arial"/>
                        </a:rPr>
                        <a:t>(윤석)</a:t>
                      </a:r>
                      <a:endParaRPr lang="en-US" sz="1200" dirty="0"/>
                    </a:p>
                  </a:txBody>
                  <a:tcPr marL="72000" marR="72000" anchor="ctr">
                    <a:lnL w="9525">
                      <a:solidFill>
                        <a:srgbClr val="000000"/>
                      </a:solidFill>
                    </a:lnL>
                    <a:lnR w="9525">
                      <a:solidFill>
                        <a:srgbClr val="000000"/>
                      </a:solidFill>
                    </a:lnR>
                    <a:lnT w="9525">
                      <a:solidFill>
                        <a:srgbClr val="000000"/>
                      </a:solidFill>
                    </a:lnT>
                    <a:lnB w="9525">
                      <a:solidFill>
                        <a:srgbClr val="000000"/>
                      </a:solidFill>
                    </a:lnB>
                    <a:solidFill>
                      <a:srgbClr val="DDECF2"/>
                    </a:solidFill>
                  </a:tcPr>
                </a:tc>
                <a:tc>
                  <a:txBody>
                    <a:bodyPr/>
                    <a:lstStyle/>
                    <a:p>
                      <a:pPr algn="ctr" latinLnBrk="0">
                        <a:buNone/>
                      </a:pPr>
                      <a:r>
                        <a:rPr lang="ko-KR" altLang="en-US" sz="1100" b="1" dirty="0">
                          <a:solidFill>
                            <a:srgbClr val="144772"/>
                          </a:solidFill>
                          <a:latin typeface="Arial"/>
                        </a:rPr>
                        <a:t>파수</a:t>
                      </a:r>
                      <a:endParaRPr lang="en-US" sz="1200" dirty="0"/>
                    </a:p>
                    <a:p>
                      <a:pPr algn="ctr" latinLnBrk="0">
                        <a:buNone/>
                      </a:pPr>
                      <a:r>
                        <a:rPr lang="ko-KR" altLang="en-US" sz="1100" b="1" dirty="0">
                          <a:solidFill>
                            <a:srgbClr val="144772"/>
                          </a:solidFill>
                          <a:latin typeface="Arial"/>
                        </a:rPr>
                        <a:t>(윤석)</a:t>
                      </a:r>
                      <a:endParaRPr lang="en-US" sz="1200" dirty="0"/>
                    </a:p>
                  </a:txBody>
                  <a:tcPr marL="72000" marR="72000" anchor="ctr">
                    <a:lnL w="9525">
                      <a:solidFill>
                        <a:srgbClr val="000000"/>
                      </a:solidFill>
                    </a:lnL>
                    <a:lnR w="9525">
                      <a:solidFill>
                        <a:srgbClr val="000000"/>
                      </a:solidFill>
                    </a:lnR>
                    <a:lnT w="9525">
                      <a:solidFill>
                        <a:srgbClr val="000000"/>
                      </a:solidFill>
                    </a:lnT>
                    <a:lnB w="9525">
                      <a:solidFill>
                        <a:srgbClr val="000000"/>
                      </a:solidFill>
                    </a:lnB>
                    <a:solidFill>
                      <a:srgbClr val="DDECF2"/>
                    </a:solidFill>
                  </a:tcPr>
                </a:tc>
                <a:tc>
                  <a:txBody>
                    <a:bodyPr/>
                    <a:lstStyle/>
                    <a:p>
                      <a:pPr algn="ctr" latinLnBrk="0">
                        <a:buNone/>
                      </a:pPr>
                      <a:r>
                        <a:rPr lang="ko-KR" altLang="en-US" sz="1100" b="1" dirty="0">
                          <a:solidFill>
                            <a:srgbClr val="144772"/>
                          </a:solidFill>
                          <a:latin typeface="Arial"/>
                        </a:rPr>
                        <a:t>컴트루</a:t>
                      </a:r>
                      <a:endParaRPr lang="en-US" sz="1200" dirty="0"/>
                    </a:p>
                    <a:p>
                      <a:pPr algn="ctr" latinLnBrk="0">
                        <a:buNone/>
                      </a:pPr>
                      <a:r>
                        <a:rPr lang="ko-KR" altLang="en-US" sz="1100" b="1" dirty="0">
                          <a:solidFill>
                            <a:srgbClr val="144772"/>
                          </a:solidFill>
                          <a:latin typeface="Arial"/>
                        </a:rPr>
                        <a:t>(</a:t>
                      </a:r>
                      <a:r>
                        <a:rPr lang="ko-KR" altLang="en-US" sz="1100" b="1" dirty="0" err="1">
                          <a:solidFill>
                            <a:srgbClr val="144772"/>
                          </a:solidFill>
                          <a:latin typeface="Arial"/>
                        </a:rPr>
                        <a:t>알타</a:t>
                      </a:r>
                      <a:r>
                        <a:rPr lang="ko-KR" altLang="en-US" sz="1100" b="1" dirty="0">
                          <a:solidFill>
                            <a:srgbClr val="144772"/>
                          </a:solidFill>
                          <a:latin typeface="Arial"/>
                        </a:rPr>
                        <a:t>)</a:t>
                      </a:r>
                      <a:endParaRPr lang="en-US" sz="1200" dirty="0"/>
                    </a:p>
                  </a:txBody>
                  <a:tcPr marL="72000" marR="72000" anchor="ctr">
                    <a:lnL w="9525">
                      <a:solidFill>
                        <a:srgbClr val="000000"/>
                      </a:solidFill>
                    </a:lnL>
                    <a:lnR w="9525">
                      <a:solidFill>
                        <a:srgbClr val="000000"/>
                      </a:solidFill>
                    </a:lnR>
                    <a:lnT w="9525">
                      <a:solidFill>
                        <a:srgbClr val="000000"/>
                      </a:solidFill>
                    </a:lnT>
                    <a:lnB w="9525">
                      <a:solidFill>
                        <a:srgbClr val="000000"/>
                      </a:solidFill>
                    </a:lnB>
                    <a:solidFill>
                      <a:srgbClr val="DDECF2"/>
                    </a:solidFill>
                  </a:tcPr>
                </a:tc>
                <a:tc>
                  <a:txBody>
                    <a:bodyPr/>
                    <a:lstStyle/>
                    <a:p>
                      <a:pPr algn="ctr" latinLnBrk="0">
                        <a:buNone/>
                      </a:pPr>
                      <a:r>
                        <a:rPr lang="ko-KR" altLang="en-US" sz="1100" b="1" dirty="0">
                          <a:solidFill>
                            <a:srgbClr val="144772"/>
                          </a:solidFill>
                          <a:latin typeface="Arial"/>
                        </a:rPr>
                        <a:t>마크애니</a:t>
                      </a:r>
                      <a:endParaRPr lang="en-US" sz="1200" dirty="0"/>
                    </a:p>
                    <a:p>
                      <a:pPr algn="ctr" latinLnBrk="0">
                        <a:buNone/>
                      </a:pPr>
                      <a:r>
                        <a:rPr lang="ko-KR" altLang="en-US" sz="1100" b="1" dirty="0">
                          <a:solidFill>
                            <a:srgbClr val="144772"/>
                          </a:solidFill>
                          <a:latin typeface="Arial"/>
                        </a:rPr>
                        <a:t>(</a:t>
                      </a:r>
                      <a:r>
                        <a:rPr lang="ko-KR" altLang="en-US" sz="1100" b="1" dirty="0" err="1">
                          <a:solidFill>
                            <a:srgbClr val="144772"/>
                          </a:solidFill>
                          <a:latin typeface="Arial"/>
                        </a:rPr>
                        <a:t>알타</a:t>
                      </a:r>
                      <a:r>
                        <a:rPr lang="ko-KR" altLang="en-US" sz="1100" b="1" dirty="0">
                          <a:solidFill>
                            <a:srgbClr val="144772"/>
                          </a:solidFill>
                          <a:latin typeface="Arial"/>
                        </a:rPr>
                        <a:t>)</a:t>
                      </a:r>
                      <a:endParaRPr lang="en-US" sz="1200" dirty="0"/>
                    </a:p>
                  </a:txBody>
                  <a:tcPr marL="72000" marR="72000" anchor="ctr">
                    <a:lnL w="9525">
                      <a:solidFill>
                        <a:srgbClr val="000000"/>
                      </a:solidFill>
                    </a:lnL>
                    <a:lnR w="9525">
                      <a:solidFill>
                        <a:srgbClr val="000000"/>
                      </a:solidFill>
                    </a:lnR>
                    <a:lnT w="9525">
                      <a:solidFill>
                        <a:srgbClr val="000000"/>
                      </a:solidFill>
                    </a:lnT>
                    <a:lnB w="9525">
                      <a:solidFill>
                        <a:srgbClr val="000000"/>
                      </a:solidFill>
                    </a:lnB>
                    <a:solidFill>
                      <a:srgbClr val="DDECF2"/>
                    </a:solidFill>
                  </a:tcPr>
                </a:tc>
                <a:tc>
                  <a:txBody>
                    <a:bodyPr/>
                    <a:lstStyle/>
                    <a:p>
                      <a:pPr algn="ctr" latinLnBrk="0">
                        <a:buNone/>
                      </a:pPr>
                      <a:r>
                        <a:rPr lang="ko-KR" altLang="en-US" sz="1100" b="1" dirty="0">
                          <a:solidFill>
                            <a:srgbClr val="144772"/>
                          </a:solidFill>
                          <a:latin typeface="Arial"/>
                        </a:rPr>
                        <a:t>지란지교데이터</a:t>
                      </a:r>
                      <a:endParaRPr lang="en-US" sz="1200" dirty="0"/>
                    </a:p>
                    <a:p>
                      <a:pPr algn="ctr" latinLnBrk="0">
                        <a:buNone/>
                      </a:pPr>
                      <a:r>
                        <a:rPr lang="ko-KR" altLang="en-US" sz="1100" b="1" dirty="0">
                          <a:solidFill>
                            <a:srgbClr val="144772"/>
                          </a:solidFill>
                          <a:latin typeface="Arial"/>
                        </a:rPr>
                        <a:t>(</a:t>
                      </a:r>
                      <a:r>
                        <a:rPr lang="en-US" altLang="ko-KR" sz="1100" b="1" dirty="0">
                          <a:solidFill>
                            <a:srgbClr val="144772"/>
                          </a:solidFill>
                          <a:latin typeface="Arial"/>
                        </a:rPr>
                        <a:t>Sercan</a:t>
                      </a:r>
                      <a:r>
                        <a:rPr lang="ko-KR" altLang="en-US" sz="1100" b="1" dirty="0">
                          <a:solidFill>
                            <a:srgbClr val="144772"/>
                          </a:solidFill>
                          <a:latin typeface="Arial"/>
                        </a:rPr>
                        <a:t>)</a:t>
                      </a:r>
                      <a:endParaRPr lang="en-US" sz="1200" dirty="0"/>
                    </a:p>
                  </a:txBody>
                  <a:tcPr marL="72000" marR="72000" anchor="ctr">
                    <a:lnL w="9525">
                      <a:solidFill>
                        <a:srgbClr val="000000"/>
                      </a:solidFill>
                    </a:lnL>
                    <a:lnR w="9525">
                      <a:solidFill>
                        <a:srgbClr val="000000"/>
                      </a:solidFill>
                    </a:lnR>
                    <a:lnT w="9525">
                      <a:solidFill>
                        <a:srgbClr val="000000"/>
                      </a:solidFill>
                    </a:lnT>
                    <a:lnB w="9525">
                      <a:solidFill>
                        <a:srgbClr val="000000"/>
                      </a:solidFill>
                    </a:lnB>
                    <a:solidFill>
                      <a:srgbClr val="DDECF2"/>
                    </a:solidFill>
                  </a:tcPr>
                </a:tc>
                <a:tc>
                  <a:txBody>
                    <a:bodyPr/>
                    <a:lstStyle/>
                    <a:p>
                      <a:pPr algn="ctr" latinLnBrk="0">
                        <a:buNone/>
                      </a:pPr>
                      <a:r>
                        <a:rPr lang="ko-KR" altLang="en-US" sz="1100" b="1" dirty="0">
                          <a:solidFill>
                            <a:srgbClr val="144772"/>
                          </a:solidFill>
                          <a:latin typeface="Arial"/>
                        </a:rPr>
                        <a:t>세이퍼존</a:t>
                      </a:r>
                      <a:endParaRPr lang="en-US" sz="1200" dirty="0"/>
                    </a:p>
                    <a:p>
                      <a:pPr algn="ctr" latinLnBrk="0">
                        <a:buNone/>
                      </a:pPr>
                      <a:r>
                        <a:rPr lang="ko-KR" altLang="en-US" sz="1100" b="1" dirty="0">
                          <a:solidFill>
                            <a:srgbClr val="144772"/>
                          </a:solidFill>
                          <a:latin typeface="Arial"/>
                        </a:rPr>
                        <a:t>(</a:t>
                      </a:r>
                      <a:r>
                        <a:rPr lang="en-US" altLang="ko-KR" sz="1100" b="1" dirty="0">
                          <a:solidFill>
                            <a:srgbClr val="144772"/>
                          </a:solidFill>
                          <a:latin typeface="Arial"/>
                        </a:rPr>
                        <a:t>Sercan</a:t>
                      </a:r>
                      <a:r>
                        <a:rPr lang="ko-KR" altLang="en-US" sz="1100" b="1" dirty="0">
                          <a:solidFill>
                            <a:srgbClr val="144772"/>
                          </a:solidFill>
                          <a:latin typeface="Arial"/>
                        </a:rPr>
                        <a:t>)</a:t>
                      </a:r>
                      <a:endParaRPr lang="en-US" sz="1200" dirty="0"/>
                    </a:p>
                  </a:txBody>
                  <a:tcPr marL="72000" marR="72000" anchor="ctr">
                    <a:lnL w="9525">
                      <a:solidFill>
                        <a:srgbClr val="000000"/>
                      </a:solidFill>
                    </a:lnL>
                    <a:lnR w="9525">
                      <a:solidFill>
                        <a:srgbClr val="000000"/>
                      </a:solidFill>
                    </a:lnR>
                    <a:lnT w="9525">
                      <a:solidFill>
                        <a:srgbClr val="000000"/>
                      </a:solidFill>
                    </a:lnT>
                    <a:lnB w="9525">
                      <a:solidFill>
                        <a:srgbClr val="000000"/>
                      </a:solidFill>
                    </a:lnB>
                    <a:solidFill>
                      <a:srgbClr val="DDECF2"/>
                    </a:solidFill>
                  </a:tcPr>
                </a:tc>
                <a:extLst>
                  <a:ext uri="{0D108BD9-81ED-4DB2-BD59-A6C34878D82A}">
                    <a16:rowId xmlns:a16="http://schemas.microsoft.com/office/drawing/2014/main" val="10000"/>
                  </a:ext>
                </a:extLst>
              </a:tr>
              <a:tr h="342900">
                <a:tc>
                  <a:txBody>
                    <a:bodyPr/>
                    <a:lstStyle/>
                    <a:p>
                      <a:pPr algn="l" latinLnBrk="0">
                        <a:buNone/>
                      </a:pPr>
                      <a:r>
                        <a:rPr lang="ko-KR" altLang="en-US" sz="1400" b="1" dirty="0">
                          <a:solidFill>
                            <a:srgbClr val="000000"/>
                          </a:solidFill>
                          <a:latin typeface="Arial"/>
                        </a:rPr>
                        <a:t>D1 Channel coverage</a:t>
                      </a:r>
                      <a:endParaRPr lang="en-US" sz="1400" dirty="0"/>
                    </a:p>
                  </a:txBody>
                  <a:tcPr marL="72000" marR="72000" anchor="ctr">
                    <a:lnL w="9525">
                      <a:solidFill>
                        <a:srgbClr val="000000"/>
                      </a:solidFill>
                    </a:lnL>
                    <a:lnR w="9525">
                      <a:solidFill>
                        <a:srgbClr val="000000"/>
                      </a:solidFill>
                    </a:lnR>
                    <a:lnT w="9525">
                      <a:solidFill>
                        <a:srgbClr val="000000"/>
                      </a:solidFill>
                    </a:lnT>
                    <a:lnB w="9525">
                      <a:solidFill>
                        <a:srgbClr val="000000"/>
                      </a:solidFill>
                    </a:lnB>
                    <a:noFill/>
                  </a:tcPr>
                </a:tc>
                <a:tc>
                  <a:txBody>
                    <a:bodyPr/>
                    <a:lstStyle/>
                    <a:p>
                      <a:pPr algn="ctr" latinLnBrk="0">
                        <a:buNone/>
                      </a:pPr>
                      <a:r>
                        <a:rPr lang="ko-KR" altLang="en-US" sz="1400" b="0" dirty="0">
                          <a:solidFill>
                            <a:srgbClr val="000000"/>
                          </a:solidFill>
                          <a:latin typeface="Arial"/>
                        </a:rPr>
                        <a:t>12%</a:t>
                      </a:r>
                      <a:endParaRPr lang="en-US" sz="1400" dirty="0"/>
                    </a:p>
                  </a:txBody>
                  <a:tcPr marL="72000" marR="72000" anchor="ctr">
                    <a:lnL w="9525">
                      <a:solidFill>
                        <a:srgbClr val="000000"/>
                      </a:solidFill>
                    </a:lnL>
                    <a:lnR w="9525">
                      <a:solidFill>
                        <a:srgbClr val="000000"/>
                      </a:solidFill>
                    </a:lnR>
                    <a:lnT w="9525">
                      <a:solidFill>
                        <a:srgbClr val="000000"/>
                      </a:solidFill>
                    </a:lnT>
                    <a:lnB w="9525">
                      <a:solidFill>
                        <a:srgbClr val="000000"/>
                      </a:solidFill>
                    </a:lnB>
                    <a:noFill/>
                  </a:tcPr>
                </a:tc>
                <a:tc>
                  <a:txBody>
                    <a:bodyPr/>
                    <a:lstStyle/>
                    <a:p>
                      <a:pPr algn="ctr" latinLnBrk="0">
                        <a:buNone/>
                      </a:pPr>
                      <a:r>
                        <a:rPr lang="ko-KR" altLang="en-US" sz="1400" b="0" dirty="0">
                          <a:solidFill>
                            <a:srgbClr val="000000"/>
                          </a:solidFill>
                          <a:latin typeface="Arial"/>
                        </a:rPr>
                        <a:t>69%</a:t>
                      </a:r>
                      <a:endParaRPr lang="en-US" sz="1400" dirty="0"/>
                    </a:p>
                  </a:txBody>
                  <a:tcPr marL="72000" marR="72000" anchor="ctr">
                    <a:lnL w="9525">
                      <a:solidFill>
                        <a:srgbClr val="000000"/>
                      </a:solidFill>
                    </a:lnL>
                    <a:lnR w="9525">
                      <a:solidFill>
                        <a:srgbClr val="000000"/>
                      </a:solidFill>
                    </a:lnR>
                    <a:lnT w="9525">
                      <a:solidFill>
                        <a:srgbClr val="000000"/>
                      </a:solidFill>
                    </a:lnT>
                    <a:lnB w="9525">
                      <a:solidFill>
                        <a:srgbClr val="000000"/>
                      </a:solidFill>
                    </a:lnB>
                    <a:noFill/>
                  </a:tcPr>
                </a:tc>
                <a:tc>
                  <a:txBody>
                    <a:bodyPr/>
                    <a:lstStyle/>
                    <a:p>
                      <a:pPr algn="ctr" latinLnBrk="0">
                        <a:buNone/>
                      </a:pPr>
                      <a:r>
                        <a:rPr lang="ko-KR" altLang="en-US" sz="1400" b="0" dirty="0">
                          <a:solidFill>
                            <a:srgbClr val="000000"/>
                          </a:solidFill>
                          <a:latin typeface="Arial"/>
                        </a:rPr>
                        <a:t>54%</a:t>
                      </a:r>
                      <a:endParaRPr lang="en-US" sz="1400" dirty="0"/>
                    </a:p>
                  </a:txBody>
                  <a:tcPr marL="72000" marR="72000" anchor="ctr">
                    <a:lnL w="9525">
                      <a:solidFill>
                        <a:srgbClr val="000000"/>
                      </a:solidFill>
                    </a:lnL>
                    <a:lnR w="9525">
                      <a:solidFill>
                        <a:srgbClr val="000000"/>
                      </a:solidFill>
                    </a:lnR>
                    <a:lnT w="9525">
                      <a:solidFill>
                        <a:srgbClr val="000000"/>
                      </a:solidFill>
                    </a:lnT>
                    <a:lnB w="9525">
                      <a:solidFill>
                        <a:srgbClr val="000000"/>
                      </a:solidFill>
                    </a:lnB>
                    <a:noFill/>
                  </a:tcPr>
                </a:tc>
                <a:tc>
                  <a:txBody>
                    <a:bodyPr/>
                    <a:lstStyle/>
                    <a:p>
                      <a:pPr algn="ctr" latinLnBrk="0">
                        <a:buNone/>
                      </a:pPr>
                      <a:r>
                        <a:rPr lang="ko-KR" altLang="en-US" sz="1400" b="0" dirty="0">
                          <a:solidFill>
                            <a:srgbClr val="000000"/>
                          </a:solidFill>
                          <a:latin typeface="Arial"/>
                        </a:rPr>
                        <a:t>58%</a:t>
                      </a:r>
                      <a:endParaRPr lang="en-US" sz="1400" dirty="0"/>
                    </a:p>
                  </a:txBody>
                  <a:tcPr marL="72000" marR="72000" anchor="ctr">
                    <a:lnL w="9525">
                      <a:solidFill>
                        <a:srgbClr val="000000"/>
                      </a:solidFill>
                    </a:lnL>
                    <a:lnR w="9525">
                      <a:solidFill>
                        <a:srgbClr val="000000"/>
                      </a:solidFill>
                    </a:lnR>
                    <a:lnT w="9525">
                      <a:solidFill>
                        <a:srgbClr val="000000"/>
                      </a:solidFill>
                    </a:lnT>
                    <a:lnB w="9525">
                      <a:solidFill>
                        <a:srgbClr val="000000"/>
                      </a:solidFill>
                    </a:lnB>
                    <a:noFill/>
                  </a:tcPr>
                </a:tc>
                <a:tc>
                  <a:txBody>
                    <a:bodyPr/>
                    <a:lstStyle/>
                    <a:p>
                      <a:pPr algn="ctr" latinLnBrk="0">
                        <a:buNone/>
                      </a:pPr>
                      <a:r>
                        <a:rPr lang="ko-KR" altLang="en-US" sz="1400" b="0" dirty="0">
                          <a:solidFill>
                            <a:srgbClr val="000000"/>
                          </a:solidFill>
                          <a:latin typeface="Arial"/>
                        </a:rPr>
                        <a:t>62%</a:t>
                      </a:r>
                      <a:endParaRPr lang="en-US" sz="1400" dirty="0"/>
                    </a:p>
                  </a:txBody>
                  <a:tcPr marL="72000" marR="72000" anchor="ctr">
                    <a:lnL w="9525">
                      <a:solidFill>
                        <a:srgbClr val="000000"/>
                      </a:solidFill>
                    </a:lnL>
                    <a:lnR w="9525">
                      <a:solidFill>
                        <a:srgbClr val="000000"/>
                      </a:solidFill>
                    </a:lnR>
                    <a:lnT w="9525">
                      <a:solidFill>
                        <a:srgbClr val="000000"/>
                      </a:solidFill>
                    </a:lnT>
                    <a:lnB w="9525">
                      <a:solidFill>
                        <a:srgbClr val="000000"/>
                      </a:solidFill>
                    </a:lnB>
                    <a:noFill/>
                  </a:tcPr>
                </a:tc>
                <a:tc>
                  <a:txBody>
                    <a:bodyPr/>
                    <a:lstStyle/>
                    <a:p>
                      <a:pPr algn="ctr" latinLnBrk="0">
                        <a:buNone/>
                      </a:pPr>
                      <a:r>
                        <a:rPr lang="ko-KR" altLang="en-US" sz="1400" b="1" dirty="0">
                          <a:solidFill>
                            <a:srgbClr val="144772"/>
                          </a:solidFill>
                          <a:latin typeface="Arial"/>
                        </a:rPr>
                        <a:t>73%</a:t>
                      </a:r>
                      <a:endParaRPr lang="en-US" sz="1400" dirty="0"/>
                    </a:p>
                  </a:txBody>
                  <a:tcPr marL="72000" marR="72000" anchor="ctr">
                    <a:lnL w="9525">
                      <a:solidFill>
                        <a:srgbClr val="000000"/>
                      </a:solidFill>
                    </a:lnL>
                    <a:lnR w="9525">
                      <a:solidFill>
                        <a:srgbClr val="000000"/>
                      </a:solidFill>
                    </a:lnR>
                    <a:lnT w="9525">
                      <a:solidFill>
                        <a:srgbClr val="000000"/>
                      </a:solidFill>
                    </a:lnT>
                    <a:lnB w="9525">
                      <a:solidFill>
                        <a:srgbClr val="000000"/>
                      </a:solidFill>
                    </a:lnB>
                    <a:solidFill>
                      <a:srgbClr val="BDD7EE"/>
                    </a:solidFill>
                  </a:tcPr>
                </a:tc>
                <a:tc>
                  <a:txBody>
                    <a:bodyPr/>
                    <a:lstStyle/>
                    <a:p>
                      <a:pPr algn="ctr" latinLnBrk="0">
                        <a:buNone/>
                      </a:pPr>
                      <a:r>
                        <a:rPr lang="ko-KR" altLang="en-US" sz="1400" b="0" dirty="0">
                          <a:solidFill>
                            <a:srgbClr val="000000"/>
                          </a:solidFill>
                          <a:latin typeface="Arial"/>
                        </a:rPr>
                        <a:t>54%</a:t>
                      </a:r>
                      <a:endParaRPr lang="en-US" sz="1400" dirty="0"/>
                    </a:p>
                  </a:txBody>
                  <a:tcPr marL="72000" marR="72000" anchor="ctr">
                    <a:lnL w="9525">
                      <a:solidFill>
                        <a:srgbClr val="000000"/>
                      </a:solidFill>
                    </a:lnL>
                    <a:lnR w="9525">
                      <a:solidFill>
                        <a:srgbClr val="000000"/>
                      </a:solidFill>
                    </a:lnR>
                    <a:lnT w="9525">
                      <a:solidFill>
                        <a:srgbClr val="000000"/>
                      </a:solidFill>
                    </a:lnT>
                    <a:lnB w="9525">
                      <a:solidFill>
                        <a:srgbClr val="000000"/>
                      </a:solidFill>
                    </a:lnB>
                    <a:noFill/>
                  </a:tcPr>
                </a:tc>
                <a:extLst>
                  <a:ext uri="{0D108BD9-81ED-4DB2-BD59-A6C34878D82A}">
                    <a16:rowId xmlns:a16="http://schemas.microsoft.com/office/drawing/2014/main" val="10001"/>
                  </a:ext>
                </a:extLst>
              </a:tr>
              <a:tr h="342900">
                <a:tc>
                  <a:txBody>
                    <a:bodyPr/>
                    <a:lstStyle/>
                    <a:p>
                      <a:pPr algn="l" latinLnBrk="0">
                        <a:buNone/>
                      </a:pPr>
                      <a:r>
                        <a:rPr lang="ko-KR" altLang="en-US" sz="1400" b="1" dirty="0">
                          <a:solidFill>
                            <a:srgbClr val="000000"/>
                          </a:solidFill>
                          <a:latin typeface="Arial"/>
                        </a:rPr>
                        <a:t>D2 Detection technique</a:t>
                      </a:r>
                      <a:endParaRPr lang="en-US" sz="1400" dirty="0"/>
                    </a:p>
                  </a:txBody>
                  <a:tcPr marL="72000" marR="72000" anchor="ctr">
                    <a:lnL w="9525">
                      <a:solidFill>
                        <a:srgbClr val="000000"/>
                      </a:solidFill>
                    </a:lnL>
                    <a:lnR w="9525">
                      <a:solidFill>
                        <a:srgbClr val="000000"/>
                      </a:solidFill>
                    </a:lnR>
                    <a:lnT w="9525">
                      <a:solidFill>
                        <a:srgbClr val="000000"/>
                      </a:solidFill>
                    </a:lnT>
                    <a:lnB w="9525">
                      <a:solidFill>
                        <a:srgbClr val="000000"/>
                      </a:solidFill>
                    </a:lnB>
                    <a:noFill/>
                  </a:tcPr>
                </a:tc>
                <a:tc>
                  <a:txBody>
                    <a:bodyPr/>
                    <a:lstStyle/>
                    <a:p>
                      <a:pPr algn="ctr" latinLnBrk="0">
                        <a:buNone/>
                      </a:pPr>
                      <a:r>
                        <a:rPr lang="ko-KR" altLang="en-US" sz="1400" b="0" dirty="0">
                          <a:solidFill>
                            <a:srgbClr val="000000"/>
                          </a:solidFill>
                          <a:latin typeface="Arial"/>
                        </a:rPr>
                        <a:t>42%</a:t>
                      </a:r>
                      <a:endParaRPr lang="en-US" sz="1400" dirty="0"/>
                    </a:p>
                  </a:txBody>
                  <a:tcPr marL="72000" marR="72000" anchor="ctr">
                    <a:lnL w="9525">
                      <a:solidFill>
                        <a:srgbClr val="000000"/>
                      </a:solidFill>
                    </a:lnL>
                    <a:lnR w="9525">
                      <a:solidFill>
                        <a:srgbClr val="000000"/>
                      </a:solidFill>
                    </a:lnR>
                    <a:lnT w="9525">
                      <a:solidFill>
                        <a:srgbClr val="000000"/>
                      </a:solidFill>
                    </a:lnT>
                    <a:lnB w="9525">
                      <a:solidFill>
                        <a:srgbClr val="000000"/>
                      </a:solidFill>
                    </a:lnB>
                    <a:noFill/>
                  </a:tcPr>
                </a:tc>
                <a:tc>
                  <a:txBody>
                    <a:bodyPr/>
                    <a:lstStyle/>
                    <a:p>
                      <a:pPr algn="ctr" latinLnBrk="0">
                        <a:buNone/>
                      </a:pPr>
                      <a:r>
                        <a:rPr lang="ko-KR" altLang="en-US" sz="1400" b="0" dirty="0">
                          <a:solidFill>
                            <a:srgbClr val="000000"/>
                          </a:solidFill>
                          <a:latin typeface="Arial"/>
                        </a:rPr>
                        <a:t>42%</a:t>
                      </a:r>
                      <a:endParaRPr lang="en-US" sz="1400" dirty="0"/>
                    </a:p>
                  </a:txBody>
                  <a:tcPr marL="72000" marR="72000" anchor="ctr">
                    <a:lnL w="9525">
                      <a:solidFill>
                        <a:srgbClr val="000000"/>
                      </a:solidFill>
                    </a:lnL>
                    <a:lnR w="9525">
                      <a:solidFill>
                        <a:srgbClr val="000000"/>
                      </a:solidFill>
                    </a:lnR>
                    <a:lnT w="9525">
                      <a:solidFill>
                        <a:srgbClr val="000000"/>
                      </a:solidFill>
                    </a:lnT>
                    <a:lnB w="9525">
                      <a:solidFill>
                        <a:srgbClr val="000000"/>
                      </a:solidFill>
                    </a:lnB>
                    <a:noFill/>
                  </a:tcPr>
                </a:tc>
                <a:tc>
                  <a:txBody>
                    <a:bodyPr/>
                    <a:lstStyle/>
                    <a:p>
                      <a:pPr algn="ctr" latinLnBrk="0">
                        <a:buNone/>
                      </a:pPr>
                      <a:r>
                        <a:rPr lang="ko-KR" altLang="en-US" sz="1400" b="0" dirty="0">
                          <a:solidFill>
                            <a:srgbClr val="000000"/>
                          </a:solidFill>
                          <a:latin typeface="Arial"/>
                        </a:rPr>
                        <a:t>42%</a:t>
                      </a:r>
                      <a:endParaRPr lang="en-US" sz="1400" dirty="0"/>
                    </a:p>
                  </a:txBody>
                  <a:tcPr marL="72000" marR="72000" anchor="ctr">
                    <a:lnL w="9525">
                      <a:solidFill>
                        <a:srgbClr val="000000"/>
                      </a:solidFill>
                    </a:lnL>
                    <a:lnR w="9525">
                      <a:solidFill>
                        <a:srgbClr val="000000"/>
                      </a:solidFill>
                    </a:lnR>
                    <a:lnT w="9525">
                      <a:solidFill>
                        <a:srgbClr val="000000"/>
                      </a:solidFill>
                    </a:lnT>
                    <a:lnB w="9525">
                      <a:solidFill>
                        <a:srgbClr val="000000"/>
                      </a:solidFill>
                    </a:lnB>
                    <a:noFill/>
                  </a:tcPr>
                </a:tc>
                <a:tc>
                  <a:txBody>
                    <a:bodyPr/>
                    <a:lstStyle/>
                    <a:p>
                      <a:pPr algn="ctr" latinLnBrk="0">
                        <a:buNone/>
                      </a:pPr>
                      <a:r>
                        <a:rPr lang="ko-KR" altLang="en-US" sz="1400" b="1" dirty="0">
                          <a:solidFill>
                            <a:srgbClr val="144772"/>
                          </a:solidFill>
                          <a:latin typeface="Arial"/>
                        </a:rPr>
                        <a:t>58%</a:t>
                      </a:r>
                      <a:endParaRPr lang="en-US" sz="1400" dirty="0"/>
                    </a:p>
                  </a:txBody>
                  <a:tcPr marL="72000" marR="72000" anchor="ctr">
                    <a:lnL w="9525">
                      <a:solidFill>
                        <a:srgbClr val="000000"/>
                      </a:solidFill>
                    </a:lnL>
                    <a:lnR w="9525">
                      <a:solidFill>
                        <a:srgbClr val="000000"/>
                      </a:solidFill>
                    </a:lnR>
                    <a:lnT w="9525">
                      <a:solidFill>
                        <a:srgbClr val="000000"/>
                      </a:solidFill>
                    </a:lnT>
                    <a:lnB w="9525">
                      <a:solidFill>
                        <a:srgbClr val="000000"/>
                      </a:solidFill>
                    </a:lnB>
                    <a:solidFill>
                      <a:srgbClr val="BDD7EE"/>
                    </a:solidFill>
                  </a:tcPr>
                </a:tc>
                <a:tc>
                  <a:txBody>
                    <a:bodyPr/>
                    <a:lstStyle/>
                    <a:p>
                      <a:pPr algn="ctr" latinLnBrk="0">
                        <a:buNone/>
                      </a:pPr>
                      <a:r>
                        <a:rPr lang="ko-KR" altLang="en-US" sz="1400" b="0" dirty="0">
                          <a:solidFill>
                            <a:srgbClr val="000000"/>
                          </a:solidFill>
                          <a:latin typeface="Arial"/>
                        </a:rPr>
                        <a:t>25%</a:t>
                      </a:r>
                      <a:endParaRPr lang="en-US" sz="1400" dirty="0"/>
                    </a:p>
                  </a:txBody>
                  <a:tcPr marL="72000" marR="72000" anchor="ctr">
                    <a:lnL w="9525">
                      <a:solidFill>
                        <a:srgbClr val="000000"/>
                      </a:solidFill>
                    </a:lnL>
                    <a:lnR w="9525">
                      <a:solidFill>
                        <a:srgbClr val="000000"/>
                      </a:solidFill>
                    </a:lnR>
                    <a:lnT w="9525">
                      <a:solidFill>
                        <a:srgbClr val="000000"/>
                      </a:solidFill>
                    </a:lnT>
                    <a:lnB w="9525">
                      <a:solidFill>
                        <a:srgbClr val="000000"/>
                      </a:solidFill>
                    </a:lnB>
                    <a:noFill/>
                  </a:tcPr>
                </a:tc>
                <a:tc>
                  <a:txBody>
                    <a:bodyPr/>
                    <a:lstStyle/>
                    <a:p>
                      <a:pPr algn="ctr" latinLnBrk="0">
                        <a:buNone/>
                      </a:pPr>
                      <a:r>
                        <a:rPr lang="ko-KR" altLang="en-US" sz="1400" b="0" dirty="0">
                          <a:solidFill>
                            <a:srgbClr val="000000"/>
                          </a:solidFill>
                          <a:latin typeface="Arial"/>
                        </a:rPr>
                        <a:t>54%</a:t>
                      </a:r>
                      <a:endParaRPr lang="en-US" sz="1400" dirty="0"/>
                    </a:p>
                  </a:txBody>
                  <a:tcPr marL="72000" marR="72000" anchor="ctr">
                    <a:lnL w="9525">
                      <a:solidFill>
                        <a:srgbClr val="000000"/>
                      </a:solidFill>
                    </a:lnL>
                    <a:lnR w="9525">
                      <a:solidFill>
                        <a:srgbClr val="000000"/>
                      </a:solidFill>
                    </a:lnR>
                    <a:lnT w="9525">
                      <a:solidFill>
                        <a:srgbClr val="000000"/>
                      </a:solidFill>
                    </a:lnT>
                    <a:lnB w="9525">
                      <a:solidFill>
                        <a:srgbClr val="000000"/>
                      </a:solidFill>
                    </a:lnB>
                    <a:noFill/>
                  </a:tcPr>
                </a:tc>
                <a:tc>
                  <a:txBody>
                    <a:bodyPr/>
                    <a:lstStyle/>
                    <a:p>
                      <a:pPr algn="ctr" latinLnBrk="0">
                        <a:buNone/>
                      </a:pPr>
                      <a:r>
                        <a:rPr lang="ko-KR" altLang="en-US" sz="1400" b="0" dirty="0">
                          <a:solidFill>
                            <a:srgbClr val="000000"/>
                          </a:solidFill>
                          <a:latin typeface="Arial"/>
                        </a:rPr>
                        <a:t>13%</a:t>
                      </a:r>
                      <a:endParaRPr lang="en-US" sz="1400" dirty="0"/>
                    </a:p>
                  </a:txBody>
                  <a:tcPr marL="72000" marR="72000" anchor="ctr">
                    <a:lnL w="9525">
                      <a:solidFill>
                        <a:srgbClr val="000000"/>
                      </a:solidFill>
                    </a:lnL>
                    <a:lnR w="9525">
                      <a:solidFill>
                        <a:srgbClr val="000000"/>
                      </a:solidFill>
                    </a:lnR>
                    <a:lnT w="9525">
                      <a:solidFill>
                        <a:srgbClr val="000000"/>
                      </a:solidFill>
                    </a:lnT>
                    <a:lnB w="9525">
                      <a:solidFill>
                        <a:srgbClr val="000000"/>
                      </a:solidFill>
                    </a:lnB>
                    <a:noFill/>
                  </a:tcPr>
                </a:tc>
                <a:extLst>
                  <a:ext uri="{0D108BD9-81ED-4DB2-BD59-A6C34878D82A}">
                    <a16:rowId xmlns:a16="http://schemas.microsoft.com/office/drawing/2014/main" val="10002"/>
                  </a:ext>
                </a:extLst>
              </a:tr>
              <a:tr h="342900">
                <a:tc>
                  <a:txBody>
                    <a:bodyPr/>
                    <a:lstStyle/>
                    <a:p>
                      <a:pPr algn="l" latinLnBrk="0">
                        <a:buNone/>
                      </a:pPr>
                      <a:r>
                        <a:rPr lang="ko-KR" altLang="en-US" sz="1400" b="1" dirty="0">
                          <a:solidFill>
                            <a:srgbClr val="000000"/>
                          </a:solidFill>
                          <a:latin typeface="Arial"/>
                        </a:rPr>
                        <a:t>D3 Enforcement</a:t>
                      </a:r>
                      <a:endParaRPr lang="en-US" sz="1400" dirty="0"/>
                    </a:p>
                  </a:txBody>
                  <a:tcPr marL="72000" marR="72000" anchor="ctr">
                    <a:lnL w="9525">
                      <a:solidFill>
                        <a:srgbClr val="000000"/>
                      </a:solidFill>
                    </a:lnL>
                    <a:lnR w="9525">
                      <a:solidFill>
                        <a:srgbClr val="000000"/>
                      </a:solidFill>
                    </a:lnR>
                    <a:lnT w="9525">
                      <a:solidFill>
                        <a:srgbClr val="000000"/>
                      </a:solidFill>
                    </a:lnT>
                    <a:lnB w="9525">
                      <a:solidFill>
                        <a:srgbClr val="000000"/>
                      </a:solidFill>
                    </a:lnB>
                    <a:noFill/>
                  </a:tcPr>
                </a:tc>
                <a:tc>
                  <a:txBody>
                    <a:bodyPr/>
                    <a:lstStyle/>
                    <a:p>
                      <a:pPr algn="ctr" latinLnBrk="0">
                        <a:buNone/>
                      </a:pPr>
                      <a:r>
                        <a:rPr lang="ko-KR" altLang="en-US" sz="1400" b="0" dirty="0">
                          <a:solidFill>
                            <a:srgbClr val="000000"/>
                          </a:solidFill>
                          <a:latin typeface="Arial"/>
                        </a:rPr>
                        <a:t>33%</a:t>
                      </a:r>
                      <a:endParaRPr lang="en-US" sz="1400" dirty="0"/>
                    </a:p>
                  </a:txBody>
                  <a:tcPr marL="72000" marR="72000" anchor="ctr">
                    <a:lnL w="9525">
                      <a:solidFill>
                        <a:srgbClr val="000000"/>
                      </a:solidFill>
                    </a:lnL>
                    <a:lnR w="9525">
                      <a:solidFill>
                        <a:srgbClr val="000000"/>
                      </a:solidFill>
                    </a:lnR>
                    <a:lnT w="9525">
                      <a:solidFill>
                        <a:srgbClr val="000000"/>
                      </a:solidFill>
                    </a:lnT>
                    <a:lnB w="9525">
                      <a:solidFill>
                        <a:srgbClr val="000000"/>
                      </a:solidFill>
                    </a:lnB>
                    <a:noFill/>
                  </a:tcPr>
                </a:tc>
                <a:tc>
                  <a:txBody>
                    <a:bodyPr/>
                    <a:lstStyle/>
                    <a:p>
                      <a:pPr algn="ctr" latinLnBrk="0">
                        <a:buNone/>
                      </a:pPr>
                      <a:r>
                        <a:rPr lang="ko-KR" altLang="en-US" sz="1400" b="0" dirty="0">
                          <a:solidFill>
                            <a:srgbClr val="000000"/>
                          </a:solidFill>
                          <a:latin typeface="Arial"/>
                        </a:rPr>
                        <a:t>78%</a:t>
                      </a:r>
                      <a:endParaRPr lang="en-US" sz="1400" dirty="0"/>
                    </a:p>
                  </a:txBody>
                  <a:tcPr marL="72000" marR="72000" anchor="ctr">
                    <a:lnL w="9525">
                      <a:solidFill>
                        <a:srgbClr val="000000"/>
                      </a:solidFill>
                    </a:lnL>
                    <a:lnR w="9525">
                      <a:solidFill>
                        <a:srgbClr val="000000"/>
                      </a:solidFill>
                    </a:lnR>
                    <a:lnT w="9525">
                      <a:solidFill>
                        <a:srgbClr val="000000"/>
                      </a:solidFill>
                    </a:lnT>
                    <a:lnB w="9525">
                      <a:solidFill>
                        <a:srgbClr val="000000"/>
                      </a:solidFill>
                    </a:lnB>
                    <a:noFill/>
                  </a:tcPr>
                </a:tc>
                <a:tc>
                  <a:txBody>
                    <a:bodyPr/>
                    <a:lstStyle/>
                    <a:p>
                      <a:pPr algn="ctr" latinLnBrk="0">
                        <a:buNone/>
                      </a:pPr>
                      <a:r>
                        <a:rPr lang="ko-KR" altLang="en-US" sz="1400" b="0" dirty="0">
                          <a:solidFill>
                            <a:srgbClr val="000000"/>
                          </a:solidFill>
                          <a:latin typeface="Arial"/>
                        </a:rPr>
                        <a:t>83%</a:t>
                      </a:r>
                      <a:endParaRPr lang="en-US" sz="1400" dirty="0"/>
                    </a:p>
                  </a:txBody>
                  <a:tcPr marL="72000" marR="72000" anchor="ctr">
                    <a:lnL w="9525">
                      <a:solidFill>
                        <a:srgbClr val="000000"/>
                      </a:solidFill>
                    </a:lnL>
                    <a:lnR w="9525">
                      <a:solidFill>
                        <a:srgbClr val="000000"/>
                      </a:solidFill>
                    </a:lnR>
                    <a:lnT w="9525">
                      <a:solidFill>
                        <a:srgbClr val="000000"/>
                      </a:solidFill>
                    </a:lnT>
                    <a:lnB w="9525">
                      <a:solidFill>
                        <a:srgbClr val="000000"/>
                      </a:solidFill>
                    </a:lnB>
                    <a:noFill/>
                  </a:tcPr>
                </a:tc>
                <a:tc>
                  <a:txBody>
                    <a:bodyPr/>
                    <a:lstStyle/>
                    <a:p>
                      <a:pPr algn="ctr" latinLnBrk="0">
                        <a:buNone/>
                      </a:pPr>
                      <a:r>
                        <a:rPr lang="ko-KR" altLang="en-US" sz="1400" b="1" dirty="0">
                          <a:solidFill>
                            <a:srgbClr val="144772"/>
                          </a:solidFill>
                          <a:latin typeface="Arial"/>
                        </a:rPr>
                        <a:t>89%</a:t>
                      </a:r>
                      <a:endParaRPr lang="en-US" sz="1400" dirty="0"/>
                    </a:p>
                  </a:txBody>
                  <a:tcPr marL="72000" marR="72000" anchor="ctr">
                    <a:lnL w="9525">
                      <a:solidFill>
                        <a:srgbClr val="000000"/>
                      </a:solidFill>
                    </a:lnL>
                    <a:lnR w="9525">
                      <a:solidFill>
                        <a:srgbClr val="000000"/>
                      </a:solidFill>
                    </a:lnR>
                    <a:lnT w="9525">
                      <a:solidFill>
                        <a:srgbClr val="000000"/>
                      </a:solidFill>
                    </a:lnT>
                    <a:lnB w="9525">
                      <a:solidFill>
                        <a:srgbClr val="000000"/>
                      </a:solidFill>
                    </a:lnB>
                    <a:solidFill>
                      <a:srgbClr val="BDD7EE"/>
                    </a:solidFill>
                  </a:tcPr>
                </a:tc>
                <a:tc>
                  <a:txBody>
                    <a:bodyPr/>
                    <a:lstStyle/>
                    <a:p>
                      <a:pPr algn="ctr" latinLnBrk="0">
                        <a:buNone/>
                      </a:pPr>
                      <a:r>
                        <a:rPr lang="ko-KR" altLang="en-US" sz="1400" b="0" dirty="0">
                          <a:solidFill>
                            <a:srgbClr val="000000"/>
                          </a:solidFill>
                          <a:latin typeface="Arial"/>
                        </a:rPr>
                        <a:t>83%</a:t>
                      </a:r>
                      <a:endParaRPr lang="en-US" sz="1400" dirty="0"/>
                    </a:p>
                  </a:txBody>
                  <a:tcPr marL="72000" marR="72000" anchor="ctr">
                    <a:lnL w="9525">
                      <a:solidFill>
                        <a:srgbClr val="000000"/>
                      </a:solidFill>
                    </a:lnL>
                    <a:lnR w="9525">
                      <a:solidFill>
                        <a:srgbClr val="000000"/>
                      </a:solidFill>
                    </a:lnR>
                    <a:lnT w="9525">
                      <a:solidFill>
                        <a:srgbClr val="000000"/>
                      </a:solidFill>
                    </a:lnT>
                    <a:lnB w="9525">
                      <a:solidFill>
                        <a:srgbClr val="000000"/>
                      </a:solidFill>
                    </a:lnB>
                    <a:noFill/>
                  </a:tcPr>
                </a:tc>
                <a:tc>
                  <a:txBody>
                    <a:bodyPr/>
                    <a:lstStyle/>
                    <a:p>
                      <a:pPr algn="ctr" latinLnBrk="0">
                        <a:buNone/>
                      </a:pPr>
                      <a:r>
                        <a:rPr lang="ko-KR" altLang="en-US" sz="1400" b="0" dirty="0">
                          <a:solidFill>
                            <a:srgbClr val="000000"/>
                          </a:solidFill>
                          <a:latin typeface="Arial"/>
                        </a:rPr>
                        <a:t>83%</a:t>
                      </a:r>
                      <a:endParaRPr lang="en-US" sz="1400" dirty="0"/>
                    </a:p>
                  </a:txBody>
                  <a:tcPr marL="72000" marR="72000" anchor="ctr">
                    <a:lnL w="9525">
                      <a:solidFill>
                        <a:srgbClr val="000000"/>
                      </a:solidFill>
                    </a:lnL>
                    <a:lnR w="9525">
                      <a:solidFill>
                        <a:srgbClr val="000000"/>
                      </a:solidFill>
                    </a:lnR>
                    <a:lnT w="9525">
                      <a:solidFill>
                        <a:srgbClr val="000000"/>
                      </a:solidFill>
                    </a:lnT>
                    <a:lnB w="9525">
                      <a:solidFill>
                        <a:srgbClr val="000000"/>
                      </a:solidFill>
                    </a:lnB>
                    <a:noFill/>
                  </a:tcPr>
                </a:tc>
                <a:tc>
                  <a:txBody>
                    <a:bodyPr/>
                    <a:lstStyle/>
                    <a:p>
                      <a:pPr algn="ctr" latinLnBrk="0">
                        <a:buNone/>
                      </a:pPr>
                      <a:r>
                        <a:rPr lang="ko-KR" altLang="en-US" sz="1400" b="0" dirty="0">
                          <a:solidFill>
                            <a:srgbClr val="000000"/>
                          </a:solidFill>
                          <a:latin typeface="Arial"/>
                        </a:rPr>
                        <a:t>72%</a:t>
                      </a:r>
                      <a:endParaRPr lang="en-US" sz="1400" dirty="0"/>
                    </a:p>
                  </a:txBody>
                  <a:tcPr marL="72000" marR="72000" anchor="ctr">
                    <a:lnL w="9525">
                      <a:solidFill>
                        <a:srgbClr val="000000"/>
                      </a:solidFill>
                    </a:lnL>
                    <a:lnR w="9525">
                      <a:solidFill>
                        <a:srgbClr val="000000"/>
                      </a:solidFill>
                    </a:lnR>
                    <a:lnT w="9525">
                      <a:solidFill>
                        <a:srgbClr val="000000"/>
                      </a:solidFill>
                    </a:lnT>
                    <a:lnB w="9525">
                      <a:solidFill>
                        <a:srgbClr val="000000"/>
                      </a:solidFill>
                    </a:lnB>
                    <a:noFill/>
                  </a:tcPr>
                </a:tc>
                <a:extLst>
                  <a:ext uri="{0D108BD9-81ED-4DB2-BD59-A6C34878D82A}">
                    <a16:rowId xmlns:a16="http://schemas.microsoft.com/office/drawing/2014/main" val="10003"/>
                  </a:ext>
                </a:extLst>
              </a:tr>
              <a:tr h="342900">
                <a:tc>
                  <a:txBody>
                    <a:bodyPr/>
                    <a:lstStyle/>
                    <a:p>
                      <a:pPr algn="l" latinLnBrk="0">
                        <a:buNone/>
                      </a:pPr>
                      <a:r>
                        <a:rPr lang="ko-KR" altLang="en-US" sz="1400" b="1" dirty="0">
                          <a:solidFill>
                            <a:srgbClr val="000000"/>
                          </a:solidFill>
                          <a:latin typeface="Arial"/>
                        </a:rPr>
                        <a:t>D4 AI-specific</a:t>
                      </a:r>
                      <a:endParaRPr lang="en-US" sz="1400" dirty="0"/>
                    </a:p>
                  </a:txBody>
                  <a:tcPr marL="72000" marR="72000" anchor="ctr">
                    <a:lnL w="9525">
                      <a:solidFill>
                        <a:srgbClr val="000000"/>
                      </a:solidFill>
                    </a:lnL>
                    <a:lnR w="9525">
                      <a:solidFill>
                        <a:srgbClr val="000000"/>
                      </a:solidFill>
                    </a:lnR>
                    <a:lnT w="9525">
                      <a:solidFill>
                        <a:srgbClr val="000000"/>
                      </a:solidFill>
                    </a:lnT>
                    <a:lnB w="9525">
                      <a:solidFill>
                        <a:srgbClr val="000000"/>
                      </a:solidFill>
                    </a:lnB>
                    <a:noFill/>
                  </a:tcPr>
                </a:tc>
                <a:tc>
                  <a:txBody>
                    <a:bodyPr/>
                    <a:lstStyle/>
                    <a:p>
                      <a:pPr algn="ctr" latinLnBrk="0">
                        <a:buNone/>
                      </a:pPr>
                      <a:r>
                        <a:rPr lang="ko-KR" altLang="en-US" sz="1400" b="1" dirty="0">
                          <a:solidFill>
                            <a:srgbClr val="144772"/>
                          </a:solidFill>
                          <a:latin typeface="Arial"/>
                        </a:rPr>
                        <a:t>65%</a:t>
                      </a:r>
                      <a:endParaRPr lang="en-US" sz="1400" dirty="0"/>
                    </a:p>
                  </a:txBody>
                  <a:tcPr marL="72000" marR="72000" anchor="ctr">
                    <a:lnL w="9525">
                      <a:solidFill>
                        <a:srgbClr val="000000"/>
                      </a:solidFill>
                    </a:lnL>
                    <a:lnR w="9525">
                      <a:solidFill>
                        <a:srgbClr val="000000"/>
                      </a:solidFill>
                    </a:lnR>
                    <a:lnT w="9525">
                      <a:solidFill>
                        <a:srgbClr val="000000"/>
                      </a:solidFill>
                    </a:lnT>
                    <a:lnB w="9525">
                      <a:solidFill>
                        <a:srgbClr val="000000"/>
                      </a:solidFill>
                    </a:lnB>
                    <a:solidFill>
                      <a:srgbClr val="BDD7EE"/>
                    </a:solidFill>
                  </a:tcPr>
                </a:tc>
                <a:tc>
                  <a:txBody>
                    <a:bodyPr/>
                    <a:lstStyle/>
                    <a:p>
                      <a:pPr algn="ctr" latinLnBrk="0">
                        <a:buNone/>
                      </a:pPr>
                      <a:r>
                        <a:rPr lang="ko-KR" altLang="en-US" sz="1400" b="0" dirty="0">
                          <a:solidFill>
                            <a:srgbClr val="000000"/>
                          </a:solidFill>
                          <a:latin typeface="Arial"/>
                        </a:rPr>
                        <a:t>50%</a:t>
                      </a:r>
                      <a:endParaRPr lang="en-US" sz="1400" dirty="0"/>
                    </a:p>
                  </a:txBody>
                  <a:tcPr marL="72000" marR="72000" anchor="ctr">
                    <a:lnL w="9525">
                      <a:solidFill>
                        <a:srgbClr val="000000"/>
                      </a:solidFill>
                    </a:lnL>
                    <a:lnR w="9525">
                      <a:solidFill>
                        <a:srgbClr val="000000"/>
                      </a:solidFill>
                    </a:lnR>
                    <a:lnT w="9525">
                      <a:solidFill>
                        <a:srgbClr val="000000"/>
                      </a:solidFill>
                    </a:lnT>
                    <a:lnB w="9525">
                      <a:solidFill>
                        <a:srgbClr val="000000"/>
                      </a:solidFill>
                    </a:lnB>
                    <a:noFill/>
                  </a:tcPr>
                </a:tc>
                <a:tc>
                  <a:txBody>
                    <a:bodyPr/>
                    <a:lstStyle/>
                    <a:p>
                      <a:pPr algn="ctr" latinLnBrk="0">
                        <a:buNone/>
                      </a:pPr>
                      <a:r>
                        <a:rPr lang="ko-KR" altLang="en-US" sz="1400" b="0" dirty="0">
                          <a:solidFill>
                            <a:srgbClr val="000000"/>
                          </a:solidFill>
                          <a:latin typeface="Arial"/>
                        </a:rPr>
                        <a:t>55%</a:t>
                      </a:r>
                      <a:endParaRPr lang="en-US" sz="1400" dirty="0"/>
                    </a:p>
                  </a:txBody>
                  <a:tcPr marL="72000" marR="72000" anchor="ctr">
                    <a:lnL w="9525">
                      <a:solidFill>
                        <a:srgbClr val="000000"/>
                      </a:solidFill>
                    </a:lnL>
                    <a:lnR w="9525">
                      <a:solidFill>
                        <a:srgbClr val="000000"/>
                      </a:solidFill>
                    </a:lnR>
                    <a:lnT w="9525">
                      <a:solidFill>
                        <a:srgbClr val="000000"/>
                      </a:solidFill>
                    </a:lnT>
                    <a:lnB w="9525">
                      <a:solidFill>
                        <a:srgbClr val="000000"/>
                      </a:solidFill>
                    </a:lnB>
                    <a:noFill/>
                  </a:tcPr>
                </a:tc>
                <a:tc>
                  <a:txBody>
                    <a:bodyPr/>
                    <a:lstStyle/>
                    <a:p>
                      <a:pPr algn="ctr" latinLnBrk="0">
                        <a:buNone/>
                      </a:pPr>
                      <a:r>
                        <a:rPr lang="ko-KR" altLang="en-US" sz="1400" b="0" dirty="0">
                          <a:solidFill>
                            <a:srgbClr val="000000"/>
                          </a:solidFill>
                          <a:latin typeface="Arial"/>
                        </a:rPr>
                        <a:t>60%</a:t>
                      </a:r>
                      <a:endParaRPr lang="en-US" sz="1400" dirty="0"/>
                    </a:p>
                  </a:txBody>
                  <a:tcPr marL="72000" marR="72000" anchor="ctr">
                    <a:lnL w="9525">
                      <a:solidFill>
                        <a:srgbClr val="000000"/>
                      </a:solidFill>
                    </a:lnL>
                    <a:lnR w="9525">
                      <a:solidFill>
                        <a:srgbClr val="000000"/>
                      </a:solidFill>
                    </a:lnR>
                    <a:lnT w="9525">
                      <a:solidFill>
                        <a:srgbClr val="000000"/>
                      </a:solidFill>
                    </a:lnT>
                    <a:lnB w="9525">
                      <a:solidFill>
                        <a:srgbClr val="000000"/>
                      </a:solidFill>
                    </a:lnB>
                    <a:noFill/>
                  </a:tcPr>
                </a:tc>
                <a:tc>
                  <a:txBody>
                    <a:bodyPr/>
                    <a:lstStyle/>
                    <a:p>
                      <a:pPr algn="ctr" latinLnBrk="0">
                        <a:buNone/>
                      </a:pPr>
                      <a:r>
                        <a:rPr lang="ko-KR" altLang="en-US" sz="1400" b="0" dirty="0">
                          <a:solidFill>
                            <a:srgbClr val="000000"/>
                          </a:solidFill>
                          <a:latin typeface="Arial"/>
                        </a:rPr>
                        <a:t>45%</a:t>
                      </a:r>
                      <a:endParaRPr lang="en-US" sz="1400" dirty="0"/>
                    </a:p>
                  </a:txBody>
                  <a:tcPr marL="72000" marR="72000" anchor="ctr">
                    <a:lnL w="9525">
                      <a:solidFill>
                        <a:srgbClr val="000000"/>
                      </a:solidFill>
                    </a:lnL>
                    <a:lnR w="9525">
                      <a:solidFill>
                        <a:srgbClr val="000000"/>
                      </a:solidFill>
                    </a:lnR>
                    <a:lnT w="9525">
                      <a:solidFill>
                        <a:srgbClr val="000000"/>
                      </a:solidFill>
                    </a:lnT>
                    <a:lnB w="9525">
                      <a:solidFill>
                        <a:srgbClr val="000000"/>
                      </a:solidFill>
                    </a:lnB>
                    <a:noFill/>
                  </a:tcPr>
                </a:tc>
                <a:tc>
                  <a:txBody>
                    <a:bodyPr/>
                    <a:lstStyle/>
                    <a:p>
                      <a:pPr algn="ctr" latinLnBrk="0">
                        <a:buNone/>
                      </a:pPr>
                      <a:r>
                        <a:rPr lang="ko-KR" altLang="en-US" sz="1400" b="0" dirty="0">
                          <a:solidFill>
                            <a:srgbClr val="000000"/>
                          </a:solidFill>
                          <a:latin typeface="Arial"/>
                        </a:rPr>
                        <a:t>55%</a:t>
                      </a:r>
                      <a:endParaRPr lang="en-US" sz="1400" dirty="0"/>
                    </a:p>
                  </a:txBody>
                  <a:tcPr marL="72000" marR="72000" anchor="ctr">
                    <a:lnL w="9525">
                      <a:solidFill>
                        <a:srgbClr val="000000"/>
                      </a:solidFill>
                    </a:lnL>
                    <a:lnR w="9525">
                      <a:solidFill>
                        <a:srgbClr val="000000"/>
                      </a:solidFill>
                    </a:lnR>
                    <a:lnT w="9525">
                      <a:solidFill>
                        <a:srgbClr val="000000"/>
                      </a:solidFill>
                    </a:lnT>
                    <a:lnB w="9525">
                      <a:solidFill>
                        <a:srgbClr val="000000"/>
                      </a:solidFill>
                    </a:lnB>
                    <a:noFill/>
                  </a:tcPr>
                </a:tc>
                <a:tc>
                  <a:txBody>
                    <a:bodyPr/>
                    <a:lstStyle/>
                    <a:p>
                      <a:pPr algn="ctr" latinLnBrk="0">
                        <a:buNone/>
                      </a:pPr>
                      <a:r>
                        <a:rPr lang="ko-KR" altLang="en-US" sz="1400" b="0" dirty="0">
                          <a:solidFill>
                            <a:srgbClr val="000000"/>
                          </a:solidFill>
                          <a:latin typeface="Arial"/>
                        </a:rPr>
                        <a:t>40%</a:t>
                      </a:r>
                      <a:endParaRPr lang="en-US" sz="1400" dirty="0"/>
                    </a:p>
                  </a:txBody>
                  <a:tcPr marL="72000" marR="72000" anchor="ctr">
                    <a:lnL w="9525">
                      <a:solidFill>
                        <a:srgbClr val="000000"/>
                      </a:solidFill>
                    </a:lnL>
                    <a:lnR w="9525">
                      <a:solidFill>
                        <a:srgbClr val="000000"/>
                      </a:solidFill>
                    </a:lnR>
                    <a:lnT w="9525">
                      <a:solidFill>
                        <a:srgbClr val="000000"/>
                      </a:solidFill>
                    </a:lnT>
                    <a:lnB w="9525">
                      <a:solidFill>
                        <a:srgbClr val="000000"/>
                      </a:solidFill>
                    </a:lnB>
                    <a:noFill/>
                  </a:tcPr>
                </a:tc>
                <a:extLst>
                  <a:ext uri="{0D108BD9-81ED-4DB2-BD59-A6C34878D82A}">
                    <a16:rowId xmlns:a16="http://schemas.microsoft.com/office/drawing/2014/main" val="10004"/>
                  </a:ext>
                </a:extLst>
              </a:tr>
              <a:tr h="342900">
                <a:tc>
                  <a:txBody>
                    <a:bodyPr/>
                    <a:lstStyle/>
                    <a:p>
                      <a:pPr algn="l" latinLnBrk="0">
                        <a:buNone/>
                      </a:pPr>
                      <a:r>
                        <a:rPr lang="ko-KR" altLang="en-US" sz="1400" b="1" dirty="0">
                          <a:solidFill>
                            <a:srgbClr val="000000"/>
                          </a:solidFill>
                          <a:latin typeface="Arial"/>
                        </a:rPr>
                        <a:t>D5 Ops &amp; deployment</a:t>
                      </a:r>
                      <a:endParaRPr lang="en-US" sz="1400" dirty="0"/>
                    </a:p>
                  </a:txBody>
                  <a:tcPr marL="72000" marR="72000" anchor="ctr">
                    <a:lnL w="9525">
                      <a:solidFill>
                        <a:srgbClr val="000000"/>
                      </a:solidFill>
                    </a:lnL>
                    <a:lnR w="9525">
                      <a:solidFill>
                        <a:srgbClr val="000000"/>
                      </a:solidFill>
                    </a:lnR>
                    <a:lnT w="9525">
                      <a:solidFill>
                        <a:srgbClr val="000000"/>
                      </a:solidFill>
                    </a:lnT>
                    <a:lnB w="9525">
                      <a:solidFill>
                        <a:srgbClr val="000000"/>
                      </a:solidFill>
                    </a:lnB>
                    <a:noFill/>
                  </a:tcPr>
                </a:tc>
                <a:tc>
                  <a:txBody>
                    <a:bodyPr/>
                    <a:lstStyle/>
                    <a:p>
                      <a:pPr algn="ctr" latinLnBrk="0">
                        <a:buNone/>
                      </a:pPr>
                      <a:r>
                        <a:rPr lang="ko-KR" altLang="en-US" sz="1400" b="0" dirty="0">
                          <a:solidFill>
                            <a:srgbClr val="000000"/>
                          </a:solidFill>
                          <a:latin typeface="Arial"/>
                        </a:rPr>
                        <a:t>33%</a:t>
                      </a:r>
                      <a:endParaRPr lang="en-US" sz="1400" dirty="0"/>
                    </a:p>
                  </a:txBody>
                  <a:tcPr marL="72000" marR="72000" anchor="ctr">
                    <a:lnL w="9525">
                      <a:solidFill>
                        <a:srgbClr val="000000"/>
                      </a:solidFill>
                    </a:lnL>
                    <a:lnR w="9525">
                      <a:solidFill>
                        <a:srgbClr val="000000"/>
                      </a:solidFill>
                    </a:lnR>
                    <a:lnT w="9525">
                      <a:solidFill>
                        <a:srgbClr val="000000"/>
                      </a:solidFill>
                    </a:lnT>
                    <a:lnB w="9525">
                      <a:solidFill>
                        <a:srgbClr val="000000"/>
                      </a:solidFill>
                    </a:lnB>
                    <a:noFill/>
                  </a:tcPr>
                </a:tc>
                <a:tc>
                  <a:txBody>
                    <a:bodyPr/>
                    <a:lstStyle/>
                    <a:p>
                      <a:pPr algn="ctr" latinLnBrk="0">
                        <a:buNone/>
                      </a:pPr>
                      <a:r>
                        <a:rPr lang="ko-KR" altLang="en-US" sz="1400" b="0" dirty="0">
                          <a:solidFill>
                            <a:srgbClr val="000000"/>
                          </a:solidFill>
                          <a:latin typeface="Arial"/>
                        </a:rPr>
                        <a:t>67%</a:t>
                      </a:r>
                      <a:endParaRPr lang="en-US" sz="1400" dirty="0"/>
                    </a:p>
                  </a:txBody>
                  <a:tcPr marL="72000" marR="72000" anchor="ctr">
                    <a:lnL w="9525">
                      <a:solidFill>
                        <a:srgbClr val="000000"/>
                      </a:solidFill>
                    </a:lnL>
                    <a:lnR w="9525">
                      <a:solidFill>
                        <a:srgbClr val="000000"/>
                      </a:solidFill>
                    </a:lnR>
                    <a:lnT w="9525">
                      <a:solidFill>
                        <a:srgbClr val="000000"/>
                      </a:solidFill>
                    </a:lnT>
                    <a:lnB w="9525">
                      <a:solidFill>
                        <a:srgbClr val="000000"/>
                      </a:solidFill>
                    </a:lnB>
                    <a:noFill/>
                  </a:tcPr>
                </a:tc>
                <a:tc>
                  <a:txBody>
                    <a:bodyPr/>
                    <a:lstStyle/>
                    <a:p>
                      <a:pPr algn="ctr" latinLnBrk="0">
                        <a:buNone/>
                      </a:pPr>
                      <a:r>
                        <a:rPr lang="ko-KR" altLang="en-US" sz="1400" b="0" dirty="0">
                          <a:solidFill>
                            <a:srgbClr val="000000"/>
                          </a:solidFill>
                          <a:latin typeface="Arial"/>
                        </a:rPr>
                        <a:t>61%</a:t>
                      </a:r>
                      <a:endParaRPr lang="en-US" sz="1400" dirty="0"/>
                    </a:p>
                  </a:txBody>
                  <a:tcPr marL="72000" marR="72000" anchor="ctr">
                    <a:lnL w="9525">
                      <a:solidFill>
                        <a:srgbClr val="000000"/>
                      </a:solidFill>
                    </a:lnL>
                    <a:lnR w="9525">
                      <a:solidFill>
                        <a:srgbClr val="000000"/>
                      </a:solidFill>
                    </a:lnR>
                    <a:lnT w="9525">
                      <a:solidFill>
                        <a:srgbClr val="000000"/>
                      </a:solidFill>
                    </a:lnT>
                    <a:lnB w="9525">
                      <a:solidFill>
                        <a:srgbClr val="000000"/>
                      </a:solidFill>
                    </a:lnB>
                    <a:noFill/>
                  </a:tcPr>
                </a:tc>
                <a:tc>
                  <a:txBody>
                    <a:bodyPr/>
                    <a:lstStyle/>
                    <a:p>
                      <a:pPr algn="ctr" latinLnBrk="0">
                        <a:buNone/>
                      </a:pPr>
                      <a:r>
                        <a:rPr lang="ko-KR" altLang="en-US" sz="1400" b="0" dirty="0">
                          <a:solidFill>
                            <a:srgbClr val="000000"/>
                          </a:solidFill>
                          <a:latin typeface="Arial"/>
                        </a:rPr>
                        <a:t>56%</a:t>
                      </a:r>
                      <a:endParaRPr lang="en-US" sz="1400" dirty="0"/>
                    </a:p>
                  </a:txBody>
                  <a:tcPr marL="72000" marR="72000" anchor="ctr">
                    <a:lnL w="9525">
                      <a:solidFill>
                        <a:srgbClr val="000000"/>
                      </a:solidFill>
                    </a:lnL>
                    <a:lnR w="9525">
                      <a:solidFill>
                        <a:srgbClr val="000000"/>
                      </a:solidFill>
                    </a:lnR>
                    <a:lnT w="9525">
                      <a:solidFill>
                        <a:srgbClr val="000000"/>
                      </a:solidFill>
                    </a:lnT>
                    <a:lnB w="9525">
                      <a:solidFill>
                        <a:srgbClr val="000000"/>
                      </a:solidFill>
                    </a:lnB>
                    <a:noFill/>
                  </a:tcPr>
                </a:tc>
                <a:tc>
                  <a:txBody>
                    <a:bodyPr/>
                    <a:lstStyle/>
                    <a:p>
                      <a:pPr algn="ctr" latinLnBrk="0">
                        <a:buNone/>
                      </a:pPr>
                      <a:r>
                        <a:rPr lang="ko-KR" altLang="en-US" sz="1400" b="0" dirty="0">
                          <a:solidFill>
                            <a:srgbClr val="000000"/>
                          </a:solidFill>
                          <a:latin typeface="Arial"/>
                        </a:rPr>
                        <a:t>61%</a:t>
                      </a:r>
                      <a:endParaRPr lang="en-US" sz="1400" dirty="0"/>
                    </a:p>
                  </a:txBody>
                  <a:tcPr marL="72000" marR="72000" anchor="ctr">
                    <a:lnL w="9525">
                      <a:solidFill>
                        <a:srgbClr val="000000"/>
                      </a:solidFill>
                    </a:lnL>
                    <a:lnR w="9525">
                      <a:solidFill>
                        <a:srgbClr val="000000"/>
                      </a:solidFill>
                    </a:lnR>
                    <a:lnT w="9525">
                      <a:solidFill>
                        <a:srgbClr val="000000"/>
                      </a:solidFill>
                    </a:lnT>
                    <a:lnB w="9525">
                      <a:solidFill>
                        <a:srgbClr val="000000"/>
                      </a:solidFill>
                    </a:lnB>
                    <a:noFill/>
                  </a:tcPr>
                </a:tc>
                <a:tc>
                  <a:txBody>
                    <a:bodyPr/>
                    <a:lstStyle/>
                    <a:p>
                      <a:pPr algn="ctr" latinLnBrk="0">
                        <a:buNone/>
                      </a:pPr>
                      <a:r>
                        <a:rPr lang="ko-KR" altLang="en-US" sz="1400" b="0" dirty="0">
                          <a:solidFill>
                            <a:srgbClr val="000000"/>
                          </a:solidFill>
                          <a:latin typeface="Arial"/>
                        </a:rPr>
                        <a:t>44%</a:t>
                      </a:r>
                      <a:endParaRPr lang="en-US" sz="1400" dirty="0"/>
                    </a:p>
                  </a:txBody>
                  <a:tcPr marL="72000" marR="72000" anchor="ctr">
                    <a:lnL w="9525">
                      <a:solidFill>
                        <a:srgbClr val="000000"/>
                      </a:solidFill>
                    </a:lnL>
                    <a:lnR w="9525">
                      <a:solidFill>
                        <a:srgbClr val="000000"/>
                      </a:solidFill>
                    </a:lnR>
                    <a:lnT w="9525">
                      <a:solidFill>
                        <a:srgbClr val="000000"/>
                      </a:solidFill>
                    </a:lnT>
                    <a:lnB w="9525">
                      <a:solidFill>
                        <a:srgbClr val="000000"/>
                      </a:solidFill>
                    </a:lnB>
                    <a:noFill/>
                  </a:tcPr>
                </a:tc>
                <a:tc>
                  <a:txBody>
                    <a:bodyPr/>
                    <a:lstStyle/>
                    <a:p>
                      <a:pPr algn="ctr" latinLnBrk="0">
                        <a:buNone/>
                      </a:pPr>
                      <a:r>
                        <a:rPr lang="ko-KR" altLang="en-US" sz="1400" b="1" dirty="0">
                          <a:solidFill>
                            <a:srgbClr val="144772"/>
                          </a:solidFill>
                          <a:latin typeface="Arial"/>
                        </a:rPr>
                        <a:t>72%</a:t>
                      </a:r>
                      <a:endParaRPr lang="en-US" sz="1400" dirty="0"/>
                    </a:p>
                  </a:txBody>
                  <a:tcPr marL="72000" marR="72000" anchor="ctr">
                    <a:lnL w="9525">
                      <a:solidFill>
                        <a:srgbClr val="000000"/>
                      </a:solidFill>
                    </a:lnL>
                    <a:lnR w="9525">
                      <a:solidFill>
                        <a:srgbClr val="000000"/>
                      </a:solidFill>
                    </a:lnR>
                    <a:lnT w="9525">
                      <a:solidFill>
                        <a:srgbClr val="000000"/>
                      </a:solidFill>
                    </a:lnT>
                    <a:lnB w="9525">
                      <a:solidFill>
                        <a:srgbClr val="000000"/>
                      </a:solidFill>
                    </a:lnB>
                    <a:solidFill>
                      <a:srgbClr val="BDD7EE"/>
                    </a:solidFill>
                  </a:tcPr>
                </a:tc>
                <a:extLst>
                  <a:ext uri="{0D108BD9-81ED-4DB2-BD59-A6C34878D82A}">
                    <a16:rowId xmlns:a16="http://schemas.microsoft.com/office/drawing/2014/main" val="10005"/>
                  </a:ext>
                </a:extLst>
              </a:tr>
              <a:tr h="342900">
                <a:tc>
                  <a:txBody>
                    <a:bodyPr/>
                    <a:lstStyle/>
                    <a:p>
                      <a:pPr algn="l" latinLnBrk="0">
                        <a:buNone/>
                      </a:pPr>
                      <a:r>
                        <a:rPr lang="ko-KR" altLang="en-US" sz="1400" b="1" dirty="0">
                          <a:solidFill>
                            <a:srgbClr val="000000"/>
                          </a:solidFill>
                          <a:latin typeface="Arial"/>
                        </a:rPr>
                        <a:t>D6 Certification</a:t>
                      </a:r>
                      <a:endParaRPr lang="en-US" sz="1400" dirty="0"/>
                    </a:p>
                  </a:txBody>
                  <a:tcPr marL="72000" marR="72000" anchor="ctr">
                    <a:lnL w="9525">
                      <a:solidFill>
                        <a:srgbClr val="000000"/>
                      </a:solidFill>
                    </a:lnL>
                    <a:lnR w="9525">
                      <a:solidFill>
                        <a:srgbClr val="000000"/>
                      </a:solidFill>
                    </a:lnR>
                    <a:lnT w="9525">
                      <a:solidFill>
                        <a:srgbClr val="000000"/>
                      </a:solidFill>
                    </a:lnT>
                    <a:lnB w="9525">
                      <a:solidFill>
                        <a:srgbClr val="000000"/>
                      </a:solidFill>
                    </a:lnB>
                    <a:noFill/>
                  </a:tcPr>
                </a:tc>
                <a:tc>
                  <a:txBody>
                    <a:bodyPr/>
                    <a:lstStyle/>
                    <a:p>
                      <a:pPr algn="ctr" latinLnBrk="0">
                        <a:buNone/>
                      </a:pPr>
                      <a:r>
                        <a:rPr lang="ko-KR" altLang="en-US" sz="1400" b="0" dirty="0">
                          <a:solidFill>
                            <a:srgbClr val="000000"/>
                          </a:solidFill>
                          <a:latin typeface="Arial"/>
                        </a:rPr>
                        <a:t>29%</a:t>
                      </a:r>
                      <a:endParaRPr lang="en-US" sz="1400" dirty="0"/>
                    </a:p>
                  </a:txBody>
                  <a:tcPr marL="72000" marR="72000" anchor="ctr">
                    <a:lnL w="9525">
                      <a:solidFill>
                        <a:srgbClr val="000000"/>
                      </a:solidFill>
                    </a:lnL>
                    <a:lnR w="9525">
                      <a:solidFill>
                        <a:srgbClr val="000000"/>
                      </a:solidFill>
                    </a:lnR>
                    <a:lnT w="9525">
                      <a:solidFill>
                        <a:srgbClr val="000000"/>
                      </a:solidFill>
                    </a:lnT>
                    <a:lnB w="9525">
                      <a:solidFill>
                        <a:srgbClr val="000000"/>
                      </a:solidFill>
                    </a:lnB>
                    <a:noFill/>
                  </a:tcPr>
                </a:tc>
                <a:tc>
                  <a:txBody>
                    <a:bodyPr/>
                    <a:lstStyle/>
                    <a:p>
                      <a:pPr algn="ctr" latinLnBrk="0">
                        <a:buNone/>
                      </a:pPr>
                      <a:r>
                        <a:rPr lang="ko-KR" altLang="en-US" sz="1400" b="0" dirty="0">
                          <a:solidFill>
                            <a:srgbClr val="000000"/>
                          </a:solidFill>
                          <a:latin typeface="Arial"/>
                        </a:rPr>
                        <a:t>36%</a:t>
                      </a:r>
                      <a:endParaRPr lang="en-US" sz="1400" dirty="0"/>
                    </a:p>
                  </a:txBody>
                  <a:tcPr marL="72000" marR="72000" anchor="ctr">
                    <a:lnL w="9525">
                      <a:solidFill>
                        <a:srgbClr val="000000"/>
                      </a:solidFill>
                    </a:lnL>
                    <a:lnR w="9525">
                      <a:solidFill>
                        <a:srgbClr val="000000"/>
                      </a:solidFill>
                    </a:lnR>
                    <a:lnT w="9525">
                      <a:solidFill>
                        <a:srgbClr val="000000"/>
                      </a:solidFill>
                    </a:lnT>
                    <a:lnB w="9525">
                      <a:solidFill>
                        <a:srgbClr val="000000"/>
                      </a:solidFill>
                    </a:lnB>
                    <a:noFill/>
                  </a:tcPr>
                </a:tc>
                <a:tc>
                  <a:txBody>
                    <a:bodyPr/>
                    <a:lstStyle/>
                    <a:p>
                      <a:pPr algn="ctr" latinLnBrk="0">
                        <a:buNone/>
                      </a:pPr>
                      <a:r>
                        <a:rPr lang="ko-KR" altLang="en-US" sz="1400" b="0" dirty="0">
                          <a:solidFill>
                            <a:srgbClr val="000000"/>
                          </a:solidFill>
                          <a:latin typeface="Arial"/>
                        </a:rPr>
                        <a:t>36%</a:t>
                      </a:r>
                      <a:endParaRPr lang="en-US" sz="1400" dirty="0"/>
                    </a:p>
                  </a:txBody>
                  <a:tcPr marL="72000" marR="72000" anchor="ctr">
                    <a:lnL w="9525">
                      <a:solidFill>
                        <a:srgbClr val="000000"/>
                      </a:solidFill>
                    </a:lnL>
                    <a:lnR w="9525">
                      <a:solidFill>
                        <a:srgbClr val="000000"/>
                      </a:solidFill>
                    </a:lnR>
                    <a:lnT w="9525">
                      <a:solidFill>
                        <a:srgbClr val="000000"/>
                      </a:solidFill>
                    </a:lnT>
                    <a:lnB w="9525">
                      <a:solidFill>
                        <a:srgbClr val="000000"/>
                      </a:solidFill>
                    </a:lnB>
                    <a:noFill/>
                  </a:tcPr>
                </a:tc>
                <a:tc>
                  <a:txBody>
                    <a:bodyPr/>
                    <a:lstStyle/>
                    <a:p>
                      <a:pPr algn="ctr" latinLnBrk="0">
                        <a:buNone/>
                      </a:pPr>
                      <a:r>
                        <a:rPr lang="ko-KR" altLang="en-US" sz="1400" b="0" dirty="0">
                          <a:solidFill>
                            <a:srgbClr val="000000"/>
                          </a:solidFill>
                          <a:latin typeface="Arial"/>
                        </a:rPr>
                        <a:t>64%</a:t>
                      </a:r>
                      <a:endParaRPr lang="en-US" sz="1400" dirty="0"/>
                    </a:p>
                  </a:txBody>
                  <a:tcPr marL="72000" marR="72000" anchor="ctr">
                    <a:lnL w="9525">
                      <a:solidFill>
                        <a:srgbClr val="000000"/>
                      </a:solidFill>
                    </a:lnL>
                    <a:lnR w="9525">
                      <a:solidFill>
                        <a:srgbClr val="000000"/>
                      </a:solidFill>
                    </a:lnR>
                    <a:lnT w="9525">
                      <a:solidFill>
                        <a:srgbClr val="000000"/>
                      </a:solidFill>
                    </a:lnT>
                    <a:lnB w="9525">
                      <a:solidFill>
                        <a:srgbClr val="000000"/>
                      </a:solidFill>
                    </a:lnB>
                    <a:noFill/>
                  </a:tcPr>
                </a:tc>
                <a:tc>
                  <a:txBody>
                    <a:bodyPr/>
                    <a:lstStyle/>
                    <a:p>
                      <a:pPr algn="ctr" latinLnBrk="0">
                        <a:buNone/>
                      </a:pPr>
                      <a:r>
                        <a:rPr lang="ko-KR" altLang="en-US" sz="1400" b="1" dirty="0">
                          <a:solidFill>
                            <a:srgbClr val="144772"/>
                          </a:solidFill>
                          <a:latin typeface="Arial"/>
                        </a:rPr>
                        <a:t>71%</a:t>
                      </a:r>
                      <a:endParaRPr lang="en-US" sz="1400" dirty="0"/>
                    </a:p>
                  </a:txBody>
                  <a:tcPr marL="72000" marR="72000" anchor="ctr">
                    <a:lnL w="9525">
                      <a:solidFill>
                        <a:srgbClr val="000000"/>
                      </a:solidFill>
                    </a:lnL>
                    <a:lnR w="9525">
                      <a:solidFill>
                        <a:srgbClr val="000000"/>
                      </a:solidFill>
                    </a:lnR>
                    <a:lnT w="9525">
                      <a:solidFill>
                        <a:srgbClr val="000000"/>
                      </a:solidFill>
                    </a:lnT>
                    <a:lnB w="9525">
                      <a:solidFill>
                        <a:srgbClr val="000000"/>
                      </a:solidFill>
                    </a:lnB>
                    <a:solidFill>
                      <a:srgbClr val="BDD7EE"/>
                    </a:solidFill>
                  </a:tcPr>
                </a:tc>
                <a:tc>
                  <a:txBody>
                    <a:bodyPr/>
                    <a:lstStyle/>
                    <a:p>
                      <a:pPr algn="ctr" latinLnBrk="0">
                        <a:buNone/>
                      </a:pPr>
                      <a:r>
                        <a:rPr lang="ko-KR" altLang="en-US" sz="1400" b="0" dirty="0">
                          <a:solidFill>
                            <a:srgbClr val="000000"/>
                          </a:solidFill>
                          <a:latin typeface="Arial"/>
                        </a:rPr>
                        <a:t>43%</a:t>
                      </a:r>
                      <a:endParaRPr lang="en-US" sz="1400" dirty="0"/>
                    </a:p>
                  </a:txBody>
                  <a:tcPr marL="72000" marR="72000" anchor="ctr">
                    <a:lnL w="9525">
                      <a:solidFill>
                        <a:srgbClr val="000000"/>
                      </a:solidFill>
                    </a:lnL>
                    <a:lnR w="9525">
                      <a:solidFill>
                        <a:srgbClr val="000000"/>
                      </a:solidFill>
                    </a:lnR>
                    <a:lnT w="9525">
                      <a:solidFill>
                        <a:srgbClr val="000000"/>
                      </a:solidFill>
                    </a:lnT>
                    <a:lnB w="9525">
                      <a:solidFill>
                        <a:srgbClr val="000000"/>
                      </a:solidFill>
                    </a:lnB>
                    <a:noFill/>
                  </a:tcPr>
                </a:tc>
                <a:tc>
                  <a:txBody>
                    <a:bodyPr/>
                    <a:lstStyle/>
                    <a:p>
                      <a:pPr algn="ctr" latinLnBrk="0">
                        <a:buNone/>
                      </a:pPr>
                      <a:r>
                        <a:rPr lang="ko-KR" altLang="en-US" sz="1400" b="0" dirty="0">
                          <a:solidFill>
                            <a:srgbClr val="000000"/>
                          </a:solidFill>
                          <a:latin typeface="Arial"/>
                        </a:rPr>
                        <a:t>43%</a:t>
                      </a:r>
                      <a:endParaRPr lang="en-US" sz="1400" dirty="0"/>
                    </a:p>
                  </a:txBody>
                  <a:tcPr marL="72000" marR="72000" anchor="ctr">
                    <a:lnL w="9525">
                      <a:solidFill>
                        <a:srgbClr val="000000"/>
                      </a:solidFill>
                    </a:lnL>
                    <a:lnR w="9525">
                      <a:solidFill>
                        <a:srgbClr val="000000"/>
                      </a:solidFill>
                    </a:lnR>
                    <a:lnT w="9525">
                      <a:solidFill>
                        <a:srgbClr val="000000"/>
                      </a:solidFill>
                    </a:lnT>
                    <a:lnB w="9525">
                      <a:solidFill>
                        <a:srgbClr val="000000"/>
                      </a:solidFill>
                    </a:lnB>
                    <a:noFill/>
                  </a:tcPr>
                </a:tc>
                <a:extLst>
                  <a:ext uri="{0D108BD9-81ED-4DB2-BD59-A6C34878D82A}">
                    <a16:rowId xmlns:a16="http://schemas.microsoft.com/office/drawing/2014/main" val="10006"/>
                  </a:ext>
                </a:extLst>
              </a:tr>
              <a:tr h="342900">
                <a:tc>
                  <a:txBody>
                    <a:bodyPr/>
                    <a:lstStyle/>
                    <a:p>
                      <a:pPr algn="l" latinLnBrk="0">
                        <a:buNone/>
                      </a:pPr>
                      <a:r>
                        <a:rPr lang="ko-KR" altLang="en-US" sz="1400" b="1" dirty="0">
                          <a:solidFill>
                            <a:srgbClr val="000000"/>
                          </a:solidFill>
                          <a:latin typeface="Arial"/>
                        </a:rPr>
                        <a:t>Overall (60 items)</a:t>
                      </a:r>
                      <a:endParaRPr lang="en-US" sz="1400" dirty="0"/>
                    </a:p>
                  </a:txBody>
                  <a:tcPr marL="72000" marR="72000" anchor="ctr">
                    <a:lnL w="9525">
                      <a:solidFill>
                        <a:srgbClr val="000000"/>
                      </a:solidFill>
                    </a:lnL>
                    <a:lnR w="9525">
                      <a:solidFill>
                        <a:srgbClr val="000000"/>
                      </a:solidFill>
                    </a:lnR>
                    <a:lnT w="9525">
                      <a:solidFill>
                        <a:srgbClr val="000000"/>
                      </a:solidFill>
                    </a:lnT>
                    <a:lnB w="9525">
                      <a:solidFill>
                        <a:srgbClr val="000000"/>
                      </a:solidFill>
                    </a:lnB>
                    <a:solidFill>
                      <a:srgbClr val="F2F2F2"/>
                    </a:solidFill>
                  </a:tcPr>
                </a:tc>
                <a:tc>
                  <a:txBody>
                    <a:bodyPr/>
                    <a:lstStyle/>
                    <a:p>
                      <a:pPr algn="ctr" latinLnBrk="0">
                        <a:buNone/>
                      </a:pPr>
                      <a:r>
                        <a:rPr lang="ko-KR" altLang="en-US" sz="1400" b="0" dirty="0">
                          <a:solidFill>
                            <a:srgbClr val="000000"/>
                          </a:solidFill>
                          <a:latin typeface="Arial"/>
                        </a:rPr>
                        <a:t>35%</a:t>
                      </a:r>
                      <a:endParaRPr lang="en-US" sz="1400" dirty="0"/>
                    </a:p>
                  </a:txBody>
                  <a:tcPr marL="72000" marR="72000" anchor="ctr">
                    <a:lnL w="9525">
                      <a:solidFill>
                        <a:srgbClr val="000000"/>
                      </a:solidFill>
                    </a:lnL>
                    <a:lnR w="9525">
                      <a:solidFill>
                        <a:srgbClr val="000000"/>
                      </a:solidFill>
                    </a:lnR>
                    <a:lnT w="9525">
                      <a:solidFill>
                        <a:srgbClr val="000000"/>
                      </a:solidFill>
                    </a:lnT>
                    <a:lnB w="9525">
                      <a:solidFill>
                        <a:srgbClr val="000000"/>
                      </a:solidFill>
                    </a:lnB>
                    <a:solidFill>
                      <a:srgbClr val="F2F2F2"/>
                    </a:solidFill>
                  </a:tcPr>
                </a:tc>
                <a:tc>
                  <a:txBody>
                    <a:bodyPr/>
                    <a:lstStyle/>
                    <a:p>
                      <a:pPr algn="ctr" latinLnBrk="0">
                        <a:buNone/>
                      </a:pPr>
                      <a:r>
                        <a:rPr lang="ko-KR" altLang="en-US" sz="1400" b="0" dirty="0">
                          <a:solidFill>
                            <a:srgbClr val="000000"/>
                          </a:solidFill>
                          <a:latin typeface="Arial"/>
                        </a:rPr>
                        <a:t>58%</a:t>
                      </a:r>
                      <a:endParaRPr lang="en-US" sz="1400" dirty="0"/>
                    </a:p>
                  </a:txBody>
                  <a:tcPr marL="72000" marR="72000" anchor="ctr">
                    <a:lnL w="9525">
                      <a:solidFill>
                        <a:srgbClr val="000000"/>
                      </a:solidFill>
                    </a:lnL>
                    <a:lnR w="9525">
                      <a:solidFill>
                        <a:srgbClr val="000000"/>
                      </a:solidFill>
                    </a:lnR>
                    <a:lnT w="9525">
                      <a:solidFill>
                        <a:srgbClr val="000000"/>
                      </a:solidFill>
                    </a:lnT>
                    <a:lnB w="9525">
                      <a:solidFill>
                        <a:srgbClr val="000000"/>
                      </a:solidFill>
                    </a:lnB>
                    <a:solidFill>
                      <a:srgbClr val="F2F2F2"/>
                    </a:solidFill>
                  </a:tcPr>
                </a:tc>
                <a:tc>
                  <a:txBody>
                    <a:bodyPr/>
                    <a:lstStyle/>
                    <a:p>
                      <a:pPr algn="ctr" latinLnBrk="0">
                        <a:buNone/>
                      </a:pPr>
                      <a:r>
                        <a:rPr lang="ko-KR" altLang="en-US" sz="1400" b="0" dirty="0">
                          <a:solidFill>
                            <a:srgbClr val="000000"/>
                          </a:solidFill>
                          <a:latin typeface="Arial"/>
                        </a:rPr>
                        <a:t>55%</a:t>
                      </a:r>
                      <a:endParaRPr lang="en-US" sz="1400" dirty="0"/>
                    </a:p>
                  </a:txBody>
                  <a:tcPr marL="72000" marR="72000" anchor="ctr">
                    <a:lnL w="9525">
                      <a:solidFill>
                        <a:srgbClr val="000000"/>
                      </a:solidFill>
                    </a:lnL>
                    <a:lnR w="9525">
                      <a:solidFill>
                        <a:srgbClr val="000000"/>
                      </a:solidFill>
                    </a:lnR>
                    <a:lnT w="9525">
                      <a:solidFill>
                        <a:srgbClr val="000000"/>
                      </a:solidFill>
                    </a:lnT>
                    <a:lnB w="9525">
                      <a:solidFill>
                        <a:srgbClr val="000000"/>
                      </a:solidFill>
                    </a:lnB>
                    <a:solidFill>
                      <a:srgbClr val="F2F2F2"/>
                    </a:solidFill>
                  </a:tcPr>
                </a:tc>
                <a:tc>
                  <a:txBody>
                    <a:bodyPr/>
                    <a:lstStyle/>
                    <a:p>
                      <a:pPr algn="ctr" latinLnBrk="0">
                        <a:buNone/>
                      </a:pPr>
                      <a:r>
                        <a:rPr lang="ko-KR" altLang="en-US" sz="1400" b="1" dirty="0">
                          <a:solidFill>
                            <a:srgbClr val="C00000"/>
                          </a:solidFill>
                          <a:latin typeface="Arial"/>
                        </a:rPr>
                        <a:t>63%</a:t>
                      </a:r>
                      <a:endParaRPr lang="en-US" sz="1400" dirty="0">
                        <a:solidFill>
                          <a:srgbClr val="C00000"/>
                        </a:solidFill>
                      </a:endParaRPr>
                    </a:p>
                  </a:txBody>
                  <a:tcPr marL="72000" marR="72000" anchor="ctr">
                    <a:lnL w="9525">
                      <a:solidFill>
                        <a:srgbClr val="000000"/>
                      </a:solidFill>
                    </a:lnL>
                    <a:lnR w="9525">
                      <a:solidFill>
                        <a:srgbClr val="000000"/>
                      </a:solidFill>
                    </a:lnR>
                    <a:lnT w="9525">
                      <a:solidFill>
                        <a:srgbClr val="000000"/>
                      </a:solidFill>
                    </a:lnT>
                    <a:lnB w="9525">
                      <a:solidFill>
                        <a:srgbClr val="000000"/>
                      </a:solidFill>
                    </a:lnB>
                    <a:solidFill>
                      <a:srgbClr val="BDD7EE"/>
                    </a:solidFill>
                  </a:tcPr>
                </a:tc>
                <a:tc>
                  <a:txBody>
                    <a:bodyPr/>
                    <a:lstStyle/>
                    <a:p>
                      <a:pPr algn="ctr" latinLnBrk="0">
                        <a:buNone/>
                      </a:pPr>
                      <a:r>
                        <a:rPr lang="ko-KR" altLang="en-US" sz="1400" b="0" dirty="0">
                          <a:solidFill>
                            <a:srgbClr val="000000"/>
                          </a:solidFill>
                          <a:latin typeface="Arial"/>
                        </a:rPr>
                        <a:t>56%</a:t>
                      </a:r>
                      <a:endParaRPr lang="en-US" sz="1400" dirty="0"/>
                    </a:p>
                  </a:txBody>
                  <a:tcPr marL="72000" marR="72000" anchor="ctr">
                    <a:lnL w="9525">
                      <a:solidFill>
                        <a:srgbClr val="000000"/>
                      </a:solidFill>
                    </a:lnL>
                    <a:lnR w="9525">
                      <a:solidFill>
                        <a:srgbClr val="000000"/>
                      </a:solidFill>
                    </a:lnR>
                    <a:lnT w="9525">
                      <a:solidFill>
                        <a:srgbClr val="000000"/>
                      </a:solidFill>
                    </a:lnT>
                    <a:lnB w="9525">
                      <a:solidFill>
                        <a:srgbClr val="000000"/>
                      </a:solidFill>
                    </a:lnB>
                    <a:solidFill>
                      <a:srgbClr val="F2F2F2"/>
                    </a:solidFill>
                  </a:tcPr>
                </a:tc>
                <a:tc>
                  <a:txBody>
                    <a:bodyPr/>
                    <a:lstStyle/>
                    <a:p>
                      <a:pPr algn="ctr" latinLnBrk="0">
                        <a:buNone/>
                      </a:pPr>
                      <a:r>
                        <a:rPr lang="ko-KR" altLang="en-US" sz="1400" b="0" dirty="0">
                          <a:solidFill>
                            <a:srgbClr val="000000"/>
                          </a:solidFill>
                          <a:latin typeface="Arial"/>
                        </a:rPr>
                        <a:t>60%</a:t>
                      </a:r>
                      <a:endParaRPr lang="en-US" sz="1400" dirty="0"/>
                    </a:p>
                  </a:txBody>
                  <a:tcPr marL="72000" marR="72000" anchor="ctr">
                    <a:lnL w="9525">
                      <a:solidFill>
                        <a:srgbClr val="000000"/>
                      </a:solidFill>
                    </a:lnL>
                    <a:lnR w="9525">
                      <a:solidFill>
                        <a:srgbClr val="000000"/>
                      </a:solidFill>
                    </a:lnR>
                    <a:lnT w="9525">
                      <a:solidFill>
                        <a:srgbClr val="000000"/>
                      </a:solidFill>
                    </a:lnT>
                    <a:lnB w="9525">
                      <a:solidFill>
                        <a:srgbClr val="000000"/>
                      </a:solidFill>
                    </a:lnB>
                    <a:solidFill>
                      <a:srgbClr val="F2F2F2"/>
                    </a:solidFill>
                  </a:tcPr>
                </a:tc>
                <a:tc>
                  <a:txBody>
                    <a:bodyPr/>
                    <a:lstStyle/>
                    <a:p>
                      <a:pPr algn="ctr" latinLnBrk="0">
                        <a:buNone/>
                      </a:pPr>
                      <a:r>
                        <a:rPr lang="ko-KR" altLang="en-US" sz="1400" b="0" dirty="0">
                          <a:solidFill>
                            <a:srgbClr val="000000"/>
                          </a:solidFill>
                          <a:latin typeface="Arial"/>
                        </a:rPr>
                        <a:t>48%</a:t>
                      </a:r>
                      <a:endParaRPr lang="en-US" sz="1400" dirty="0"/>
                    </a:p>
                  </a:txBody>
                  <a:tcPr marL="72000" marR="72000" anchor="ctr">
                    <a:lnL w="9525">
                      <a:solidFill>
                        <a:srgbClr val="000000"/>
                      </a:solidFill>
                    </a:lnL>
                    <a:lnR w="9525">
                      <a:solidFill>
                        <a:srgbClr val="000000"/>
                      </a:solidFill>
                    </a:lnR>
                    <a:lnT w="9525">
                      <a:solidFill>
                        <a:srgbClr val="000000"/>
                      </a:solidFill>
                    </a:lnT>
                    <a:lnB w="9525">
                      <a:solidFill>
                        <a:srgbClr val="000000"/>
                      </a:solidFill>
                    </a:lnB>
                    <a:solidFill>
                      <a:srgbClr val="F2F2F2"/>
                    </a:solidFill>
                  </a:tcPr>
                </a:tc>
                <a:extLst>
                  <a:ext uri="{0D108BD9-81ED-4DB2-BD59-A6C34878D82A}">
                    <a16:rowId xmlns:a16="http://schemas.microsoft.com/office/drawing/2014/main" val="10007"/>
                  </a:ext>
                </a:extLst>
              </a:tr>
            </a:tbl>
          </a:graphicData>
        </a:graphic>
      </p:graphicFrame>
      <p:sp>
        <p:nvSpPr>
          <p:cNvPr id="41" name="Takeaways"/>
          <p:cNvSpPr txBox="1"/>
          <p:nvPr/>
        </p:nvSpPr>
        <p:spPr>
          <a:xfrm>
            <a:off x="571500" y="4470400"/>
            <a:ext cx="11049000" cy="1333500"/>
          </a:xfrm>
          <a:prstGeom prst="rect">
            <a:avLst/>
          </a:prstGeom>
          <a:noFill/>
        </p:spPr>
        <p:txBody>
          <a:bodyPr wrap="square" lIns="91440" tIns="45720" rIns="91440" bIns="45720">
            <a:noAutofit/>
          </a:bodyPr>
          <a:lstStyle/>
          <a:p>
            <a:pPr marL="228600" indent="-228600" latinLnBrk="0">
              <a:spcBef>
                <a:spcPts val="200"/>
              </a:spcBef>
              <a:buFont typeface="Arial"/>
              <a:buChar char="•"/>
            </a:pPr>
            <a:r>
              <a:rPr lang="en-US" sz="1300" b="1" dirty="0">
                <a:solidFill>
                  <a:srgbClr val="144772"/>
                </a:solidFill>
                <a:latin typeface="Arial"/>
              </a:rPr>
              <a:t>Enforcement is mature:</a:t>
            </a:r>
            <a:r>
              <a:rPr lang="en-US" sz="1300" dirty="0">
                <a:latin typeface="Arial"/>
              </a:rPr>
              <a:t> every vendor scores 72–89%: blocking, approval, encryption and remediation are table stakes.</a:t>
            </a:r>
          </a:p>
          <a:p>
            <a:pPr marL="228600" indent="-228600" latinLnBrk="0">
              <a:spcBef>
                <a:spcPts val="200"/>
              </a:spcBef>
              <a:buFont typeface="Arial"/>
              <a:buChar char="•"/>
            </a:pPr>
            <a:r>
              <a:rPr lang="en-US" sz="1300" b="1" dirty="0">
                <a:solidFill>
                  <a:srgbClr val="144772"/>
                </a:solidFill>
                <a:latin typeface="Arial"/>
              </a:rPr>
              <a:t>Detection is the weak spot:</a:t>
            </a:r>
            <a:r>
              <a:rPr lang="en-US" sz="1300" dirty="0">
                <a:latin typeface="Arial"/>
              </a:rPr>
              <a:t> scores sit at 13–58%. No vendor documents EDM (DB fingerprint); only Comtrue documents document-similarity matching.</a:t>
            </a:r>
          </a:p>
          <a:p>
            <a:pPr marL="228600" indent="-228600" latinLnBrk="0">
              <a:spcBef>
                <a:spcPts val="200"/>
              </a:spcBef>
              <a:buFont typeface="Arial"/>
              <a:buChar char="•"/>
            </a:pPr>
            <a:r>
              <a:rPr lang="en-US" sz="1300" b="1" dirty="0">
                <a:solidFill>
                  <a:srgbClr val="144772"/>
                </a:solidFill>
                <a:latin typeface="Arial"/>
              </a:rPr>
              <a:t>Breadth and AI depth do not coincide:</a:t>
            </a:r>
            <a:r>
              <a:rPr lang="en-US" sz="1300" dirty="0">
                <a:latin typeface="Arial"/>
              </a:rPr>
              <a:t> </a:t>
            </a:r>
            <a:r>
              <a:rPr lang="ko-KR" altLang="en-US" sz="1300" dirty="0" err="1">
                <a:latin typeface="Arial"/>
              </a:rPr>
              <a:t>이로운앤컴퍼니</a:t>
            </a:r>
            <a:r>
              <a:rPr lang="en-US" sz="1300" dirty="0">
                <a:latin typeface="Arial"/>
              </a:rPr>
              <a:t> leads AI-specific (65%) but covers almost no traditional channel (12%); Jiran leads channels (73%) but documents no LLM API or MCP coverage.</a:t>
            </a:r>
          </a:p>
        </p:txBody>
      </p:sp>
      <p:sp>
        <p:nvSpPr>
          <p:cNvPr id="42" name="Source"/>
          <p:cNvSpPr txBox="1"/>
          <p:nvPr/>
        </p:nvSpPr>
        <p:spPr>
          <a:xfrm>
            <a:off x="571500" y="5969000"/>
            <a:ext cx="10922000" cy="406400"/>
          </a:xfrm>
          <a:prstGeom prst="rect">
            <a:avLst/>
          </a:prstGeom>
          <a:noFill/>
        </p:spPr>
        <p:txBody>
          <a:bodyPr wrap="square" lIns="91440" tIns="0" rIns="91440" bIns="0">
            <a:noAutofit/>
          </a:bodyPr>
          <a:lstStyle/>
          <a:p>
            <a:pPr latinLnBrk="0"/>
            <a:r>
              <a:rPr lang="en-US" sz="1000" dirty="0">
                <a:solidFill>
                  <a:srgbClr val="7F7F7F"/>
                </a:solidFill>
                <a:latin typeface="Arial"/>
              </a:rPr>
              <a:t>Score = (● + 0.5 × ◐) ÷ items in the dimension; ? and blank count as 0. D6-08 'Others' excluded. Scores reflect public documentation, not tested capability. Highest score per row highlighted.</a:t>
            </a:r>
          </a:p>
          <a:p>
            <a:pPr latinLnBrk="0"/>
            <a:r>
              <a:rPr lang="en-US" sz="1000" dirty="0">
                <a:solidFill>
                  <a:srgbClr val="7F7F7F"/>
                </a:solidFill>
                <a:latin typeface="Arial"/>
              </a:rPr>
              <a:t>Source: vendor checklists in this deck (</a:t>
            </a:r>
            <a:r>
              <a:rPr lang="ko-KR" altLang="en-US" sz="1000" dirty="0" err="1">
                <a:solidFill>
                  <a:srgbClr val="7F7F7F"/>
                </a:solidFill>
                <a:latin typeface="Arial"/>
              </a:rPr>
              <a:t>이로운앤컴퍼니</a:t>
            </a:r>
            <a:r>
              <a:rPr lang="en-US" sz="1000" dirty="0">
                <a:solidFill>
                  <a:srgbClr val="7F7F7F"/>
                </a:solidFill>
                <a:latin typeface="Arial"/>
              </a:rPr>
              <a:t> p.8, Somansa p.14–19, Fasoo p.25–30, 지란지교데이터 p.32–37, 세이퍼존 p.38–43, Comtrue p.45–50, MarkAny p.53–58).</a:t>
            </a:r>
          </a:p>
        </p:txBody>
      </p:sp>
    </p:spTree>
    <p:extLst>
      <p:ext uri="{BB962C8B-B14F-4D97-AF65-F5344CB8AC3E}">
        <p14:creationId xmlns:p14="http://schemas.microsoft.com/office/powerpoint/2010/main" val="2990396738"/>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E0B4D2-800F-58A9-3544-03AC10889C8E}"/>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BAA95D4-862E-85EC-700F-BCF540A12531}"/>
              </a:ext>
            </a:extLst>
          </p:cNvPr>
          <p:cNvSpPr>
            <a:spLocks noGrp="1"/>
          </p:cNvSpPr>
          <p:nvPr>
            <p:ph type="sldNum" sz="quarter" idx="4"/>
          </p:nvPr>
        </p:nvSpPr>
        <p:spPr/>
        <p:txBody>
          <a:bodyPr/>
          <a:lstStyle/>
          <a:p>
            <a:fld id="{4EA1E582-E1CC-4474-812F-1657BC5920B7}" type="slidenum">
              <a:rPr lang="ko-KR" altLang="en-US" smtClean="0"/>
              <a:t>64</a:t>
            </a:fld>
            <a:endParaRPr lang="ko-KR" altLang="en-US"/>
          </a:p>
        </p:txBody>
      </p:sp>
      <p:sp>
        <p:nvSpPr>
          <p:cNvPr id="5" name="Text Placeholder 4">
            <a:extLst>
              <a:ext uri="{FF2B5EF4-FFF2-40B4-BE49-F238E27FC236}">
                <a16:creationId xmlns:a16="http://schemas.microsoft.com/office/drawing/2014/main" id="{4691351A-234F-B769-F991-5D7B9C800D54}"/>
              </a:ext>
            </a:extLst>
          </p:cNvPr>
          <p:cNvSpPr>
            <a:spLocks noGrp="1"/>
          </p:cNvSpPr>
          <p:nvPr>
            <p:ph type="body" sz="quarter" idx="11"/>
          </p:nvPr>
        </p:nvSpPr>
        <p:spPr/>
        <p:txBody>
          <a:bodyPr lIns="91440" tIns="45720" rIns="91440" bIns="45720" anchor="ctr" anchorCtr="0"/>
          <a:lstStyle/>
          <a:p>
            <a:r>
              <a:rPr lang="en-US" dirty="0">
                <a:ea typeface="KoPub돋움체 Bold"/>
              </a:rPr>
              <a:t>No vendor documents EDM or full MCP mediation; </a:t>
            </a:r>
            <a:r>
              <a:rPr lang="ko-KR" altLang="en-US" dirty="0" err="1">
                <a:ea typeface="KoPub돋움체 Bold"/>
              </a:rPr>
              <a:t>컴트루</a:t>
            </a:r>
            <a:r>
              <a:rPr lang="en-US" altLang="ko-KR" dirty="0">
                <a:ea typeface="KoPub돋움체 Bold"/>
              </a:rPr>
              <a:t> co</a:t>
            </a:r>
            <a:r>
              <a:rPr lang="en-US" dirty="0">
                <a:ea typeface="KoPub돋움체 Bold"/>
              </a:rPr>
              <a:t>vers the most AI controls</a:t>
            </a:r>
          </a:p>
        </p:txBody>
      </p:sp>
      <p:sp>
        <p:nvSpPr>
          <p:cNvPr id="7" name="제목 3">
            <a:extLst>
              <a:ext uri="{FF2B5EF4-FFF2-40B4-BE49-F238E27FC236}">
                <a16:creationId xmlns:a16="http://schemas.microsoft.com/office/drawing/2014/main" id="{17013727-C583-AE98-A834-13CE5CBC3A42}"/>
              </a:ext>
            </a:extLst>
          </p:cNvPr>
          <p:cNvSpPr txBox="1">
            <a:spLocks/>
          </p:cNvSpPr>
          <p:nvPr/>
        </p:nvSpPr>
        <p:spPr>
          <a:xfrm>
            <a:off x="286194" y="265704"/>
            <a:ext cx="10666268" cy="464670"/>
          </a:xfrm>
          <a:prstGeom prst="rect">
            <a:avLst/>
          </a:prstGeom>
        </p:spPr>
        <p:txBody>
          <a:bodyPr lIns="91440" tIns="45720" rIns="91440" bIns="45720" anchor="ctr" anchorCtr="0"/>
          <a:lstStyle>
            <a:lvl1pPr algn="l" rtl="0" eaLnBrk="1" fontAlgn="base" latinLnBrk="1" hangingPunct="1">
              <a:spcBef>
                <a:spcPct val="0"/>
              </a:spcBef>
              <a:spcAft>
                <a:spcPct val="0"/>
              </a:spcAft>
              <a:defRPr lang="ko-KR" altLang="en-US" sz="2400" b="1" kern="1200" baseline="0" dirty="0">
                <a:ln>
                  <a:solidFill>
                    <a:schemeClr val="accent1">
                      <a:alpha val="0"/>
                    </a:schemeClr>
                  </a:solidFill>
                </a:ln>
                <a:solidFill>
                  <a:srgbClr val="144772"/>
                </a:solidFill>
                <a:effectLst>
                  <a:glow rad="127000">
                    <a:schemeClr val="bg1"/>
                  </a:glow>
                  <a:outerShdw blurRad="38100" dist="38100" dir="2700000" algn="tl" rotWithShape="0">
                    <a:prstClr val="black">
                      <a:alpha val="40000"/>
                    </a:prstClr>
                  </a:outerShdw>
                </a:effectLst>
                <a:latin typeface="Pretendard Black" panose="02000A03000000020004" pitchFamily="50" charset="-127"/>
                <a:ea typeface="Pretendard Black" panose="02000A03000000020004" pitchFamily="50" charset="-127"/>
                <a:cs typeface="Pretendard Black" panose="02000A03000000020004" pitchFamily="50" charset="-127"/>
              </a:defRPr>
            </a:lvl1pPr>
            <a:lvl2pPr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2pPr>
            <a:lvl3pPr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3pPr>
            <a:lvl4pPr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4pPr>
            <a:lvl5pPr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5pPr>
            <a:lvl6pPr marL="457200"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6pPr>
            <a:lvl7pPr marL="914400"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7pPr>
            <a:lvl8pPr marL="1371600"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8pPr>
            <a:lvl9pPr marL="1828800"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9pPr>
          </a:lstStyle>
          <a:p>
            <a:r>
              <a:rPr lang="ko-KR">
                <a:ln>
                  <a:solidFill>
                    <a:srgbClr val="4F81BD">
                      <a:alpha val="0"/>
                    </a:srgbClr>
                  </a:solidFill>
                </a:ln>
                <a:effectLst>
                  <a:glow rad="127000">
                    <a:prstClr val="white"/>
                  </a:glow>
                  <a:outerShdw blurRad="38100" dist="38100" dir="2700000" algn="tl" rotWithShape="0">
                    <a:prstClr val="black">
                      <a:alpha val="40000"/>
                    </a:prstClr>
                  </a:outerShdw>
                </a:effectLst>
                <a:latin typeface="Arial"/>
                <a:ea typeface="Pretendard Black"/>
                <a:cs typeface="Arial"/>
              </a:rPr>
              <a:t>Domestic DLP (Compiled)</a:t>
            </a:r>
          </a:p>
        </p:txBody>
      </p:sp>
      <p:graphicFrame>
        <p:nvGraphicFramePr>
          <p:cNvPr id="40" name="Capability Matrix"/>
          <p:cNvGraphicFramePr>
            <a:graphicFrameLocks noGrp="1"/>
          </p:cNvGraphicFramePr>
          <p:nvPr/>
        </p:nvGraphicFramePr>
        <p:xfrm>
          <a:off x="571500" y="1371600"/>
          <a:ext cx="11049000" cy="4279900"/>
        </p:xfrm>
        <a:graphic>
          <a:graphicData uri="http://schemas.openxmlformats.org/drawingml/2006/table">
            <a:tbl>
              <a:tblPr firstRow="1"/>
              <a:tblGrid>
                <a:gridCol w="2870200">
                  <a:extLst>
                    <a:ext uri="{9D8B030D-6E8A-4147-A177-3AD203B41FA5}">
                      <a16:colId xmlns:a16="http://schemas.microsoft.com/office/drawing/2014/main" val="20000"/>
                    </a:ext>
                  </a:extLst>
                </a:gridCol>
                <a:gridCol w="1168400">
                  <a:extLst>
                    <a:ext uri="{9D8B030D-6E8A-4147-A177-3AD203B41FA5}">
                      <a16:colId xmlns:a16="http://schemas.microsoft.com/office/drawing/2014/main" val="20001"/>
                    </a:ext>
                  </a:extLst>
                </a:gridCol>
                <a:gridCol w="1168400">
                  <a:extLst>
                    <a:ext uri="{9D8B030D-6E8A-4147-A177-3AD203B41FA5}">
                      <a16:colId xmlns:a16="http://schemas.microsoft.com/office/drawing/2014/main" val="20002"/>
                    </a:ext>
                  </a:extLst>
                </a:gridCol>
                <a:gridCol w="1168400">
                  <a:extLst>
                    <a:ext uri="{9D8B030D-6E8A-4147-A177-3AD203B41FA5}">
                      <a16:colId xmlns:a16="http://schemas.microsoft.com/office/drawing/2014/main" val="20003"/>
                    </a:ext>
                  </a:extLst>
                </a:gridCol>
                <a:gridCol w="1168400">
                  <a:extLst>
                    <a:ext uri="{9D8B030D-6E8A-4147-A177-3AD203B41FA5}">
                      <a16:colId xmlns:a16="http://schemas.microsoft.com/office/drawing/2014/main" val="20004"/>
                    </a:ext>
                  </a:extLst>
                </a:gridCol>
                <a:gridCol w="1168400">
                  <a:extLst>
                    <a:ext uri="{9D8B030D-6E8A-4147-A177-3AD203B41FA5}">
                      <a16:colId xmlns:a16="http://schemas.microsoft.com/office/drawing/2014/main" val="20005"/>
                    </a:ext>
                  </a:extLst>
                </a:gridCol>
                <a:gridCol w="1168400">
                  <a:extLst>
                    <a:ext uri="{9D8B030D-6E8A-4147-A177-3AD203B41FA5}">
                      <a16:colId xmlns:a16="http://schemas.microsoft.com/office/drawing/2014/main" val="20006"/>
                    </a:ext>
                  </a:extLst>
                </a:gridCol>
                <a:gridCol w="1168400">
                  <a:extLst>
                    <a:ext uri="{9D8B030D-6E8A-4147-A177-3AD203B41FA5}">
                      <a16:colId xmlns:a16="http://schemas.microsoft.com/office/drawing/2014/main" val="20007"/>
                    </a:ext>
                  </a:extLst>
                </a:gridCol>
              </a:tblGrid>
              <a:tr h="482600">
                <a:tc>
                  <a:txBody>
                    <a:bodyPr/>
                    <a:lstStyle/>
                    <a:p>
                      <a:pPr algn="l" latinLnBrk="0">
                        <a:buNone/>
                      </a:pPr>
                      <a:r>
                        <a:rPr lang="ko-KR" altLang="en-US" sz="1100" b="1" dirty="0">
                          <a:solidFill>
                            <a:srgbClr val="144772"/>
                          </a:solidFill>
                          <a:latin typeface="Arial"/>
                        </a:rPr>
                        <a:t>Capability</a:t>
                      </a:r>
                      <a:endParaRPr lang="en-US" sz="1100" dirty="0"/>
                    </a:p>
                  </a:txBody>
                  <a:tcPr marL="72000" marR="72000" marT="18000" marB="18000" anchor="ctr">
                    <a:lnL w="9525">
                      <a:solidFill>
                        <a:srgbClr val="000000"/>
                      </a:solidFill>
                    </a:lnL>
                    <a:lnR w="9525">
                      <a:solidFill>
                        <a:srgbClr val="000000"/>
                      </a:solidFill>
                    </a:lnR>
                    <a:lnT w="9525">
                      <a:solidFill>
                        <a:srgbClr val="000000"/>
                      </a:solidFill>
                    </a:lnT>
                    <a:lnB w="9525">
                      <a:solidFill>
                        <a:srgbClr val="000000"/>
                      </a:solidFill>
                    </a:lnB>
                    <a:solidFill>
                      <a:srgbClr val="DDECF2"/>
                    </a:solidFill>
                  </a:tcPr>
                </a:tc>
                <a:tc>
                  <a:txBody>
                    <a:bodyPr/>
                    <a:lstStyle/>
                    <a:p>
                      <a:pPr algn="ctr" latinLnBrk="0">
                        <a:buNone/>
                      </a:pPr>
                      <a:r>
                        <a:rPr lang="ko-KR" altLang="en-US" sz="1100" b="1" dirty="0">
                          <a:solidFill>
                            <a:srgbClr val="144772"/>
                          </a:solidFill>
                          <a:latin typeface="Arial"/>
                        </a:rPr>
                        <a:t>이로운앤컴퍼니</a:t>
                      </a:r>
                      <a:endParaRPr lang="en-US" sz="1100" dirty="0"/>
                    </a:p>
                    <a:p>
                      <a:pPr algn="ctr" latinLnBrk="0">
                        <a:buNone/>
                      </a:pPr>
                      <a:r>
                        <a:rPr lang="ko-KR" altLang="en-US" sz="1100" b="1" dirty="0">
                          <a:solidFill>
                            <a:srgbClr val="144772"/>
                          </a:solidFill>
                          <a:latin typeface="Arial"/>
                        </a:rPr>
                        <a:t>(Zira)</a:t>
                      </a:r>
                      <a:endParaRPr lang="en-US" sz="1100" dirty="0"/>
                    </a:p>
                  </a:txBody>
                  <a:tcPr marL="72000" marR="72000" marT="18000" marB="18000" anchor="ctr">
                    <a:lnL w="9525">
                      <a:solidFill>
                        <a:srgbClr val="000000"/>
                      </a:solidFill>
                    </a:lnL>
                    <a:lnR w="9525">
                      <a:solidFill>
                        <a:srgbClr val="000000"/>
                      </a:solidFill>
                    </a:lnR>
                    <a:lnT w="9525">
                      <a:solidFill>
                        <a:srgbClr val="000000"/>
                      </a:solidFill>
                    </a:lnT>
                    <a:lnB w="9525">
                      <a:solidFill>
                        <a:srgbClr val="000000"/>
                      </a:solidFill>
                    </a:lnB>
                    <a:solidFill>
                      <a:srgbClr val="DDECF2"/>
                    </a:solidFill>
                  </a:tcPr>
                </a:tc>
                <a:tc>
                  <a:txBody>
                    <a:bodyPr/>
                    <a:lstStyle/>
                    <a:p>
                      <a:pPr algn="ctr" latinLnBrk="0">
                        <a:buNone/>
                      </a:pPr>
                      <a:r>
                        <a:rPr lang="ko-KR" altLang="en-US" sz="1100" b="1" dirty="0">
                          <a:solidFill>
                            <a:srgbClr val="144772"/>
                          </a:solidFill>
                          <a:latin typeface="Arial"/>
                        </a:rPr>
                        <a:t>소만사</a:t>
                      </a:r>
                      <a:endParaRPr lang="en-US" sz="1100" dirty="0"/>
                    </a:p>
                    <a:p>
                      <a:pPr algn="ctr" latinLnBrk="0">
                        <a:buNone/>
                      </a:pPr>
                      <a:r>
                        <a:rPr lang="ko-KR" altLang="en-US" sz="1100" b="1" dirty="0">
                          <a:solidFill>
                            <a:srgbClr val="144772"/>
                          </a:solidFill>
                          <a:latin typeface="Arial"/>
                        </a:rPr>
                        <a:t>(윤석)</a:t>
                      </a:r>
                      <a:endParaRPr lang="en-US" sz="1100" dirty="0"/>
                    </a:p>
                  </a:txBody>
                  <a:tcPr marL="72000" marR="72000" marT="18000" marB="18000" anchor="ctr">
                    <a:lnL w="9525">
                      <a:solidFill>
                        <a:srgbClr val="000000"/>
                      </a:solidFill>
                    </a:lnL>
                    <a:lnR w="9525">
                      <a:solidFill>
                        <a:srgbClr val="000000"/>
                      </a:solidFill>
                    </a:lnR>
                    <a:lnT w="9525">
                      <a:solidFill>
                        <a:srgbClr val="000000"/>
                      </a:solidFill>
                    </a:lnT>
                    <a:lnB w="9525">
                      <a:solidFill>
                        <a:srgbClr val="000000"/>
                      </a:solidFill>
                    </a:lnB>
                    <a:solidFill>
                      <a:srgbClr val="DDECF2"/>
                    </a:solidFill>
                  </a:tcPr>
                </a:tc>
                <a:tc>
                  <a:txBody>
                    <a:bodyPr/>
                    <a:lstStyle/>
                    <a:p>
                      <a:pPr algn="ctr" latinLnBrk="0">
                        <a:buNone/>
                      </a:pPr>
                      <a:r>
                        <a:rPr lang="ko-KR" altLang="en-US" sz="1100" b="1" dirty="0">
                          <a:solidFill>
                            <a:srgbClr val="144772"/>
                          </a:solidFill>
                          <a:latin typeface="Arial"/>
                        </a:rPr>
                        <a:t>파수</a:t>
                      </a:r>
                      <a:endParaRPr lang="en-US" sz="1100" dirty="0"/>
                    </a:p>
                    <a:p>
                      <a:pPr algn="ctr" latinLnBrk="0">
                        <a:buNone/>
                      </a:pPr>
                      <a:r>
                        <a:rPr lang="ko-KR" altLang="en-US" sz="1100" b="1" dirty="0">
                          <a:solidFill>
                            <a:srgbClr val="144772"/>
                          </a:solidFill>
                          <a:latin typeface="Arial"/>
                        </a:rPr>
                        <a:t>(윤석)</a:t>
                      </a:r>
                      <a:endParaRPr lang="en-US" sz="1100" dirty="0"/>
                    </a:p>
                  </a:txBody>
                  <a:tcPr marL="72000" marR="72000" marT="18000" marB="18000" anchor="ctr">
                    <a:lnL w="9525">
                      <a:solidFill>
                        <a:srgbClr val="000000"/>
                      </a:solidFill>
                    </a:lnL>
                    <a:lnR w="9525">
                      <a:solidFill>
                        <a:srgbClr val="000000"/>
                      </a:solidFill>
                    </a:lnR>
                    <a:lnT w="9525">
                      <a:solidFill>
                        <a:srgbClr val="000000"/>
                      </a:solidFill>
                    </a:lnT>
                    <a:lnB w="9525">
                      <a:solidFill>
                        <a:srgbClr val="000000"/>
                      </a:solidFill>
                    </a:lnB>
                    <a:solidFill>
                      <a:srgbClr val="DDECF2"/>
                    </a:solidFill>
                  </a:tcPr>
                </a:tc>
                <a:tc>
                  <a:txBody>
                    <a:bodyPr/>
                    <a:lstStyle/>
                    <a:p>
                      <a:pPr algn="ctr" latinLnBrk="0">
                        <a:buNone/>
                      </a:pPr>
                      <a:r>
                        <a:rPr lang="ko-KR" altLang="en-US" sz="1100" b="1" dirty="0">
                          <a:solidFill>
                            <a:srgbClr val="144772"/>
                          </a:solidFill>
                          <a:latin typeface="Arial"/>
                        </a:rPr>
                        <a:t>컴트루</a:t>
                      </a:r>
                      <a:endParaRPr lang="en-US" sz="1100" dirty="0"/>
                    </a:p>
                    <a:p>
                      <a:pPr algn="ctr" latinLnBrk="0">
                        <a:buNone/>
                      </a:pPr>
                      <a:r>
                        <a:rPr lang="ko-KR" altLang="en-US" sz="1100" b="1" dirty="0">
                          <a:solidFill>
                            <a:srgbClr val="144772"/>
                          </a:solidFill>
                          <a:latin typeface="Arial"/>
                        </a:rPr>
                        <a:t>(</a:t>
                      </a:r>
                      <a:r>
                        <a:rPr lang="ko-KR" altLang="en-US" sz="1100" b="1" dirty="0" err="1">
                          <a:solidFill>
                            <a:srgbClr val="144772"/>
                          </a:solidFill>
                          <a:latin typeface="Arial"/>
                        </a:rPr>
                        <a:t>알타</a:t>
                      </a:r>
                      <a:r>
                        <a:rPr lang="ko-KR" altLang="en-US" sz="1100" b="1" dirty="0">
                          <a:solidFill>
                            <a:srgbClr val="144772"/>
                          </a:solidFill>
                          <a:latin typeface="Arial"/>
                        </a:rPr>
                        <a:t>)</a:t>
                      </a:r>
                      <a:endParaRPr lang="en-US" sz="1100" dirty="0"/>
                    </a:p>
                  </a:txBody>
                  <a:tcPr marL="72000" marR="72000" marT="18000" marB="18000" anchor="ctr">
                    <a:lnL w="9525">
                      <a:solidFill>
                        <a:srgbClr val="000000"/>
                      </a:solidFill>
                    </a:lnL>
                    <a:lnR w="9525">
                      <a:solidFill>
                        <a:srgbClr val="000000"/>
                      </a:solidFill>
                    </a:lnR>
                    <a:lnT w="9525">
                      <a:solidFill>
                        <a:srgbClr val="000000"/>
                      </a:solidFill>
                    </a:lnT>
                    <a:lnB w="9525">
                      <a:solidFill>
                        <a:srgbClr val="000000"/>
                      </a:solidFill>
                    </a:lnB>
                    <a:solidFill>
                      <a:srgbClr val="DDECF2"/>
                    </a:solidFill>
                  </a:tcPr>
                </a:tc>
                <a:tc>
                  <a:txBody>
                    <a:bodyPr/>
                    <a:lstStyle/>
                    <a:p>
                      <a:pPr algn="ctr" latinLnBrk="0">
                        <a:buNone/>
                      </a:pPr>
                      <a:r>
                        <a:rPr lang="ko-KR" altLang="en-US" sz="1100" b="1" dirty="0">
                          <a:solidFill>
                            <a:srgbClr val="144772"/>
                          </a:solidFill>
                          <a:latin typeface="Arial"/>
                        </a:rPr>
                        <a:t>마크애니</a:t>
                      </a:r>
                      <a:endParaRPr lang="en-US" sz="1100" dirty="0"/>
                    </a:p>
                    <a:p>
                      <a:pPr algn="ctr" latinLnBrk="0">
                        <a:buNone/>
                      </a:pPr>
                      <a:r>
                        <a:rPr lang="ko-KR" altLang="en-US" sz="1100" b="1" dirty="0">
                          <a:solidFill>
                            <a:srgbClr val="144772"/>
                          </a:solidFill>
                          <a:latin typeface="Arial"/>
                        </a:rPr>
                        <a:t>(</a:t>
                      </a:r>
                      <a:r>
                        <a:rPr lang="ko-KR" altLang="en-US" sz="1100" b="1" dirty="0" err="1">
                          <a:solidFill>
                            <a:srgbClr val="144772"/>
                          </a:solidFill>
                          <a:latin typeface="Arial"/>
                        </a:rPr>
                        <a:t>알타</a:t>
                      </a:r>
                      <a:r>
                        <a:rPr lang="ko-KR" altLang="en-US" sz="1100" b="1" dirty="0">
                          <a:solidFill>
                            <a:srgbClr val="144772"/>
                          </a:solidFill>
                          <a:latin typeface="Arial"/>
                        </a:rPr>
                        <a:t>)</a:t>
                      </a:r>
                      <a:endParaRPr lang="en-US" sz="1100" dirty="0"/>
                    </a:p>
                  </a:txBody>
                  <a:tcPr marL="72000" marR="72000" marT="18000" marB="18000" anchor="ctr">
                    <a:lnL w="9525">
                      <a:solidFill>
                        <a:srgbClr val="000000"/>
                      </a:solidFill>
                    </a:lnL>
                    <a:lnR w="9525">
                      <a:solidFill>
                        <a:srgbClr val="000000"/>
                      </a:solidFill>
                    </a:lnR>
                    <a:lnT w="9525">
                      <a:solidFill>
                        <a:srgbClr val="000000"/>
                      </a:solidFill>
                    </a:lnT>
                    <a:lnB w="9525">
                      <a:solidFill>
                        <a:srgbClr val="000000"/>
                      </a:solidFill>
                    </a:lnB>
                    <a:solidFill>
                      <a:srgbClr val="DDECF2"/>
                    </a:solidFill>
                  </a:tcPr>
                </a:tc>
                <a:tc>
                  <a:txBody>
                    <a:bodyPr/>
                    <a:lstStyle/>
                    <a:p>
                      <a:pPr algn="ctr" latinLnBrk="0">
                        <a:buNone/>
                      </a:pPr>
                      <a:r>
                        <a:rPr lang="ko-KR" altLang="en-US" sz="1100" b="1" dirty="0">
                          <a:solidFill>
                            <a:srgbClr val="144772"/>
                          </a:solidFill>
                          <a:latin typeface="Arial"/>
                        </a:rPr>
                        <a:t>지란지교데이터</a:t>
                      </a:r>
                      <a:endParaRPr lang="en-US" sz="1100" dirty="0"/>
                    </a:p>
                    <a:p>
                      <a:pPr algn="ctr" latinLnBrk="0">
                        <a:buNone/>
                      </a:pPr>
                      <a:r>
                        <a:rPr lang="ko-KR" altLang="en-US" sz="1100" b="1" dirty="0">
                          <a:solidFill>
                            <a:srgbClr val="144772"/>
                          </a:solidFill>
                          <a:latin typeface="Arial"/>
                        </a:rPr>
                        <a:t>(</a:t>
                      </a:r>
                      <a:r>
                        <a:rPr lang="en-US" altLang="ko-KR" sz="1100" b="1" dirty="0">
                          <a:solidFill>
                            <a:srgbClr val="144772"/>
                          </a:solidFill>
                          <a:latin typeface="Arial"/>
                        </a:rPr>
                        <a:t>Sercan</a:t>
                      </a:r>
                      <a:r>
                        <a:rPr lang="ko-KR" altLang="en-US" sz="1100" b="1" dirty="0">
                          <a:solidFill>
                            <a:srgbClr val="144772"/>
                          </a:solidFill>
                          <a:latin typeface="Arial"/>
                        </a:rPr>
                        <a:t>)</a:t>
                      </a:r>
                      <a:endParaRPr lang="en-US" sz="1100" dirty="0"/>
                    </a:p>
                  </a:txBody>
                  <a:tcPr marL="72000" marR="72000" marT="18000" marB="18000" anchor="ctr">
                    <a:lnL w="9525">
                      <a:solidFill>
                        <a:srgbClr val="000000"/>
                      </a:solidFill>
                    </a:lnL>
                    <a:lnR w="9525">
                      <a:solidFill>
                        <a:srgbClr val="000000"/>
                      </a:solidFill>
                    </a:lnR>
                    <a:lnT w="9525">
                      <a:solidFill>
                        <a:srgbClr val="000000"/>
                      </a:solidFill>
                    </a:lnT>
                    <a:lnB w="9525">
                      <a:solidFill>
                        <a:srgbClr val="000000"/>
                      </a:solidFill>
                    </a:lnB>
                    <a:solidFill>
                      <a:srgbClr val="DDECF2"/>
                    </a:solidFill>
                  </a:tcPr>
                </a:tc>
                <a:tc>
                  <a:txBody>
                    <a:bodyPr/>
                    <a:lstStyle/>
                    <a:p>
                      <a:pPr algn="ctr" latinLnBrk="0">
                        <a:buNone/>
                      </a:pPr>
                      <a:r>
                        <a:rPr lang="ko-KR" altLang="en-US" sz="1100" b="1" dirty="0">
                          <a:solidFill>
                            <a:srgbClr val="144772"/>
                          </a:solidFill>
                          <a:latin typeface="Arial"/>
                        </a:rPr>
                        <a:t>세이퍼존</a:t>
                      </a:r>
                      <a:endParaRPr lang="en-US" sz="1100" dirty="0"/>
                    </a:p>
                    <a:p>
                      <a:pPr algn="ctr" latinLnBrk="0">
                        <a:buNone/>
                      </a:pPr>
                      <a:r>
                        <a:rPr lang="ko-KR" altLang="en-US" sz="1100" b="1" dirty="0">
                          <a:solidFill>
                            <a:srgbClr val="144772"/>
                          </a:solidFill>
                          <a:latin typeface="Arial"/>
                        </a:rPr>
                        <a:t>(</a:t>
                      </a:r>
                      <a:r>
                        <a:rPr lang="en-US" altLang="ko-KR" sz="1100" b="1" dirty="0">
                          <a:solidFill>
                            <a:srgbClr val="144772"/>
                          </a:solidFill>
                          <a:latin typeface="Arial"/>
                        </a:rPr>
                        <a:t>Sercan</a:t>
                      </a:r>
                      <a:r>
                        <a:rPr lang="ko-KR" altLang="en-US" sz="1100" b="1" dirty="0">
                          <a:solidFill>
                            <a:srgbClr val="144772"/>
                          </a:solidFill>
                          <a:latin typeface="Arial"/>
                        </a:rPr>
                        <a:t>)</a:t>
                      </a:r>
                      <a:endParaRPr lang="en-US" sz="1100" dirty="0"/>
                    </a:p>
                  </a:txBody>
                  <a:tcPr marL="72000" marR="72000" marT="18000" marB="18000" anchor="ctr">
                    <a:lnL w="9525">
                      <a:solidFill>
                        <a:srgbClr val="000000"/>
                      </a:solidFill>
                    </a:lnL>
                    <a:lnR w="9525">
                      <a:solidFill>
                        <a:srgbClr val="000000"/>
                      </a:solidFill>
                    </a:lnR>
                    <a:lnT w="9525">
                      <a:solidFill>
                        <a:srgbClr val="000000"/>
                      </a:solidFill>
                    </a:lnT>
                    <a:lnB w="9525">
                      <a:solidFill>
                        <a:srgbClr val="000000"/>
                      </a:solidFill>
                    </a:lnB>
                    <a:solidFill>
                      <a:srgbClr val="DDECF2"/>
                    </a:solidFill>
                  </a:tcPr>
                </a:tc>
                <a:extLst>
                  <a:ext uri="{0D108BD9-81ED-4DB2-BD59-A6C34878D82A}">
                    <a16:rowId xmlns:a16="http://schemas.microsoft.com/office/drawing/2014/main" val="10000"/>
                  </a:ext>
                </a:extLst>
              </a:tr>
              <a:tr h="292100">
                <a:tc>
                  <a:txBody>
                    <a:bodyPr/>
                    <a:lstStyle/>
                    <a:p>
                      <a:pPr algn="l" latinLnBrk="0">
                        <a:buNone/>
                      </a:pPr>
                      <a:r>
                        <a:rPr lang="ko-KR" altLang="en-US" sz="1200" b="1" dirty="0">
                          <a:solidFill>
                            <a:srgbClr val="000000"/>
                          </a:solidFill>
                          <a:latin typeface="Arial"/>
                        </a:rPr>
                        <a:t>D1-11 GenAI web / desktop clients</a:t>
                      </a:r>
                      <a:endParaRPr lang="en-US" sz="1200" dirty="0"/>
                    </a:p>
                  </a:txBody>
                  <a:tcPr marL="72000" marR="72000" marT="18000" marB="18000" anchor="ctr">
                    <a:lnL w="9525">
                      <a:solidFill>
                        <a:srgbClr val="000000"/>
                      </a:solidFill>
                    </a:lnL>
                    <a:lnR w="9525">
                      <a:solidFill>
                        <a:srgbClr val="000000"/>
                      </a:solidFill>
                    </a:lnR>
                    <a:lnT w="9525">
                      <a:solidFill>
                        <a:srgbClr val="000000"/>
                      </a:solidFill>
                    </a:lnT>
                    <a:lnB w="9525">
                      <a:solidFill>
                        <a:srgbClr val="000000"/>
                      </a:solidFill>
                    </a:lnB>
                    <a:noFill/>
                  </a:tcPr>
                </a:tc>
                <a:tc>
                  <a:txBody>
                    <a:bodyPr/>
                    <a:lstStyle/>
                    <a:p>
                      <a:pPr algn="ctr" latinLnBrk="0">
                        <a:buNone/>
                      </a:pPr>
                      <a:r>
                        <a:rPr lang="ko-KR" altLang="en-US" sz="1300" b="0" dirty="0">
                          <a:solidFill>
                            <a:srgbClr val="144772"/>
                          </a:solidFill>
                          <a:latin typeface="Arial"/>
                        </a:rPr>
                        <a:t>●</a:t>
                      </a:r>
                      <a:endParaRPr lang="en-US" sz="1300" dirty="0"/>
                    </a:p>
                  </a:txBody>
                  <a:tcPr marL="72000" marR="72000" marT="18000" marB="18000" anchor="ctr">
                    <a:lnL w="9525">
                      <a:solidFill>
                        <a:srgbClr val="000000"/>
                      </a:solidFill>
                    </a:lnL>
                    <a:lnR w="9525">
                      <a:solidFill>
                        <a:srgbClr val="000000"/>
                      </a:solidFill>
                    </a:lnR>
                    <a:lnT w="9525">
                      <a:solidFill>
                        <a:srgbClr val="000000"/>
                      </a:solidFill>
                    </a:lnT>
                    <a:lnB w="9525">
                      <a:solidFill>
                        <a:srgbClr val="000000"/>
                      </a:solidFill>
                    </a:lnB>
                    <a:noFill/>
                  </a:tcPr>
                </a:tc>
                <a:tc>
                  <a:txBody>
                    <a:bodyPr/>
                    <a:lstStyle/>
                    <a:p>
                      <a:pPr algn="ctr" latinLnBrk="0">
                        <a:buNone/>
                      </a:pPr>
                      <a:r>
                        <a:rPr lang="ko-KR" altLang="en-US" sz="1300" b="0" dirty="0">
                          <a:solidFill>
                            <a:srgbClr val="144772"/>
                          </a:solidFill>
                          <a:latin typeface="Arial"/>
                        </a:rPr>
                        <a:t>◐</a:t>
                      </a:r>
                      <a:endParaRPr lang="en-US" sz="1300" dirty="0"/>
                    </a:p>
                  </a:txBody>
                  <a:tcPr marL="72000" marR="72000" marT="18000" marB="18000" anchor="ctr">
                    <a:lnL w="9525">
                      <a:solidFill>
                        <a:srgbClr val="000000"/>
                      </a:solidFill>
                    </a:lnL>
                    <a:lnR w="9525">
                      <a:solidFill>
                        <a:srgbClr val="000000"/>
                      </a:solidFill>
                    </a:lnR>
                    <a:lnT w="9525">
                      <a:solidFill>
                        <a:srgbClr val="000000"/>
                      </a:solidFill>
                    </a:lnT>
                    <a:lnB w="9525">
                      <a:solidFill>
                        <a:srgbClr val="000000"/>
                      </a:solidFill>
                    </a:lnB>
                    <a:noFill/>
                  </a:tcPr>
                </a:tc>
                <a:tc>
                  <a:txBody>
                    <a:bodyPr/>
                    <a:lstStyle/>
                    <a:p>
                      <a:pPr algn="ctr" latinLnBrk="0">
                        <a:buNone/>
                      </a:pPr>
                      <a:r>
                        <a:rPr lang="ko-KR" altLang="en-US" sz="1300" b="0" dirty="0">
                          <a:solidFill>
                            <a:srgbClr val="144772"/>
                          </a:solidFill>
                          <a:latin typeface="Arial"/>
                        </a:rPr>
                        <a:t>◐</a:t>
                      </a:r>
                      <a:endParaRPr lang="en-US" sz="1300" dirty="0"/>
                    </a:p>
                  </a:txBody>
                  <a:tcPr marL="72000" marR="72000" marT="18000" marB="18000" anchor="ctr">
                    <a:lnL w="9525">
                      <a:solidFill>
                        <a:srgbClr val="000000"/>
                      </a:solidFill>
                    </a:lnL>
                    <a:lnR w="9525">
                      <a:solidFill>
                        <a:srgbClr val="000000"/>
                      </a:solidFill>
                    </a:lnR>
                    <a:lnT w="9525">
                      <a:solidFill>
                        <a:srgbClr val="000000"/>
                      </a:solidFill>
                    </a:lnT>
                    <a:lnB w="9525">
                      <a:solidFill>
                        <a:srgbClr val="000000"/>
                      </a:solidFill>
                    </a:lnB>
                    <a:noFill/>
                  </a:tcPr>
                </a:tc>
                <a:tc>
                  <a:txBody>
                    <a:bodyPr/>
                    <a:lstStyle/>
                    <a:p>
                      <a:pPr algn="ctr" latinLnBrk="0">
                        <a:buNone/>
                      </a:pPr>
                      <a:r>
                        <a:rPr lang="ko-KR" altLang="en-US" sz="1300" b="0" dirty="0">
                          <a:solidFill>
                            <a:srgbClr val="144772"/>
                          </a:solidFill>
                          <a:latin typeface="Arial"/>
                        </a:rPr>
                        <a:t>●</a:t>
                      </a:r>
                      <a:endParaRPr lang="en-US" sz="1300" dirty="0"/>
                    </a:p>
                  </a:txBody>
                  <a:tcPr marL="72000" marR="72000" marT="18000" marB="18000" anchor="ctr">
                    <a:lnL w="9525">
                      <a:solidFill>
                        <a:srgbClr val="000000"/>
                      </a:solidFill>
                    </a:lnL>
                    <a:lnR w="9525">
                      <a:solidFill>
                        <a:srgbClr val="000000"/>
                      </a:solidFill>
                    </a:lnR>
                    <a:lnT w="9525">
                      <a:solidFill>
                        <a:srgbClr val="000000"/>
                      </a:solidFill>
                    </a:lnT>
                    <a:lnB w="9525">
                      <a:solidFill>
                        <a:srgbClr val="000000"/>
                      </a:solidFill>
                    </a:lnB>
                    <a:noFill/>
                  </a:tcPr>
                </a:tc>
                <a:tc>
                  <a:txBody>
                    <a:bodyPr/>
                    <a:lstStyle/>
                    <a:p>
                      <a:pPr algn="ctr" latinLnBrk="0">
                        <a:buNone/>
                      </a:pPr>
                      <a:r>
                        <a:rPr lang="ko-KR" altLang="en-US" sz="1300" b="0" dirty="0">
                          <a:solidFill>
                            <a:srgbClr val="144772"/>
                          </a:solidFill>
                          <a:latin typeface="Arial"/>
                        </a:rPr>
                        <a:t>●</a:t>
                      </a:r>
                      <a:endParaRPr lang="en-US" sz="1300" dirty="0"/>
                    </a:p>
                  </a:txBody>
                  <a:tcPr marL="72000" marR="72000" marT="18000" marB="18000" anchor="ctr">
                    <a:lnL w="9525">
                      <a:solidFill>
                        <a:srgbClr val="000000"/>
                      </a:solidFill>
                    </a:lnL>
                    <a:lnR w="9525">
                      <a:solidFill>
                        <a:srgbClr val="000000"/>
                      </a:solidFill>
                    </a:lnR>
                    <a:lnT w="9525">
                      <a:solidFill>
                        <a:srgbClr val="000000"/>
                      </a:solidFill>
                    </a:lnT>
                    <a:lnB w="9525">
                      <a:solidFill>
                        <a:srgbClr val="000000"/>
                      </a:solidFill>
                    </a:lnB>
                    <a:noFill/>
                  </a:tcPr>
                </a:tc>
                <a:tc>
                  <a:txBody>
                    <a:bodyPr/>
                    <a:lstStyle/>
                    <a:p>
                      <a:pPr algn="ctr" latinLnBrk="0">
                        <a:buNone/>
                      </a:pPr>
                      <a:r>
                        <a:rPr lang="ko-KR" altLang="en-US" sz="1300" b="0" dirty="0">
                          <a:solidFill>
                            <a:srgbClr val="144772"/>
                          </a:solidFill>
                          <a:latin typeface="Arial"/>
                        </a:rPr>
                        <a:t>●</a:t>
                      </a:r>
                      <a:endParaRPr lang="en-US" sz="1200" dirty="0"/>
                    </a:p>
                  </a:txBody>
                  <a:tcPr marL="72000" marR="72000" marT="18000" marB="18000" anchor="ctr">
                    <a:lnL w="9525">
                      <a:solidFill>
                        <a:srgbClr val="000000"/>
                      </a:solidFill>
                    </a:lnL>
                    <a:lnR w="9525">
                      <a:solidFill>
                        <a:srgbClr val="000000"/>
                      </a:solidFill>
                    </a:lnR>
                    <a:lnT w="9525">
                      <a:solidFill>
                        <a:srgbClr val="000000"/>
                      </a:solidFill>
                    </a:lnT>
                    <a:lnB w="9525">
                      <a:solidFill>
                        <a:srgbClr val="000000"/>
                      </a:solidFill>
                    </a:lnB>
                    <a:noFill/>
                  </a:tcPr>
                </a:tc>
                <a:tc>
                  <a:txBody>
                    <a:bodyPr/>
                    <a:lstStyle/>
                    <a:p>
                      <a:pPr algn="ctr" latinLnBrk="0">
                        <a:buNone/>
                      </a:pPr>
                      <a:r>
                        <a:rPr lang="ko-KR" altLang="en-US" sz="1300" b="0" dirty="0">
                          <a:solidFill>
                            <a:srgbClr val="144772"/>
                          </a:solidFill>
                          <a:latin typeface="Arial"/>
                        </a:rPr>
                        <a:t>◐</a:t>
                      </a:r>
                      <a:endParaRPr lang="en-US" sz="1200" dirty="0"/>
                    </a:p>
                  </a:txBody>
                  <a:tcPr marL="72000" marR="72000" marT="18000" marB="18000" anchor="ctr">
                    <a:lnL w="9525">
                      <a:solidFill>
                        <a:srgbClr val="000000"/>
                      </a:solidFill>
                    </a:lnL>
                    <a:lnR w="9525">
                      <a:solidFill>
                        <a:srgbClr val="000000"/>
                      </a:solidFill>
                    </a:lnR>
                    <a:lnT w="9525">
                      <a:solidFill>
                        <a:srgbClr val="000000"/>
                      </a:solidFill>
                    </a:lnT>
                    <a:lnB w="9525">
                      <a:solidFill>
                        <a:srgbClr val="000000"/>
                      </a:solidFill>
                    </a:lnB>
                    <a:noFill/>
                  </a:tcPr>
                </a:tc>
                <a:extLst>
                  <a:ext uri="{0D108BD9-81ED-4DB2-BD59-A6C34878D82A}">
                    <a16:rowId xmlns:a16="http://schemas.microsoft.com/office/drawing/2014/main" val="10001"/>
                  </a:ext>
                </a:extLst>
              </a:tr>
              <a:tr h="292100">
                <a:tc>
                  <a:txBody>
                    <a:bodyPr/>
                    <a:lstStyle/>
                    <a:p>
                      <a:pPr algn="l" latinLnBrk="0">
                        <a:buNone/>
                      </a:pPr>
                      <a:r>
                        <a:rPr lang="ko-KR" altLang="en-US" sz="1200" b="1" dirty="0">
                          <a:solidFill>
                            <a:srgbClr val="000000"/>
                          </a:solidFill>
                          <a:latin typeface="Arial"/>
                        </a:rPr>
                        <a:t>D1-12 LLM API traffic</a:t>
                      </a:r>
                      <a:endParaRPr lang="en-US" sz="1200" dirty="0"/>
                    </a:p>
                  </a:txBody>
                  <a:tcPr marL="72000" marR="72000" marT="18000" marB="18000" anchor="ctr">
                    <a:lnL w="9525">
                      <a:solidFill>
                        <a:srgbClr val="000000"/>
                      </a:solidFill>
                    </a:lnL>
                    <a:lnR w="9525">
                      <a:solidFill>
                        <a:srgbClr val="000000"/>
                      </a:solidFill>
                    </a:lnR>
                    <a:lnT w="9525">
                      <a:solidFill>
                        <a:srgbClr val="000000"/>
                      </a:solidFill>
                    </a:lnT>
                    <a:lnB w="9525">
                      <a:solidFill>
                        <a:srgbClr val="000000"/>
                      </a:solidFill>
                    </a:lnB>
                    <a:noFill/>
                  </a:tcPr>
                </a:tc>
                <a:tc>
                  <a:txBody>
                    <a:bodyPr/>
                    <a:lstStyle/>
                    <a:p>
                      <a:pPr algn="ctr" latinLnBrk="0">
                        <a:buNone/>
                      </a:pPr>
                      <a:r>
                        <a:rPr lang="ko-KR" altLang="en-US" sz="1300" b="0" dirty="0">
                          <a:solidFill>
                            <a:srgbClr val="144772"/>
                          </a:solidFill>
                          <a:latin typeface="Arial"/>
                        </a:rPr>
                        <a:t>◐</a:t>
                      </a:r>
                      <a:endParaRPr lang="en-US" sz="1300" dirty="0"/>
                    </a:p>
                  </a:txBody>
                  <a:tcPr marL="72000" marR="72000" marT="18000" marB="18000" anchor="ctr">
                    <a:lnL w="9525">
                      <a:solidFill>
                        <a:srgbClr val="000000"/>
                      </a:solidFill>
                    </a:lnL>
                    <a:lnR w="9525">
                      <a:solidFill>
                        <a:srgbClr val="000000"/>
                      </a:solidFill>
                    </a:lnR>
                    <a:lnT w="9525">
                      <a:solidFill>
                        <a:srgbClr val="000000"/>
                      </a:solidFill>
                    </a:lnT>
                    <a:lnB w="9525">
                      <a:solidFill>
                        <a:srgbClr val="000000"/>
                      </a:solidFill>
                    </a:lnB>
                    <a:noFill/>
                  </a:tcPr>
                </a:tc>
                <a:tc>
                  <a:txBody>
                    <a:bodyPr/>
                    <a:lstStyle/>
                    <a:p>
                      <a:pPr algn="ctr" latinLnBrk="0">
                        <a:buNone/>
                      </a:pPr>
                      <a:r>
                        <a:rPr lang="ko-KR" altLang="en-US" sz="1300" b="0" dirty="0">
                          <a:solidFill>
                            <a:srgbClr val="7F7F7F"/>
                          </a:solidFill>
                          <a:latin typeface="Arial"/>
                        </a:rPr>
                        <a:t>–</a:t>
                      </a:r>
                      <a:endParaRPr lang="en-US" sz="1300" dirty="0"/>
                    </a:p>
                  </a:txBody>
                  <a:tcPr marL="72000" marR="72000" marT="18000" marB="18000" anchor="ctr">
                    <a:lnL w="9525">
                      <a:solidFill>
                        <a:srgbClr val="000000"/>
                      </a:solidFill>
                    </a:lnL>
                    <a:lnR w="9525">
                      <a:solidFill>
                        <a:srgbClr val="000000"/>
                      </a:solidFill>
                    </a:lnR>
                    <a:lnT w="9525">
                      <a:solidFill>
                        <a:srgbClr val="000000"/>
                      </a:solidFill>
                    </a:lnT>
                    <a:lnB w="9525">
                      <a:solidFill>
                        <a:srgbClr val="000000"/>
                      </a:solidFill>
                    </a:lnB>
                    <a:noFill/>
                  </a:tcPr>
                </a:tc>
                <a:tc>
                  <a:txBody>
                    <a:bodyPr/>
                    <a:lstStyle/>
                    <a:p>
                      <a:pPr algn="ctr" latinLnBrk="0">
                        <a:buNone/>
                      </a:pPr>
                      <a:r>
                        <a:rPr lang="ko-KR" altLang="en-US" sz="1300" b="0" dirty="0">
                          <a:solidFill>
                            <a:srgbClr val="144772"/>
                          </a:solidFill>
                          <a:latin typeface="Arial"/>
                        </a:rPr>
                        <a:t>●</a:t>
                      </a:r>
                      <a:endParaRPr lang="en-US" sz="1300" dirty="0"/>
                    </a:p>
                  </a:txBody>
                  <a:tcPr marL="72000" marR="72000" marT="18000" marB="18000" anchor="ctr">
                    <a:lnL w="9525">
                      <a:solidFill>
                        <a:srgbClr val="000000"/>
                      </a:solidFill>
                    </a:lnL>
                    <a:lnR w="9525">
                      <a:solidFill>
                        <a:srgbClr val="000000"/>
                      </a:solidFill>
                    </a:lnR>
                    <a:lnT w="9525">
                      <a:solidFill>
                        <a:srgbClr val="000000"/>
                      </a:solidFill>
                    </a:lnT>
                    <a:lnB w="9525">
                      <a:solidFill>
                        <a:srgbClr val="000000"/>
                      </a:solidFill>
                    </a:lnB>
                    <a:noFill/>
                  </a:tcPr>
                </a:tc>
                <a:tc>
                  <a:txBody>
                    <a:bodyPr/>
                    <a:lstStyle/>
                    <a:p>
                      <a:pPr algn="ctr" latinLnBrk="0">
                        <a:buNone/>
                      </a:pPr>
                      <a:r>
                        <a:rPr lang="ko-KR" altLang="en-US" sz="1300" b="0" dirty="0">
                          <a:solidFill>
                            <a:srgbClr val="144772"/>
                          </a:solidFill>
                          <a:latin typeface="Arial"/>
                        </a:rPr>
                        <a:t>●</a:t>
                      </a:r>
                      <a:endParaRPr lang="en-US" sz="1300" dirty="0"/>
                    </a:p>
                  </a:txBody>
                  <a:tcPr marL="72000" marR="72000" marT="18000" marB="18000" anchor="ctr">
                    <a:lnL w="9525">
                      <a:solidFill>
                        <a:srgbClr val="000000"/>
                      </a:solidFill>
                    </a:lnL>
                    <a:lnR w="9525">
                      <a:solidFill>
                        <a:srgbClr val="000000"/>
                      </a:solidFill>
                    </a:lnR>
                    <a:lnT w="9525">
                      <a:solidFill>
                        <a:srgbClr val="000000"/>
                      </a:solidFill>
                    </a:lnT>
                    <a:lnB w="9525">
                      <a:solidFill>
                        <a:srgbClr val="000000"/>
                      </a:solidFill>
                    </a:lnB>
                    <a:noFill/>
                  </a:tcPr>
                </a:tc>
                <a:tc>
                  <a:txBody>
                    <a:bodyPr/>
                    <a:lstStyle/>
                    <a:p>
                      <a:pPr algn="ctr" latinLnBrk="0">
                        <a:buNone/>
                      </a:pPr>
                      <a:r>
                        <a:rPr lang="ko-KR" altLang="en-US" sz="1300" b="0" dirty="0">
                          <a:solidFill>
                            <a:srgbClr val="7F7F7F"/>
                          </a:solidFill>
                          <a:latin typeface="Arial"/>
                        </a:rPr>
                        <a:t>–</a:t>
                      </a:r>
                      <a:endParaRPr lang="en-US" sz="1300" dirty="0"/>
                    </a:p>
                  </a:txBody>
                  <a:tcPr marL="72000" marR="72000" marT="18000" marB="18000" anchor="ctr">
                    <a:lnL w="9525">
                      <a:solidFill>
                        <a:srgbClr val="000000"/>
                      </a:solidFill>
                    </a:lnL>
                    <a:lnR w="9525">
                      <a:solidFill>
                        <a:srgbClr val="000000"/>
                      </a:solidFill>
                    </a:lnR>
                    <a:lnT w="9525">
                      <a:solidFill>
                        <a:srgbClr val="000000"/>
                      </a:solidFill>
                    </a:lnT>
                    <a:lnB w="9525">
                      <a:solidFill>
                        <a:srgbClr val="000000"/>
                      </a:solidFill>
                    </a:lnB>
                    <a:noFill/>
                  </a:tcPr>
                </a:tc>
                <a:tc>
                  <a:txBody>
                    <a:bodyPr/>
                    <a:lstStyle/>
                    <a:p>
                      <a:pPr algn="ctr" latinLnBrk="0">
                        <a:buNone/>
                      </a:pPr>
                      <a:r>
                        <a:rPr lang="ko-KR" altLang="en-US" sz="1300" b="0" dirty="0">
                          <a:solidFill>
                            <a:srgbClr val="7F7F7F"/>
                          </a:solidFill>
                          <a:latin typeface="Arial"/>
                        </a:rPr>
                        <a:t>–</a:t>
                      </a:r>
                      <a:endParaRPr lang="en-US" sz="1200" dirty="0"/>
                    </a:p>
                  </a:txBody>
                  <a:tcPr marL="72000" marR="72000" marT="18000" marB="18000" anchor="ctr">
                    <a:lnL w="9525">
                      <a:solidFill>
                        <a:srgbClr val="000000"/>
                      </a:solidFill>
                    </a:lnL>
                    <a:lnR w="9525">
                      <a:solidFill>
                        <a:srgbClr val="000000"/>
                      </a:solidFill>
                    </a:lnR>
                    <a:lnT w="9525">
                      <a:solidFill>
                        <a:srgbClr val="000000"/>
                      </a:solidFill>
                    </a:lnT>
                    <a:lnB w="9525">
                      <a:solidFill>
                        <a:srgbClr val="000000"/>
                      </a:solidFill>
                    </a:lnB>
                    <a:noFill/>
                  </a:tcPr>
                </a:tc>
                <a:tc>
                  <a:txBody>
                    <a:bodyPr/>
                    <a:lstStyle/>
                    <a:p>
                      <a:pPr algn="ctr" latinLnBrk="0">
                        <a:buNone/>
                      </a:pPr>
                      <a:r>
                        <a:rPr lang="ko-KR" altLang="en-US" sz="1300" b="0" dirty="0">
                          <a:solidFill>
                            <a:srgbClr val="7F7F7F"/>
                          </a:solidFill>
                          <a:latin typeface="Arial"/>
                        </a:rPr>
                        <a:t>–</a:t>
                      </a:r>
                      <a:endParaRPr lang="en-US" sz="1200" dirty="0"/>
                    </a:p>
                  </a:txBody>
                  <a:tcPr marL="72000" marR="72000" marT="18000" marB="18000" anchor="ctr">
                    <a:lnL w="9525">
                      <a:solidFill>
                        <a:srgbClr val="000000"/>
                      </a:solidFill>
                    </a:lnL>
                    <a:lnR w="9525">
                      <a:solidFill>
                        <a:srgbClr val="000000"/>
                      </a:solidFill>
                    </a:lnR>
                    <a:lnT w="9525">
                      <a:solidFill>
                        <a:srgbClr val="000000"/>
                      </a:solidFill>
                    </a:lnT>
                    <a:lnB w="9525">
                      <a:solidFill>
                        <a:srgbClr val="000000"/>
                      </a:solidFill>
                    </a:lnB>
                    <a:noFill/>
                  </a:tcPr>
                </a:tc>
                <a:extLst>
                  <a:ext uri="{0D108BD9-81ED-4DB2-BD59-A6C34878D82A}">
                    <a16:rowId xmlns:a16="http://schemas.microsoft.com/office/drawing/2014/main" val="10002"/>
                  </a:ext>
                </a:extLst>
              </a:tr>
              <a:tr h="292100">
                <a:tc>
                  <a:txBody>
                    <a:bodyPr/>
                    <a:lstStyle/>
                    <a:p>
                      <a:pPr algn="l" latinLnBrk="0">
                        <a:buNone/>
                      </a:pPr>
                      <a:r>
                        <a:rPr lang="ko-KR" altLang="en-US" sz="1200" b="1" dirty="0">
                          <a:solidFill>
                            <a:srgbClr val="000000"/>
                          </a:solidFill>
                          <a:latin typeface="Arial"/>
                        </a:rPr>
                        <a:t>D1-13 Agent tool-call / MCP</a:t>
                      </a:r>
                      <a:endParaRPr lang="en-US" sz="1200" dirty="0"/>
                    </a:p>
                  </a:txBody>
                  <a:tcPr marL="72000" marR="72000" marT="18000" marB="18000" anchor="ctr">
                    <a:lnL w="9525">
                      <a:solidFill>
                        <a:srgbClr val="000000"/>
                      </a:solidFill>
                    </a:lnL>
                    <a:lnR w="9525">
                      <a:solidFill>
                        <a:srgbClr val="000000"/>
                      </a:solidFill>
                    </a:lnR>
                    <a:lnT w="9525">
                      <a:solidFill>
                        <a:srgbClr val="000000"/>
                      </a:solidFill>
                    </a:lnT>
                    <a:lnB w="9525">
                      <a:solidFill>
                        <a:srgbClr val="000000"/>
                      </a:solidFill>
                    </a:lnB>
                    <a:solidFill>
                      <a:srgbClr val="FBE5D6"/>
                    </a:solidFill>
                  </a:tcPr>
                </a:tc>
                <a:tc>
                  <a:txBody>
                    <a:bodyPr/>
                    <a:lstStyle/>
                    <a:p>
                      <a:pPr algn="ctr" latinLnBrk="0">
                        <a:buNone/>
                      </a:pPr>
                      <a:r>
                        <a:rPr lang="ko-KR" altLang="en-US" sz="1300" b="0" dirty="0">
                          <a:solidFill>
                            <a:srgbClr val="7F7F7F"/>
                          </a:solidFill>
                          <a:latin typeface="Arial"/>
                        </a:rPr>
                        <a:t>–</a:t>
                      </a:r>
                      <a:endParaRPr lang="en-US" sz="1300" dirty="0"/>
                    </a:p>
                  </a:txBody>
                  <a:tcPr marL="72000" marR="72000" marT="18000" marB="18000" anchor="ctr">
                    <a:lnL w="9525">
                      <a:solidFill>
                        <a:srgbClr val="000000"/>
                      </a:solidFill>
                    </a:lnL>
                    <a:lnR w="9525">
                      <a:solidFill>
                        <a:srgbClr val="000000"/>
                      </a:solidFill>
                    </a:lnR>
                    <a:lnT w="9525">
                      <a:solidFill>
                        <a:srgbClr val="000000"/>
                      </a:solidFill>
                    </a:lnT>
                    <a:lnB w="9525">
                      <a:solidFill>
                        <a:srgbClr val="000000"/>
                      </a:solidFill>
                    </a:lnB>
                    <a:solidFill>
                      <a:srgbClr val="FBE5D6"/>
                    </a:solidFill>
                  </a:tcPr>
                </a:tc>
                <a:tc>
                  <a:txBody>
                    <a:bodyPr/>
                    <a:lstStyle/>
                    <a:p>
                      <a:pPr algn="ctr" latinLnBrk="0">
                        <a:buNone/>
                      </a:pPr>
                      <a:r>
                        <a:rPr lang="ko-KR" altLang="en-US" sz="1300" b="0" dirty="0">
                          <a:solidFill>
                            <a:srgbClr val="7F7F7F"/>
                          </a:solidFill>
                          <a:latin typeface="Arial"/>
                        </a:rPr>
                        <a:t>–</a:t>
                      </a:r>
                      <a:endParaRPr lang="en-US" sz="1300" dirty="0"/>
                    </a:p>
                  </a:txBody>
                  <a:tcPr marL="72000" marR="72000" marT="18000" marB="18000" anchor="ctr">
                    <a:lnL w="9525">
                      <a:solidFill>
                        <a:srgbClr val="000000"/>
                      </a:solidFill>
                    </a:lnL>
                    <a:lnR w="9525">
                      <a:solidFill>
                        <a:srgbClr val="000000"/>
                      </a:solidFill>
                    </a:lnR>
                    <a:lnT w="9525">
                      <a:solidFill>
                        <a:srgbClr val="000000"/>
                      </a:solidFill>
                    </a:lnT>
                    <a:lnB w="9525">
                      <a:solidFill>
                        <a:srgbClr val="000000"/>
                      </a:solidFill>
                    </a:lnB>
                    <a:solidFill>
                      <a:srgbClr val="FBE5D6"/>
                    </a:solidFill>
                  </a:tcPr>
                </a:tc>
                <a:tc>
                  <a:txBody>
                    <a:bodyPr/>
                    <a:lstStyle/>
                    <a:p>
                      <a:pPr algn="ctr" latinLnBrk="0">
                        <a:buNone/>
                      </a:pPr>
                      <a:r>
                        <a:rPr lang="ko-KR" altLang="en-US" sz="1300" b="0" dirty="0">
                          <a:solidFill>
                            <a:srgbClr val="7F7F7F"/>
                          </a:solidFill>
                          <a:latin typeface="Arial"/>
                        </a:rPr>
                        <a:t>–</a:t>
                      </a:r>
                      <a:endParaRPr lang="en-US" sz="1300" dirty="0"/>
                    </a:p>
                  </a:txBody>
                  <a:tcPr marL="72000" marR="72000" marT="18000" marB="18000" anchor="ctr">
                    <a:lnL w="9525">
                      <a:solidFill>
                        <a:srgbClr val="000000"/>
                      </a:solidFill>
                    </a:lnL>
                    <a:lnR w="9525">
                      <a:solidFill>
                        <a:srgbClr val="000000"/>
                      </a:solidFill>
                    </a:lnR>
                    <a:lnT w="9525">
                      <a:solidFill>
                        <a:srgbClr val="000000"/>
                      </a:solidFill>
                    </a:lnT>
                    <a:lnB w="9525">
                      <a:solidFill>
                        <a:srgbClr val="000000"/>
                      </a:solidFill>
                    </a:lnB>
                    <a:solidFill>
                      <a:srgbClr val="FBE5D6"/>
                    </a:solidFill>
                  </a:tcPr>
                </a:tc>
                <a:tc>
                  <a:txBody>
                    <a:bodyPr/>
                    <a:lstStyle/>
                    <a:p>
                      <a:pPr algn="ctr" latinLnBrk="0">
                        <a:buNone/>
                      </a:pPr>
                      <a:r>
                        <a:rPr lang="ko-KR" altLang="en-US" sz="1300" b="0" dirty="0">
                          <a:solidFill>
                            <a:srgbClr val="144772"/>
                          </a:solidFill>
                          <a:latin typeface="Arial"/>
                        </a:rPr>
                        <a:t>◐</a:t>
                      </a:r>
                      <a:endParaRPr lang="en-US" sz="1300" dirty="0"/>
                    </a:p>
                  </a:txBody>
                  <a:tcPr marL="72000" marR="72000" marT="18000" marB="18000" anchor="ctr">
                    <a:lnL w="9525">
                      <a:solidFill>
                        <a:srgbClr val="000000"/>
                      </a:solidFill>
                    </a:lnL>
                    <a:lnR w="9525">
                      <a:solidFill>
                        <a:srgbClr val="000000"/>
                      </a:solidFill>
                    </a:lnR>
                    <a:lnT w="9525">
                      <a:solidFill>
                        <a:srgbClr val="000000"/>
                      </a:solidFill>
                    </a:lnT>
                    <a:lnB w="9525">
                      <a:solidFill>
                        <a:srgbClr val="000000"/>
                      </a:solidFill>
                    </a:lnB>
                    <a:solidFill>
                      <a:srgbClr val="FBE5D6"/>
                    </a:solidFill>
                  </a:tcPr>
                </a:tc>
                <a:tc>
                  <a:txBody>
                    <a:bodyPr/>
                    <a:lstStyle/>
                    <a:p>
                      <a:pPr algn="ctr" latinLnBrk="0">
                        <a:buNone/>
                      </a:pPr>
                      <a:r>
                        <a:rPr lang="ko-KR" altLang="en-US" sz="1300" b="0" dirty="0">
                          <a:solidFill>
                            <a:srgbClr val="7F7F7F"/>
                          </a:solidFill>
                          <a:latin typeface="Arial"/>
                        </a:rPr>
                        <a:t>–</a:t>
                      </a:r>
                      <a:endParaRPr lang="en-US" sz="1300" dirty="0"/>
                    </a:p>
                  </a:txBody>
                  <a:tcPr marL="72000" marR="72000" marT="18000" marB="18000" anchor="ctr">
                    <a:lnL w="9525">
                      <a:solidFill>
                        <a:srgbClr val="000000"/>
                      </a:solidFill>
                    </a:lnL>
                    <a:lnR w="9525">
                      <a:solidFill>
                        <a:srgbClr val="000000"/>
                      </a:solidFill>
                    </a:lnR>
                    <a:lnT w="9525">
                      <a:solidFill>
                        <a:srgbClr val="000000"/>
                      </a:solidFill>
                    </a:lnT>
                    <a:lnB w="9525">
                      <a:solidFill>
                        <a:srgbClr val="000000"/>
                      </a:solidFill>
                    </a:lnB>
                    <a:solidFill>
                      <a:srgbClr val="FBE5D6"/>
                    </a:solidFill>
                  </a:tcPr>
                </a:tc>
                <a:tc>
                  <a:txBody>
                    <a:bodyPr/>
                    <a:lstStyle/>
                    <a:p>
                      <a:pPr algn="ctr" latinLnBrk="0">
                        <a:buNone/>
                      </a:pPr>
                      <a:r>
                        <a:rPr lang="ko-KR" altLang="en-US" sz="1300" b="0" dirty="0">
                          <a:solidFill>
                            <a:srgbClr val="7F7F7F"/>
                          </a:solidFill>
                          <a:latin typeface="Arial"/>
                        </a:rPr>
                        <a:t>–</a:t>
                      </a:r>
                      <a:endParaRPr lang="en-US" sz="1200" dirty="0"/>
                    </a:p>
                  </a:txBody>
                  <a:tcPr marL="72000" marR="72000" marT="18000" marB="18000" anchor="ctr">
                    <a:lnL w="9525">
                      <a:solidFill>
                        <a:srgbClr val="000000"/>
                      </a:solidFill>
                    </a:lnL>
                    <a:lnR w="9525">
                      <a:solidFill>
                        <a:srgbClr val="000000"/>
                      </a:solidFill>
                    </a:lnR>
                    <a:lnT w="9525">
                      <a:solidFill>
                        <a:srgbClr val="000000"/>
                      </a:solidFill>
                    </a:lnT>
                    <a:lnB w="9525">
                      <a:solidFill>
                        <a:srgbClr val="000000"/>
                      </a:solidFill>
                    </a:lnB>
                    <a:solidFill>
                      <a:srgbClr val="FBE5D6"/>
                    </a:solidFill>
                  </a:tcPr>
                </a:tc>
                <a:tc>
                  <a:txBody>
                    <a:bodyPr/>
                    <a:lstStyle/>
                    <a:p>
                      <a:pPr algn="ctr" latinLnBrk="0">
                        <a:buNone/>
                      </a:pPr>
                      <a:r>
                        <a:rPr lang="ko-KR" altLang="en-US" sz="1300" b="0" dirty="0">
                          <a:solidFill>
                            <a:srgbClr val="7F7F7F"/>
                          </a:solidFill>
                          <a:latin typeface="Arial"/>
                        </a:rPr>
                        <a:t>–</a:t>
                      </a:r>
                      <a:endParaRPr lang="en-US" sz="1200" dirty="0"/>
                    </a:p>
                  </a:txBody>
                  <a:tcPr marL="72000" marR="72000" marT="18000" marB="18000" anchor="ctr">
                    <a:lnL w="9525">
                      <a:solidFill>
                        <a:srgbClr val="000000"/>
                      </a:solidFill>
                    </a:lnL>
                    <a:lnR w="9525">
                      <a:solidFill>
                        <a:srgbClr val="000000"/>
                      </a:solidFill>
                    </a:lnR>
                    <a:lnT w="9525">
                      <a:solidFill>
                        <a:srgbClr val="000000"/>
                      </a:solidFill>
                    </a:lnT>
                    <a:lnB w="9525">
                      <a:solidFill>
                        <a:srgbClr val="000000"/>
                      </a:solidFill>
                    </a:lnB>
                    <a:solidFill>
                      <a:srgbClr val="FBE5D6"/>
                    </a:solidFill>
                  </a:tcPr>
                </a:tc>
                <a:extLst>
                  <a:ext uri="{0D108BD9-81ED-4DB2-BD59-A6C34878D82A}">
                    <a16:rowId xmlns:a16="http://schemas.microsoft.com/office/drawing/2014/main" val="10003"/>
                  </a:ext>
                </a:extLst>
              </a:tr>
              <a:tr h="292100">
                <a:tc>
                  <a:txBody>
                    <a:bodyPr/>
                    <a:lstStyle/>
                    <a:p>
                      <a:pPr algn="l" latinLnBrk="0">
                        <a:buNone/>
                      </a:pPr>
                      <a:r>
                        <a:rPr lang="ko-KR" altLang="en-US" sz="1200" b="1" dirty="0">
                          <a:solidFill>
                            <a:srgbClr val="000000"/>
                          </a:solidFill>
                          <a:latin typeface="Arial"/>
                        </a:rPr>
                        <a:t>D2-03 Exact data matching (EDM)</a:t>
                      </a:r>
                      <a:endParaRPr lang="en-US" sz="1200" dirty="0"/>
                    </a:p>
                  </a:txBody>
                  <a:tcPr marL="72000" marR="72000" marT="18000" marB="18000" anchor="ctr">
                    <a:lnL w="9525">
                      <a:solidFill>
                        <a:srgbClr val="000000"/>
                      </a:solidFill>
                    </a:lnL>
                    <a:lnR w="9525">
                      <a:solidFill>
                        <a:srgbClr val="000000"/>
                      </a:solidFill>
                    </a:lnR>
                    <a:lnT w="9525">
                      <a:solidFill>
                        <a:srgbClr val="000000"/>
                      </a:solidFill>
                    </a:lnT>
                    <a:lnB w="9525">
                      <a:solidFill>
                        <a:srgbClr val="000000"/>
                      </a:solidFill>
                    </a:lnB>
                    <a:solidFill>
                      <a:srgbClr val="FBE5D6"/>
                    </a:solidFill>
                  </a:tcPr>
                </a:tc>
                <a:tc>
                  <a:txBody>
                    <a:bodyPr/>
                    <a:lstStyle/>
                    <a:p>
                      <a:pPr algn="ctr" latinLnBrk="0">
                        <a:buNone/>
                      </a:pPr>
                      <a:r>
                        <a:rPr lang="ko-KR" altLang="en-US" sz="1300" b="0" dirty="0">
                          <a:solidFill>
                            <a:srgbClr val="7F7F7F"/>
                          </a:solidFill>
                          <a:latin typeface="Arial"/>
                        </a:rPr>
                        <a:t>–</a:t>
                      </a:r>
                      <a:endParaRPr lang="en-US" sz="1300" dirty="0"/>
                    </a:p>
                  </a:txBody>
                  <a:tcPr marL="72000" marR="72000" marT="18000" marB="18000" anchor="ctr">
                    <a:lnL w="9525">
                      <a:solidFill>
                        <a:srgbClr val="000000"/>
                      </a:solidFill>
                    </a:lnL>
                    <a:lnR w="9525">
                      <a:solidFill>
                        <a:srgbClr val="000000"/>
                      </a:solidFill>
                    </a:lnR>
                    <a:lnT w="9525">
                      <a:solidFill>
                        <a:srgbClr val="000000"/>
                      </a:solidFill>
                    </a:lnT>
                    <a:lnB w="9525">
                      <a:solidFill>
                        <a:srgbClr val="000000"/>
                      </a:solidFill>
                    </a:lnB>
                    <a:solidFill>
                      <a:srgbClr val="FBE5D6"/>
                    </a:solidFill>
                  </a:tcPr>
                </a:tc>
                <a:tc>
                  <a:txBody>
                    <a:bodyPr/>
                    <a:lstStyle/>
                    <a:p>
                      <a:pPr algn="ctr" latinLnBrk="0">
                        <a:buNone/>
                      </a:pPr>
                      <a:r>
                        <a:rPr lang="ko-KR" altLang="en-US" sz="1300" b="0" dirty="0">
                          <a:solidFill>
                            <a:srgbClr val="7F7F7F"/>
                          </a:solidFill>
                          <a:latin typeface="Arial"/>
                        </a:rPr>
                        <a:t>–</a:t>
                      </a:r>
                      <a:endParaRPr lang="en-US" sz="1300" dirty="0"/>
                    </a:p>
                  </a:txBody>
                  <a:tcPr marL="72000" marR="72000" marT="18000" marB="18000" anchor="ctr">
                    <a:lnL w="9525">
                      <a:solidFill>
                        <a:srgbClr val="000000"/>
                      </a:solidFill>
                    </a:lnL>
                    <a:lnR w="9525">
                      <a:solidFill>
                        <a:srgbClr val="000000"/>
                      </a:solidFill>
                    </a:lnR>
                    <a:lnT w="9525">
                      <a:solidFill>
                        <a:srgbClr val="000000"/>
                      </a:solidFill>
                    </a:lnT>
                    <a:lnB w="9525">
                      <a:solidFill>
                        <a:srgbClr val="000000"/>
                      </a:solidFill>
                    </a:lnB>
                    <a:solidFill>
                      <a:srgbClr val="FBE5D6"/>
                    </a:solidFill>
                  </a:tcPr>
                </a:tc>
                <a:tc>
                  <a:txBody>
                    <a:bodyPr/>
                    <a:lstStyle/>
                    <a:p>
                      <a:pPr algn="ctr" latinLnBrk="0">
                        <a:buNone/>
                      </a:pPr>
                      <a:r>
                        <a:rPr lang="ko-KR" altLang="en-US" sz="1300" b="0" dirty="0">
                          <a:solidFill>
                            <a:srgbClr val="7F7F7F"/>
                          </a:solidFill>
                          <a:latin typeface="Arial"/>
                        </a:rPr>
                        <a:t>–</a:t>
                      </a:r>
                      <a:endParaRPr lang="en-US" sz="1300" dirty="0"/>
                    </a:p>
                  </a:txBody>
                  <a:tcPr marL="72000" marR="72000" marT="18000" marB="18000" anchor="ctr">
                    <a:lnL w="9525">
                      <a:solidFill>
                        <a:srgbClr val="000000"/>
                      </a:solidFill>
                    </a:lnL>
                    <a:lnR w="9525">
                      <a:solidFill>
                        <a:srgbClr val="000000"/>
                      </a:solidFill>
                    </a:lnR>
                    <a:lnT w="9525">
                      <a:solidFill>
                        <a:srgbClr val="000000"/>
                      </a:solidFill>
                    </a:lnT>
                    <a:lnB w="9525">
                      <a:solidFill>
                        <a:srgbClr val="000000"/>
                      </a:solidFill>
                    </a:lnB>
                    <a:solidFill>
                      <a:srgbClr val="FBE5D6"/>
                    </a:solidFill>
                  </a:tcPr>
                </a:tc>
                <a:tc>
                  <a:txBody>
                    <a:bodyPr/>
                    <a:lstStyle/>
                    <a:p>
                      <a:pPr algn="ctr" latinLnBrk="0">
                        <a:buNone/>
                      </a:pPr>
                      <a:r>
                        <a:rPr lang="ko-KR" altLang="en-US" sz="1300" b="0" dirty="0">
                          <a:solidFill>
                            <a:srgbClr val="7F7F7F"/>
                          </a:solidFill>
                          <a:latin typeface="Arial"/>
                        </a:rPr>
                        <a:t>–</a:t>
                      </a:r>
                      <a:endParaRPr lang="en-US" sz="1300" dirty="0"/>
                    </a:p>
                  </a:txBody>
                  <a:tcPr marL="72000" marR="72000" marT="18000" marB="18000" anchor="ctr">
                    <a:lnL w="9525">
                      <a:solidFill>
                        <a:srgbClr val="000000"/>
                      </a:solidFill>
                    </a:lnL>
                    <a:lnR w="9525">
                      <a:solidFill>
                        <a:srgbClr val="000000"/>
                      </a:solidFill>
                    </a:lnR>
                    <a:lnT w="9525">
                      <a:solidFill>
                        <a:srgbClr val="000000"/>
                      </a:solidFill>
                    </a:lnT>
                    <a:lnB w="9525">
                      <a:solidFill>
                        <a:srgbClr val="000000"/>
                      </a:solidFill>
                    </a:lnB>
                    <a:solidFill>
                      <a:srgbClr val="FBE5D6"/>
                    </a:solidFill>
                  </a:tcPr>
                </a:tc>
                <a:tc>
                  <a:txBody>
                    <a:bodyPr/>
                    <a:lstStyle/>
                    <a:p>
                      <a:pPr algn="ctr" latinLnBrk="0">
                        <a:buNone/>
                      </a:pPr>
                      <a:r>
                        <a:rPr lang="ko-KR" altLang="en-US" sz="1300" b="0" dirty="0">
                          <a:solidFill>
                            <a:srgbClr val="7F7F7F"/>
                          </a:solidFill>
                          <a:latin typeface="Arial"/>
                        </a:rPr>
                        <a:t>–</a:t>
                      </a:r>
                      <a:endParaRPr lang="en-US" sz="1300" dirty="0"/>
                    </a:p>
                  </a:txBody>
                  <a:tcPr marL="72000" marR="72000" marT="18000" marB="18000" anchor="ctr">
                    <a:lnL w="9525">
                      <a:solidFill>
                        <a:srgbClr val="000000"/>
                      </a:solidFill>
                    </a:lnL>
                    <a:lnR w="9525">
                      <a:solidFill>
                        <a:srgbClr val="000000"/>
                      </a:solidFill>
                    </a:lnR>
                    <a:lnT w="9525">
                      <a:solidFill>
                        <a:srgbClr val="000000"/>
                      </a:solidFill>
                    </a:lnT>
                    <a:lnB w="9525">
                      <a:solidFill>
                        <a:srgbClr val="000000"/>
                      </a:solidFill>
                    </a:lnB>
                    <a:solidFill>
                      <a:srgbClr val="FBE5D6"/>
                    </a:solidFill>
                  </a:tcPr>
                </a:tc>
                <a:tc>
                  <a:txBody>
                    <a:bodyPr/>
                    <a:lstStyle/>
                    <a:p>
                      <a:pPr algn="ctr" latinLnBrk="0">
                        <a:buNone/>
                      </a:pPr>
                      <a:r>
                        <a:rPr lang="ko-KR" altLang="en-US" sz="1300" b="0" dirty="0">
                          <a:solidFill>
                            <a:srgbClr val="7F7F7F"/>
                          </a:solidFill>
                          <a:latin typeface="Arial"/>
                        </a:rPr>
                        <a:t>–</a:t>
                      </a:r>
                      <a:endParaRPr lang="en-US" sz="1200" dirty="0"/>
                    </a:p>
                  </a:txBody>
                  <a:tcPr marL="72000" marR="72000" marT="18000" marB="18000" anchor="ctr">
                    <a:lnL w="9525">
                      <a:solidFill>
                        <a:srgbClr val="000000"/>
                      </a:solidFill>
                    </a:lnL>
                    <a:lnR w="9525">
                      <a:solidFill>
                        <a:srgbClr val="000000"/>
                      </a:solidFill>
                    </a:lnR>
                    <a:lnT w="9525">
                      <a:solidFill>
                        <a:srgbClr val="000000"/>
                      </a:solidFill>
                    </a:lnT>
                    <a:lnB w="9525">
                      <a:solidFill>
                        <a:srgbClr val="000000"/>
                      </a:solidFill>
                    </a:lnB>
                    <a:solidFill>
                      <a:srgbClr val="FBE5D6"/>
                    </a:solidFill>
                  </a:tcPr>
                </a:tc>
                <a:tc>
                  <a:txBody>
                    <a:bodyPr/>
                    <a:lstStyle/>
                    <a:p>
                      <a:pPr algn="ctr" latinLnBrk="0">
                        <a:buNone/>
                      </a:pPr>
                      <a:r>
                        <a:rPr lang="ko-KR" altLang="en-US" sz="1300" b="0" dirty="0">
                          <a:solidFill>
                            <a:srgbClr val="7F7F7F"/>
                          </a:solidFill>
                          <a:latin typeface="Arial"/>
                        </a:rPr>
                        <a:t>–</a:t>
                      </a:r>
                      <a:endParaRPr lang="en-US" sz="1200" dirty="0"/>
                    </a:p>
                  </a:txBody>
                  <a:tcPr marL="72000" marR="72000" marT="18000" marB="18000" anchor="ctr">
                    <a:lnL w="9525">
                      <a:solidFill>
                        <a:srgbClr val="000000"/>
                      </a:solidFill>
                    </a:lnL>
                    <a:lnR w="9525">
                      <a:solidFill>
                        <a:srgbClr val="000000"/>
                      </a:solidFill>
                    </a:lnR>
                    <a:lnT w="9525">
                      <a:solidFill>
                        <a:srgbClr val="000000"/>
                      </a:solidFill>
                    </a:lnT>
                    <a:lnB w="9525">
                      <a:solidFill>
                        <a:srgbClr val="000000"/>
                      </a:solidFill>
                    </a:lnB>
                    <a:solidFill>
                      <a:srgbClr val="FBE5D6"/>
                    </a:solidFill>
                  </a:tcPr>
                </a:tc>
                <a:extLst>
                  <a:ext uri="{0D108BD9-81ED-4DB2-BD59-A6C34878D82A}">
                    <a16:rowId xmlns:a16="http://schemas.microsoft.com/office/drawing/2014/main" val="10004"/>
                  </a:ext>
                </a:extLst>
              </a:tr>
              <a:tr h="292100">
                <a:tc>
                  <a:txBody>
                    <a:bodyPr/>
                    <a:lstStyle/>
                    <a:p>
                      <a:pPr algn="l" latinLnBrk="0">
                        <a:buNone/>
                      </a:pPr>
                      <a:r>
                        <a:rPr lang="ko-KR" altLang="en-US" sz="1200" b="1" dirty="0">
                          <a:solidFill>
                            <a:srgbClr val="000000"/>
                          </a:solidFill>
                          <a:latin typeface="Arial"/>
                        </a:rPr>
                        <a:t>D2-04 Document similarity</a:t>
                      </a:r>
                      <a:endParaRPr lang="en-US" sz="1200" dirty="0"/>
                    </a:p>
                  </a:txBody>
                  <a:tcPr marL="72000" marR="72000" marT="18000" marB="18000" anchor="ctr">
                    <a:lnL w="9525">
                      <a:solidFill>
                        <a:srgbClr val="000000"/>
                      </a:solidFill>
                    </a:lnL>
                    <a:lnR w="9525">
                      <a:solidFill>
                        <a:srgbClr val="000000"/>
                      </a:solidFill>
                    </a:lnR>
                    <a:lnT w="9525">
                      <a:solidFill>
                        <a:srgbClr val="000000"/>
                      </a:solidFill>
                    </a:lnT>
                    <a:lnB w="9525">
                      <a:solidFill>
                        <a:srgbClr val="000000"/>
                      </a:solidFill>
                    </a:lnB>
                    <a:noFill/>
                  </a:tcPr>
                </a:tc>
                <a:tc>
                  <a:txBody>
                    <a:bodyPr/>
                    <a:lstStyle/>
                    <a:p>
                      <a:pPr algn="ctr" latinLnBrk="0">
                        <a:buNone/>
                      </a:pPr>
                      <a:r>
                        <a:rPr lang="ko-KR" altLang="en-US" sz="1300" b="0" dirty="0">
                          <a:solidFill>
                            <a:srgbClr val="7F7F7F"/>
                          </a:solidFill>
                          <a:latin typeface="Arial"/>
                        </a:rPr>
                        <a:t>–</a:t>
                      </a:r>
                      <a:endParaRPr lang="en-US" sz="1300" dirty="0"/>
                    </a:p>
                  </a:txBody>
                  <a:tcPr marL="72000" marR="72000" marT="18000" marB="18000" anchor="ctr">
                    <a:lnL w="9525">
                      <a:solidFill>
                        <a:srgbClr val="000000"/>
                      </a:solidFill>
                    </a:lnL>
                    <a:lnR w="9525">
                      <a:solidFill>
                        <a:srgbClr val="000000"/>
                      </a:solidFill>
                    </a:lnR>
                    <a:lnT w="9525">
                      <a:solidFill>
                        <a:srgbClr val="000000"/>
                      </a:solidFill>
                    </a:lnT>
                    <a:lnB w="9525">
                      <a:solidFill>
                        <a:srgbClr val="000000"/>
                      </a:solidFill>
                    </a:lnB>
                    <a:noFill/>
                  </a:tcPr>
                </a:tc>
                <a:tc>
                  <a:txBody>
                    <a:bodyPr/>
                    <a:lstStyle/>
                    <a:p>
                      <a:pPr algn="ctr" latinLnBrk="0">
                        <a:buNone/>
                      </a:pPr>
                      <a:r>
                        <a:rPr lang="ko-KR" altLang="en-US" sz="1300" b="0" dirty="0">
                          <a:solidFill>
                            <a:srgbClr val="7F7F7F"/>
                          </a:solidFill>
                          <a:latin typeface="Arial"/>
                        </a:rPr>
                        <a:t>–</a:t>
                      </a:r>
                      <a:endParaRPr lang="en-US" sz="1300" dirty="0"/>
                    </a:p>
                  </a:txBody>
                  <a:tcPr marL="72000" marR="72000" marT="18000" marB="18000" anchor="ctr">
                    <a:lnL w="9525">
                      <a:solidFill>
                        <a:srgbClr val="000000"/>
                      </a:solidFill>
                    </a:lnL>
                    <a:lnR w="9525">
                      <a:solidFill>
                        <a:srgbClr val="000000"/>
                      </a:solidFill>
                    </a:lnR>
                    <a:lnT w="9525">
                      <a:solidFill>
                        <a:srgbClr val="000000"/>
                      </a:solidFill>
                    </a:lnT>
                    <a:lnB w="9525">
                      <a:solidFill>
                        <a:srgbClr val="000000"/>
                      </a:solidFill>
                    </a:lnB>
                    <a:noFill/>
                  </a:tcPr>
                </a:tc>
                <a:tc>
                  <a:txBody>
                    <a:bodyPr/>
                    <a:lstStyle/>
                    <a:p>
                      <a:pPr algn="ctr" latinLnBrk="0">
                        <a:buNone/>
                      </a:pPr>
                      <a:r>
                        <a:rPr lang="ko-KR" altLang="en-US" sz="1300" b="0" dirty="0">
                          <a:solidFill>
                            <a:srgbClr val="7F7F7F"/>
                          </a:solidFill>
                          <a:latin typeface="Arial"/>
                        </a:rPr>
                        <a:t>–</a:t>
                      </a:r>
                      <a:endParaRPr lang="en-US" sz="1300" dirty="0"/>
                    </a:p>
                  </a:txBody>
                  <a:tcPr marL="72000" marR="72000" marT="18000" marB="18000" anchor="ctr">
                    <a:lnL w="9525">
                      <a:solidFill>
                        <a:srgbClr val="000000"/>
                      </a:solidFill>
                    </a:lnL>
                    <a:lnR w="9525">
                      <a:solidFill>
                        <a:srgbClr val="000000"/>
                      </a:solidFill>
                    </a:lnR>
                    <a:lnT w="9525">
                      <a:solidFill>
                        <a:srgbClr val="000000"/>
                      </a:solidFill>
                    </a:lnT>
                    <a:lnB w="9525">
                      <a:solidFill>
                        <a:srgbClr val="000000"/>
                      </a:solidFill>
                    </a:lnB>
                    <a:noFill/>
                  </a:tcPr>
                </a:tc>
                <a:tc>
                  <a:txBody>
                    <a:bodyPr/>
                    <a:lstStyle/>
                    <a:p>
                      <a:pPr algn="ctr" latinLnBrk="0">
                        <a:buNone/>
                      </a:pPr>
                      <a:r>
                        <a:rPr lang="ko-KR" altLang="en-US" sz="1300" b="0" dirty="0">
                          <a:solidFill>
                            <a:srgbClr val="144772"/>
                          </a:solidFill>
                          <a:latin typeface="Arial"/>
                        </a:rPr>
                        <a:t>●</a:t>
                      </a:r>
                      <a:endParaRPr lang="en-US" sz="1300" dirty="0"/>
                    </a:p>
                  </a:txBody>
                  <a:tcPr marL="72000" marR="72000" marT="18000" marB="18000" anchor="ctr">
                    <a:lnL w="9525">
                      <a:solidFill>
                        <a:srgbClr val="000000"/>
                      </a:solidFill>
                    </a:lnL>
                    <a:lnR w="9525">
                      <a:solidFill>
                        <a:srgbClr val="000000"/>
                      </a:solidFill>
                    </a:lnR>
                    <a:lnT w="9525">
                      <a:solidFill>
                        <a:srgbClr val="000000"/>
                      </a:solidFill>
                    </a:lnT>
                    <a:lnB w="9525">
                      <a:solidFill>
                        <a:srgbClr val="000000"/>
                      </a:solidFill>
                    </a:lnB>
                    <a:noFill/>
                  </a:tcPr>
                </a:tc>
                <a:tc>
                  <a:txBody>
                    <a:bodyPr/>
                    <a:lstStyle/>
                    <a:p>
                      <a:pPr algn="ctr" latinLnBrk="0">
                        <a:buNone/>
                      </a:pPr>
                      <a:r>
                        <a:rPr lang="ko-KR" altLang="en-US" sz="1300" b="0" dirty="0">
                          <a:solidFill>
                            <a:srgbClr val="7F7F7F"/>
                          </a:solidFill>
                          <a:latin typeface="Arial"/>
                        </a:rPr>
                        <a:t>–</a:t>
                      </a:r>
                      <a:endParaRPr lang="en-US" sz="1300" dirty="0"/>
                    </a:p>
                  </a:txBody>
                  <a:tcPr marL="72000" marR="72000" marT="18000" marB="18000" anchor="ctr">
                    <a:lnL w="9525">
                      <a:solidFill>
                        <a:srgbClr val="000000"/>
                      </a:solidFill>
                    </a:lnL>
                    <a:lnR w="9525">
                      <a:solidFill>
                        <a:srgbClr val="000000"/>
                      </a:solidFill>
                    </a:lnR>
                    <a:lnT w="9525">
                      <a:solidFill>
                        <a:srgbClr val="000000"/>
                      </a:solidFill>
                    </a:lnT>
                    <a:lnB w="9525">
                      <a:solidFill>
                        <a:srgbClr val="000000"/>
                      </a:solidFill>
                    </a:lnB>
                    <a:noFill/>
                  </a:tcPr>
                </a:tc>
                <a:tc>
                  <a:txBody>
                    <a:bodyPr/>
                    <a:lstStyle/>
                    <a:p>
                      <a:pPr algn="ctr" latinLnBrk="0">
                        <a:buNone/>
                      </a:pPr>
                      <a:r>
                        <a:rPr lang="ko-KR" altLang="en-US" sz="1300" b="0" dirty="0">
                          <a:solidFill>
                            <a:srgbClr val="7F7F7F"/>
                          </a:solidFill>
                          <a:latin typeface="Arial"/>
                        </a:rPr>
                        <a:t>–</a:t>
                      </a:r>
                      <a:endParaRPr lang="en-US" sz="1200" dirty="0"/>
                    </a:p>
                  </a:txBody>
                  <a:tcPr marL="72000" marR="72000" marT="18000" marB="18000" anchor="ctr">
                    <a:lnL w="9525">
                      <a:solidFill>
                        <a:srgbClr val="000000"/>
                      </a:solidFill>
                    </a:lnL>
                    <a:lnR w="9525">
                      <a:solidFill>
                        <a:srgbClr val="000000"/>
                      </a:solidFill>
                    </a:lnR>
                    <a:lnT w="9525">
                      <a:solidFill>
                        <a:srgbClr val="000000"/>
                      </a:solidFill>
                    </a:lnT>
                    <a:lnB w="9525">
                      <a:solidFill>
                        <a:srgbClr val="000000"/>
                      </a:solidFill>
                    </a:lnB>
                    <a:noFill/>
                  </a:tcPr>
                </a:tc>
                <a:tc>
                  <a:txBody>
                    <a:bodyPr/>
                    <a:lstStyle/>
                    <a:p>
                      <a:pPr algn="ctr" latinLnBrk="0">
                        <a:buNone/>
                      </a:pPr>
                      <a:r>
                        <a:rPr lang="ko-KR" altLang="en-US" sz="1300" b="0" dirty="0">
                          <a:solidFill>
                            <a:srgbClr val="7F7F7F"/>
                          </a:solidFill>
                          <a:latin typeface="Arial"/>
                        </a:rPr>
                        <a:t>–</a:t>
                      </a:r>
                      <a:endParaRPr lang="en-US" sz="1200" dirty="0"/>
                    </a:p>
                  </a:txBody>
                  <a:tcPr marL="72000" marR="72000" marT="18000" marB="18000" anchor="ctr">
                    <a:lnL w="9525">
                      <a:solidFill>
                        <a:srgbClr val="000000"/>
                      </a:solidFill>
                    </a:lnL>
                    <a:lnR w="9525">
                      <a:solidFill>
                        <a:srgbClr val="000000"/>
                      </a:solidFill>
                    </a:lnR>
                    <a:lnT w="9525">
                      <a:solidFill>
                        <a:srgbClr val="000000"/>
                      </a:solidFill>
                    </a:lnT>
                    <a:lnB w="9525">
                      <a:solidFill>
                        <a:srgbClr val="000000"/>
                      </a:solidFill>
                    </a:lnB>
                    <a:noFill/>
                  </a:tcPr>
                </a:tc>
                <a:extLst>
                  <a:ext uri="{0D108BD9-81ED-4DB2-BD59-A6C34878D82A}">
                    <a16:rowId xmlns:a16="http://schemas.microsoft.com/office/drawing/2014/main" val="10005"/>
                  </a:ext>
                </a:extLst>
              </a:tr>
              <a:tr h="292100">
                <a:tc>
                  <a:txBody>
                    <a:bodyPr/>
                    <a:lstStyle/>
                    <a:p>
                      <a:pPr algn="l" latinLnBrk="0">
                        <a:buNone/>
                      </a:pPr>
                      <a:r>
                        <a:rPr lang="ko-KR" altLang="en-US" sz="1200" b="1" dirty="0">
                          <a:solidFill>
                            <a:srgbClr val="000000"/>
                          </a:solidFill>
                          <a:latin typeface="Arial"/>
                        </a:rPr>
                        <a:t>D2-06 OCR on images / scans</a:t>
                      </a:r>
                      <a:endParaRPr lang="en-US" sz="1200" dirty="0"/>
                    </a:p>
                  </a:txBody>
                  <a:tcPr marL="72000" marR="72000" marT="18000" marB="18000" anchor="ctr">
                    <a:lnL w="9525">
                      <a:solidFill>
                        <a:srgbClr val="000000"/>
                      </a:solidFill>
                    </a:lnL>
                    <a:lnR w="9525">
                      <a:solidFill>
                        <a:srgbClr val="000000"/>
                      </a:solidFill>
                    </a:lnR>
                    <a:lnT w="9525">
                      <a:solidFill>
                        <a:srgbClr val="000000"/>
                      </a:solidFill>
                    </a:lnT>
                    <a:lnB w="9525">
                      <a:solidFill>
                        <a:srgbClr val="000000"/>
                      </a:solidFill>
                    </a:lnB>
                    <a:noFill/>
                  </a:tcPr>
                </a:tc>
                <a:tc>
                  <a:txBody>
                    <a:bodyPr/>
                    <a:lstStyle/>
                    <a:p>
                      <a:pPr algn="ctr" latinLnBrk="0">
                        <a:buNone/>
                      </a:pPr>
                      <a:r>
                        <a:rPr lang="ko-KR" altLang="en-US" sz="1300" b="0" dirty="0">
                          <a:solidFill>
                            <a:srgbClr val="7F7F7F"/>
                          </a:solidFill>
                          <a:latin typeface="Arial"/>
                        </a:rPr>
                        <a:t>–</a:t>
                      </a:r>
                      <a:endParaRPr lang="en-US" sz="1300" dirty="0"/>
                    </a:p>
                  </a:txBody>
                  <a:tcPr marL="72000" marR="72000" marT="18000" marB="18000" anchor="ctr">
                    <a:lnL w="9525">
                      <a:solidFill>
                        <a:srgbClr val="000000"/>
                      </a:solidFill>
                    </a:lnL>
                    <a:lnR w="9525">
                      <a:solidFill>
                        <a:srgbClr val="000000"/>
                      </a:solidFill>
                    </a:lnR>
                    <a:lnT w="9525">
                      <a:solidFill>
                        <a:srgbClr val="000000"/>
                      </a:solidFill>
                    </a:lnT>
                    <a:lnB w="9525">
                      <a:solidFill>
                        <a:srgbClr val="000000"/>
                      </a:solidFill>
                    </a:lnB>
                    <a:noFill/>
                  </a:tcPr>
                </a:tc>
                <a:tc>
                  <a:txBody>
                    <a:bodyPr/>
                    <a:lstStyle/>
                    <a:p>
                      <a:pPr algn="ctr" latinLnBrk="0">
                        <a:buNone/>
                      </a:pPr>
                      <a:r>
                        <a:rPr lang="ko-KR" altLang="en-US" sz="1300" b="0" dirty="0">
                          <a:solidFill>
                            <a:srgbClr val="144772"/>
                          </a:solidFill>
                          <a:latin typeface="Arial"/>
                        </a:rPr>
                        <a:t>●</a:t>
                      </a:r>
                      <a:endParaRPr lang="en-US" sz="1300" dirty="0"/>
                    </a:p>
                  </a:txBody>
                  <a:tcPr marL="72000" marR="72000" marT="18000" marB="18000" anchor="ctr">
                    <a:lnL w="9525">
                      <a:solidFill>
                        <a:srgbClr val="000000"/>
                      </a:solidFill>
                    </a:lnL>
                    <a:lnR w="9525">
                      <a:solidFill>
                        <a:srgbClr val="000000"/>
                      </a:solidFill>
                    </a:lnR>
                    <a:lnT w="9525">
                      <a:solidFill>
                        <a:srgbClr val="000000"/>
                      </a:solidFill>
                    </a:lnT>
                    <a:lnB w="9525">
                      <a:solidFill>
                        <a:srgbClr val="000000"/>
                      </a:solidFill>
                    </a:lnB>
                    <a:noFill/>
                  </a:tcPr>
                </a:tc>
                <a:tc>
                  <a:txBody>
                    <a:bodyPr/>
                    <a:lstStyle/>
                    <a:p>
                      <a:pPr algn="ctr" latinLnBrk="0">
                        <a:buNone/>
                      </a:pPr>
                      <a:r>
                        <a:rPr lang="ko-KR" altLang="en-US" sz="1300" b="0" dirty="0">
                          <a:solidFill>
                            <a:srgbClr val="144772"/>
                          </a:solidFill>
                          <a:latin typeface="Arial"/>
                        </a:rPr>
                        <a:t>●</a:t>
                      </a:r>
                      <a:endParaRPr lang="en-US" sz="1300" dirty="0"/>
                    </a:p>
                  </a:txBody>
                  <a:tcPr marL="72000" marR="72000" marT="18000" marB="18000" anchor="ctr">
                    <a:lnL w="9525">
                      <a:solidFill>
                        <a:srgbClr val="000000"/>
                      </a:solidFill>
                    </a:lnL>
                    <a:lnR w="9525">
                      <a:solidFill>
                        <a:srgbClr val="000000"/>
                      </a:solidFill>
                    </a:lnR>
                    <a:lnT w="9525">
                      <a:solidFill>
                        <a:srgbClr val="000000"/>
                      </a:solidFill>
                    </a:lnT>
                    <a:lnB w="9525">
                      <a:solidFill>
                        <a:srgbClr val="000000"/>
                      </a:solidFill>
                    </a:lnB>
                    <a:noFill/>
                  </a:tcPr>
                </a:tc>
                <a:tc>
                  <a:txBody>
                    <a:bodyPr/>
                    <a:lstStyle/>
                    <a:p>
                      <a:pPr algn="ctr" latinLnBrk="0">
                        <a:buNone/>
                      </a:pPr>
                      <a:r>
                        <a:rPr lang="ko-KR" altLang="en-US" sz="1300" b="0" dirty="0">
                          <a:solidFill>
                            <a:srgbClr val="144772"/>
                          </a:solidFill>
                          <a:latin typeface="Arial"/>
                        </a:rPr>
                        <a:t>●</a:t>
                      </a:r>
                      <a:endParaRPr lang="en-US" sz="1300" dirty="0"/>
                    </a:p>
                  </a:txBody>
                  <a:tcPr marL="72000" marR="72000" marT="18000" marB="18000" anchor="ctr">
                    <a:lnL w="9525">
                      <a:solidFill>
                        <a:srgbClr val="000000"/>
                      </a:solidFill>
                    </a:lnL>
                    <a:lnR w="9525">
                      <a:solidFill>
                        <a:srgbClr val="000000"/>
                      </a:solidFill>
                    </a:lnR>
                    <a:lnT w="9525">
                      <a:solidFill>
                        <a:srgbClr val="000000"/>
                      </a:solidFill>
                    </a:lnT>
                    <a:lnB w="9525">
                      <a:solidFill>
                        <a:srgbClr val="000000"/>
                      </a:solidFill>
                    </a:lnB>
                    <a:noFill/>
                  </a:tcPr>
                </a:tc>
                <a:tc>
                  <a:txBody>
                    <a:bodyPr/>
                    <a:lstStyle/>
                    <a:p>
                      <a:pPr algn="ctr" latinLnBrk="0">
                        <a:buNone/>
                      </a:pPr>
                      <a:r>
                        <a:rPr lang="ko-KR" altLang="en-US" sz="1300" b="0" dirty="0">
                          <a:solidFill>
                            <a:srgbClr val="7F7F7F"/>
                          </a:solidFill>
                          <a:latin typeface="Arial"/>
                        </a:rPr>
                        <a:t>–</a:t>
                      </a:r>
                      <a:endParaRPr lang="en-US" sz="1300" dirty="0"/>
                    </a:p>
                  </a:txBody>
                  <a:tcPr marL="72000" marR="72000" marT="18000" marB="18000" anchor="ctr">
                    <a:lnL w="9525">
                      <a:solidFill>
                        <a:srgbClr val="000000"/>
                      </a:solidFill>
                    </a:lnL>
                    <a:lnR w="9525">
                      <a:solidFill>
                        <a:srgbClr val="000000"/>
                      </a:solidFill>
                    </a:lnR>
                    <a:lnT w="9525">
                      <a:solidFill>
                        <a:srgbClr val="000000"/>
                      </a:solidFill>
                    </a:lnT>
                    <a:lnB w="9525">
                      <a:solidFill>
                        <a:srgbClr val="000000"/>
                      </a:solidFill>
                    </a:lnB>
                    <a:noFill/>
                  </a:tcPr>
                </a:tc>
                <a:tc>
                  <a:txBody>
                    <a:bodyPr/>
                    <a:lstStyle/>
                    <a:p>
                      <a:pPr algn="ctr" latinLnBrk="0">
                        <a:buNone/>
                      </a:pPr>
                      <a:r>
                        <a:rPr lang="ko-KR" altLang="en-US" sz="1300" b="0" dirty="0">
                          <a:solidFill>
                            <a:srgbClr val="144772"/>
                          </a:solidFill>
                          <a:latin typeface="Arial"/>
                        </a:rPr>
                        <a:t>●</a:t>
                      </a:r>
                      <a:endParaRPr lang="en-US" sz="1200" dirty="0"/>
                    </a:p>
                  </a:txBody>
                  <a:tcPr marL="72000" marR="72000" marT="18000" marB="18000" anchor="ctr">
                    <a:lnL w="9525">
                      <a:solidFill>
                        <a:srgbClr val="000000"/>
                      </a:solidFill>
                    </a:lnL>
                    <a:lnR w="9525">
                      <a:solidFill>
                        <a:srgbClr val="000000"/>
                      </a:solidFill>
                    </a:lnR>
                    <a:lnT w="9525">
                      <a:solidFill>
                        <a:srgbClr val="000000"/>
                      </a:solidFill>
                    </a:lnT>
                    <a:lnB w="9525">
                      <a:solidFill>
                        <a:srgbClr val="000000"/>
                      </a:solidFill>
                    </a:lnB>
                    <a:noFill/>
                  </a:tcPr>
                </a:tc>
                <a:tc>
                  <a:txBody>
                    <a:bodyPr/>
                    <a:lstStyle/>
                    <a:p>
                      <a:pPr algn="ctr" latinLnBrk="0">
                        <a:buNone/>
                      </a:pPr>
                      <a:r>
                        <a:rPr lang="ko-KR" altLang="en-US" sz="1300" b="0" dirty="0">
                          <a:solidFill>
                            <a:srgbClr val="7F7F7F"/>
                          </a:solidFill>
                          <a:latin typeface="Arial"/>
                        </a:rPr>
                        <a:t>–</a:t>
                      </a:r>
                      <a:endParaRPr lang="en-US" sz="1200" dirty="0"/>
                    </a:p>
                  </a:txBody>
                  <a:tcPr marL="72000" marR="72000" marT="18000" marB="18000" anchor="ctr">
                    <a:lnL w="9525">
                      <a:solidFill>
                        <a:srgbClr val="000000"/>
                      </a:solidFill>
                    </a:lnL>
                    <a:lnR w="9525">
                      <a:solidFill>
                        <a:srgbClr val="000000"/>
                      </a:solidFill>
                    </a:lnR>
                    <a:lnT w="9525">
                      <a:solidFill>
                        <a:srgbClr val="000000"/>
                      </a:solidFill>
                    </a:lnT>
                    <a:lnB w="9525">
                      <a:solidFill>
                        <a:srgbClr val="000000"/>
                      </a:solidFill>
                    </a:lnB>
                    <a:noFill/>
                  </a:tcPr>
                </a:tc>
                <a:extLst>
                  <a:ext uri="{0D108BD9-81ED-4DB2-BD59-A6C34878D82A}">
                    <a16:rowId xmlns:a16="http://schemas.microsoft.com/office/drawing/2014/main" val="10006"/>
                  </a:ext>
                </a:extLst>
              </a:tr>
              <a:tr h="292100">
                <a:tc>
                  <a:txBody>
                    <a:bodyPr/>
                    <a:lstStyle/>
                    <a:p>
                      <a:pPr algn="l" latinLnBrk="0">
                        <a:buNone/>
                      </a:pPr>
                      <a:r>
                        <a:rPr lang="ko-KR" altLang="en-US" sz="1200" b="1" dirty="0">
                          <a:solidFill>
                            <a:srgbClr val="000000"/>
                          </a:solidFill>
                          <a:latin typeface="Arial"/>
                        </a:rPr>
                        <a:t>D2-09 ML / LLM classification</a:t>
                      </a:r>
                      <a:endParaRPr lang="en-US" sz="1200" dirty="0"/>
                    </a:p>
                  </a:txBody>
                  <a:tcPr marL="72000" marR="72000" marT="18000" marB="18000" anchor="ctr">
                    <a:lnL w="9525">
                      <a:solidFill>
                        <a:srgbClr val="000000"/>
                      </a:solidFill>
                    </a:lnL>
                    <a:lnR w="9525">
                      <a:solidFill>
                        <a:srgbClr val="000000"/>
                      </a:solidFill>
                    </a:lnR>
                    <a:lnT w="9525">
                      <a:solidFill>
                        <a:srgbClr val="000000"/>
                      </a:solidFill>
                    </a:lnT>
                    <a:lnB w="9525">
                      <a:solidFill>
                        <a:srgbClr val="000000"/>
                      </a:solidFill>
                    </a:lnB>
                    <a:noFill/>
                  </a:tcPr>
                </a:tc>
                <a:tc>
                  <a:txBody>
                    <a:bodyPr/>
                    <a:lstStyle/>
                    <a:p>
                      <a:pPr algn="ctr" latinLnBrk="0">
                        <a:buNone/>
                      </a:pPr>
                      <a:r>
                        <a:rPr lang="ko-KR" altLang="en-US" sz="1300" b="0" dirty="0">
                          <a:solidFill>
                            <a:srgbClr val="144772"/>
                          </a:solidFill>
                          <a:latin typeface="Arial"/>
                        </a:rPr>
                        <a:t>●</a:t>
                      </a:r>
                      <a:endParaRPr lang="en-US" sz="1300" dirty="0"/>
                    </a:p>
                  </a:txBody>
                  <a:tcPr marL="72000" marR="72000" marT="18000" marB="18000" anchor="ctr">
                    <a:lnL w="9525">
                      <a:solidFill>
                        <a:srgbClr val="000000"/>
                      </a:solidFill>
                    </a:lnL>
                    <a:lnR w="9525">
                      <a:solidFill>
                        <a:srgbClr val="000000"/>
                      </a:solidFill>
                    </a:lnR>
                    <a:lnT w="9525">
                      <a:solidFill>
                        <a:srgbClr val="000000"/>
                      </a:solidFill>
                    </a:lnT>
                    <a:lnB w="9525">
                      <a:solidFill>
                        <a:srgbClr val="000000"/>
                      </a:solidFill>
                    </a:lnB>
                    <a:noFill/>
                  </a:tcPr>
                </a:tc>
                <a:tc>
                  <a:txBody>
                    <a:bodyPr/>
                    <a:lstStyle/>
                    <a:p>
                      <a:pPr algn="ctr" latinLnBrk="0">
                        <a:buNone/>
                      </a:pPr>
                      <a:r>
                        <a:rPr lang="ko-KR" altLang="en-US" sz="1300" b="0" dirty="0">
                          <a:solidFill>
                            <a:srgbClr val="144772"/>
                          </a:solidFill>
                          <a:latin typeface="Arial"/>
                        </a:rPr>
                        <a:t>●</a:t>
                      </a:r>
                      <a:endParaRPr lang="en-US" sz="1300" dirty="0"/>
                    </a:p>
                  </a:txBody>
                  <a:tcPr marL="72000" marR="72000" marT="18000" marB="18000" anchor="ctr">
                    <a:lnL w="9525">
                      <a:solidFill>
                        <a:srgbClr val="000000"/>
                      </a:solidFill>
                    </a:lnL>
                    <a:lnR w="9525">
                      <a:solidFill>
                        <a:srgbClr val="000000"/>
                      </a:solidFill>
                    </a:lnR>
                    <a:lnT w="9525">
                      <a:solidFill>
                        <a:srgbClr val="000000"/>
                      </a:solidFill>
                    </a:lnT>
                    <a:lnB w="9525">
                      <a:solidFill>
                        <a:srgbClr val="000000"/>
                      </a:solidFill>
                    </a:lnB>
                    <a:noFill/>
                  </a:tcPr>
                </a:tc>
                <a:tc>
                  <a:txBody>
                    <a:bodyPr/>
                    <a:lstStyle/>
                    <a:p>
                      <a:pPr algn="ctr" latinLnBrk="0">
                        <a:buNone/>
                      </a:pPr>
                      <a:r>
                        <a:rPr lang="ko-KR" altLang="en-US" sz="1300" b="0" dirty="0">
                          <a:solidFill>
                            <a:srgbClr val="144772"/>
                          </a:solidFill>
                          <a:latin typeface="Arial"/>
                        </a:rPr>
                        <a:t>●</a:t>
                      </a:r>
                      <a:endParaRPr lang="en-US" sz="1300" dirty="0"/>
                    </a:p>
                  </a:txBody>
                  <a:tcPr marL="72000" marR="72000" marT="18000" marB="18000" anchor="ctr">
                    <a:lnL w="9525">
                      <a:solidFill>
                        <a:srgbClr val="000000"/>
                      </a:solidFill>
                    </a:lnL>
                    <a:lnR w="9525">
                      <a:solidFill>
                        <a:srgbClr val="000000"/>
                      </a:solidFill>
                    </a:lnR>
                    <a:lnT w="9525">
                      <a:solidFill>
                        <a:srgbClr val="000000"/>
                      </a:solidFill>
                    </a:lnT>
                    <a:lnB w="9525">
                      <a:solidFill>
                        <a:srgbClr val="000000"/>
                      </a:solidFill>
                    </a:lnB>
                    <a:noFill/>
                  </a:tcPr>
                </a:tc>
                <a:tc>
                  <a:txBody>
                    <a:bodyPr/>
                    <a:lstStyle/>
                    <a:p>
                      <a:pPr algn="ctr" latinLnBrk="0">
                        <a:buNone/>
                      </a:pPr>
                      <a:r>
                        <a:rPr lang="ko-KR" altLang="en-US" sz="1300" b="0" dirty="0">
                          <a:solidFill>
                            <a:srgbClr val="144772"/>
                          </a:solidFill>
                          <a:latin typeface="Arial"/>
                        </a:rPr>
                        <a:t>●</a:t>
                      </a:r>
                      <a:endParaRPr lang="en-US" sz="1300" dirty="0"/>
                    </a:p>
                  </a:txBody>
                  <a:tcPr marL="72000" marR="72000" marT="18000" marB="18000" anchor="ctr">
                    <a:lnL w="9525">
                      <a:solidFill>
                        <a:srgbClr val="000000"/>
                      </a:solidFill>
                    </a:lnL>
                    <a:lnR w="9525">
                      <a:solidFill>
                        <a:srgbClr val="000000"/>
                      </a:solidFill>
                    </a:lnR>
                    <a:lnT w="9525">
                      <a:solidFill>
                        <a:srgbClr val="000000"/>
                      </a:solidFill>
                    </a:lnT>
                    <a:lnB w="9525">
                      <a:solidFill>
                        <a:srgbClr val="000000"/>
                      </a:solidFill>
                    </a:lnB>
                    <a:noFill/>
                  </a:tcPr>
                </a:tc>
                <a:tc>
                  <a:txBody>
                    <a:bodyPr/>
                    <a:lstStyle/>
                    <a:p>
                      <a:pPr algn="ctr" latinLnBrk="0">
                        <a:buNone/>
                      </a:pPr>
                      <a:r>
                        <a:rPr lang="ko-KR" altLang="en-US" sz="1300" b="0" dirty="0">
                          <a:solidFill>
                            <a:srgbClr val="7F7F7F"/>
                          </a:solidFill>
                          <a:latin typeface="Arial"/>
                        </a:rPr>
                        <a:t>–</a:t>
                      </a:r>
                      <a:endParaRPr lang="en-US" sz="1300" dirty="0"/>
                    </a:p>
                  </a:txBody>
                  <a:tcPr marL="72000" marR="72000" marT="18000" marB="18000" anchor="ctr">
                    <a:lnL w="9525">
                      <a:solidFill>
                        <a:srgbClr val="000000"/>
                      </a:solidFill>
                    </a:lnL>
                    <a:lnR w="9525">
                      <a:solidFill>
                        <a:srgbClr val="000000"/>
                      </a:solidFill>
                    </a:lnR>
                    <a:lnT w="9525">
                      <a:solidFill>
                        <a:srgbClr val="000000"/>
                      </a:solidFill>
                    </a:lnT>
                    <a:lnB w="9525">
                      <a:solidFill>
                        <a:srgbClr val="000000"/>
                      </a:solidFill>
                    </a:lnB>
                    <a:noFill/>
                  </a:tcPr>
                </a:tc>
                <a:tc>
                  <a:txBody>
                    <a:bodyPr/>
                    <a:lstStyle/>
                    <a:p>
                      <a:pPr algn="ctr" latinLnBrk="0">
                        <a:buNone/>
                      </a:pPr>
                      <a:r>
                        <a:rPr lang="ko-KR" altLang="en-US" sz="1300" b="0" dirty="0">
                          <a:solidFill>
                            <a:srgbClr val="144772"/>
                          </a:solidFill>
                          <a:latin typeface="Arial"/>
                        </a:rPr>
                        <a:t>●</a:t>
                      </a:r>
                      <a:endParaRPr lang="en-US" sz="1200" dirty="0"/>
                    </a:p>
                  </a:txBody>
                  <a:tcPr marL="72000" marR="72000" marT="18000" marB="18000" anchor="ctr">
                    <a:lnL w="9525">
                      <a:solidFill>
                        <a:srgbClr val="000000"/>
                      </a:solidFill>
                    </a:lnL>
                    <a:lnR w="9525">
                      <a:solidFill>
                        <a:srgbClr val="000000"/>
                      </a:solidFill>
                    </a:lnR>
                    <a:lnT w="9525">
                      <a:solidFill>
                        <a:srgbClr val="000000"/>
                      </a:solidFill>
                    </a:lnT>
                    <a:lnB w="9525">
                      <a:solidFill>
                        <a:srgbClr val="000000"/>
                      </a:solidFill>
                    </a:lnB>
                    <a:noFill/>
                  </a:tcPr>
                </a:tc>
                <a:tc>
                  <a:txBody>
                    <a:bodyPr/>
                    <a:lstStyle/>
                    <a:p>
                      <a:pPr algn="ctr" latinLnBrk="0">
                        <a:buNone/>
                      </a:pPr>
                      <a:r>
                        <a:rPr lang="ko-KR" altLang="en-US" sz="1300" b="0" dirty="0">
                          <a:solidFill>
                            <a:srgbClr val="7F7F7F"/>
                          </a:solidFill>
                          <a:latin typeface="Arial"/>
                        </a:rPr>
                        <a:t>–</a:t>
                      </a:r>
                      <a:endParaRPr lang="en-US" sz="1200" dirty="0"/>
                    </a:p>
                  </a:txBody>
                  <a:tcPr marL="72000" marR="72000" marT="18000" marB="18000" anchor="ctr">
                    <a:lnL w="9525">
                      <a:solidFill>
                        <a:srgbClr val="000000"/>
                      </a:solidFill>
                    </a:lnL>
                    <a:lnR w="9525">
                      <a:solidFill>
                        <a:srgbClr val="000000"/>
                      </a:solidFill>
                    </a:lnR>
                    <a:lnT w="9525">
                      <a:solidFill>
                        <a:srgbClr val="000000"/>
                      </a:solidFill>
                    </a:lnT>
                    <a:lnB w="9525">
                      <a:solidFill>
                        <a:srgbClr val="000000"/>
                      </a:solidFill>
                    </a:lnB>
                    <a:noFill/>
                  </a:tcPr>
                </a:tc>
                <a:extLst>
                  <a:ext uri="{0D108BD9-81ED-4DB2-BD59-A6C34878D82A}">
                    <a16:rowId xmlns:a16="http://schemas.microsoft.com/office/drawing/2014/main" val="10007"/>
                  </a:ext>
                </a:extLst>
              </a:tr>
              <a:tr h="292100">
                <a:tc>
                  <a:txBody>
                    <a:bodyPr/>
                    <a:lstStyle/>
                    <a:p>
                      <a:pPr algn="l" latinLnBrk="0">
                        <a:buNone/>
                      </a:pPr>
                      <a:r>
                        <a:rPr lang="ko-KR" altLang="en-US" sz="1200" b="1" dirty="0">
                          <a:solidFill>
                            <a:srgbClr val="000000"/>
                          </a:solidFill>
                          <a:latin typeface="Arial"/>
                        </a:rPr>
                        <a:t>D3-04 Redact / mask, then allow</a:t>
                      </a:r>
                      <a:endParaRPr lang="en-US" sz="1200" dirty="0"/>
                    </a:p>
                  </a:txBody>
                  <a:tcPr marL="72000" marR="72000" marT="18000" marB="18000" anchor="ctr">
                    <a:lnL w="9525">
                      <a:solidFill>
                        <a:srgbClr val="000000"/>
                      </a:solidFill>
                    </a:lnL>
                    <a:lnR w="9525">
                      <a:solidFill>
                        <a:srgbClr val="000000"/>
                      </a:solidFill>
                    </a:lnR>
                    <a:lnT w="9525">
                      <a:solidFill>
                        <a:srgbClr val="000000"/>
                      </a:solidFill>
                    </a:lnT>
                    <a:lnB w="9525">
                      <a:solidFill>
                        <a:srgbClr val="000000"/>
                      </a:solidFill>
                    </a:lnB>
                    <a:noFill/>
                  </a:tcPr>
                </a:tc>
                <a:tc>
                  <a:txBody>
                    <a:bodyPr/>
                    <a:lstStyle/>
                    <a:p>
                      <a:pPr algn="ctr" latinLnBrk="0">
                        <a:buNone/>
                      </a:pPr>
                      <a:r>
                        <a:rPr lang="ko-KR" altLang="en-US" sz="1300" b="0" dirty="0">
                          <a:solidFill>
                            <a:srgbClr val="7F7F7F"/>
                          </a:solidFill>
                          <a:latin typeface="Arial"/>
                        </a:rPr>
                        <a:t>–</a:t>
                      </a:r>
                      <a:endParaRPr lang="en-US" sz="1300" dirty="0"/>
                    </a:p>
                  </a:txBody>
                  <a:tcPr marL="72000" marR="72000" marT="18000" marB="18000" anchor="ctr">
                    <a:lnL w="9525">
                      <a:solidFill>
                        <a:srgbClr val="000000"/>
                      </a:solidFill>
                    </a:lnL>
                    <a:lnR w="9525">
                      <a:solidFill>
                        <a:srgbClr val="000000"/>
                      </a:solidFill>
                    </a:lnR>
                    <a:lnT w="9525">
                      <a:solidFill>
                        <a:srgbClr val="000000"/>
                      </a:solidFill>
                    </a:lnT>
                    <a:lnB w="9525">
                      <a:solidFill>
                        <a:srgbClr val="000000"/>
                      </a:solidFill>
                    </a:lnB>
                    <a:noFill/>
                  </a:tcPr>
                </a:tc>
                <a:tc>
                  <a:txBody>
                    <a:bodyPr/>
                    <a:lstStyle/>
                    <a:p>
                      <a:pPr algn="ctr" latinLnBrk="0">
                        <a:buNone/>
                      </a:pPr>
                      <a:r>
                        <a:rPr lang="ko-KR" altLang="en-US" sz="1300" b="0" dirty="0">
                          <a:solidFill>
                            <a:srgbClr val="144772"/>
                          </a:solidFill>
                          <a:latin typeface="Arial"/>
                        </a:rPr>
                        <a:t>◐</a:t>
                      </a:r>
                      <a:endParaRPr lang="en-US" sz="1300" dirty="0"/>
                    </a:p>
                  </a:txBody>
                  <a:tcPr marL="72000" marR="72000" marT="18000" marB="18000" anchor="ctr">
                    <a:lnL w="9525">
                      <a:solidFill>
                        <a:srgbClr val="000000"/>
                      </a:solidFill>
                    </a:lnL>
                    <a:lnR w="9525">
                      <a:solidFill>
                        <a:srgbClr val="000000"/>
                      </a:solidFill>
                    </a:lnR>
                    <a:lnT w="9525">
                      <a:solidFill>
                        <a:srgbClr val="000000"/>
                      </a:solidFill>
                    </a:lnT>
                    <a:lnB w="9525">
                      <a:solidFill>
                        <a:srgbClr val="000000"/>
                      </a:solidFill>
                    </a:lnB>
                    <a:noFill/>
                  </a:tcPr>
                </a:tc>
                <a:tc>
                  <a:txBody>
                    <a:bodyPr/>
                    <a:lstStyle/>
                    <a:p>
                      <a:pPr algn="ctr" latinLnBrk="0">
                        <a:buNone/>
                      </a:pPr>
                      <a:r>
                        <a:rPr lang="ko-KR" altLang="en-US" sz="1300" b="0" dirty="0">
                          <a:solidFill>
                            <a:srgbClr val="144772"/>
                          </a:solidFill>
                          <a:latin typeface="Arial"/>
                        </a:rPr>
                        <a:t>◐</a:t>
                      </a:r>
                      <a:endParaRPr lang="en-US" sz="1300" dirty="0"/>
                    </a:p>
                  </a:txBody>
                  <a:tcPr marL="72000" marR="72000" marT="18000" marB="18000" anchor="ctr">
                    <a:lnL w="9525">
                      <a:solidFill>
                        <a:srgbClr val="000000"/>
                      </a:solidFill>
                    </a:lnL>
                    <a:lnR w="9525">
                      <a:solidFill>
                        <a:srgbClr val="000000"/>
                      </a:solidFill>
                    </a:lnR>
                    <a:lnT w="9525">
                      <a:solidFill>
                        <a:srgbClr val="000000"/>
                      </a:solidFill>
                    </a:lnT>
                    <a:lnB w="9525">
                      <a:solidFill>
                        <a:srgbClr val="000000"/>
                      </a:solidFill>
                    </a:lnB>
                    <a:noFill/>
                  </a:tcPr>
                </a:tc>
                <a:tc>
                  <a:txBody>
                    <a:bodyPr/>
                    <a:lstStyle/>
                    <a:p>
                      <a:pPr algn="ctr" latinLnBrk="0">
                        <a:buNone/>
                      </a:pPr>
                      <a:r>
                        <a:rPr lang="ko-KR" altLang="en-US" sz="1300" b="0" dirty="0">
                          <a:solidFill>
                            <a:srgbClr val="144772"/>
                          </a:solidFill>
                          <a:latin typeface="Arial"/>
                        </a:rPr>
                        <a:t>●</a:t>
                      </a:r>
                      <a:endParaRPr lang="en-US" sz="1300" dirty="0"/>
                    </a:p>
                  </a:txBody>
                  <a:tcPr marL="72000" marR="72000" marT="18000" marB="18000" anchor="ctr">
                    <a:lnL w="9525">
                      <a:solidFill>
                        <a:srgbClr val="000000"/>
                      </a:solidFill>
                    </a:lnL>
                    <a:lnR w="9525">
                      <a:solidFill>
                        <a:srgbClr val="000000"/>
                      </a:solidFill>
                    </a:lnR>
                    <a:lnT w="9525">
                      <a:solidFill>
                        <a:srgbClr val="000000"/>
                      </a:solidFill>
                    </a:lnT>
                    <a:lnB w="9525">
                      <a:solidFill>
                        <a:srgbClr val="000000"/>
                      </a:solidFill>
                    </a:lnB>
                    <a:noFill/>
                  </a:tcPr>
                </a:tc>
                <a:tc>
                  <a:txBody>
                    <a:bodyPr/>
                    <a:lstStyle/>
                    <a:p>
                      <a:pPr algn="ctr" latinLnBrk="0">
                        <a:buNone/>
                      </a:pPr>
                      <a:r>
                        <a:rPr lang="ko-KR" altLang="en-US" sz="1300" b="0" dirty="0">
                          <a:solidFill>
                            <a:srgbClr val="144772"/>
                          </a:solidFill>
                          <a:latin typeface="Arial"/>
                        </a:rPr>
                        <a:t>◐</a:t>
                      </a:r>
                      <a:endParaRPr lang="en-US" sz="1300" dirty="0"/>
                    </a:p>
                  </a:txBody>
                  <a:tcPr marL="72000" marR="72000" marT="18000" marB="18000" anchor="ctr">
                    <a:lnL w="9525">
                      <a:solidFill>
                        <a:srgbClr val="000000"/>
                      </a:solidFill>
                    </a:lnL>
                    <a:lnR w="9525">
                      <a:solidFill>
                        <a:srgbClr val="000000"/>
                      </a:solidFill>
                    </a:lnR>
                    <a:lnT w="9525">
                      <a:solidFill>
                        <a:srgbClr val="000000"/>
                      </a:solidFill>
                    </a:lnT>
                    <a:lnB w="9525">
                      <a:solidFill>
                        <a:srgbClr val="000000"/>
                      </a:solidFill>
                    </a:lnB>
                    <a:noFill/>
                  </a:tcPr>
                </a:tc>
                <a:tc>
                  <a:txBody>
                    <a:bodyPr/>
                    <a:lstStyle/>
                    <a:p>
                      <a:pPr algn="ctr" latinLnBrk="0">
                        <a:buNone/>
                      </a:pPr>
                      <a:r>
                        <a:rPr lang="ko-KR" altLang="en-US" sz="1300" b="0" dirty="0">
                          <a:solidFill>
                            <a:srgbClr val="144772"/>
                          </a:solidFill>
                          <a:latin typeface="Arial"/>
                        </a:rPr>
                        <a:t>◐</a:t>
                      </a:r>
                      <a:endParaRPr lang="en-US" sz="1200" dirty="0"/>
                    </a:p>
                  </a:txBody>
                  <a:tcPr marL="72000" marR="72000" marT="18000" marB="18000" anchor="ctr">
                    <a:lnL w="9525">
                      <a:solidFill>
                        <a:srgbClr val="000000"/>
                      </a:solidFill>
                    </a:lnL>
                    <a:lnR w="9525">
                      <a:solidFill>
                        <a:srgbClr val="000000"/>
                      </a:solidFill>
                    </a:lnR>
                    <a:lnT w="9525">
                      <a:solidFill>
                        <a:srgbClr val="000000"/>
                      </a:solidFill>
                    </a:lnT>
                    <a:lnB w="9525">
                      <a:solidFill>
                        <a:srgbClr val="000000"/>
                      </a:solidFill>
                    </a:lnB>
                    <a:noFill/>
                  </a:tcPr>
                </a:tc>
                <a:tc>
                  <a:txBody>
                    <a:bodyPr/>
                    <a:lstStyle/>
                    <a:p>
                      <a:pPr algn="ctr" latinLnBrk="0">
                        <a:buNone/>
                      </a:pPr>
                      <a:r>
                        <a:rPr lang="ko-KR" altLang="en-US" sz="1300" b="0" dirty="0">
                          <a:solidFill>
                            <a:srgbClr val="7F7F7F"/>
                          </a:solidFill>
                          <a:latin typeface="Arial"/>
                        </a:rPr>
                        <a:t>–</a:t>
                      </a:r>
                      <a:endParaRPr lang="en-US" sz="1200" dirty="0"/>
                    </a:p>
                  </a:txBody>
                  <a:tcPr marL="72000" marR="72000" marT="18000" marB="18000" anchor="ctr">
                    <a:lnL w="9525">
                      <a:solidFill>
                        <a:srgbClr val="000000"/>
                      </a:solidFill>
                    </a:lnL>
                    <a:lnR w="9525">
                      <a:solidFill>
                        <a:srgbClr val="000000"/>
                      </a:solidFill>
                    </a:lnR>
                    <a:lnT w="9525">
                      <a:solidFill>
                        <a:srgbClr val="000000"/>
                      </a:solidFill>
                    </a:lnT>
                    <a:lnB w="9525">
                      <a:solidFill>
                        <a:srgbClr val="000000"/>
                      </a:solidFill>
                    </a:lnB>
                    <a:noFill/>
                  </a:tcPr>
                </a:tc>
                <a:extLst>
                  <a:ext uri="{0D108BD9-81ED-4DB2-BD59-A6C34878D82A}">
                    <a16:rowId xmlns:a16="http://schemas.microsoft.com/office/drawing/2014/main" val="10008"/>
                  </a:ext>
                </a:extLst>
              </a:tr>
              <a:tr h="292100">
                <a:tc>
                  <a:txBody>
                    <a:bodyPr/>
                    <a:lstStyle/>
                    <a:p>
                      <a:pPr algn="l" latinLnBrk="0">
                        <a:buNone/>
                      </a:pPr>
                      <a:r>
                        <a:rPr lang="ko-KR" altLang="en-US" sz="1200" b="1" dirty="0">
                          <a:solidFill>
                            <a:srgbClr val="000000"/>
                          </a:solidFill>
                          <a:latin typeface="Arial"/>
                        </a:rPr>
                        <a:t>D4-02 AI attachment / image</a:t>
                      </a:r>
                      <a:endParaRPr lang="en-US" sz="1200" dirty="0"/>
                    </a:p>
                  </a:txBody>
                  <a:tcPr marL="72000" marR="72000" marT="18000" marB="18000" anchor="ctr">
                    <a:lnL w="9525">
                      <a:solidFill>
                        <a:srgbClr val="000000"/>
                      </a:solidFill>
                    </a:lnL>
                    <a:lnR w="9525">
                      <a:solidFill>
                        <a:srgbClr val="000000"/>
                      </a:solidFill>
                    </a:lnR>
                    <a:lnT w="9525">
                      <a:solidFill>
                        <a:srgbClr val="000000"/>
                      </a:solidFill>
                    </a:lnT>
                    <a:lnB w="9525">
                      <a:solidFill>
                        <a:srgbClr val="000000"/>
                      </a:solidFill>
                    </a:lnB>
                    <a:noFill/>
                  </a:tcPr>
                </a:tc>
                <a:tc>
                  <a:txBody>
                    <a:bodyPr/>
                    <a:lstStyle/>
                    <a:p>
                      <a:pPr algn="ctr" latinLnBrk="0">
                        <a:buNone/>
                      </a:pPr>
                      <a:r>
                        <a:rPr lang="ko-KR" altLang="en-US" sz="1300" b="0" dirty="0">
                          <a:solidFill>
                            <a:srgbClr val="7F7F7F"/>
                          </a:solidFill>
                          <a:latin typeface="Arial"/>
                        </a:rPr>
                        <a:t>–</a:t>
                      </a:r>
                      <a:endParaRPr lang="en-US" sz="1300" dirty="0"/>
                    </a:p>
                  </a:txBody>
                  <a:tcPr marL="72000" marR="72000" marT="18000" marB="18000" anchor="ctr">
                    <a:lnL w="9525">
                      <a:solidFill>
                        <a:srgbClr val="000000"/>
                      </a:solidFill>
                    </a:lnL>
                    <a:lnR w="9525">
                      <a:solidFill>
                        <a:srgbClr val="000000"/>
                      </a:solidFill>
                    </a:lnR>
                    <a:lnT w="9525">
                      <a:solidFill>
                        <a:srgbClr val="000000"/>
                      </a:solidFill>
                    </a:lnT>
                    <a:lnB w="9525">
                      <a:solidFill>
                        <a:srgbClr val="000000"/>
                      </a:solidFill>
                    </a:lnB>
                    <a:noFill/>
                  </a:tcPr>
                </a:tc>
                <a:tc>
                  <a:txBody>
                    <a:bodyPr/>
                    <a:lstStyle/>
                    <a:p>
                      <a:pPr algn="ctr" latinLnBrk="0">
                        <a:buNone/>
                      </a:pPr>
                      <a:r>
                        <a:rPr lang="ko-KR" altLang="en-US" sz="1300" b="0" dirty="0">
                          <a:solidFill>
                            <a:srgbClr val="144772"/>
                          </a:solidFill>
                          <a:latin typeface="Arial"/>
                        </a:rPr>
                        <a:t>◐</a:t>
                      </a:r>
                      <a:endParaRPr lang="en-US" sz="1300" dirty="0"/>
                    </a:p>
                  </a:txBody>
                  <a:tcPr marL="72000" marR="72000" marT="18000" marB="18000" anchor="ctr">
                    <a:lnL w="9525">
                      <a:solidFill>
                        <a:srgbClr val="000000"/>
                      </a:solidFill>
                    </a:lnL>
                    <a:lnR w="9525">
                      <a:solidFill>
                        <a:srgbClr val="000000"/>
                      </a:solidFill>
                    </a:lnR>
                    <a:lnT w="9525">
                      <a:solidFill>
                        <a:srgbClr val="000000"/>
                      </a:solidFill>
                    </a:lnT>
                    <a:lnB w="9525">
                      <a:solidFill>
                        <a:srgbClr val="000000"/>
                      </a:solidFill>
                    </a:lnB>
                    <a:noFill/>
                  </a:tcPr>
                </a:tc>
                <a:tc>
                  <a:txBody>
                    <a:bodyPr/>
                    <a:lstStyle/>
                    <a:p>
                      <a:pPr algn="ctr" latinLnBrk="0">
                        <a:buNone/>
                      </a:pPr>
                      <a:r>
                        <a:rPr lang="ko-KR" altLang="en-US" sz="1300" b="0" dirty="0">
                          <a:solidFill>
                            <a:srgbClr val="144772"/>
                          </a:solidFill>
                          <a:latin typeface="Arial"/>
                        </a:rPr>
                        <a:t>◐</a:t>
                      </a:r>
                      <a:endParaRPr lang="en-US" sz="1300" dirty="0"/>
                    </a:p>
                  </a:txBody>
                  <a:tcPr marL="72000" marR="72000" marT="18000" marB="18000" anchor="ctr">
                    <a:lnL w="9525">
                      <a:solidFill>
                        <a:srgbClr val="000000"/>
                      </a:solidFill>
                    </a:lnL>
                    <a:lnR w="9525">
                      <a:solidFill>
                        <a:srgbClr val="000000"/>
                      </a:solidFill>
                    </a:lnR>
                    <a:lnT w="9525">
                      <a:solidFill>
                        <a:srgbClr val="000000"/>
                      </a:solidFill>
                    </a:lnT>
                    <a:lnB w="9525">
                      <a:solidFill>
                        <a:srgbClr val="000000"/>
                      </a:solidFill>
                    </a:lnB>
                    <a:noFill/>
                  </a:tcPr>
                </a:tc>
                <a:tc>
                  <a:txBody>
                    <a:bodyPr/>
                    <a:lstStyle/>
                    <a:p>
                      <a:pPr algn="ctr" latinLnBrk="0">
                        <a:buNone/>
                      </a:pPr>
                      <a:r>
                        <a:rPr lang="ko-KR" altLang="en-US" sz="1300" b="0" dirty="0">
                          <a:solidFill>
                            <a:srgbClr val="144772"/>
                          </a:solidFill>
                          <a:latin typeface="Arial"/>
                        </a:rPr>
                        <a:t>●</a:t>
                      </a:r>
                      <a:endParaRPr lang="en-US" sz="1300" dirty="0"/>
                    </a:p>
                  </a:txBody>
                  <a:tcPr marL="72000" marR="72000" marT="18000" marB="18000" anchor="ctr">
                    <a:lnL w="9525">
                      <a:solidFill>
                        <a:srgbClr val="000000"/>
                      </a:solidFill>
                    </a:lnL>
                    <a:lnR w="9525">
                      <a:solidFill>
                        <a:srgbClr val="000000"/>
                      </a:solidFill>
                    </a:lnR>
                    <a:lnT w="9525">
                      <a:solidFill>
                        <a:srgbClr val="000000"/>
                      </a:solidFill>
                    </a:lnT>
                    <a:lnB w="9525">
                      <a:solidFill>
                        <a:srgbClr val="000000"/>
                      </a:solidFill>
                    </a:lnB>
                    <a:noFill/>
                  </a:tcPr>
                </a:tc>
                <a:tc>
                  <a:txBody>
                    <a:bodyPr/>
                    <a:lstStyle/>
                    <a:p>
                      <a:pPr algn="ctr" latinLnBrk="0">
                        <a:buNone/>
                      </a:pPr>
                      <a:r>
                        <a:rPr lang="ko-KR" altLang="en-US" sz="1300" b="0" dirty="0">
                          <a:solidFill>
                            <a:srgbClr val="144772"/>
                          </a:solidFill>
                          <a:latin typeface="Arial"/>
                        </a:rPr>
                        <a:t>◐</a:t>
                      </a:r>
                      <a:endParaRPr lang="en-US" sz="1300" dirty="0"/>
                    </a:p>
                  </a:txBody>
                  <a:tcPr marL="72000" marR="72000" marT="18000" marB="18000" anchor="ctr">
                    <a:lnL w="9525">
                      <a:solidFill>
                        <a:srgbClr val="000000"/>
                      </a:solidFill>
                    </a:lnL>
                    <a:lnR w="9525">
                      <a:solidFill>
                        <a:srgbClr val="000000"/>
                      </a:solidFill>
                    </a:lnR>
                    <a:lnT w="9525">
                      <a:solidFill>
                        <a:srgbClr val="000000"/>
                      </a:solidFill>
                    </a:lnT>
                    <a:lnB w="9525">
                      <a:solidFill>
                        <a:srgbClr val="000000"/>
                      </a:solidFill>
                    </a:lnB>
                    <a:noFill/>
                  </a:tcPr>
                </a:tc>
                <a:tc>
                  <a:txBody>
                    <a:bodyPr/>
                    <a:lstStyle/>
                    <a:p>
                      <a:pPr algn="ctr" latinLnBrk="0">
                        <a:buNone/>
                      </a:pPr>
                      <a:r>
                        <a:rPr lang="ko-KR" altLang="en-US" sz="1300" b="0" dirty="0">
                          <a:solidFill>
                            <a:srgbClr val="144772"/>
                          </a:solidFill>
                          <a:latin typeface="Arial"/>
                        </a:rPr>
                        <a:t>◐</a:t>
                      </a:r>
                      <a:endParaRPr lang="en-US" sz="1200" dirty="0"/>
                    </a:p>
                  </a:txBody>
                  <a:tcPr marL="72000" marR="72000" marT="18000" marB="18000" anchor="ctr">
                    <a:lnL w="9525">
                      <a:solidFill>
                        <a:srgbClr val="000000"/>
                      </a:solidFill>
                    </a:lnL>
                    <a:lnR w="9525">
                      <a:solidFill>
                        <a:srgbClr val="000000"/>
                      </a:solidFill>
                    </a:lnR>
                    <a:lnT w="9525">
                      <a:solidFill>
                        <a:srgbClr val="000000"/>
                      </a:solidFill>
                    </a:lnT>
                    <a:lnB w="9525">
                      <a:solidFill>
                        <a:srgbClr val="000000"/>
                      </a:solidFill>
                    </a:lnB>
                    <a:noFill/>
                  </a:tcPr>
                </a:tc>
                <a:tc>
                  <a:txBody>
                    <a:bodyPr/>
                    <a:lstStyle/>
                    <a:p>
                      <a:pPr algn="ctr" latinLnBrk="0">
                        <a:buNone/>
                      </a:pPr>
                      <a:r>
                        <a:rPr lang="ko-KR" altLang="en-US" sz="1300" b="0" dirty="0">
                          <a:solidFill>
                            <a:srgbClr val="144772"/>
                          </a:solidFill>
                          <a:latin typeface="Arial"/>
                        </a:rPr>
                        <a:t>◐</a:t>
                      </a:r>
                      <a:endParaRPr lang="en-US" sz="1200" dirty="0"/>
                    </a:p>
                  </a:txBody>
                  <a:tcPr marL="72000" marR="72000" marT="18000" marB="18000" anchor="ctr">
                    <a:lnL w="9525">
                      <a:solidFill>
                        <a:srgbClr val="000000"/>
                      </a:solidFill>
                    </a:lnL>
                    <a:lnR w="9525">
                      <a:solidFill>
                        <a:srgbClr val="000000"/>
                      </a:solidFill>
                    </a:lnR>
                    <a:lnT w="9525">
                      <a:solidFill>
                        <a:srgbClr val="000000"/>
                      </a:solidFill>
                    </a:lnT>
                    <a:lnB w="9525">
                      <a:solidFill>
                        <a:srgbClr val="000000"/>
                      </a:solidFill>
                    </a:lnB>
                    <a:noFill/>
                  </a:tcPr>
                </a:tc>
                <a:extLst>
                  <a:ext uri="{0D108BD9-81ED-4DB2-BD59-A6C34878D82A}">
                    <a16:rowId xmlns:a16="http://schemas.microsoft.com/office/drawing/2014/main" val="10009"/>
                  </a:ext>
                </a:extLst>
              </a:tr>
              <a:tr h="292100">
                <a:tc>
                  <a:txBody>
                    <a:bodyPr/>
                    <a:lstStyle/>
                    <a:p>
                      <a:pPr algn="l" latinLnBrk="0">
                        <a:buNone/>
                      </a:pPr>
                      <a:r>
                        <a:rPr lang="ko-KR" altLang="en-US" sz="1200" b="1" dirty="0">
                          <a:solidFill>
                            <a:srgbClr val="000000"/>
                          </a:solidFill>
                          <a:latin typeface="Arial"/>
                        </a:rPr>
                        <a:t>D4-03 AI response inspection</a:t>
                      </a:r>
                      <a:endParaRPr lang="en-US" sz="1200" dirty="0"/>
                    </a:p>
                  </a:txBody>
                  <a:tcPr marL="72000" marR="72000" marT="18000" marB="18000" anchor="ctr">
                    <a:lnL w="9525">
                      <a:solidFill>
                        <a:srgbClr val="000000"/>
                      </a:solidFill>
                    </a:lnL>
                    <a:lnR w="9525">
                      <a:solidFill>
                        <a:srgbClr val="000000"/>
                      </a:solidFill>
                    </a:lnR>
                    <a:lnT w="9525">
                      <a:solidFill>
                        <a:srgbClr val="000000"/>
                      </a:solidFill>
                    </a:lnT>
                    <a:lnB w="9525">
                      <a:solidFill>
                        <a:srgbClr val="000000"/>
                      </a:solidFill>
                    </a:lnB>
                    <a:noFill/>
                  </a:tcPr>
                </a:tc>
                <a:tc>
                  <a:txBody>
                    <a:bodyPr/>
                    <a:lstStyle/>
                    <a:p>
                      <a:pPr algn="ctr" latinLnBrk="0">
                        <a:buNone/>
                      </a:pPr>
                      <a:r>
                        <a:rPr lang="ko-KR" altLang="en-US" sz="1300" b="0" dirty="0">
                          <a:solidFill>
                            <a:srgbClr val="144772"/>
                          </a:solidFill>
                          <a:latin typeface="Arial"/>
                        </a:rPr>
                        <a:t>◐</a:t>
                      </a:r>
                      <a:endParaRPr lang="en-US" sz="1300" dirty="0"/>
                    </a:p>
                  </a:txBody>
                  <a:tcPr marL="72000" marR="72000" marT="18000" marB="18000" anchor="ctr">
                    <a:lnL w="9525">
                      <a:solidFill>
                        <a:srgbClr val="000000"/>
                      </a:solidFill>
                    </a:lnL>
                    <a:lnR w="9525">
                      <a:solidFill>
                        <a:srgbClr val="000000"/>
                      </a:solidFill>
                    </a:lnR>
                    <a:lnT w="9525">
                      <a:solidFill>
                        <a:srgbClr val="000000"/>
                      </a:solidFill>
                    </a:lnT>
                    <a:lnB w="9525">
                      <a:solidFill>
                        <a:srgbClr val="000000"/>
                      </a:solidFill>
                    </a:lnB>
                    <a:noFill/>
                  </a:tcPr>
                </a:tc>
                <a:tc>
                  <a:txBody>
                    <a:bodyPr/>
                    <a:lstStyle/>
                    <a:p>
                      <a:pPr algn="ctr" latinLnBrk="0">
                        <a:buNone/>
                      </a:pPr>
                      <a:r>
                        <a:rPr lang="ko-KR" altLang="en-US" sz="1300" b="0" dirty="0">
                          <a:solidFill>
                            <a:srgbClr val="7F7F7F"/>
                          </a:solidFill>
                          <a:latin typeface="Arial"/>
                        </a:rPr>
                        <a:t>–</a:t>
                      </a:r>
                      <a:endParaRPr lang="en-US" sz="1300" dirty="0"/>
                    </a:p>
                  </a:txBody>
                  <a:tcPr marL="72000" marR="72000" marT="18000" marB="18000" anchor="ctr">
                    <a:lnL w="9525">
                      <a:solidFill>
                        <a:srgbClr val="000000"/>
                      </a:solidFill>
                    </a:lnL>
                    <a:lnR w="9525">
                      <a:solidFill>
                        <a:srgbClr val="000000"/>
                      </a:solidFill>
                    </a:lnR>
                    <a:lnT w="9525">
                      <a:solidFill>
                        <a:srgbClr val="000000"/>
                      </a:solidFill>
                    </a:lnT>
                    <a:lnB w="9525">
                      <a:solidFill>
                        <a:srgbClr val="000000"/>
                      </a:solidFill>
                    </a:lnB>
                    <a:noFill/>
                  </a:tcPr>
                </a:tc>
                <a:tc>
                  <a:txBody>
                    <a:bodyPr/>
                    <a:lstStyle/>
                    <a:p>
                      <a:pPr algn="ctr" latinLnBrk="0">
                        <a:buNone/>
                      </a:pPr>
                      <a:r>
                        <a:rPr lang="ko-KR" altLang="en-US" sz="1300" b="0" dirty="0">
                          <a:solidFill>
                            <a:srgbClr val="144772"/>
                          </a:solidFill>
                          <a:latin typeface="Arial"/>
                        </a:rPr>
                        <a:t>●</a:t>
                      </a:r>
                      <a:endParaRPr lang="en-US" sz="1300" dirty="0"/>
                    </a:p>
                  </a:txBody>
                  <a:tcPr marL="72000" marR="72000" marT="18000" marB="18000" anchor="ctr">
                    <a:lnL w="9525">
                      <a:solidFill>
                        <a:srgbClr val="000000"/>
                      </a:solidFill>
                    </a:lnL>
                    <a:lnR w="9525">
                      <a:solidFill>
                        <a:srgbClr val="000000"/>
                      </a:solidFill>
                    </a:lnR>
                    <a:lnT w="9525">
                      <a:solidFill>
                        <a:srgbClr val="000000"/>
                      </a:solidFill>
                    </a:lnT>
                    <a:lnB w="9525">
                      <a:solidFill>
                        <a:srgbClr val="000000"/>
                      </a:solidFill>
                    </a:lnB>
                    <a:noFill/>
                  </a:tcPr>
                </a:tc>
                <a:tc>
                  <a:txBody>
                    <a:bodyPr/>
                    <a:lstStyle/>
                    <a:p>
                      <a:pPr algn="ctr" latinLnBrk="0">
                        <a:buNone/>
                      </a:pPr>
                      <a:r>
                        <a:rPr lang="ko-KR" altLang="en-US" sz="1300" b="0" dirty="0">
                          <a:solidFill>
                            <a:srgbClr val="7F7F7F"/>
                          </a:solidFill>
                          <a:latin typeface="Arial"/>
                        </a:rPr>
                        <a:t>–</a:t>
                      </a:r>
                      <a:endParaRPr lang="en-US" sz="1300" dirty="0"/>
                    </a:p>
                  </a:txBody>
                  <a:tcPr marL="72000" marR="72000" marT="18000" marB="18000" anchor="ctr">
                    <a:lnL w="9525">
                      <a:solidFill>
                        <a:srgbClr val="000000"/>
                      </a:solidFill>
                    </a:lnL>
                    <a:lnR w="9525">
                      <a:solidFill>
                        <a:srgbClr val="000000"/>
                      </a:solidFill>
                    </a:lnR>
                    <a:lnT w="9525">
                      <a:solidFill>
                        <a:srgbClr val="000000"/>
                      </a:solidFill>
                    </a:lnT>
                    <a:lnB w="9525">
                      <a:solidFill>
                        <a:srgbClr val="000000"/>
                      </a:solidFill>
                    </a:lnB>
                    <a:noFill/>
                  </a:tcPr>
                </a:tc>
                <a:tc>
                  <a:txBody>
                    <a:bodyPr/>
                    <a:lstStyle/>
                    <a:p>
                      <a:pPr algn="ctr" latinLnBrk="0">
                        <a:buNone/>
                      </a:pPr>
                      <a:r>
                        <a:rPr lang="ko-KR" altLang="en-US" sz="1300" b="0" dirty="0">
                          <a:solidFill>
                            <a:srgbClr val="7F7F7F"/>
                          </a:solidFill>
                          <a:latin typeface="Arial"/>
                        </a:rPr>
                        <a:t>–</a:t>
                      </a:r>
                      <a:endParaRPr lang="en-US" sz="1300" dirty="0"/>
                    </a:p>
                  </a:txBody>
                  <a:tcPr marL="72000" marR="72000" marT="18000" marB="18000" anchor="ctr">
                    <a:lnL w="9525">
                      <a:solidFill>
                        <a:srgbClr val="000000"/>
                      </a:solidFill>
                    </a:lnL>
                    <a:lnR w="9525">
                      <a:solidFill>
                        <a:srgbClr val="000000"/>
                      </a:solidFill>
                    </a:lnR>
                    <a:lnT w="9525">
                      <a:solidFill>
                        <a:srgbClr val="000000"/>
                      </a:solidFill>
                    </a:lnT>
                    <a:lnB w="9525">
                      <a:solidFill>
                        <a:srgbClr val="000000"/>
                      </a:solidFill>
                    </a:lnB>
                    <a:noFill/>
                  </a:tcPr>
                </a:tc>
                <a:tc>
                  <a:txBody>
                    <a:bodyPr/>
                    <a:lstStyle/>
                    <a:p>
                      <a:pPr algn="ctr" latinLnBrk="0">
                        <a:buNone/>
                      </a:pPr>
                      <a:r>
                        <a:rPr lang="ko-KR" altLang="en-US" sz="1300" b="0" dirty="0">
                          <a:solidFill>
                            <a:srgbClr val="144772"/>
                          </a:solidFill>
                          <a:latin typeface="Arial"/>
                        </a:rPr>
                        <a:t>●</a:t>
                      </a:r>
                      <a:endParaRPr lang="en-US" sz="1200" dirty="0"/>
                    </a:p>
                  </a:txBody>
                  <a:tcPr marL="72000" marR="72000" marT="18000" marB="18000" anchor="ctr">
                    <a:lnL w="9525">
                      <a:solidFill>
                        <a:srgbClr val="000000"/>
                      </a:solidFill>
                    </a:lnL>
                    <a:lnR w="9525">
                      <a:solidFill>
                        <a:srgbClr val="000000"/>
                      </a:solidFill>
                    </a:lnR>
                    <a:lnT w="9525">
                      <a:solidFill>
                        <a:srgbClr val="000000"/>
                      </a:solidFill>
                    </a:lnT>
                    <a:lnB w="9525">
                      <a:solidFill>
                        <a:srgbClr val="000000"/>
                      </a:solidFill>
                    </a:lnB>
                    <a:noFill/>
                  </a:tcPr>
                </a:tc>
                <a:tc>
                  <a:txBody>
                    <a:bodyPr/>
                    <a:lstStyle/>
                    <a:p>
                      <a:pPr algn="ctr" latinLnBrk="0">
                        <a:buNone/>
                      </a:pPr>
                      <a:r>
                        <a:rPr lang="ko-KR" altLang="en-US" sz="1300" b="0" dirty="0">
                          <a:solidFill>
                            <a:srgbClr val="7F7F7F"/>
                          </a:solidFill>
                          <a:latin typeface="Arial"/>
                        </a:rPr>
                        <a:t>–</a:t>
                      </a:r>
                      <a:endParaRPr lang="en-US" sz="1200" dirty="0"/>
                    </a:p>
                  </a:txBody>
                  <a:tcPr marL="72000" marR="72000" marT="18000" marB="18000" anchor="ctr">
                    <a:lnL w="9525">
                      <a:solidFill>
                        <a:srgbClr val="000000"/>
                      </a:solidFill>
                    </a:lnL>
                    <a:lnR w="9525">
                      <a:solidFill>
                        <a:srgbClr val="000000"/>
                      </a:solidFill>
                    </a:lnR>
                    <a:lnT w="9525">
                      <a:solidFill>
                        <a:srgbClr val="000000"/>
                      </a:solidFill>
                    </a:lnT>
                    <a:lnB w="9525">
                      <a:solidFill>
                        <a:srgbClr val="000000"/>
                      </a:solidFill>
                    </a:lnB>
                    <a:noFill/>
                  </a:tcPr>
                </a:tc>
                <a:extLst>
                  <a:ext uri="{0D108BD9-81ED-4DB2-BD59-A6C34878D82A}">
                    <a16:rowId xmlns:a16="http://schemas.microsoft.com/office/drawing/2014/main" val="10010"/>
                  </a:ext>
                </a:extLst>
              </a:tr>
              <a:tr h="292100">
                <a:tc>
                  <a:txBody>
                    <a:bodyPr/>
                    <a:lstStyle/>
                    <a:p>
                      <a:pPr algn="l" latinLnBrk="0">
                        <a:buNone/>
                      </a:pPr>
                      <a:r>
                        <a:rPr lang="ko-KR" altLang="en-US" sz="1200" b="1" dirty="0">
                          <a:solidFill>
                            <a:srgbClr val="000000"/>
                          </a:solidFill>
                          <a:latin typeface="Arial"/>
                        </a:rPr>
                        <a:t>D4-04 Prompt injection detection</a:t>
                      </a:r>
                      <a:endParaRPr lang="en-US" sz="1200" dirty="0"/>
                    </a:p>
                  </a:txBody>
                  <a:tcPr marL="72000" marR="72000" marT="18000" marB="18000" anchor="ctr">
                    <a:lnL w="9525">
                      <a:solidFill>
                        <a:srgbClr val="000000"/>
                      </a:solidFill>
                    </a:lnL>
                    <a:lnR w="9525">
                      <a:solidFill>
                        <a:srgbClr val="000000"/>
                      </a:solidFill>
                    </a:lnR>
                    <a:lnT w="9525">
                      <a:solidFill>
                        <a:srgbClr val="000000"/>
                      </a:solidFill>
                    </a:lnT>
                    <a:lnB w="9525">
                      <a:solidFill>
                        <a:srgbClr val="000000"/>
                      </a:solidFill>
                    </a:lnB>
                    <a:noFill/>
                  </a:tcPr>
                </a:tc>
                <a:tc>
                  <a:txBody>
                    <a:bodyPr/>
                    <a:lstStyle/>
                    <a:p>
                      <a:pPr algn="ctr" latinLnBrk="0">
                        <a:buNone/>
                      </a:pPr>
                      <a:r>
                        <a:rPr lang="ko-KR" altLang="en-US" sz="1300" b="0" dirty="0">
                          <a:solidFill>
                            <a:srgbClr val="144772"/>
                          </a:solidFill>
                          <a:latin typeface="Arial"/>
                        </a:rPr>
                        <a:t>●</a:t>
                      </a:r>
                      <a:endParaRPr lang="en-US" sz="1300" dirty="0"/>
                    </a:p>
                  </a:txBody>
                  <a:tcPr marL="72000" marR="72000" marT="18000" marB="18000" anchor="ctr">
                    <a:lnL w="9525">
                      <a:solidFill>
                        <a:srgbClr val="000000"/>
                      </a:solidFill>
                    </a:lnL>
                    <a:lnR w="9525">
                      <a:solidFill>
                        <a:srgbClr val="000000"/>
                      </a:solidFill>
                    </a:lnR>
                    <a:lnT w="9525">
                      <a:solidFill>
                        <a:srgbClr val="000000"/>
                      </a:solidFill>
                    </a:lnT>
                    <a:lnB w="9525">
                      <a:solidFill>
                        <a:srgbClr val="000000"/>
                      </a:solidFill>
                    </a:lnB>
                    <a:noFill/>
                  </a:tcPr>
                </a:tc>
                <a:tc>
                  <a:txBody>
                    <a:bodyPr/>
                    <a:lstStyle/>
                    <a:p>
                      <a:pPr algn="ctr" latinLnBrk="0">
                        <a:buNone/>
                      </a:pPr>
                      <a:r>
                        <a:rPr lang="ko-KR" altLang="en-US" sz="1300" b="0" dirty="0">
                          <a:solidFill>
                            <a:srgbClr val="7F7F7F"/>
                          </a:solidFill>
                          <a:latin typeface="Arial"/>
                        </a:rPr>
                        <a:t>–</a:t>
                      </a:r>
                      <a:endParaRPr lang="en-US" sz="1300" dirty="0"/>
                    </a:p>
                  </a:txBody>
                  <a:tcPr marL="72000" marR="72000" marT="18000" marB="18000" anchor="ctr">
                    <a:lnL w="9525">
                      <a:solidFill>
                        <a:srgbClr val="000000"/>
                      </a:solidFill>
                    </a:lnL>
                    <a:lnR w="9525">
                      <a:solidFill>
                        <a:srgbClr val="000000"/>
                      </a:solidFill>
                    </a:lnR>
                    <a:lnT w="9525">
                      <a:solidFill>
                        <a:srgbClr val="000000"/>
                      </a:solidFill>
                    </a:lnT>
                    <a:lnB w="9525">
                      <a:solidFill>
                        <a:srgbClr val="000000"/>
                      </a:solidFill>
                    </a:lnB>
                    <a:noFill/>
                  </a:tcPr>
                </a:tc>
                <a:tc>
                  <a:txBody>
                    <a:bodyPr/>
                    <a:lstStyle/>
                    <a:p>
                      <a:pPr algn="ctr" latinLnBrk="0">
                        <a:buNone/>
                      </a:pPr>
                      <a:r>
                        <a:rPr lang="ko-KR" altLang="en-US" sz="1300" b="0" dirty="0">
                          <a:solidFill>
                            <a:srgbClr val="7F7F7F"/>
                          </a:solidFill>
                          <a:latin typeface="Arial"/>
                        </a:rPr>
                        <a:t>–</a:t>
                      </a:r>
                      <a:endParaRPr lang="en-US" sz="1300" dirty="0"/>
                    </a:p>
                  </a:txBody>
                  <a:tcPr marL="72000" marR="72000" marT="18000" marB="18000" anchor="ctr">
                    <a:lnL w="9525">
                      <a:solidFill>
                        <a:srgbClr val="000000"/>
                      </a:solidFill>
                    </a:lnL>
                    <a:lnR w="9525">
                      <a:solidFill>
                        <a:srgbClr val="000000"/>
                      </a:solidFill>
                    </a:lnR>
                    <a:lnT w="9525">
                      <a:solidFill>
                        <a:srgbClr val="000000"/>
                      </a:solidFill>
                    </a:lnT>
                    <a:lnB w="9525">
                      <a:solidFill>
                        <a:srgbClr val="000000"/>
                      </a:solidFill>
                    </a:lnB>
                    <a:noFill/>
                  </a:tcPr>
                </a:tc>
                <a:tc>
                  <a:txBody>
                    <a:bodyPr/>
                    <a:lstStyle/>
                    <a:p>
                      <a:pPr algn="ctr" latinLnBrk="0">
                        <a:buNone/>
                      </a:pPr>
                      <a:r>
                        <a:rPr lang="ko-KR" altLang="en-US" sz="1300" b="0" dirty="0">
                          <a:solidFill>
                            <a:srgbClr val="144772"/>
                          </a:solidFill>
                          <a:latin typeface="Arial"/>
                        </a:rPr>
                        <a:t>●</a:t>
                      </a:r>
                      <a:endParaRPr lang="en-US" sz="1300" dirty="0"/>
                    </a:p>
                  </a:txBody>
                  <a:tcPr marL="72000" marR="72000" marT="18000" marB="18000" anchor="ctr">
                    <a:lnL w="9525">
                      <a:solidFill>
                        <a:srgbClr val="000000"/>
                      </a:solidFill>
                    </a:lnL>
                    <a:lnR w="9525">
                      <a:solidFill>
                        <a:srgbClr val="000000"/>
                      </a:solidFill>
                    </a:lnR>
                    <a:lnT w="9525">
                      <a:solidFill>
                        <a:srgbClr val="000000"/>
                      </a:solidFill>
                    </a:lnT>
                    <a:lnB w="9525">
                      <a:solidFill>
                        <a:srgbClr val="000000"/>
                      </a:solidFill>
                    </a:lnB>
                    <a:noFill/>
                  </a:tcPr>
                </a:tc>
                <a:tc>
                  <a:txBody>
                    <a:bodyPr/>
                    <a:lstStyle/>
                    <a:p>
                      <a:pPr algn="ctr" latinLnBrk="0">
                        <a:buNone/>
                      </a:pPr>
                      <a:r>
                        <a:rPr lang="ko-KR" altLang="en-US" sz="1300" b="0" dirty="0">
                          <a:solidFill>
                            <a:srgbClr val="7F7F7F"/>
                          </a:solidFill>
                          <a:latin typeface="Arial"/>
                        </a:rPr>
                        <a:t>–</a:t>
                      </a:r>
                      <a:endParaRPr lang="en-US" sz="1300" dirty="0"/>
                    </a:p>
                  </a:txBody>
                  <a:tcPr marL="72000" marR="72000" marT="18000" marB="18000" anchor="ctr">
                    <a:lnL w="9525">
                      <a:solidFill>
                        <a:srgbClr val="000000"/>
                      </a:solidFill>
                    </a:lnL>
                    <a:lnR w="9525">
                      <a:solidFill>
                        <a:srgbClr val="000000"/>
                      </a:solidFill>
                    </a:lnR>
                    <a:lnT w="9525">
                      <a:solidFill>
                        <a:srgbClr val="000000"/>
                      </a:solidFill>
                    </a:lnT>
                    <a:lnB w="9525">
                      <a:solidFill>
                        <a:srgbClr val="000000"/>
                      </a:solidFill>
                    </a:lnB>
                    <a:noFill/>
                  </a:tcPr>
                </a:tc>
                <a:tc>
                  <a:txBody>
                    <a:bodyPr/>
                    <a:lstStyle/>
                    <a:p>
                      <a:pPr algn="ctr" latinLnBrk="0">
                        <a:buNone/>
                      </a:pPr>
                      <a:r>
                        <a:rPr lang="ko-KR" altLang="en-US" sz="1300" b="0" dirty="0">
                          <a:solidFill>
                            <a:srgbClr val="7F7F7F"/>
                          </a:solidFill>
                          <a:latin typeface="Arial"/>
                        </a:rPr>
                        <a:t>–</a:t>
                      </a:r>
                      <a:endParaRPr lang="en-US" sz="1200" dirty="0"/>
                    </a:p>
                  </a:txBody>
                  <a:tcPr marL="72000" marR="72000" marT="18000" marB="18000" anchor="ctr">
                    <a:lnL w="9525">
                      <a:solidFill>
                        <a:srgbClr val="000000"/>
                      </a:solidFill>
                    </a:lnL>
                    <a:lnR w="9525">
                      <a:solidFill>
                        <a:srgbClr val="000000"/>
                      </a:solidFill>
                    </a:lnR>
                    <a:lnT w="9525">
                      <a:solidFill>
                        <a:srgbClr val="000000"/>
                      </a:solidFill>
                    </a:lnT>
                    <a:lnB w="9525">
                      <a:solidFill>
                        <a:srgbClr val="000000"/>
                      </a:solidFill>
                    </a:lnB>
                    <a:noFill/>
                  </a:tcPr>
                </a:tc>
                <a:tc>
                  <a:txBody>
                    <a:bodyPr/>
                    <a:lstStyle/>
                    <a:p>
                      <a:pPr algn="ctr" latinLnBrk="0">
                        <a:buNone/>
                      </a:pPr>
                      <a:r>
                        <a:rPr lang="ko-KR" altLang="en-US" sz="1300" b="0" dirty="0">
                          <a:solidFill>
                            <a:srgbClr val="7F7F7F"/>
                          </a:solidFill>
                          <a:latin typeface="Arial"/>
                        </a:rPr>
                        <a:t>–</a:t>
                      </a:r>
                      <a:endParaRPr lang="en-US" sz="1200" dirty="0"/>
                    </a:p>
                  </a:txBody>
                  <a:tcPr marL="72000" marR="72000" marT="18000" marB="18000" anchor="ctr">
                    <a:lnL w="9525">
                      <a:solidFill>
                        <a:srgbClr val="000000"/>
                      </a:solidFill>
                    </a:lnL>
                    <a:lnR w="9525">
                      <a:solidFill>
                        <a:srgbClr val="000000"/>
                      </a:solidFill>
                    </a:lnR>
                    <a:lnT w="9525">
                      <a:solidFill>
                        <a:srgbClr val="000000"/>
                      </a:solidFill>
                    </a:lnT>
                    <a:lnB w="9525">
                      <a:solidFill>
                        <a:srgbClr val="000000"/>
                      </a:solidFill>
                    </a:lnB>
                    <a:noFill/>
                  </a:tcPr>
                </a:tc>
                <a:extLst>
                  <a:ext uri="{0D108BD9-81ED-4DB2-BD59-A6C34878D82A}">
                    <a16:rowId xmlns:a16="http://schemas.microsoft.com/office/drawing/2014/main" val="10011"/>
                  </a:ext>
                </a:extLst>
              </a:tr>
              <a:tr h="292100">
                <a:tc>
                  <a:txBody>
                    <a:bodyPr/>
                    <a:lstStyle/>
                    <a:p>
                      <a:pPr algn="l" latinLnBrk="0">
                        <a:buNone/>
                      </a:pPr>
                      <a:r>
                        <a:rPr lang="ko-KR" altLang="en-US" sz="1200" b="1" dirty="0">
                          <a:solidFill>
                            <a:srgbClr val="000000"/>
                          </a:solidFill>
                          <a:latin typeface="Arial"/>
                        </a:rPr>
                        <a:t>D4-06 Enforcement off network</a:t>
                      </a:r>
                      <a:endParaRPr lang="en-US" sz="1200" dirty="0"/>
                    </a:p>
                  </a:txBody>
                  <a:tcPr marL="72000" marR="72000" marT="18000" marB="18000" anchor="ctr">
                    <a:lnL w="9525">
                      <a:solidFill>
                        <a:srgbClr val="000000"/>
                      </a:solidFill>
                    </a:lnL>
                    <a:lnR w="9525">
                      <a:solidFill>
                        <a:srgbClr val="000000"/>
                      </a:solidFill>
                    </a:lnR>
                    <a:lnT w="9525">
                      <a:solidFill>
                        <a:srgbClr val="000000"/>
                      </a:solidFill>
                    </a:lnT>
                    <a:lnB w="9525">
                      <a:solidFill>
                        <a:srgbClr val="000000"/>
                      </a:solidFill>
                    </a:lnB>
                    <a:noFill/>
                  </a:tcPr>
                </a:tc>
                <a:tc>
                  <a:txBody>
                    <a:bodyPr/>
                    <a:lstStyle/>
                    <a:p>
                      <a:pPr algn="ctr" latinLnBrk="0">
                        <a:buNone/>
                      </a:pPr>
                      <a:r>
                        <a:rPr lang="ko-KR" altLang="en-US" sz="1300" b="0" dirty="0">
                          <a:solidFill>
                            <a:srgbClr val="144772"/>
                          </a:solidFill>
                          <a:latin typeface="Arial"/>
                        </a:rPr>
                        <a:t>◐</a:t>
                      </a:r>
                      <a:endParaRPr lang="en-US" sz="1300" dirty="0"/>
                    </a:p>
                  </a:txBody>
                  <a:tcPr marL="72000" marR="72000" marT="18000" marB="18000" anchor="ctr">
                    <a:lnL w="9525">
                      <a:solidFill>
                        <a:srgbClr val="000000"/>
                      </a:solidFill>
                    </a:lnL>
                    <a:lnR w="9525">
                      <a:solidFill>
                        <a:srgbClr val="000000"/>
                      </a:solidFill>
                    </a:lnR>
                    <a:lnT w="9525">
                      <a:solidFill>
                        <a:srgbClr val="000000"/>
                      </a:solidFill>
                    </a:lnT>
                    <a:lnB w="9525">
                      <a:solidFill>
                        <a:srgbClr val="000000"/>
                      </a:solidFill>
                    </a:lnB>
                    <a:noFill/>
                  </a:tcPr>
                </a:tc>
                <a:tc>
                  <a:txBody>
                    <a:bodyPr/>
                    <a:lstStyle/>
                    <a:p>
                      <a:pPr algn="ctr" latinLnBrk="0">
                        <a:buNone/>
                      </a:pPr>
                      <a:r>
                        <a:rPr lang="ko-KR" altLang="en-US" sz="1300" b="0" dirty="0">
                          <a:solidFill>
                            <a:srgbClr val="7F7F7F"/>
                          </a:solidFill>
                          <a:latin typeface="Arial"/>
                        </a:rPr>
                        <a:t>–</a:t>
                      </a:r>
                      <a:endParaRPr lang="en-US" sz="1300" dirty="0"/>
                    </a:p>
                  </a:txBody>
                  <a:tcPr marL="72000" marR="72000" marT="18000" marB="18000" anchor="ctr">
                    <a:lnL w="9525">
                      <a:solidFill>
                        <a:srgbClr val="000000"/>
                      </a:solidFill>
                    </a:lnL>
                    <a:lnR w="9525">
                      <a:solidFill>
                        <a:srgbClr val="000000"/>
                      </a:solidFill>
                    </a:lnR>
                    <a:lnT w="9525">
                      <a:solidFill>
                        <a:srgbClr val="000000"/>
                      </a:solidFill>
                    </a:lnT>
                    <a:lnB w="9525">
                      <a:solidFill>
                        <a:srgbClr val="000000"/>
                      </a:solidFill>
                    </a:lnB>
                    <a:noFill/>
                  </a:tcPr>
                </a:tc>
                <a:tc>
                  <a:txBody>
                    <a:bodyPr/>
                    <a:lstStyle/>
                    <a:p>
                      <a:pPr algn="ctr" latinLnBrk="0">
                        <a:buNone/>
                      </a:pPr>
                      <a:r>
                        <a:rPr lang="ko-KR" altLang="en-US" sz="1300" b="0" dirty="0">
                          <a:solidFill>
                            <a:srgbClr val="7F7F7F"/>
                          </a:solidFill>
                          <a:latin typeface="Arial"/>
                        </a:rPr>
                        <a:t>–</a:t>
                      </a:r>
                      <a:endParaRPr lang="en-US" sz="1300" dirty="0"/>
                    </a:p>
                  </a:txBody>
                  <a:tcPr marL="72000" marR="72000" marT="18000" marB="18000" anchor="ctr">
                    <a:lnL w="9525">
                      <a:solidFill>
                        <a:srgbClr val="000000"/>
                      </a:solidFill>
                    </a:lnL>
                    <a:lnR w="9525">
                      <a:solidFill>
                        <a:srgbClr val="000000"/>
                      </a:solidFill>
                    </a:lnR>
                    <a:lnT w="9525">
                      <a:solidFill>
                        <a:srgbClr val="000000"/>
                      </a:solidFill>
                    </a:lnT>
                    <a:lnB w="9525">
                      <a:solidFill>
                        <a:srgbClr val="000000"/>
                      </a:solidFill>
                    </a:lnB>
                    <a:noFill/>
                  </a:tcPr>
                </a:tc>
                <a:tc>
                  <a:txBody>
                    <a:bodyPr/>
                    <a:lstStyle/>
                    <a:p>
                      <a:pPr algn="ctr" latinLnBrk="0">
                        <a:buNone/>
                      </a:pPr>
                      <a:r>
                        <a:rPr lang="ko-KR" altLang="en-US" sz="1300" b="0" dirty="0">
                          <a:solidFill>
                            <a:srgbClr val="144772"/>
                          </a:solidFill>
                          <a:latin typeface="Arial"/>
                        </a:rPr>
                        <a:t>◐</a:t>
                      </a:r>
                      <a:endParaRPr lang="en-US" sz="1300" dirty="0"/>
                    </a:p>
                  </a:txBody>
                  <a:tcPr marL="72000" marR="72000" marT="18000" marB="18000" anchor="ctr">
                    <a:lnL w="9525">
                      <a:solidFill>
                        <a:srgbClr val="000000"/>
                      </a:solidFill>
                    </a:lnL>
                    <a:lnR w="9525">
                      <a:solidFill>
                        <a:srgbClr val="000000"/>
                      </a:solidFill>
                    </a:lnR>
                    <a:lnT w="9525">
                      <a:solidFill>
                        <a:srgbClr val="000000"/>
                      </a:solidFill>
                    </a:lnT>
                    <a:lnB w="9525">
                      <a:solidFill>
                        <a:srgbClr val="000000"/>
                      </a:solidFill>
                    </a:lnB>
                    <a:noFill/>
                  </a:tcPr>
                </a:tc>
                <a:tc>
                  <a:txBody>
                    <a:bodyPr/>
                    <a:lstStyle/>
                    <a:p>
                      <a:pPr algn="ctr" latinLnBrk="0">
                        <a:buNone/>
                      </a:pPr>
                      <a:r>
                        <a:rPr lang="ko-KR" altLang="en-US" sz="1300" b="0" dirty="0">
                          <a:solidFill>
                            <a:srgbClr val="144772"/>
                          </a:solidFill>
                          <a:latin typeface="Arial"/>
                        </a:rPr>
                        <a:t>●</a:t>
                      </a:r>
                      <a:endParaRPr lang="en-US" sz="1300" dirty="0"/>
                    </a:p>
                  </a:txBody>
                  <a:tcPr marL="72000" marR="72000" marT="18000" marB="18000" anchor="ctr">
                    <a:lnL w="9525">
                      <a:solidFill>
                        <a:srgbClr val="000000"/>
                      </a:solidFill>
                    </a:lnL>
                    <a:lnR w="9525">
                      <a:solidFill>
                        <a:srgbClr val="000000"/>
                      </a:solidFill>
                    </a:lnR>
                    <a:lnT w="9525">
                      <a:solidFill>
                        <a:srgbClr val="000000"/>
                      </a:solidFill>
                    </a:lnT>
                    <a:lnB w="9525">
                      <a:solidFill>
                        <a:srgbClr val="000000"/>
                      </a:solidFill>
                    </a:lnB>
                    <a:noFill/>
                  </a:tcPr>
                </a:tc>
                <a:tc>
                  <a:txBody>
                    <a:bodyPr/>
                    <a:lstStyle/>
                    <a:p>
                      <a:pPr algn="ctr" latinLnBrk="0">
                        <a:buNone/>
                      </a:pPr>
                      <a:r>
                        <a:rPr lang="ko-KR" altLang="en-US" sz="1300" b="0" dirty="0">
                          <a:solidFill>
                            <a:srgbClr val="7F7F7F"/>
                          </a:solidFill>
                          <a:latin typeface="Arial"/>
                        </a:rPr>
                        <a:t>–</a:t>
                      </a:r>
                      <a:endParaRPr lang="en-US" sz="1200" dirty="0"/>
                    </a:p>
                  </a:txBody>
                  <a:tcPr marL="72000" marR="72000" marT="18000" marB="18000" anchor="ctr">
                    <a:lnL w="9525">
                      <a:solidFill>
                        <a:srgbClr val="000000"/>
                      </a:solidFill>
                    </a:lnL>
                    <a:lnR w="9525">
                      <a:solidFill>
                        <a:srgbClr val="000000"/>
                      </a:solidFill>
                    </a:lnR>
                    <a:lnT w="9525">
                      <a:solidFill>
                        <a:srgbClr val="000000"/>
                      </a:solidFill>
                    </a:lnT>
                    <a:lnB w="9525">
                      <a:solidFill>
                        <a:srgbClr val="000000"/>
                      </a:solidFill>
                    </a:lnB>
                    <a:noFill/>
                  </a:tcPr>
                </a:tc>
                <a:tc>
                  <a:txBody>
                    <a:bodyPr/>
                    <a:lstStyle/>
                    <a:p>
                      <a:pPr algn="ctr" latinLnBrk="0">
                        <a:buNone/>
                      </a:pPr>
                      <a:r>
                        <a:rPr lang="ko-KR" altLang="en-US" sz="1300" b="0" dirty="0">
                          <a:solidFill>
                            <a:srgbClr val="144772"/>
                          </a:solidFill>
                          <a:latin typeface="Arial"/>
                        </a:rPr>
                        <a:t>●</a:t>
                      </a:r>
                      <a:endParaRPr lang="en-US" sz="1200" dirty="0"/>
                    </a:p>
                  </a:txBody>
                  <a:tcPr marL="72000" marR="72000" marT="18000" marB="18000" anchor="ctr">
                    <a:lnL w="9525">
                      <a:solidFill>
                        <a:srgbClr val="000000"/>
                      </a:solidFill>
                    </a:lnL>
                    <a:lnR w="9525">
                      <a:solidFill>
                        <a:srgbClr val="000000"/>
                      </a:solidFill>
                    </a:lnR>
                    <a:lnT w="9525">
                      <a:solidFill>
                        <a:srgbClr val="000000"/>
                      </a:solidFill>
                    </a:lnT>
                    <a:lnB w="9525">
                      <a:solidFill>
                        <a:srgbClr val="000000"/>
                      </a:solidFill>
                    </a:lnB>
                    <a:noFill/>
                  </a:tcPr>
                </a:tc>
                <a:extLst>
                  <a:ext uri="{0D108BD9-81ED-4DB2-BD59-A6C34878D82A}">
                    <a16:rowId xmlns:a16="http://schemas.microsoft.com/office/drawing/2014/main" val="10012"/>
                  </a:ext>
                </a:extLst>
              </a:tr>
              <a:tr h="292100">
                <a:tc>
                  <a:txBody>
                    <a:bodyPr/>
                    <a:lstStyle/>
                    <a:p>
                      <a:pPr algn="l" latinLnBrk="0">
                        <a:buNone/>
                      </a:pPr>
                      <a:r>
                        <a:rPr lang="ko-KR" altLang="en-US" sz="1200" b="1" dirty="0">
                          <a:solidFill>
                            <a:srgbClr val="000000"/>
                          </a:solidFill>
                          <a:latin typeface="Arial"/>
                        </a:rPr>
                        <a:t>D5-09 AI processing on-prem</a:t>
                      </a:r>
                      <a:endParaRPr lang="en-US" sz="1200" dirty="0"/>
                    </a:p>
                  </a:txBody>
                  <a:tcPr marL="72000" marR="72000" marT="18000" marB="18000" anchor="ctr">
                    <a:lnL w="9525">
                      <a:solidFill>
                        <a:srgbClr val="000000"/>
                      </a:solidFill>
                    </a:lnL>
                    <a:lnR w="9525">
                      <a:solidFill>
                        <a:srgbClr val="000000"/>
                      </a:solidFill>
                    </a:lnR>
                    <a:lnT w="9525">
                      <a:solidFill>
                        <a:srgbClr val="000000"/>
                      </a:solidFill>
                    </a:lnT>
                    <a:lnB w="9525">
                      <a:solidFill>
                        <a:srgbClr val="000000"/>
                      </a:solidFill>
                    </a:lnB>
                    <a:noFill/>
                  </a:tcPr>
                </a:tc>
                <a:tc>
                  <a:txBody>
                    <a:bodyPr/>
                    <a:lstStyle/>
                    <a:p>
                      <a:pPr algn="ctr" latinLnBrk="0">
                        <a:buNone/>
                      </a:pPr>
                      <a:r>
                        <a:rPr lang="ko-KR" altLang="en-US" sz="1300" b="0" dirty="0">
                          <a:solidFill>
                            <a:srgbClr val="144772"/>
                          </a:solidFill>
                          <a:latin typeface="Arial"/>
                        </a:rPr>
                        <a:t>◐</a:t>
                      </a:r>
                      <a:endParaRPr lang="en-US" sz="1300" dirty="0"/>
                    </a:p>
                  </a:txBody>
                  <a:tcPr marL="72000" marR="72000" marT="18000" marB="18000" anchor="ctr">
                    <a:lnL w="9525">
                      <a:solidFill>
                        <a:srgbClr val="000000"/>
                      </a:solidFill>
                    </a:lnL>
                    <a:lnR w="9525">
                      <a:solidFill>
                        <a:srgbClr val="000000"/>
                      </a:solidFill>
                    </a:lnR>
                    <a:lnT w="9525">
                      <a:solidFill>
                        <a:srgbClr val="000000"/>
                      </a:solidFill>
                    </a:lnT>
                    <a:lnB w="9525">
                      <a:solidFill>
                        <a:srgbClr val="000000"/>
                      </a:solidFill>
                    </a:lnB>
                    <a:noFill/>
                  </a:tcPr>
                </a:tc>
                <a:tc>
                  <a:txBody>
                    <a:bodyPr/>
                    <a:lstStyle/>
                    <a:p>
                      <a:pPr algn="ctr" latinLnBrk="0">
                        <a:buNone/>
                      </a:pPr>
                      <a:r>
                        <a:rPr lang="ko-KR" altLang="en-US" sz="1300" b="0" dirty="0">
                          <a:solidFill>
                            <a:srgbClr val="7F7F7F"/>
                          </a:solidFill>
                          <a:latin typeface="Arial"/>
                        </a:rPr>
                        <a:t>–</a:t>
                      </a:r>
                      <a:endParaRPr lang="en-US" sz="1300" dirty="0"/>
                    </a:p>
                  </a:txBody>
                  <a:tcPr marL="72000" marR="72000" marT="18000" marB="18000" anchor="ctr">
                    <a:lnL w="9525">
                      <a:solidFill>
                        <a:srgbClr val="000000"/>
                      </a:solidFill>
                    </a:lnL>
                    <a:lnR w="9525">
                      <a:solidFill>
                        <a:srgbClr val="000000"/>
                      </a:solidFill>
                    </a:lnR>
                    <a:lnT w="9525">
                      <a:solidFill>
                        <a:srgbClr val="000000"/>
                      </a:solidFill>
                    </a:lnT>
                    <a:lnB w="9525">
                      <a:solidFill>
                        <a:srgbClr val="000000"/>
                      </a:solidFill>
                    </a:lnB>
                    <a:noFill/>
                  </a:tcPr>
                </a:tc>
                <a:tc>
                  <a:txBody>
                    <a:bodyPr/>
                    <a:lstStyle/>
                    <a:p>
                      <a:pPr algn="ctr" latinLnBrk="0">
                        <a:buNone/>
                      </a:pPr>
                      <a:r>
                        <a:rPr lang="ko-KR" altLang="en-US" sz="1300" b="0" dirty="0">
                          <a:solidFill>
                            <a:srgbClr val="7F7F7F"/>
                          </a:solidFill>
                          <a:latin typeface="Arial"/>
                        </a:rPr>
                        <a:t>–</a:t>
                      </a:r>
                      <a:endParaRPr lang="en-US" sz="1300" dirty="0"/>
                    </a:p>
                  </a:txBody>
                  <a:tcPr marL="72000" marR="72000" marT="18000" marB="18000" anchor="ctr">
                    <a:lnL w="9525">
                      <a:solidFill>
                        <a:srgbClr val="000000"/>
                      </a:solidFill>
                    </a:lnL>
                    <a:lnR w="9525">
                      <a:solidFill>
                        <a:srgbClr val="000000"/>
                      </a:solidFill>
                    </a:lnR>
                    <a:lnT w="9525">
                      <a:solidFill>
                        <a:srgbClr val="000000"/>
                      </a:solidFill>
                    </a:lnT>
                    <a:lnB w="9525">
                      <a:solidFill>
                        <a:srgbClr val="000000"/>
                      </a:solidFill>
                    </a:lnB>
                    <a:noFill/>
                  </a:tcPr>
                </a:tc>
                <a:tc>
                  <a:txBody>
                    <a:bodyPr/>
                    <a:lstStyle/>
                    <a:p>
                      <a:pPr algn="ctr" latinLnBrk="0">
                        <a:buNone/>
                      </a:pPr>
                      <a:r>
                        <a:rPr lang="ko-KR" altLang="en-US" sz="1300" b="0" dirty="0">
                          <a:solidFill>
                            <a:srgbClr val="144772"/>
                          </a:solidFill>
                          <a:latin typeface="Arial"/>
                        </a:rPr>
                        <a:t>●</a:t>
                      </a:r>
                      <a:endParaRPr lang="en-US" sz="1300" dirty="0"/>
                    </a:p>
                  </a:txBody>
                  <a:tcPr marL="72000" marR="72000" marT="18000" marB="18000" anchor="ctr">
                    <a:lnL w="9525">
                      <a:solidFill>
                        <a:srgbClr val="000000"/>
                      </a:solidFill>
                    </a:lnL>
                    <a:lnR w="9525">
                      <a:solidFill>
                        <a:srgbClr val="000000"/>
                      </a:solidFill>
                    </a:lnR>
                    <a:lnT w="9525">
                      <a:solidFill>
                        <a:srgbClr val="000000"/>
                      </a:solidFill>
                    </a:lnT>
                    <a:lnB w="9525">
                      <a:solidFill>
                        <a:srgbClr val="000000"/>
                      </a:solidFill>
                    </a:lnB>
                    <a:noFill/>
                  </a:tcPr>
                </a:tc>
                <a:tc>
                  <a:txBody>
                    <a:bodyPr/>
                    <a:lstStyle/>
                    <a:p>
                      <a:pPr algn="ctr" latinLnBrk="0">
                        <a:buNone/>
                      </a:pPr>
                      <a:r>
                        <a:rPr lang="ko-KR" altLang="en-US" sz="1300" b="0" dirty="0">
                          <a:solidFill>
                            <a:srgbClr val="144772"/>
                          </a:solidFill>
                          <a:latin typeface="Arial"/>
                        </a:rPr>
                        <a:t>●</a:t>
                      </a:r>
                      <a:endParaRPr lang="en-US" sz="1300" dirty="0"/>
                    </a:p>
                  </a:txBody>
                  <a:tcPr marL="72000" marR="72000" marT="18000" marB="18000" anchor="ctr">
                    <a:lnL w="9525">
                      <a:solidFill>
                        <a:srgbClr val="000000"/>
                      </a:solidFill>
                    </a:lnL>
                    <a:lnR w="9525">
                      <a:solidFill>
                        <a:srgbClr val="000000"/>
                      </a:solidFill>
                    </a:lnR>
                    <a:lnT w="9525">
                      <a:solidFill>
                        <a:srgbClr val="000000"/>
                      </a:solidFill>
                    </a:lnT>
                    <a:lnB w="9525">
                      <a:solidFill>
                        <a:srgbClr val="000000"/>
                      </a:solidFill>
                    </a:lnB>
                    <a:noFill/>
                  </a:tcPr>
                </a:tc>
                <a:tc>
                  <a:txBody>
                    <a:bodyPr/>
                    <a:lstStyle/>
                    <a:p>
                      <a:pPr algn="ctr" latinLnBrk="0">
                        <a:buNone/>
                      </a:pPr>
                      <a:r>
                        <a:rPr lang="ko-KR" altLang="en-US" sz="1300" b="0" dirty="0">
                          <a:solidFill>
                            <a:srgbClr val="7F7F7F"/>
                          </a:solidFill>
                          <a:latin typeface="Arial"/>
                        </a:rPr>
                        <a:t>–</a:t>
                      </a:r>
                      <a:endParaRPr lang="en-US" sz="1200" dirty="0"/>
                    </a:p>
                  </a:txBody>
                  <a:tcPr marL="72000" marR="72000" marT="18000" marB="18000" anchor="ctr">
                    <a:lnL w="9525">
                      <a:solidFill>
                        <a:srgbClr val="000000"/>
                      </a:solidFill>
                    </a:lnL>
                    <a:lnR w="9525">
                      <a:solidFill>
                        <a:srgbClr val="000000"/>
                      </a:solidFill>
                    </a:lnR>
                    <a:lnT w="9525">
                      <a:solidFill>
                        <a:srgbClr val="000000"/>
                      </a:solidFill>
                    </a:lnT>
                    <a:lnB w="9525">
                      <a:solidFill>
                        <a:srgbClr val="000000"/>
                      </a:solidFill>
                    </a:lnB>
                    <a:noFill/>
                  </a:tcPr>
                </a:tc>
                <a:tc>
                  <a:txBody>
                    <a:bodyPr/>
                    <a:lstStyle/>
                    <a:p>
                      <a:pPr algn="ctr" latinLnBrk="0">
                        <a:buNone/>
                      </a:pPr>
                      <a:r>
                        <a:rPr lang="ko-KR" altLang="en-US" sz="1300" b="0" dirty="0">
                          <a:solidFill>
                            <a:srgbClr val="7F7F7F"/>
                          </a:solidFill>
                          <a:latin typeface="Arial"/>
                        </a:rPr>
                        <a:t>–</a:t>
                      </a:r>
                      <a:endParaRPr lang="en-US" sz="1200" dirty="0"/>
                    </a:p>
                  </a:txBody>
                  <a:tcPr marL="72000" marR="72000" marT="18000" marB="18000" anchor="ctr">
                    <a:lnL w="9525">
                      <a:solidFill>
                        <a:srgbClr val="000000"/>
                      </a:solidFill>
                    </a:lnL>
                    <a:lnR w="9525">
                      <a:solidFill>
                        <a:srgbClr val="000000"/>
                      </a:solidFill>
                    </a:lnR>
                    <a:lnT w="9525">
                      <a:solidFill>
                        <a:srgbClr val="000000"/>
                      </a:solidFill>
                    </a:lnT>
                    <a:lnB w="9525">
                      <a:solidFill>
                        <a:srgbClr val="000000"/>
                      </a:solidFill>
                    </a:lnB>
                    <a:noFill/>
                  </a:tcPr>
                </a:tc>
                <a:extLst>
                  <a:ext uri="{0D108BD9-81ED-4DB2-BD59-A6C34878D82A}">
                    <a16:rowId xmlns:a16="http://schemas.microsoft.com/office/drawing/2014/main" val="10013"/>
                  </a:ext>
                </a:extLst>
              </a:tr>
            </a:tbl>
          </a:graphicData>
        </a:graphic>
      </p:graphicFrame>
      <p:sp>
        <p:nvSpPr>
          <p:cNvPr id="42" name="Legend and source"/>
          <p:cNvSpPr txBox="1"/>
          <p:nvPr/>
        </p:nvSpPr>
        <p:spPr>
          <a:xfrm>
            <a:off x="571500" y="5816600"/>
            <a:ext cx="11049000" cy="609600"/>
          </a:xfrm>
          <a:prstGeom prst="rect">
            <a:avLst/>
          </a:prstGeom>
          <a:noFill/>
        </p:spPr>
        <p:txBody>
          <a:bodyPr wrap="square" lIns="91440" tIns="0" rIns="91440" bIns="0">
            <a:noAutofit/>
          </a:bodyPr>
          <a:lstStyle/>
          <a:p>
            <a:pPr latinLnBrk="0"/>
            <a:r>
              <a:rPr lang="en-US" sz="1100" b="0" dirty="0">
                <a:solidFill>
                  <a:srgbClr val="404040"/>
                </a:solidFill>
                <a:latin typeface="Arial"/>
              </a:rPr>
              <a:t>● documented   ◐ partial / conditional   – not found or not verified (not confirmed absent). Orange rows: no vendor fully documents the capability.</a:t>
            </a:r>
          </a:p>
          <a:p>
            <a:pPr latinLnBrk="0"/>
            <a:r>
              <a:rPr lang="en-US" sz="1000" b="0" dirty="0">
                <a:solidFill>
                  <a:srgbClr val="7F7F7F"/>
                </a:solidFill>
                <a:latin typeface="Arial"/>
              </a:rPr>
              <a:t>Source: vendor checklists in this deck (</a:t>
            </a:r>
            <a:r>
              <a:rPr lang="ko-KR" altLang="en-US" sz="1000" b="0" dirty="0" err="1">
                <a:solidFill>
                  <a:srgbClr val="7F7F7F"/>
                </a:solidFill>
                <a:latin typeface="Arial"/>
              </a:rPr>
              <a:t>이로운앤컴퍼니</a:t>
            </a:r>
            <a:r>
              <a:rPr lang="en-US" sz="1000" b="0" dirty="0">
                <a:solidFill>
                  <a:srgbClr val="7F7F7F"/>
                </a:solidFill>
                <a:latin typeface="Arial"/>
              </a:rPr>
              <a:t> p.8, Somansa p.14–19, </a:t>
            </a:r>
            <a:r>
              <a:rPr lang="ko-KR" altLang="en-US" sz="1000" b="0" dirty="0">
                <a:solidFill>
                  <a:srgbClr val="7F7F7F"/>
                </a:solidFill>
                <a:latin typeface="Arial"/>
              </a:rPr>
              <a:t>파수</a:t>
            </a:r>
            <a:r>
              <a:rPr lang="en-US" sz="1000" b="0" dirty="0">
                <a:solidFill>
                  <a:srgbClr val="7F7F7F"/>
                </a:solidFill>
                <a:latin typeface="Arial"/>
              </a:rPr>
              <a:t> p.25–30, 지란지교데이터 p.32–37, 세이퍼존 p.38–43, Comtrue p.45–50, MarkAny p.53–58).</a:t>
            </a:r>
          </a:p>
        </p:txBody>
      </p:sp>
    </p:spTree>
    <p:extLst>
      <p:ext uri="{BB962C8B-B14F-4D97-AF65-F5344CB8AC3E}">
        <p14:creationId xmlns:p14="http://schemas.microsoft.com/office/powerpoint/2010/main" val="4053578501"/>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E0B4D2-800F-58A9-3544-03AC10889C8E}"/>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BAA95D4-862E-85EC-700F-BCF540A12531}"/>
              </a:ext>
            </a:extLst>
          </p:cNvPr>
          <p:cNvSpPr>
            <a:spLocks noGrp="1"/>
          </p:cNvSpPr>
          <p:nvPr>
            <p:ph type="sldNum" sz="quarter" idx="4"/>
          </p:nvPr>
        </p:nvSpPr>
        <p:spPr/>
        <p:txBody>
          <a:bodyPr/>
          <a:lstStyle/>
          <a:p>
            <a:fld id="{4EA1E582-E1CC-4474-812F-1657BC5920B7}" type="slidenum">
              <a:rPr lang="ko-KR" altLang="en-US" smtClean="0"/>
              <a:t>65</a:t>
            </a:fld>
            <a:endParaRPr lang="ko-KR" altLang="en-US"/>
          </a:p>
        </p:txBody>
      </p:sp>
      <p:sp>
        <p:nvSpPr>
          <p:cNvPr id="5" name="Text Placeholder 4">
            <a:extLst>
              <a:ext uri="{FF2B5EF4-FFF2-40B4-BE49-F238E27FC236}">
                <a16:creationId xmlns:a16="http://schemas.microsoft.com/office/drawing/2014/main" id="{4691351A-234F-B769-F991-5D7B9C800D54}"/>
              </a:ext>
            </a:extLst>
          </p:cNvPr>
          <p:cNvSpPr>
            <a:spLocks noGrp="1"/>
          </p:cNvSpPr>
          <p:nvPr>
            <p:ph type="body" sz="quarter" idx="11"/>
          </p:nvPr>
        </p:nvSpPr>
        <p:spPr/>
        <p:txBody>
          <a:bodyPr lIns="91440" tIns="45720" rIns="91440" bIns="45720" anchor="ctr" anchorCtr="0"/>
          <a:lstStyle/>
          <a:p>
            <a:r>
              <a:rPr lang="en-US">
                <a:ea typeface="KoPub돋움체 Bold"/>
              </a:rPr>
              <a:t>Comtrue is best placed for agentic AI, but no vendor fully controls agent actions yet</a:t>
            </a:r>
          </a:p>
        </p:txBody>
      </p:sp>
      <p:sp>
        <p:nvSpPr>
          <p:cNvPr id="7" name="제목 3">
            <a:extLst>
              <a:ext uri="{FF2B5EF4-FFF2-40B4-BE49-F238E27FC236}">
                <a16:creationId xmlns:a16="http://schemas.microsoft.com/office/drawing/2014/main" id="{17013727-C583-AE98-A834-13CE5CBC3A42}"/>
              </a:ext>
            </a:extLst>
          </p:cNvPr>
          <p:cNvSpPr txBox="1">
            <a:spLocks/>
          </p:cNvSpPr>
          <p:nvPr/>
        </p:nvSpPr>
        <p:spPr>
          <a:xfrm>
            <a:off x="286194" y="265704"/>
            <a:ext cx="10666268" cy="464670"/>
          </a:xfrm>
          <a:prstGeom prst="rect">
            <a:avLst/>
          </a:prstGeom>
        </p:spPr>
        <p:txBody>
          <a:bodyPr lIns="91440" tIns="45720" rIns="91440" bIns="45720" anchor="ctr" anchorCtr="0"/>
          <a:lstStyle>
            <a:lvl1pPr algn="l" rtl="0" eaLnBrk="1" fontAlgn="base" latinLnBrk="1" hangingPunct="1">
              <a:spcBef>
                <a:spcPct val="0"/>
              </a:spcBef>
              <a:spcAft>
                <a:spcPct val="0"/>
              </a:spcAft>
              <a:defRPr lang="ko-KR" altLang="en-US" sz="2400" b="1" kern="1200" baseline="0" dirty="0">
                <a:ln>
                  <a:solidFill>
                    <a:schemeClr val="accent1">
                      <a:alpha val="0"/>
                    </a:schemeClr>
                  </a:solidFill>
                </a:ln>
                <a:solidFill>
                  <a:srgbClr val="144772"/>
                </a:solidFill>
                <a:effectLst>
                  <a:glow rad="127000">
                    <a:schemeClr val="bg1"/>
                  </a:glow>
                  <a:outerShdw blurRad="38100" dist="38100" dir="2700000" algn="tl" rotWithShape="0">
                    <a:prstClr val="black">
                      <a:alpha val="40000"/>
                    </a:prstClr>
                  </a:outerShdw>
                </a:effectLst>
                <a:latin typeface="Pretendard Black" panose="02000A03000000020004" pitchFamily="50" charset="-127"/>
                <a:ea typeface="Pretendard Black" panose="02000A03000000020004" pitchFamily="50" charset="-127"/>
                <a:cs typeface="Pretendard Black" panose="02000A03000000020004" pitchFamily="50" charset="-127"/>
              </a:defRPr>
            </a:lvl1pPr>
            <a:lvl2pPr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2pPr>
            <a:lvl3pPr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3pPr>
            <a:lvl4pPr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4pPr>
            <a:lvl5pPr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5pPr>
            <a:lvl6pPr marL="457200"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6pPr>
            <a:lvl7pPr marL="914400"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7pPr>
            <a:lvl8pPr marL="1371600"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8pPr>
            <a:lvl9pPr marL="1828800"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9pPr>
          </a:lstStyle>
          <a:p>
            <a:r>
              <a:rPr lang="en-US" altLang="ko-KR" dirty="0">
                <a:ln>
                  <a:solidFill>
                    <a:srgbClr val="4F81BD">
                      <a:alpha val="0"/>
                    </a:srgbClr>
                  </a:solidFill>
                </a:ln>
                <a:effectLst>
                  <a:glow rad="127000">
                    <a:prstClr val="white"/>
                  </a:glow>
                  <a:outerShdw blurRad="38100" dist="38100" dir="2700000" algn="tl" rotWithShape="0">
                    <a:prstClr val="black">
                      <a:alpha val="40000"/>
                    </a:prstClr>
                  </a:outerShdw>
                </a:effectLst>
                <a:latin typeface="Arial"/>
                <a:ea typeface="Pretendard Black"/>
                <a:cs typeface="Arial"/>
              </a:rPr>
              <a:t>In Agentic AI Era</a:t>
            </a:r>
            <a:endParaRPr lang="ko-KR" dirty="0">
              <a:ln>
                <a:solidFill>
                  <a:srgbClr val="4F81BD">
                    <a:alpha val="0"/>
                  </a:srgbClr>
                </a:solidFill>
              </a:ln>
              <a:effectLst>
                <a:glow rad="127000">
                  <a:prstClr val="white"/>
                </a:glow>
                <a:outerShdw blurRad="38100" dist="38100" dir="2700000" algn="tl" rotWithShape="0">
                  <a:prstClr val="black">
                    <a:alpha val="40000"/>
                  </a:prstClr>
                </a:outerShdw>
              </a:effectLst>
              <a:latin typeface="Arial"/>
              <a:ea typeface="Pretendard Black"/>
              <a:cs typeface="Arial"/>
            </a:endParaRPr>
          </a:p>
        </p:txBody>
      </p:sp>
      <p:graphicFrame>
        <p:nvGraphicFramePr>
          <p:cNvPr id="40" name="Positioning Table"/>
          <p:cNvGraphicFramePr>
            <a:graphicFrameLocks noGrp="1"/>
          </p:cNvGraphicFramePr>
          <p:nvPr>
            <p:extLst>
              <p:ext uri="{D42A27DB-BD31-4B8C-83A1-F6EECF244321}">
                <p14:modId xmlns:p14="http://schemas.microsoft.com/office/powerpoint/2010/main" val="2633443569"/>
              </p:ext>
            </p:extLst>
          </p:nvPr>
        </p:nvGraphicFramePr>
        <p:xfrm>
          <a:off x="571500" y="1371600"/>
          <a:ext cx="11049000" cy="3711560"/>
        </p:xfrm>
        <a:graphic>
          <a:graphicData uri="http://schemas.openxmlformats.org/drawingml/2006/table">
            <a:tbl>
              <a:tblPr firstRow="1"/>
              <a:tblGrid>
                <a:gridCol w="1905000">
                  <a:extLst>
                    <a:ext uri="{9D8B030D-6E8A-4147-A177-3AD203B41FA5}">
                      <a16:colId xmlns:a16="http://schemas.microsoft.com/office/drawing/2014/main" val="20000"/>
                    </a:ext>
                  </a:extLst>
                </a:gridCol>
                <a:gridCol w="787400">
                  <a:extLst>
                    <a:ext uri="{9D8B030D-6E8A-4147-A177-3AD203B41FA5}">
                      <a16:colId xmlns:a16="http://schemas.microsoft.com/office/drawing/2014/main" val="20001"/>
                    </a:ext>
                  </a:extLst>
                </a:gridCol>
                <a:gridCol w="889000">
                  <a:extLst>
                    <a:ext uri="{9D8B030D-6E8A-4147-A177-3AD203B41FA5}">
                      <a16:colId xmlns:a16="http://schemas.microsoft.com/office/drawing/2014/main" val="20002"/>
                    </a:ext>
                  </a:extLst>
                </a:gridCol>
                <a:gridCol w="660400">
                  <a:extLst>
                    <a:ext uri="{9D8B030D-6E8A-4147-A177-3AD203B41FA5}">
                      <a16:colId xmlns:a16="http://schemas.microsoft.com/office/drawing/2014/main" val="20003"/>
                    </a:ext>
                  </a:extLst>
                </a:gridCol>
                <a:gridCol w="3683000">
                  <a:extLst>
                    <a:ext uri="{9D8B030D-6E8A-4147-A177-3AD203B41FA5}">
                      <a16:colId xmlns:a16="http://schemas.microsoft.com/office/drawing/2014/main" val="20004"/>
                    </a:ext>
                  </a:extLst>
                </a:gridCol>
                <a:gridCol w="3124200">
                  <a:extLst>
                    <a:ext uri="{9D8B030D-6E8A-4147-A177-3AD203B41FA5}">
                      <a16:colId xmlns:a16="http://schemas.microsoft.com/office/drawing/2014/main" val="20005"/>
                    </a:ext>
                  </a:extLst>
                </a:gridCol>
              </a:tblGrid>
              <a:tr h="355600">
                <a:tc>
                  <a:txBody>
                    <a:bodyPr/>
                    <a:lstStyle/>
                    <a:p>
                      <a:pPr algn="l" latinLnBrk="0">
                        <a:buNone/>
                      </a:pPr>
                      <a:r>
                        <a:rPr lang="en-US" altLang="ko-KR" sz="1150" b="1" dirty="0">
                          <a:solidFill>
                            <a:srgbClr val="144772"/>
                          </a:solidFill>
                          <a:latin typeface="Arial"/>
                        </a:rPr>
                        <a:t>Vendor</a:t>
                      </a:r>
                      <a:endParaRPr lang="en-US" sz="1150" dirty="0"/>
                    </a:p>
                  </a:txBody>
                  <a:tcPr marL="72000" marR="72000" marT="20000" marB="20000" anchor="ctr">
                    <a:lnL w="9525">
                      <a:solidFill>
                        <a:srgbClr val="000000"/>
                      </a:solidFill>
                    </a:lnL>
                    <a:lnR w="9525">
                      <a:solidFill>
                        <a:srgbClr val="000000"/>
                      </a:solidFill>
                    </a:lnR>
                    <a:lnT w="9525">
                      <a:solidFill>
                        <a:srgbClr val="000000"/>
                      </a:solidFill>
                    </a:lnT>
                    <a:lnB w="9525">
                      <a:solidFill>
                        <a:srgbClr val="000000"/>
                      </a:solidFill>
                    </a:lnB>
                    <a:solidFill>
                      <a:srgbClr val="DDECF2"/>
                    </a:solidFill>
                  </a:tcPr>
                </a:tc>
                <a:tc>
                  <a:txBody>
                    <a:bodyPr/>
                    <a:lstStyle/>
                    <a:p>
                      <a:pPr algn="ctr" latinLnBrk="0">
                        <a:buNone/>
                      </a:pPr>
                      <a:r>
                        <a:rPr lang="en-US" altLang="ko-KR" sz="1150" b="1" dirty="0">
                          <a:solidFill>
                            <a:srgbClr val="144772"/>
                          </a:solidFill>
                          <a:latin typeface="Arial"/>
                        </a:rPr>
                        <a:t>AI score</a:t>
                      </a:r>
                      <a:endParaRPr lang="en-US" sz="1150" dirty="0"/>
                    </a:p>
                  </a:txBody>
                  <a:tcPr marL="72000" marR="72000" marT="20000" marB="20000" anchor="ctr">
                    <a:lnL w="9525">
                      <a:solidFill>
                        <a:srgbClr val="000000"/>
                      </a:solidFill>
                    </a:lnL>
                    <a:lnR w="9525">
                      <a:solidFill>
                        <a:srgbClr val="000000"/>
                      </a:solidFill>
                    </a:lnR>
                    <a:lnT w="9525">
                      <a:solidFill>
                        <a:srgbClr val="000000"/>
                      </a:solidFill>
                    </a:lnT>
                    <a:lnB w="9525">
                      <a:solidFill>
                        <a:srgbClr val="000000"/>
                      </a:solidFill>
                    </a:lnB>
                    <a:solidFill>
                      <a:srgbClr val="DDECF2"/>
                    </a:solidFill>
                  </a:tcPr>
                </a:tc>
                <a:tc>
                  <a:txBody>
                    <a:bodyPr/>
                    <a:lstStyle/>
                    <a:p>
                      <a:pPr algn="ctr" latinLnBrk="0">
                        <a:buNone/>
                      </a:pPr>
                      <a:r>
                        <a:rPr lang="en-US" altLang="ko-KR" sz="1150" b="1" dirty="0">
                          <a:solidFill>
                            <a:srgbClr val="144772"/>
                          </a:solidFill>
                          <a:latin typeface="Arial"/>
                        </a:rPr>
                        <a:t>Agent action</a:t>
                      </a:r>
                      <a:endParaRPr lang="en-US" sz="1150" dirty="0"/>
                    </a:p>
                  </a:txBody>
                  <a:tcPr marL="72000" marR="72000" marT="20000" marB="20000" anchor="ctr">
                    <a:lnL w="9525">
                      <a:solidFill>
                        <a:srgbClr val="000000"/>
                      </a:solidFill>
                    </a:lnL>
                    <a:lnR w="9525">
                      <a:solidFill>
                        <a:srgbClr val="000000"/>
                      </a:solidFill>
                    </a:lnR>
                    <a:lnT w="9525">
                      <a:solidFill>
                        <a:srgbClr val="000000"/>
                      </a:solidFill>
                    </a:lnT>
                    <a:lnB w="9525">
                      <a:solidFill>
                        <a:srgbClr val="000000"/>
                      </a:solidFill>
                    </a:lnB>
                    <a:solidFill>
                      <a:srgbClr val="DDECF2"/>
                    </a:solidFill>
                  </a:tcPr>
                </a:tc>
                <a:tc>
                  <a:txBody>
                    <a:bodyPr/>
                    <a:lstStyle/>
                    <a:p>
                      <a:pPr algn="ctr" latinLnBrk="0">
                        <a:buNone/>
                      </a:pPr>
                      <a:r>
                        <a:rPr lang="en-US" altLang="ko-KR" sz="1150" b="1" dirty="0">
                          <a:solidFill>
                            <a:srgbClr val="144772"/>
                          </a:solidFill>
                          <a:latin typeface="Arial"/>
                        </a:rPr>
                        <a:t>MCP</a:t>
                      </a:r>
                      <a:endParaRPr lang="en-US" sz="1150" dirty="0"/>
                    </a:p>
                  </a:txBody>
                  <a:tcPr marL="72000" marR="72000" marT="20000" marB="20000" anchor="ctr">
                    <a:lnL w="9525">
                      <a:solidFill>
                        <a:srgbClr val="000000"/>
                      </a:solidFill>
                    </a:lnL>
                    <a:lnR w="9525">
                      <a:solidFill>
                        <a:srgbClr val="000000"/>
                      </a:solidFill>
                    </a:lnR>
                    <a:lnT w="9525">
                      <a:solidFill>
                        <a:srgbClr val="000000"/>
                      </a:solidFill>
                    </a:lnT>
                    <a:lnB w="9525">
                      <a:solidFill>
                        <a:srgbClr val="000000"/>
                      </a:solidFill>
                    </a:lnB>
                    <a:solidFill>
                      <a:srgbClr val="DDECF2"/>
                    </a:solidFill>
                  </a:tcPr>
                </a:tc>
                <a:tc>
                  <a:txBody>
                    <a:bodyPr/>
                    <a:lstStyle/>
                    <a:p>
                      <a:pPr algn="l" latinLnBrk="0">
                        <a:buNone/>
                      </a:pPr>
                      <a:r>
                        <a:rPr lang="en-US" altLang="ko-KR" sz="1150" b="1" dirty="0">
                          <a:solidFill>
                            <a:srgbClr val="144772"/>
                          </a:solidFill>
                          <a:latin typeface="Arial"/>
                        </a:rPr>
                        <a:t>Advantage for the agentic era</a:t>
                      </a:r>
                      <a:endParaRPr lang="en-US" sz="1150" dirty="0"/>
                    </a:p>
                  </a:txBody>
                  <a:tcPr marL="72000" marR="72000" marT="20000" marB="20000" anchor="ctr">
                    <a:lnL w="9525">
                      <a:solidFill>
                        <a:srgbClr val="000000"/>
                      </a:solidFill>
                    </a:lnL>
                    <a:lnR w="9525">
                      <a:solidFill>
                        <a:srgbClr val="000000"/>
                      </a:solidFill>
                    </a:lnR>
                    <a:lnT w="9525">
                      <a:solidFill>
                        <a:srgbClr val="000000"/>
                      </a:solidFill>
                    </a:lnT>
                    <a:lnB w="9525">
                      <a:solidFill>
                        <a:srgbClr val="000000"/>
                      </a:solidFill>
                    </a:lnB>
                    <a:solidFill>
                      <a:srgbClr val="DDECF2"/>
                    </a:solidFill>
                  </a:tcPr>
                </a:tc>
                <a:tc>
                  <a:txBody>
                    <a:bodyPr/>
                    <a:lstStyle/>
                    <a:p>
                      <a:pPr algn="l" latinLnBrk="0">
                        <a:buNone/>
                      </a:pPr>
                      <a:r>
                        <a:rPr lang="en-US" altLang="ko-KR" sz="1150" b="1" dirty="0">
                          <a:solidFill>
                            <a:srgbClr val="144772"/>
                          </a:solidFill>
                          <a:latin typeface="Arial"/>
                        </a:rPr>
                        <a:t>What is missing</a:t>
                      </a:r>
                      <a:endParaRPr lang="en-US" sz="1150" dirty="0"/>
                    </a:p>
                  </a:txBody>
                  <a:tcPr marL="72000" marR="72000" marT="20000" marB="20000" anchor="ctr">
                    <a:lnL w="9525">
                      <a:solidFill>
                        <a:srgbClr val="000000"/>
                      </a:solidFill>
                    </a:lnL>
                    <a:lnR w="9525">
                      <a:solidFill>
                        <a:srgbClr val="000000"/>
                      </a:solidFill>
                    </a:lnR>
                    <a:lnT w="9525">
                      <a:solidFill>
                        <a:srgbClr val="000000"/>
                      </a:solidFill>
                    </a:lnT>
                    <a:lnB w="9525">
                      <a:solidFill>
                        <a:srgbClr val="000000"/>
                      </a:solidFill>
                    </a:lnB>
                    <a:solidFill>
                      <a:srgbClr val="DDECF2"/>
                    </a:solidFill>
                  </a:tcPr>
                </a:tc>
                <a:extLst>
                  <a:ext uri="{0D108BD9-81ED-4DB2-BD59-A6C34878D82A}">
                    <a16:rowId xmlns:a16="http://schemas.microsoft.com/office/drawing/2014/main" val="10000"/>
                  </a:ext>
                </a:extLst>
              </a:tr>
              <a:tr h="508000">
                <a:tc>
                  <a:txBody>
                    <a:bodyPr/>
                    <a:lstStyle/>
                    <a:p>
                      <a:pPr algn="l" latinLnBrk="0">
                        <a:buNone/>
                      </a:pPr>
                      <a:r>
                        <a:rPr lang="en-US" altLang="ko-KR" sz="1200" b="1" dirty="0">
                          <a:solidFill>
                            <a:srgbClr val="144772"/>
                          </a:solidFill>
                          <a:latin typeface="Arial"/>
                        </a:rPr>
                        <a:t>컴트루 (Comtrue)</a:t>
                      </a:r>
                      <a:endParaRPr lang="en-US" sz="1200" dirty="0"/>
                    </a:p>
                  </a:txBody>
                  <a:tcPr marL="72000" marR="72000" marT="20000" marB="20000" anchor="ctr">
                    <a:lnL w="9525">
                      <a:solidFill>
                        <a:srgbClr val="000000"/>
                      </a:solidFill>
                    </a:lnL>
                    <a:lnR w="9525">
                      <a:solidFill>
                        <a:srgbClr val="000000"/>
                      </a:solidFill>
                    </a:lnR>
                    <a:lnT w="9525">
                      <a:solidFill>
                        <a:srgbClr val="000000"/>
                      </a:solidFill>
                    </a:lnT>
                    <a:lnB w="9525">
                      <a:solidFill>
                        <a:srgbClr val="000000"/>
                      </a:solidFill>
                    </a:lnB>
                    <a:solidFill>
                      <a:srgbClr val="E3EEF8"/>
                    </a:solidFill>
                  </a:tcPr>
                </a:tc>
                <a:tc>
                  <a:txBody>
                    <a:bodyPr/>
                    <a:lstStyle/>
                    <a:p>
                      <a:pPr algn="ctr" latinLnBrk="0">
                        <a:buNone/>
                      </a:pPr>
                      <a:r>
                        <a:rPr lang="en-US" altLang="ko-KR" sz="1400" b="1" dirty="0">
                          <a:solidFill>
                            <a:srgbClr val="000000"/>
                          </a:solidFill>
                          <a:latin typeface="Arial"/>
                        </a:rPr>
                        <a:t>77%</a:t>
                      </a:r>
                      <a:endParaRPr lang="en-US" sz="1400" dirty="0"/>
                    </a:p>
                  </a:txBody>
                  <a:tcPr marL="72000" marR="72000" marT="20000" marB="20000" anchor="ctr">
                    <a:lnL w="9525">
                      <a:solidFill>
                        <a:srgbClr val="000000"/>
                      </a:solidFill>
                    </a:lnL>
                    <a:lnR w="9525">
                      <a:solidFill>
                        <a:srgbClr val="000000"/>
                      </a:solidFill>
                    </a:lnR>
                    <a:lnT w="9525">
                      <a:solidFill>
                        <a:srgbClr val="000000"/>
                      </a:solidFill>
                    </a:lnT>
                    <a:lnB w="9525">
                      <a:solidFill>
                        <a:srgbClr val="000000"/>
                      </a:solidFill>
                    </a:lnB>
                    <a:solidFill>
                      <a:srgbClr val="E3EEF8"/>
                    </a:solidFill>
                  </a:tcPr>
                </a:tc>
                <a:tc>
                  <a:txBody>
                    <a:bodyPr/>
                    <a:lstStyle/>
                    <a:p>
                      <a:pPr algn="ctr" latinLnBrk="0">
                        <a:buNone/>
                      </a:pPr>
                      <a:r>
                        <a:rPr lang="en-US" altLang="ko-KR" sz="1400" b="0" dirty="0">
                          <a:solidFill>
                            <a:srgbClr val="000000"/>
                          </a:solidFill>
                          <a:latin typeface="Arial"/>
                        </a:rPr>
                        <a:t>◐</a:t>
                      </a:r>
                      <a:endParaRPr lang="en-US" sz="1400" dirty="0"/>
                    </a:p>
                  </a:txBody>
                  <a:tcPr marL="72000" marR="72000" marT="20000" marB="20000" anchor="ctr">
                    <a:lnL w="9525">
                      <a:solidFill>
                        <a:srgbClr val="000000"/>
                      </a:solidFill>
                    </a:lnL>
                    <a:lnR w="9525">
                      <a:solidFill>
                        <a:srgbClr val="000000"/>
                      </a:solidFill>
                    </a:lnR>
                    <a:lnT w="9525">
                      <a:solidFill>
                        <a:srgbClr val="000000"/>
                      </a:solidFill>
                    </a:lnT>
                    <a:lnB w="9525">
                      <a:solidFill>
                        <a:srgbClr val="000000"/>
                      </a:solidFill>
                    </a:lnB>
                    <a:solidFill>
                      <a:srgbClr val="E3EEF8"/>
                    </a:solidFill>
                  </a:tcPr>
                </a:tc>
                <a:tc>
                  <a:txBody>
                    <a:bodyPr/>
                    <a:lstStyle/>
                    <a:p>
                      <a:pPr algn="ctr" latinLnBrk="0">
                        <a:buNone/>
                      </a:pPr>
                      <a:r>
                        <a:rPr lang="en-US" altLang="ko-KR" sz="1400" b="0" dirty="0">
                          <a:solidFill>
                            <a:srgbClr val="000000"/>
                          </a:solidFill>
                          <a:latin typeface="Arial"/>
                        </a:rPr>
                        <a:t>◐</a:t>
                      </a:r>
                      <a:endParaRPr lang="en-US" sz="1400" dirty="0"/>
                    </a:p>
                  </a:txBody>
                  <a:tcPr marL="72000" marR="72000" marT="20000" marB="20000" anchor="ctr">
                    <a:lnL w="9525">
                      <a:solidFill>
                        <a:srgbClr val="000000"/>
                      </a:solidFill>
                    </a:lnL>
                    <a:lnR w="9525">
                      <a:solidFill>
                        <a:srgbClr val="000000"/>
                      </a:solidFill>
                    </a:lnR>
                    <a:lnT w="9525">
                      <a:solidFill>
                        <a:srgbClr val="000000"/>
                      </a:solidFill>
                    </a:lnT>
                    <a:lnB w="9525">
                      <a:solidFill>
                        <a:srgbClr val="000000"/>
                      </a:solidFill>
                    </a:lnB>
                    <a:solidFill>
                      <a:srgbClr val="E3EEF8"/>
                    </a:solidFill>
                  </a:tcPr>
                </a:tc>
                <a:tc>
                  <a:txBody>
                    <a:bodyPr/>
                    <a:lstStyle/>
                    <a:p>
                      <a:pPr algn="l" latinLnBrk="0">
                        <a:buNone/>
                      </a:pPr>
                      <a:r>
                        <a:rPr lang="en-US" altLang="ko-KR" sz="1150" b="0" dirty="0">
                          <a:solidFill>
                            <a:srgbClr val="000000"/>
                          </a:solidFill>
                          <a:latin typeface="Arial"/>
                        </a:rPr>
                        <a:t>LLM detection, masking, LLM API, on-prem AI; covers Claude Code, Codex, Cursor</a:t>
                      </a:r>
                      <a:endParaRPr lang="en-US" sz="1150" dirty="0"/>
                    </a:p>
                  </a:txBody>
                  <a:tcPr marL="72000" marR="72000" marT="20000" marB="20000" anchor="ctr">
                    <a:lnL w="9525">
                      <a:solidFill>
                        <a:srgbClr val="000000"/>
                      </a:solidFill>
                    </a:lnL>
                    <a:lnR w="9525">
                      <a:solidFill>
                        <a:srgbClr val="000000"/>
                      </a:solidFill>
                    </a:lnR>
                    <a:lnT w="9525">
                      <a:solidFill>
                        <a:srgbClr val="000000"/>
                      </a:solidFill>
                    </a:lnT>
                    <a:lnB w="9525">
                      <a:solidFill>
                        <a:srgbClr val="000000"/>
                      </a:solidFill>
                    </a:lnB>
                    <a:solidFill>
                      <a:srgbClr val="E3EEF8"/>
                    </a:solidFill>
                  </a:tcPr>
                </a:tc>
                <a:tc>
                  <a:txBody>
                    <a:bodyPr/>
                    <a:lstStyle/>
                    <a:p>
                      <a:pPr algn="l" latinLnBrk="0">
                        <a:buNone/>
                      </a:pPr>
                      <a:r>
                        <a:rPr lang="en-US" altLang="ko-KR" sz="1150" b="0" dirty="0">
                          <a:solidFill>
                            <a:srgbClr val="404040"/>
                          </a:solidFill>
                          <a:latin typeface="Arial"/>
                        </a:rPr>
                        <a:t>Passive network; no clipboard / screen; no response check</a:t>
                      </a:r>
                      <a:endParaRPr lang="en-US" sz="1150" dirty="0"/>
                    </a:p>
                  </a:txBody>
                  <a:tcPr marL="72000" marR="72000" marT="20000" marB="20000" anchor="ctr">
                    <a:lnL w="9525">
                      <a:solidFill>
                        <a:srgbClr val="000000"/>
                      </a:solidFill>
                    </a:lnL>
                    <a:lnR w="9525">
                      <a:solidFill>
                        <a:srgbClr val="000000"/>
                      </a:solidFill>
                    </a:lnR>
                    <a:lnT w="9525">
                      <a:solidFill>
                        <a:srgbClr val="000000"/>
                      </a:solidFill>
                    </a:lnT>
                    <a:lnB w="9525">
                      <a:solidFill>
                        <a:srgbClr val="000000"/>
                      </a:solidFill>
                    </a:lnB>
                    <a:solidFill>
                      <a:srgbClr val="E3EEF8"/>
                    </a:solidFill>
                  </a:tcPr>
                </a:tc>
                <a:extLst>
                  <a:ext uri="{0D108BD9-81ED-4DB2-BD59-A6C34878D82A}">
                    <a16:rowId xmlns:a16="http://schemas.microsoft.com/office/drawing/2014/main" val="10001"/>
                  </a:ext>
                </a:extLst>
              </a:tr>
              <a:tr h="508000">
                <a:tc>
                  <a:txBody>
                    <a:bodyPr/>
                    <a:lstStyle/>
                    <a:p>
                      <a:pPr algn="l" latinLnBrk="0">
                        <a:buNone/>
                      </a:pPr>
                      <a:r>
                        <a:rPr lang="en-US" altLang="ko-KR" sz="1200" b="1" dirty="0">
                          <a:solidFill>
                            <a:srgbClr val="144772"/>
                          </a:solidFill>
                          <a:latin typeface="Arial"/>
                        </a:rPr>
                        <a:t>파수 (Fasoo)</a:t>
                      </a:r>
                      <a:endParaRPr lang="en-US" sz="1200" dirty="0"/>
                    </a:p>
                  </a:txBody>
                  <a:tcPr marL="72000" marR="72000" marT="20000" marB="20000" anchor="ctr">
                    <a:lnL w="9525">
                      <a:solidFill>
                        <a:srgbClr val="000000"/>
                      </a:solidFill>
                    </a:lnL>
                    <a:lnR w="9525">
                      <a:solidFill>
                        <a:srgbClr val="000000"/>
                      </a:solidFill>
                    </a:lnR>
                    <a:lnT w="9525">
                      <a:solidFill>
                        <a:srgbClr val="000000"/>
                      </a:solidFill>
                    </a:lnT>
                    <a:lnB w="9525">
                      <a:solidFill>
                        <a:srgbClr val="000000"/>
                      </a:solidFill>
                    </a:lnB>
                    <a:noFill/>
                  </a:tcPr>
                </a:tc>
                <a:tc>
                  <a:txBody>
                    <a:bodyPr/>
                    <a:lstStyle/>
                    <a:p>
                      <a:pPr algn="ctr" latinLnBrk="0">
                        <a:buNone/>
                      </a:pPr>
                      <a:r>
                        <a:rPr lang="en-US" altLang="ko-KR" sz="1400" b="1" dirty="0">
                          <a:solidFill>
                            <a:srgbClr val="000000"/>
                          </a:solidFill>
                          <a:latin typeface="Arial"/>
                        </a:rPr>
                        <a:t>42%</a:t>
                      </a:r>
                      <a:endParaRPr lang="en-US" sz="1400" dirty="0"/>
                    </a:p>
                  </a:txBody>
                  <a:tcPr marL="72000" marR="72000" marT="20000" marB="20000" anchor="ctr">
                    <a:lnL w="9525">
                      <a:solidFill>
                        <a:srgbClr val="000000"/>
                      </a:solidFill>
                    </a:lnL>
                    <a:lnR w="9525">
                      <a:solidFill>
                        <a:srgbClr val="000000"/>
                      </a:solidFill>
                    </a:lnR>
                    <a:lnT w="9525">
                      <a:solidFill>
                        <a:srgbClr val="000000"/>
                      </a:solidFill>
                    </a:lnT>
                    <a:lnB w="9525">
                      <a:solidFill>
                        <a:srgbClr val="000000"/>
                      </a:solidFill>
                    </a:lnB>
                    <a:noFill/>
                  </a:tcPr>
                </a:tc>
                <a:tc>
                  <a:txBody>
                    <a:bodyPr/>
                    <a:lstStyle/>
                    <a:p>
                      <a:pPr algn="ctr" latinLnBrk="0">
                        <a:buNone/>
                      </a:pPr>
                      <a:r>
                        <a:rPr lang="en-US" altLang="ko-KR" sz="1400" b="0" dirty="0">
                          <a:solidFill>
                            <a:srgbClr val="000000"/>
                          </a:solidFill>
                          <a:latin typeface="Arial"/>
                        </a:rPr>
                        <a:t>◐</a:t>
                      </a:r>
                      <a:endParaRPr lang="en-US" sz="1400" dirty="0"/>
                    </a:p>
                  </a:txBody>
                  <a:tcPr marL="72000" marR="72000" marT="20000" marB="20000" anchor="ctr">
                    <a:lnL w="9525">
                      <a:solidFill>
                        <a:srgbClr val="000000"/>
                      </a:solidFill>
                    </a:lnL>
                    <a:lnR w="9525">
                      <a:solidFill>
                        <a:srgbClr val="000000"/>
                      </a:solidFill>
                    </a:lnR>
                    <a:lnT w="9525">
                      <a:solidFill>
                        <a:srgbClr val="000000"/>
                      </a:solidFill>
                    </a:lnT>
                    <a:lnB w="9525">
                      <a:solidFill>
                        <a:srgbClr val="000000"/>
                      </a:solidFill>
                    </a:lnB>
                    <a:noFill/>
                  </a:tcPr>
                </a:tc>
                <a:tc>
                  <a:txBody>
                    <a:bodyPr/>
                    <a:lstStyle/>
                    <a:p>
                      <a:pPr algn="ctr" latinLnBrk="0">
                        <a:buNone/>
                      </a:pPr>
                      <a:r>
                        <a:rPr lang="en-US" altLang="ko-KR" sz="1400" b="0" dirty="0">
                          <a:solidFill>
                            <a:srgbClr val="7F7F7F"/>
                          </a:solidFill>
                          <a:latin typeface="Arial"/>
                        </a:rPr>
                        <a:t>–</a:t>
                      </a:r>
                      <a:endParaRPr lang="en-US" sz="1400" dirty="0"/>
                    </a:p>
                  </a:txBody>
                  <a:tcPr marL="72000" marR="72000" marT="20000" marB="20000" anchor="ctr">
                    <a:lnL w="9525">
                      <a:solidFill>
                        <a:srgbClr val="000000"/>
                      </a:solidFill>
                    </a:lnL>
                    <a:lnR w="9525">
                      <a:solidFill>
                        <a:srgbClr val="000000"/>
                      </a:solidFill>
                    </a:lnR>
                    <a:lnT w="9525">
                      <a:solidFill>
                        <a:srgbClr val="000000"/>
                      </a:solidFill>
                    </a:lnT>
                    <a:lnB w="9525">
                      <a:solidFill>
                        <a:srgbClr val="000000"/>
                      </a:solidFill>
                    </a:lnB>
                    <a:noFill/>
                  </a:tcPr>
                </a:tc>
                <a:tc>
                  <a:txBody>
                    <a:bodyPr/>
                    <a:lstStyle/>
                    <a:p>
                      <a:pPr algn="l" latinLnBrk="0">
                        <a:buNone/>
                      </a:pPr>
                      <a:r>
                        <a:rPr lang="en-US" altLang="ko-KR" sz="1150" b="0" dirty="0">
                          <a:solidFill>
                            <a:srgbClr val="000000"/>
                          </a:solidFill>
                          <a:latin typeface="Arial"/>
                        </a:rPr>
                        <a:t>AI-R Gateway checks prompts and responses; DRM policy follows data into AI</a:t>
                      </a:r>
                      <a:endParaRPr lang="en-US" sz="1150" dirty="0"/>
                    </a:p>
                  </a:txBody>
                  <a:tcPr marL="72000" marR="72000" marT="20000" marB="20000" anchor="ctr">
                    <a:lnL w="9525">
                      <a:solidFill>
                        <a:srgbClr val="000000"/>
                      </a:solidFill>
                    </a:lnL>
                    <a:lnR w="9525">
                      <a:solidFill>
                        <a:srgbClr val="000000"/>
                      </a:solidFill>
                    </a:lnR>
                    <a:lnT w="9525">
                      <a:solidFill>
                        <a:srgbClr val="000000"/>
                      </a:solidFill>
                    </a:lnT>
                    <a:lnB w="9525">
                      <a:solidFill>
                        <a:srgbClr val="000000"/>
                      </a:solidFill>
                    </a:lnB>
                    <a:noFill/>
                  </a:tcPr>
                </a:tc>
                <a:tc>
                  <a:txBody>
                    <a:bodyPr/>
                    <a:lstStyle/>
                    <a:p>
                      <a:pPr algn="l" latinLnBrk="0">
                        <a:buNone/>
                      </a:pPr>
                      <a:r>
                        <a:rPr lang="en-US" altLang="ko-KR" sz="1150" b="0" dirty="0">
                          <a:solidFill>
                            <a:srgbClr val="404040"/>
                          </a:solidFill>
                          <a:latin typeface="Arial"/>
                        </a:rPr>
                        <a:t>No MCP mediation or prompt-injection detection</a:t>
                      </a:r>
                      <a:endParaRPr lang="en-US" sz="1150" dirty="0"/>
                    </a:p>
                  </a:txBody>
                  <a:tcPr marL="72000" marR="72000" marT="20000" marB="20000" anchor="ctr">
                    <a:lnL w="9525">
                      <a:solidFill>
                        <a:srgbClr val="000000"/>
                      </a:solidFill>
                    </a:lnL>
                    <a:lnR w="9525">
                      <a:solidFill>
                        <a:srgbClr val="000000"/>
                      </a:solidFill>
                    </a:lnR>
                    <a:lnT w="9525">
                      <a:solidFill>
                        <a:srgbClr val="000000"/>
                      </a:solidFill>
                    </a:lnT>
                    <a:lnB w="9525">
                      <a:solidFill>
                        <a:srgbClr val="000000"/>
                      </a:solidFill>
                    </a:lnB>
                    <a:noFill/>
                  </a:tcPr>
                </a:tc>
                <a:extLst>
                  <a:ext uri="{0D108BD9-81ED-4DB2-BD59-A6C34878D82A}">
                    <a16:rowId xmlns:a16="http://schemas.microsoft.com/office/drawing/2014/main" val="10002"/>
                  </a:ext>
                </a:extLst>
              </a:tr>
              <a:tr h="508000">
                <a:tc>
                  <a:txBody>
                    <a:bodyPr/>
                    <a:lstStyle/>
                    <a:p>
                      <a:pPr algn="l" latinLnBrk="0">
                        <a:buNone/>
                      </a:pPr>
                      <a:r>
                        <a:rPr lang="en-US" altLang="ko-KR" sz="1200" b="1" dirty="0" err="1">
                          <a:solidFill>
                            <a:srgbClr val="144772"/>
                          </a:solidFill>
                          <a:latin typeface="Arial"/>
                        </a:rPr>
                        <a:t>이로운앤컴퍼니</a:t>
                      </a:r>
                      <a:r>
                        <a:rPr lang="en-US" altLang="ko-KR" sz="1200" b="1" dirty="0">
                          <a:solidFill>
                            <a:srgbClr val="144772"/>
                          </a:solidFill>
                          <a:latin typeface="Arial"/>
                        </a:rPr>
                        <a:t> </a:t>
                      </a:r>
                      <a:endParaRPr lang="en-US" sz="1200" dirty="0"/>
                    </a:p>
                  </a:txBody>
                  <a:tcPr marL="72000" marR="72000" marT="20000" marB="20000" anchor="ctr">
                    <a:lnL w="9525">
                      <a:solidFill>
                        <a:srgbClr val="000000"/>
                      </a:solidFill>
                    </a:lnL>
                    <a:lnR w="9525">
                      <a:solidFill>
                        <a:srgbClr val="000000"/>
                      </a:solidFill>
                    </a:lnR>
                    <a:lnT w="9525">
                      <a:solidFill>
                        <a:srgbClr val="000000"/>
                      </a:solidFill>
                    </a:lnT>
                    <a:lnB w="9525">
                      <a:solidFill>
                        <a:srgbClr val="000000"/>
                      </a:solidFill>
                    </a:lnB>
                    <a:noFill/>
                  </a:tcPr>
                </a:tc>
                <a:tc>
                  <a:txBody>
                    <a:bodyPr/>
                    <a:lstStyle/>
                    <a:p>
                      <a:pPr algn="ctr" latinLnBrk="0">
                        <a:buNone/>
                      </a:pPr>
                      <a:r>
                        <a:rPr lang="en-US" altLang="ko-KR" sz="1400" b="1" dirty="0">
                          <a:solidFill>
                            <a:srgbClr val="000000"/>
                          </a:solidFill>
                          <a:latin typeface="Arial"/>
                        </a:rPr>
                        <a:t>38%</a:t>
                      </a:r>
                      <a:endParaRPr lang="en-US" sz="1400" dirty="0"/>
                    </a:p>
                  </a:txBody>
                  <a:tcPr marL="72000" marR="72000" marT="20000" marB="20000" anchor="ctr">
                    <a:lnL w="9525">
                      <a:solidFill>
                        <a:srgbClr val="000000"/>
                      </a:solidFill>
                    </a:lnL>
                    <a:lnR w="9525">
                      <a:solidFill>
                        <a:srgbClr val="000000"/>
                      </a:solidFill>
                    </a:lnR>
                    <a:lnT w="9525">
                      <a:solidFill>
                        <a:srgbClr val="000000"/>
                      </a:solidFill>
                    </a:lnT>
                    <a:lnB w="9525">
                      <a:solidFill>
                        <a:srgbClr val="000000"/>
                      </a:solidFill>
                    </a:lnB>
                    <a:noFill/>
                  </a:tcPr>
                </a:tc>
                <a:tc>
                  <a:txBody>
                    <a:bodyPr/>
                    <a:lstStyle/>
                    <a:p>
                      <a:pPr algn="ctr" latinLnBrk="0">
                        <a:buNone/>
                      </a:pPr>
                      <a:r>
                        <a:rPr lang="en-US" altLang="ko-KR" sz="1400" b="0" dirty="0">
                          <a:solidFill>
                            <a:srgbClr val="000000"/>
                          </a:solidFill>
                          <a:latin typeface="Arial"/>
                        </a:rPr>
                        <a:t>◐</a:t>
                      </a:r>
                      <a:endParaRPr lang="en-US" sz="1400" dirty="0"/>
                    </a:p>
                  </a:txBody>
                  <a:tcPr marL="72000" marR="72000" marT="20000" marB="20000" anchor="ctr">
                    <a:lnL w="9525">
                      <a:solidFill>
                        <a:srgbClr val="000000"/>
                      </a:solidFill>
                    </a:lnL>
                    <a:lnR w="9525">
                      <a:solidFill>
                        <a:srgbClr val="000000"/>
                      </a:solidFill>
                    </a:lnR>
                    <a:lnT w="9525">
                      <a:solidFill>
                        <a:srgbClr val="000000"/>
                      </a:solidFill>
                    </a:lnT>
                    <a:lnB w="9525">
                      <a:solidFill>
                        <a:srgbClr val="000000"/>
                      </a:solidFill>
                    </a:lnB>
                    <a:noFill/>
                  </a:tcPr>
                </a:tc>
                <a:tc>
                  <a:txBody>
                    <a:bodyPr/>
                    <a:lstStyle/>
                    <a:p>
                      <a:pPr algn="ctr" latinLnBrk="0">
                        <a:buNone/>
                      </a:pPr>
                      <a:r>
                        <a:rPr lang="en-US" altLang="ko-KR" sz="1400" b="0" dirty="0">
                          <a:solidFill>
                            <a:srgbClr val="7F7F7F"/>
                          </a:solidFill>
                          <a:latin typeface="Arial"/>
                        </a:rPr>
                        <a:t>–</a:t>
                      </a:r>
                      <a:endParaRPr lang="en-US" sz="1400" dirty="0"/>
                    </a:p>
                  </a:txBody>
                  <a:tcPr marL="72000" marR="72000" marT="20000" marB="20000" anchor="ctr">
                    <a:lnL w="9525">
                      <a:solidFill>
                        <a:srgbClr val="000000"/>
                      </a:solidFill>
                    </a:lnL>
                    <a:lnR w="9525">
                      <a:solidFill>
                        <a:srgbClr val="000000"/>
                      </a:solidFill>
                    </a:lnR>
                    <a:lnT w="9525">
                      <a:solidFill>
                        <a:srgbClr val="000000"/>
                      </a:solidFill>
                    </a:lnT>
                    <a:lnB w="9525">
                      <a:solidFill>
                        <a:srgbClr val="000000"/>
                      </a:solidFill>
                    </a:lnB>
                    <a:noFill/>
                  </a:tcPr>
                </a:tc>
                <a:tc>
                  <a:txBody>
                    <a:bodyPr/>
                    <a:lstStyle/>
                    <a:p>
                      <a:pPr algn="l" latinLnBrk="0">
                        <a:buNone/>
                      </a:pPr>
                      <a:r>
                        <a:rPr lang="en-US" altLang="ko-KR" sz="1150" b="0" dirty="0">
                          <a:solidFill>
                            <a:srgbClr val="000000"/>
                          </a:solidFill>
                          <a:latin typeface="Arial"/>
                        </a:rPr>
                        <a:t>AI guardrail: prompt injection, usage budgets, full prompt + response log</a:t>
                      </a:r>
                      <a:endParaRPr lang="en-US" sz="1150" dirty="0"/>
                    </a:p>
                  </a:txBody>
                  <a:tcPr marL="72000" marR="72000" marT="20000" marB="20000" anchor="ctr">
                    <a:lnL w="9525">
                      <a:solidFill>
                        <a:srgbClr val="000000"/>
                      </a:solidFill>
                    </a:lnL>
                    <a:lnR w="9525">
                      <a:solidFill>
                        <a:srgbClr val="000000"/>
                      </a:solidFill>
                    </a:lnR>
                    <a:lnT w="9525">
                      <a:solidFill>
                        <a:srgbClr val="000000"/>
                      </a:solidFill>
                    </a:lnT>
                    <a:lnB w="9525">
                      <a:solidFill>
                        <a:srgbClr val="000000"/>
                      </a:solidFill>
                    </a:lnB>
                    <a:noFill/>
                  </a:tcPr>
                </a:tc>
                <a:tc>
                  <a:txBody>
                    <a:bodyPr/>
                    <a:lstStyle/>
                    <a:p>
                      <a:pPr algn="l" latinLnBrk="0">
                        <a:buNone/>
                      </a:pPr>
                      <a:r>
                        <a:rPr lang="en-US" altLang="ko-KR" sz="1150" b="0" dirty="0">
                          <a:solidFill>
                            <a:srgbClr val="404040"/>
                          </a:solidFill>
                          <a:latin typeface="Arial"/>
                        </a:rPr>
                        <a:t>Almost no USB, email, print or endpoint control</a:t>
                      </a:r>
                      <a:endParaRPr lang="en-US" sz="1150" dirty="0"/>
                    </a:p>
                  </a:txBody>
                  <a:tcPr marL="72000" marR="72000" marT="20000" marB="20000" anchor="ctr">
                    <a:lnL w="9525">
                      <a:solidFill>
                        <a:srgbClr val="000000"/>
                      </a:solidFill>
                    </a:lnL>
                    <a:lnR w="9525">
                      <a:solidFill>
                        <a:srgbClr val="000000"/>
                      </a:solidFill>
                    </a:lnR>
                    <a:lnT w="9525">
                      <a:solidFill>
                        <a:srgbClr val="000000"/>
                      </a:solidFill>
                    </a:lnT>
                    <a:lnB w="9525">
                      <a:solidFill>
                        <a:srgbClr val="000000"/>
                      </a:solidFill>
                    </a:lnB>
                    <a:noFill/>
                  </a:tcPr>
                </a:tc>
                <a:extLst>
                  <a:ext uri="{0D108BD9-81ED-4DB2-BD59-A6C34878D82A}">
                    <a16:rowId xmlns:a16="http://schemas.microsoft.com/office/drawing/2014/main" val="10003"/>
                  </a:ext>
                </a:extLst>
              </a:tr>
              <a:tr h="304800">
                <a:tc>
                  <a:txBody>
                    <a:bodyPr/>
                    <a:lstStyle/>
                    <a:p>
                      <a:pPr algn="l" latinLnBrk="0">
                        <a:buNone/>
                      </a:pPr>
                      <a:r>
                        <a:rPr lang="en-US" altLang="ko-KR" sz="1200" b="1" dirty="0">
                          <a:solidFill>
                            <a:srgbClr val="144772"/>
                          </a:solidFill>
                          <a:latin typeface="Arial"/>
                        </a:rPr>
                        <a:t>지란지교데이터 (Jiran)</a:t>
                      </a:r>
                      <a:endParaRPr lang="en-US" sz="1200" dirty="0"/>
                    </a:p>
                  </a:txBody>
                  <a:tcPr marL="72000" marR="72000" marT="20000" marB="20000" anchor="ctr">
                    <a:lnL w="9525">
                      <a:solidFill>
                        <a:srgbClr val="000000"/>
                      </a:solidFill>
                    </a:lnL>
                    <a:lnR w="9525">
                      <a:solidFill>
                        <a:srgbClr val="000000"/>
                      </a:solidFill>
                    </a:lnR>
                    <a:lnT w="9525">
                      <a:solidFill>
                        <a:srgbClr val="000000"/>
                      </a:solidFill>
                    </a:lnT>
                    <a:lnB w="9525">
                      <a:solidFill>
                        <a:srgbClr val="000000"/>
                      </a:solidFill>
                    </a:lnB>
                    <a:noFill/>
                  </a:tcPr>
                </a:tc>
                <a:tc>
                  <a:txBody>
                    <a:bodyPr/>
                    <a:lstStyle/>
                    <a:p>
                      <a:pPr algn="ctr" latinLnBrk="0">
                        <a:buNone/>
                      </a:pPr>
                      <a:r>
                        <a:rPr lang="en-US" altLang="ko-KR" sz="1400" b="1" dirty="0">
                          <a:solidFill>
                            <a:srgbClr val="000000"/>
                          </a:solidFill>
                          <a:latin typeface="Arial"/>
                        </a:rPr>
                        <a:t>38%</a:t>
                      </a:r>
                      <a:endParaRPr lang="en-US" sz="1400" dirty="0"/>
                    </a:p>
                  </a:txBody>
                  <a:tcPr marL="72000" marR="72000" marT="20000" marB="20000" anchor="ctr">
                    <a:lnL w="9525">
                      <a:solidFill>
                        <a:srgbClr val="000000"/>
                      </a:solidFill>
                    </a:lnL>
                    <a:lnR w="9525">
                      <a:solidFill>
                        <a:srgbClr val="000000"/>
                      </a:solidFill>
                    </a:lnR>
                    <a:lnT w="9525">
                      <a:solidFill>
                        <a:srgbClr val="000000"/>
                      </a:solidFill>
                    </a:lnT>
                    <a:lnB w="9525">
                      <a:solidFill>
                        <a:srgbClr val="000000"/>
                      </a:solidFill>
                    </a:lnB>
                    <a:noFill/>
                  </a:tcPr>
                </a:tc>
                <a:tc>
                  <a:txBody>
                    <a:bodyPr/>
                    <a:lstStyle/>
                    <a:p>
                      <a:pPr algn="ctr" latinLnBrk="0">
                        <a:buNone/>
                      </a:pPr>
                      <a:r>
                        <a:rPr lang="en-US" altLang="ko-KR" sz="1400" b="0" dirty="0">
                          <a:solidFill>
                            <a:srgbClr val="000000"/>
                          </a:solidFill>
                          <a:latin typeface="Arial"/>
                        </a:rPr>
                        <a:t>◐</a:t>
                      </a:r>
                      <a:endParaRPr lang="en-US" sz="1400" dirty="0"/>
                    </a:p>
                  </a:txBody>
                  <a:tcPr marL="72000" marR="72000" marT="20000" marB="20000" anchor="ctr">
                    <a:lnL w="9525">
                      <a:solidFill>
                        <a:srgbClr val="000000"/>
                      </a:solidFill>
                    </a:lnL>
                    <a:lnR w="9525">
                      <a:solidFill>
                        <a:srgbClr val="000000"/>
                      </a:solidFill>
                    </a:lnR>
                    <a:lnT w="9525">
                      <a:solidFill>
                        <a:srgbClr val="000000"/>
                      </a:solidFill>
                    </a:lnT>
                    <a:lnB w="9525">
                      <a:solidFill>
                        <a:srgbClr val="000000"/>
                      </a:solidFill>
                    </a:lnB>
                    <a:noFill/>
                  </a:tcPr>
                </a:tc>
                <a:tc>
                  <a:txBody>
                    <a:bodyPr/>
                    <a:lstStyle/>
                    <a:p>
                      <a:pPr algn="ctr" latinLnBrk="0">
                        <a:buNone/>
                      </a:pPr>
                      <a:r>
                        <a:rPr lang="en-US" altLang="ko-KR" sz="1400" b="0" dirty="0">
                          <a:solidFill>
                            <a:srgbClr val="7F7F7F"/>
                          </a:solidFill>
                          <a:latin typeface="Arial"/>
                        </a:rPr>
                        <a:t>–</a:t>
                      </a:r>
                      <a:endParaRPr lang="en-US" sz="1400" dirty="0"/>
                    </a:p>
                  </a:txBody>
                  <a:tcPr marL="72000" marR="72000" marT="20000" marB="20000" anchor="ctr">
                    <a:lnL w="9525">
                      <a:solidFill>
                        <a:srgbClr val="000000"/>
                      </a:solidFill>
                    </a:lnL>
                    <a:lnR w="9525">
                      <a:solidFill>
                        <a:srgbClr val="000000"/>
                      </a:solidFill>
                    </a:lnR>
                    <a:lnT w="9525">
                      <a:solidFill>
                        <a:srgbClr val="000000"/>
                      </a:solidFill>
                    </a:lnT>
                    <a:lnB w="9525">
                      <a:solidFill>
                        <a:srgbClr val="000000"/>
                      </a:solidFill>
                    </a:lnB>
                    <a:noFill/>
                  </a:tcPr>
                </a:tc>
                <a:tc>
                  <a:txBody>
                    <a:bodyPr/>
                    <a:lstStyle/>
                    <a:p>
                      <a:pPr algn="l" latinLnBrk="0">
                        <a:buNone/>
                      </a:pPr>
                      <a:r>
                        <a:rPr lang="en-US" altLang="ko-KR" sz="1150" b="0" dirty="0">
                          <a:solidFill>
                            <a:srgbClr val="000000"/>
                          </a:solidFill>
                          <a:latin typeface="Arial"/>
                        </a:rPr>
                        <a:t>OCR, NER and HWP detection; logs prompts and AI responses</a:t>
                      </a:r>
                      <a:endParaRPr lang="en-US" sz="1150" dirty="0"/>
                    </a:p>
                  </a:txBody>
                  <a:tcPr marL="72000" marR="72000" marT="20000" marB="20000" anchor="ctr">
                    <a:lnL w="9525">
                      <a:solidFill>
                        <a:srgbClr val="000000"/>
                      </a:solidFill>
                    </a:lnL>
                    <a:lnR w="9525">
                      <a:solidFill>
                        <a:srgbClr val="000000"/>
                      </a:solidFill>
                    </a:lnR>
                    <a:lnT w="9525">
                      <a:solidFill>
                        <a:srgbClr val="000000"/>
                      </a:solidFill>
                    </a:lnT>
                    <a:lnB w="9525">
                      <a:solidFill>
                        <a:srgbClr val="000000"/>
                      </a:solidFill>
                    </a:lnB>
                    <a:noFill/>
                  </a:tcPr>
                </a:tc>
                <a:tc>
                  <a:txBody>
                    <a:bodyPr/>
                    <a:lstStyle/>
                    <a:p>
                      <a:pPr algn="l" latinLnBrk="0">
                        <a:buNone/>
                      </a:pPr>
                      <a:r>
                        <a:rPr lang="en-US" altLang="ko-KR" sz="1150" b="0" dirty="0">
                          <a:solidFill>
                            <a:srgbClr val="404040"/>
                          </a:solidFill>
                          <a:latin typeface="Arial"/>
                        </a:rPr>
                        <a:t>No LLM API, MCP or prompt-injection checks; off-network unverified</a:t>
                      </a:r>
                      <a:endParaRPr lang="en-US" sz="1150" dirty="0"/>
                    </a:p>
                  </a:txBody>
                  <a:tcPr marL="72000" marR="72000" marT="20000" marB="20000" anchor="ctr">
                    <a:lnL w="9525">
                      <a:solidFill>
                        <a:srgbClr val="000000"/>
                      </a:solidFill>
                    </a:lnL>
                    <a:lnR w="9525">
                      <a:solidFill>
                        <a:srgbClr val="000000"/>
                      </a:solidFill>
                    </a:lnR>
                    <a:lnT w="9525">
                      <a:solidFill>
                        <a:srgbClr val="000000"/>
                      </a:solidFill>
                    </a:lnT>
                    <a:lnB w="9525">
                      <a:solidFill>
                        <a:srgbClr val="000000"/>
                      </a:solidFill>
                    </a:lnB>
                    <a:noFill/>
                  </a:tcPr>
                </a:tc>
                <a:extLst>
                  <a:ext uri="{0D108BD9-81ED-4DB2-BD59-A6C34878D82A}">
                    <a16:rowId xmlns:a16="http://schemas.microsoft.com/office/drawing/2014/main" val="10006"/>
                  </a:ext>
                </a:extLst>
              </a:tr>
              <a:tr h="508000">
                <a:tc>
                  <a:txBody>
                    <a:bodyPr/>
                    <a:lstStyle/>
                    <a:p>
                      <a:pPr algn="l" latinLnBrk="0">
                        <a:buNone/>
                      </a:pPr>
                      <a:r>
                        <a:rPr lang="en-US" altLang="ko-KR" sz="1200" b="1" dirty="0">
                          <a:solidFill>
                            <a:srgbClr val="144772"/>
                          </a:solidFill>
                          <a:latin typeface="Arial"/>
                        </a:rPr>
                        <a:t>마크애니 (MarkAny)</a:t>
                      </a:r>
                      <a:endParaRPr lang="en-US" sz="1200" dirty="0"/>
                    </a:p>
                  </a:txBody>
                  <a:tcPr marL="72000" marR="72000" marT="20000" marB="20000" anchor="ctr">
                    <a:lnL w="9525">
                      <a:solidFill>
                        <a:srgbClr val="000000"/>
                      </a:solidFill>
                    </a:lnL>
                    <a:lnR w="9525">
                      <a:solidFill>
                        <a:srgbClr val="000000"/>
                      </a:solidFill>
                    </a:lnR>
                    <a:lnT w="9525">
                      <a:solidFill>
                        <a:srgbClr val="000000"/>
                      </a:solidFill>
                    </a:lnT>
                    <a:lnB w="9525">
                      <a:solidFill>
                        <a:srgbClr val="000000"/>
                      </a:solidFill>
                    </a:lnB>
                    <a:noFill/>
                  </a:tcPr>
                </a:tc>
                <a:tc>
                  <a:txBody>
                    <a:bodyPr/>
                    <a:lstStyle/>
                    <a:p>
                      <a:pPr algn="ctr" latinLnBrk="0">
                        <a:buNone/>
                      </a:pPr>
                      <a:r>
                        <a:rPr lang="en-US" altLang="ko-KR" sz="1400" b="1" dirty="0">
                          <a:solidFill>
                            <a:srgbClr val="000000"/>
                          </a:solidFill>
                          <a:latin typeface="Arial"/>
                        </a:rPr>
                        <a:t>31%</a:t>
                      </a:r>
                      <a:endParaRPr lang="en-US" sz="1400" dirty="0"/>
                    </a:p>
                  </a:txBody>
                  <a:tcPr marL="72000" marR="72000" marT="20000" marB="20000" anchor="ctr">
                    <a:lnL w="9525">
                      <a:solidFill>
                        <a:srgbClr val="000000"/>
                      </a:solidFill>
                    </a:lnL>
                    <a:lnR w="9525">
                      <a:solidFill>
                        <a:srgbClr val="000000"/>
                      </a:solidFill>
                    </a:lnR>
                    <a:lnT w="9525">
                      <a:solidFill>
                        <a:srgbClr val="000000"/>
                      </a:solidFill>
                    </a:lnT>
                    <a:lnB w="9525">
                      <a:solidFill>
                        <a:srgbClr val="000000"/>
                      </a:solidFill>
                    </a:lnB>
                    <a:noFill/>
                  </a:tcPr>
                </a:tc>
                <a:tc>
                  <a:txBody>
                    <a:bodyPr/>
                    <a:lstStyle/>
                    <a:p>
                      <a:pPr algn="ctr" latinLnBrk="0">
                        <a:buNone/>
                      </a:pPr>
                      <a:r>
                        <a:rPr lang="en-US" altLang="ko-KR" sz="1400" b="0" dirty="0">
                          <a:solidFill>
                            <a:srgbClr val="7F7F7F"/>
                          </a:solidFill>
                          <a:latin typeface="Arial"/>
                        </a:rPr>
                        <a:t>–</a:t>
                      </a:r>
                      <a:endParaRPr lang="en-US" sz="1400" dirty="0"/>
                    </a:p>
                  </a:txBody>
                  <a:tcPr marL="72000" marR="72000" marT="20000" marB="20000" anchor="ctr">
                    <a:lnL w="9525">
                      <a:solidFill>
                        <a:srgbClr val="000000"/>
                      </a:solidFill>
                    </a:lnL>
                    <a:lnR w="9525">
                      <a:solidFill>
                        <a:srgbClr val="000000"/>
                      </a:solidFill>
                    </a:lnR>
                    <a:lnT w="9525">
                      <a:solidFill>
                        <a:srgbClr val="000000"/>
                      </a:solidFill>
                    </a:lnT>
                    <a:lnB w="9525">
                      <a:solidFill>
                        <a:srgbClr val="000000"/>
                      </a:solidFill>
                    </a:lnB>
                    <a:noFill/>
                  </a:tcPr>
                </a:tc>
                <a:tc>
                  <a:txBody>
                    <a:bodyPr/>
                    <a:lstStyle/>
                    <a:p>
                      <a:pPr algn="ctr" latinLnBrk="0">
                        <a:buNone/>
                      </a:pPr>
                      <a:r>
                        <a:rPr lang="en-US" altLang="ko-KR" sz="1400" b="0" dirty="0">
                          <a:solidFill>
                            <a:srgbClr val="7F7F7F"/>
                          </a:solidFill>
                          <a:latin typeface="Arial"/>
                        </a:rPr>
                        <a:t>–</a:t>
                      </a:r>
                      <a:endParaRPr lang="en-US" sz="1400" dirty="0"/>
                    </a:p>
                  </a:txBody>
                  <a:tcPr marL="72000" marR="72000" marT="20000" marB="20000" anchor="ctr">
                    <a:lnL w="9525">
                      <a:solidFill>
                        <a:srgbClr val="000000"/>
                      </a:solidFill>
                    </a:lnL>
                    <a:lnR w="9525">
                      <a:solidFill>
                        <a:srgbClr val="000000"/>
                      </a:solidFill>
                    </a:lnR>
                    <a:lnT w="9525">
                      <a:solidFill>
                        <a:srgbClr val="000000"/>
                      </a:solidFill>
                    </a:lnT>
                    <a:lnB w="9525">
                      <a:solidFill>
                        <a:srgbClr val="000000"/>
                      </a:solidFill>
                    </a:lnB>
                    <a:noFill/>
                  </a:tcPr>
                </a:tc>
                <a:tc>
                  <a:txBody>
                    <a:bodyPr/>
                    <a:lstStyle/>
                    <a:p>
                      <a:pPr algn="l" latinLnBrk="0">
                        <a:buNone/>
                      </a:pPr>
                      <a:r>
                        <a:rPr lang="en-US" altLang="ko-KR" sz="1150" b="0" dirty="0">
                          <a:solidFill>
                            <a:srgbClr val="000000"/>
                          </a:solidFill>
                          <a:latin typeface="Arial"/>
                        </a:rPr>
                        <a:t>Endpoint enforcement on and off network; KCMVP crypto</a:t>
                      </a:r>
                      <a:endParaRPr lang="en-US" sz="1150" dirty="0"/>
                    </a:p>
                  </a:txBody>
                  <a:tcPr marL="72000" marR="72000" marT="20000" marB="20000" anchor="ctr">
                    <a:lnL w="9525">
                      <a:solidFill>
                        <a:srgbClr val="000000"/>
                      </a:solidFill>
                    </a:lnL>
                    <a:lnR w="9525">
                      <a:solidFill>
                        <a:srgbClr val="000000"/>
                      </a:solidFill>
                    </a:lnR>
                    <a:lnT w="9525">
                      <a:solidFill>
                        <a:srgbClr val="000000"/>
                      </a:solidFill>
                    </a:lnT>
                    <a:lnB w="9525">
                      <a:solidFill>
                        <a:srgbClr val="000000"/>
                      </a:solidFill>
                    </a:lnB>
                    <a:noFill/>
                  </a:tcPr>
                </a:tc>
                <a:tc>
                  <a:txBody>
                    <a:bodyPr/>
                    <a:lstStyle/>
                    <a:p>
                      <a:pPr algn="l" latinLnBrk="0">
                        <a:buNone/>
                      </a:pPr>
                      <a:r>
                        <a:rPr lang="en-US" altLang="ko-KR" sz="1150" b="0" dirty="0">
                          <a:solidFill>
                            <a:srgbClr val="404040"/>
                          </a:solidFill>
                          <a:latin typeface="Arial"/>
                        </a:rPr>
                        <a:t>Rule-based detection only; no agent controls</a:t>
                      </a:r>
                      <a:endParaRPr lang="en-US" sz="1150" dirty="0"/>
                    </a:p>
                  </a:txBody>
                  <a:tcPr marL="72000" marR="72000" marT="20000" marB="20000" anchor="ctr">
                    <a:lnL w="9525">
                      <a:solidFill>
                        <a:srgbClr val="000000"/>
                      </a:solidFill>
                    </a:lnL>
                    <a:lnR w="9525">
                      <a:solidFill>
                        <a:srgbClr val="000000"/>
                      </a:solidFill>
                    </a:lnR>
                    <a:lnT w="9525">
                      <a:solidFill>
                        <a:srgbClr val="000000"/>
                      </a:solidFill>
                    </a:lnT>
                    <a:lnB w="9525">
                      <a:solidFill>
                        <a:srgbClr val="000000"/>
                      </a:solidFill>
                    </a:lnB>
                    <a:noFill/>
                  </a:tcPr>
                </a:tc>
                <a:extLst>
                  <a:ext uri="{0D108BD9-81ED-4DB2-BD59-A6C34878D82A}">
                    <a16:rowId xmlns:a16="http://schemas.microsoft.com/office/drawing/2014/main" val="10004"/>
                  </a:ext>
                </a:extLst>
              </a:tr>
              <a:tr h="508000">
                <a:tc>
                  <a:txBody>
                    <a:bodyPr/>
                    <a:lstStyle/>
                    <a:p>
                      <a:pPr algn="l" latinLnBrk="0">
                        <a:buNone/>
                      </a:pPr>
                      <a:r>
                        <a:rPr lang="en-US" altLang="ko-KR" sz="1200" b="1" dirty="0">
                          <a:solidFill>
                            <a:srgbClr val="144772"/>
                          </a:solidFill>
                          <a:latin typeface="Arial"/>
                        </a:rPr>
                        <a:t>소만사 (Somansa)</a:t>
                      </a:r>
                      <a:endParaRPr lang="en-US" sz="1200" dirty="0"/>
                    </a:p>
                  </a:txBody>
                  <a:tcPr marL="72000" marR="72000" marT="20000" marB="20000" anchor="ctr">
                    <a:lnL w="9525">
                      <a:solidFill>
                        <a:srgbClr val="000000"/>
                      </a:solidFill>
                    </a:lnL>
                    <a:lnR w="9525">
                      <a:solidFill>
                        <a:srgbClr val="000000"/>
                      </a:solidFill>
                    </a:lnR>
                    <a:lnT w="9525">
                      <a:solidFill>
                        <a:srgbClr val="000000"/>
                      </a:solidFill>
                    </a:lnT>
                    <a:lnB w="9525">
                      <a:solidFill>
                        <a:srgbClr val="000000"/>
                      </a:solidFill>
                    </a:lnB>
                    <a:noFill/>
                  </a:tcPr>
                </a:tc>
                <a:tc>
                  <a:txBody>
                    <a:bodyPr/>
                    <a:lstStyle/>
                    <a:p>
                      <a:pPr algn="ctr" latinLnBrk="0">
                        <a:buNone/>
                      </a:pPr>
                      <a:r>
                        <a:rPr lang="en-US" altLang="ko-KR" sz="1400" b="1" dirty="0">
                          <a:solidFill>
                            <a:srgbClr val="000000"/>
                          </a:solidFill>
                          <a:latin typeface="Arial"/>
                        </a:rPr>
                        <a:t>27%</a:t>
                      </a:r>
                      <a:endParaRPr lang="en-US" sz="1400" dirty="0"/>
                    </a:p>
                  </a:txBody>
                  <a:tcPr marL="72000" marR="72000" marT="20000" marB="20000" anchor="ctr">
                    <a:lnL w="9525">
                      <a:solidFill>
                        <a:srgbClr val="000000"/>
                      </a:solidFill>
                    </a:lnL>
                    <a:lnR w="9525">
                      <a:solidFill>
                        <a:srgbClr val="000000"/>
                      </a:solidFill>
                    </a:lnR>
                    <a:lnT w="9525">
                      <a:solidFill>
                        <a:srgbClr val="000000"/>
                      </a:solidFill>
                    </a:lnT>
                    <a:lnB w="9525">
                      <a:solidFill>
                        <a:srgbClr val="000000"/>
                      </a:solidFill>
                    </a:lnB>
                    <a:noFill/>
                  </a:tcPr>
                </a:tc>
                <a:tc>
                  <a:txBody>
                    <a:bodyPr/>
                    <a:lstStyle/>
                    <a:p>
                      <a:pPr algn="ctr" latinLnBrk="0">
                        <a:buNone/>
                      </a:pPr>
                      <a:r>
                        <a:rPr lang="en-US" altLang="ko-KR" sz="1400" b="0" dirty="0">
                          <a:solidFill>
                            <a:srgbClr val="000000"/>
                          </a:solidFill>
                          <a:latin typeface="Arial"/>
                        </a:rPr>
                        <a:t>◐</a:t>
                      </a:r>
                      <a:endParaRPr lang="en-US" sz="1400" dirty="0"/>
                    </a:p>
                  </a:txBody>
                  <a:tcPr marL="72000" marR="72000" marT="20000" marB="20000" anchor="ctr">
                    <a:lnL w="9525">
                      <a:solidFill>
                        <a:srgbClr val="000000"/>
                      </a:solidFill>
                    </a:lnL>
                    <a:lnR w="9525">
                      <a:solidFill>
                        <a:srgbClr val="000000"/>
                      </a:solidFill>
                    </a:lnR>
                    <a:lnT w="9525">
                      <a:solidFill>
                        <a:srgbClr val="000000"/>
                      </a:solidFill>
                    </a:lnT>
                    <a:lnB w="9525">
                      <a:solidFill>
                        <a:srgbClr val="000000"/>
                      </a:solidFill>
                    </a:lnB>
                    <a:noFill/>
                  </a:tcPr>
                </a:tc>
                <a:tc>
                  <a:txBody>
                    <a:bodyPr/>
                    <a:lstStyle/>
                    <a:p>
                      <a:pPr algn="ctr" latinLnBrk="0">
                        <a:buNone/>
                      </a:pPr>
                      <a:r>
                        <a:rPr lang="en-US" altLang="ko-KR" sz="1400" b="0" dirty="0">
                          <a:solidFill>
                            <a:srgbClr val="7F7F7F"/>
                          </a:solidFill>
                          <a:latin typeface="Arial"/>
                        </a:rPr>
                        <a:t>–</a:t>
                      </a:r>
                      <a:endParaRPr lang="en-US" sz="1400" dirty="0"/>
                    </a:p>
                  </a:txBody>
                  <a:tcPr marL="72000" marR="72000" marT="20000" marB="20000" anchor="ctr">
                    <a:lnL w="9525">
                      <a:solidFill>
                        <a:srgbClr val="000000"/>
                      </a:solidFill>
                    </a:lnL>
                    <a:lnR w="9525">
                      <a:solidFill>
                        <a:srgbClr val="000000"/>
                      </a:solidFill>
                    </a:lnR>
                    <a:lnT w="9525">
                      <a:solidFill>
                        <a:srgbClr val="000000"/>
                      </a:solidFill>
                    </a:lnT>
                    <a:lnB w="9525">
                      <a:solidFill>
                        <a:srgbClr val="000000"/>
                      </a:solidFill>
                    </a:lnB>
                    <a:noFill/>
                  </a:tcPr>
                </a:tc>
                <a:tc>
                  <a:txBody>
                    <a:bodyPr/>
                    <a:lstStyle/>
                    <a:p>
                      <a:pPr algn="l" latinLnBrk="0">
                        <a:buNone/>
                      </a:pPr>
                      <a:r>
                        <a:rPr lang="en-US" altLang="ko-KR" sz="1150" b="0" dirty="0">
                          <a:solidFill>
                            <a:srgbClr val="000000"/>
                          </a:solidFill>
                          <a:latin typeface="Arial"/>
                        </a:rPr>
                        <a:t>Widest channel footprint; agent visibility announced (AIDR)</a:t>
                      </a:r>
                      <a:endParaRPr lang="en-US" sz="1150" dirty="0"/>
                    </a:p>
                  </a:txBody>
                  <a:tcPr marL="72000" marR="72000" marT="20000" marB="20000" anchor="ctr">
                    <a:lnL w="9525">
                      <a:solidFill>
                        <a:srgbClr val="000000"/>
                      </a:solidFill>
                    </a:lnL>
                    <a:lnR w="9525">
                      <a:solidFill>
                        <a:srgbClr val="000000"/>
                      </a:solidFill>
                    </a:lnR>
                    <a:lnT w="9525">
                      <a:solidFill>
                        <a:srgbClr val="000000"/>
                      </a:solidFill>
                    </a:lnT>
                    <a:lnB w="9525">
                      <a:solidFill>
                        <a:srgbClr val="000000"/>
                      </a:solidFill>
                    </a:lnB>
                    <a:noFill/>
                  </a:tcPr>
                </a:tc>
                <a:tc>
                  <a:txBody>
                    <a:bodyPr/>
                    <a:lstStyle/>
                    <a:p>
                      <a:pPr algn="l" latinLnBrk="0">
                        <a:buNone/>
                      </a:pPr>
                      <a:r>
                        <a:rPr lang="en-US" altLang="ko-KR" sz="1150" b="0" dirty="0">
                          <a:solidFill>
                            <a:srgbClr val="404040"/>
                          </a:solidFill>
                          <a:latin typeface="Arial"/>
                        </a:rPr>
                        <a:t>AIDR not yet shipped; no response or injection check</a:t>
                      </a:r>
                      <a:endParaRPr lang="en-US" sz="1150" dirty="0"/>
                    </a:p>
                  </a:txBody>
                  <a:tcPr marL="72000" marR="72000" marT="20000" marB="20000" anchor="ctr">
                    <a:lnL w="9525">
                      <a:solidFill>
                        <a:srgbClr val="000000"/>
                      </a:solidFill>
                    </a:lnL>
                    <a:lnR w="9525">
                      <a:solidFill>
                        <a:srgbClr val="000000"/>
                      </a:solidFill>
                    </a:lnR>
                    <a:lnT w="9525">
                      <a:solidFill>
                        <a:srgbClr val="000000"/>
                      </a:solidFill>
                    </a:lnT>
                    <a:lnB w="9525">
                      <a:solidFill>
                        <a:srgbClr val="000000"/>
                      </a:solidFill>
                    </a:lnB>
                    <a:noFill/>
                  </a:tcPr>
                </a:tc>
                <a:extLst>
                  <a:ext uri="{0D108BD9-81ED-4DB2-BD59-A6C34878D82A}">
                    <a16:rowId xmlns:a16="http://schemas.microsoft.com/office/drawing/2014/main" val="10005"/>
                  </a:ext>
                </a:extLst>
              </a:tr>
              <a:tr h="304800">
                <a:tc>
                  <a:txBody>
                    <a:bodyPr/>
                    <a:lstStyle/>
                    <a:p>
                      <a:pPr algn="l" latinLnBrk="0">
                        <a:buNone/>
                      </a:pPr>
                      <a:r>
                        <a:rPr lang="en-US" altLang="ko-KR" sz="1200" b="1" dirty="0">
                          <a:solidFill>
                            <a:srgbClr val="144772"/>
                          </a:solidFill>
                          <a:latin typeface="Arial"/>
                        </a:rPr>
                        <a:t>세이퍼존 (SaferZone)</a:t>
                      </a:r>
                      <a:endParaRPr lang="en-US" sz="1200" dirty="0"/>
                    </a:p>
                  </a:txBody>
                  <a:tcPr marL="72000" marR="72000" marT="20000" marB="20000" anchor="ctr">
                    <a:lnL w="9525">
                      <a:solidFill>
                        <a:srgbClr val="000000"/>
                      </a:solidFill>
                    </a:lnL>
                    <a:lnR w="9525">
                      <a:solidFill>
                        <a:srgbClr val="000000"/>
                      </a:solidFill>
                    </a:lnR>
                    <a:lnT w="9525">
                      <a:solidFill>
                        <a:srgbClr val="000000"/>
                      </a:solidFill>
                    </a:lnT>
                    <a:lnB w="9525">
                      <a:solidFill>
                        <a:srgbClr val="000000"/>
                      </a:solidFill>
                    </a:lnB>
                    <a:noFill/>
                  </a:tcPr>
                </a:tc>
                <a:tc>
                  <a:txBody>
                    <a:bodyPr/>
                    <a:lstStyle/>
                    <a:p>
                      <a:pPr algn="ctr" latinLnBrk="0">
                        <a:buNone/>
                      </a:pPr>
                      <a:r>
                        <a:rPr lang="en-US" altLang="ko-KR" sz="1400" b="1" dirty="0">
                          <a:solidFill>
                            <a:srgbClr val="000000"/>
                          </a:solidFill>
                          <a:latin typeface="Arial"/>
                        </a:rPr>
                        <a:t>15%</a:t>
                      </a:r>
                      <a:endParaRPr lang="en-US" sz="1400" dirty="0"/>
                    </a:p>
                  </a:txBody>
                  <a:tcPr marL="72000" marR="72000" marT="20000" marB="20000" anchor="ctr">
                    <a:lnL w="9525">
                      <a:solidFill>
                        <a:srgbClr val="000000"/>
                      </a:solidFill>
                    </a:lnL>
                    <a:lnR w="9525">
                      <a:solidFill>
                        <a:srgbClr val="000000"/>
                      </a:solidFill>
                    </a:lnR>
                    <a:lnT w="9525">
                      <a:solidFill>
                        <a:srgbClr val="000000"/>
                      </a:solidFill>
                    </a:lnT>
                    <a:lnB w="9525">
                      <a:solidFill>
                        <a:srgbClr val="000000"/>
                      </a:solidFill>
                    </a:lnB>
                    <a:noFill/>
                  </a:tcPr>
                </a:tc>
                <a:tc>
                  <a:txBody>
                    <a:bodyPr/>
                    <a:lstStyle/>
                    <a:p>
                      <a:pPr algn="ctr" latinLnBrk="0">
                        <a:buNone/>
                      </a:pPr>
                      <a:r>
                        <a:rPr lang="en-US" altLang="ko-KR" sz="1400" b="0" dirty="0">
                          <a:solidFill>
                            <a:srgbClr val="7F7F7F"/>
                          </a:solidFill>
                          <a:latin typeface="Arial"/>
                        </a:rPr>
                        <a:t>–</a:t>
                      </a:r>
                      <a:endParaRPr lang="en-US" sz="1400" dirty="0"/>
                    </a:p>
                  </a:txBody>
                  <a:tcPr marL="72000" marR="72000" marT="20000" marB="20000" anchor="ctr">
                    <a:lnL w="9525">
                      <a:solidFill>
                        <a:srgbClr val="000000"/>
                      </a:solidFill>
                    </a:lnL>
                    <a:lnR w="9525">
                      <a:solidFill>
                        <a:srgbClr val="000000"/>
                      </a:solidFill>
                    </a:lnR>
                    <a:lnT w="9525">
                      <a:solidFill>
                        <a:srgbClr val="000000"/>
                      </a:solidFill>
                    </a:lnT>
                    <a:lnB w="9525">
                      <a:solidFill>
                        <a:srgbClr val="000000"/>
                      </a:solidFill>
                    </a:lnB>
                    <a:noFill/>
                  </a:tcPr>
                </a:tc>
                <a:tc>
                  <a:txBody>
                    <a:bodyPr/>
                    <a:lstStyle/>
                    <a:p>
                      <a:pPr algn="ctr" latinLnBrk="0">
                        <a:buNone/>
                      </a:pPr>
                      <a:r>
                        <a:rPr lang="en-US" altLang="ko-KR" sz="1400" b="0" dirty="0">
                          <a:solidFill>
                            <a:srgbClr val="7F7F7F"/>
                          </a:solidFill>
                          <a:latin typeface="Arial"/>
                        </a:rPr>
                        <a:t>–</a:t>
                      </a:r>
                      <a:endParaRPr lang="en-US" sz="1400" dirty="0"/>
                    </a:p>
                  </a:txBody>
                  <a:tcPr marL="72000" marR="72000" marT="20000" marB="20000" anchor="ctr">
                    <a:lnL w="9525">
                      <a:solidFill>
                        <a:srgbClr val="000000"/>
                      </a:solidFill>
                    </a:lnL>
                    <a:lnR w="9525">
                      <a:solidFill>
                        <a:srgbClr val="000000"/>
                      </a:solidFill>
                    </a:lnR>
                    <a:lnT w="9525">
                      <a:solidFill>
                        <a:srgbClr val="000000"/>
                      </a:solidFill>
                    </a:lnT>
                    <a:lnB w="9525">
                      <a:solidFill>
                        <a:srgbClr val="000000"/>
                      </a:solidFill>
                    </a:lnB>
                    <a:noFill/>
                  </a:tcPr>
                </a:tc>
                <a:tc>
                  <a:txBody>
                    <a:bodyPr/>
                    <a:lstStyle/>
                    <a:p>
                      <a:pPr algn="l" latinLnBrk="0">
                        <a:buNone/>
                      </a:pPr>
                      <a:r>
                        <a:rPr lang="en-US" altLang="ko-KR" sz="1150" b="0" dirty="0">
                          <a:solidFill>
                            <a:srgbClr val="000000"/>
                          </a:solidFill>
                          <a:latin typeface="Arial"/>
                        </a:rPr>
                        <a:t>AI control works off-network on Windows, macOS and Linux</a:t>
                      </a:r>
                      <a:endParaRPr lang="en-US" sz="1150" dirty="0"/>
                    </a:p>
                  </a:txBody>
                  <a:tcPr marL="72000" marR="72000" marT="20000" marB="20000" anchor="ctr">
                    <a:lnL w="9525">
                      <a:solidFill>
                        <a:srgbClr val="000000"/>
                      </a:solidFill>
                    </a:lnL>
                    <a:lnR w="9525">
                      <a:solidFill>
                        <a:srgbClr val="000000"/>
                      </a:solidFill>
                    </a:lnR>
                    <a:lnT w="9525">
                      <a:solidFill>
                        <a:srgbClr val="000000"/>
                      </a:solidFill>
                    </a:lnT>
                    <a:lnB w="9525">
                      <a:solidFill>
                        <a:srgbClr val="000000"/>
                      </a:solidFill>
                    </a:lnB>
                    <a:noFill/>
                  </a:tcPr>
                </a:tc>
                <a:tc>
                  <a:txBody>
                    <a:bodyPr/>
                    <a:lstStyle/>
                    <a:p>
                      <a:pPr algn="l" latinLnBrk="0">
                        <a:buNone/>
                      </a:pPr>
                      <a:r>
                        <a:rPr lang="en-US" altLang="ko-KR" sz="1150" b="0" dirty="0">
                          <a:solidFill>
                            <a:srgbClr val="404040"/>
                          </a:solidFill>
                          <a:latin typeface="Arial"/>
                        </a:rPr>
                        <a:t>No ML or OCR detection; prompt-only, no agent controls</a:t>
                      </a:r>
                      <a:endParaRPr lang="en-US" sz="1150" dirty="0"/>
                    </a:p>
                  </a:txBody>
                  <a:tcPr marL="72000" marR="72000" marT="20000" marB="20000" anchor="ctr">
                    <a:lnL w="9525">
                      <a:solidFill>
                        <a:srgbClr val="000000"/>
                      </a:solidFill>
                    </a:lnL>
                    <a:lnR w="9525">
                      <a:solidFill>
                        <a:srgbClr val="000000"/>
                      </a:solidFill>
                    </a:lnR>
                    <a:lnT w="9525">
                      <a:solidFill>
                        <a:srgbClr val="000000"/>
                      </a:solidFill>
                    </a:lnT>
                    <a:lnB w="9525">
                      <a:solidFill>
                        <a:srgbClr val="000000"/>
                      </a:solidFill>
                    </a:lnB>
                    <a:noFill/>
                  </a:tcPr>
                </a:tc>
                <a:extLst>
                  <a:ext uri="{0D108BD9-81ED-4DB2-BD59-A6C34878D82A}">
                    <a16:rowId xmlns:a16="http://schemas.microsoft.com/office/drawing/2014/main" val="10007"/>
                  </a:ext>
                </a:extLst>
              </a:tr>
            </a:tbl>
          </a:graphicData>
        </a:graphic>
      </p:graphicFrame>
      <p:sp>
        <p:nvSpPr>
          <p:cNvPr id="41" name="Takeaways"/>
          <p:cNvSpPr txBox="1"/>
          <p:nvPr/>
        </p:nvSpPr>
        <p:spPr>
          <a:xfrm>
            <a:off x="571500" y="5232400"/>
            <a:ext cx="11049000" cy="787400"/>
          </a:xfrm>
          <a:prstGeom prst="rect">
            <a:avLst/>
          </a:prstGeom>
          <a:noFill/>
        </p:spPr>
        <p:txBody>
          <a:bodyPr wrap="square" lIns="91440" tIns="0" rIns="91440" bIns="0">
            <a:noAutofit/>
          </a:bodyPr>
          <a:lstStyle/>
          <a:p>
            <a:pPr marL="228600" indent="-228600" latinLnBrk="0">
              <a:spcBef>
                <a:spcPts val="300"/>
              </a:spcBef>
              <a:buFont typeface="Arial"/>
              <a:buChar char="•"/>
            </a:pPr>
            <a:r>
              <a:rPr lang="en-US" altLang="ko-KR" sz="1300" b="1" dirty="0">
                <a:solidFill>
                  <a:srgbClr val="144772"/>
                </a:solidFill>
                <a:latin typeface="Arial"/>
              </a:rPr>
              <a:t>LLM era: </a:t>
            </a:r>
            <a:r>
              <a:rPr lang="en-US" altLang="ko-KR" sz="1300" b="0" dirty="0">
                <a:solidFill>
                  <a:srgbClr val="000000"/>
                </a:solidFill>
                <a:latin typeface="Arial"/>
              </a:rPr>
              <a:t>Comtrue leads because its detection understands AI-era content (LLM context, document similarity, OCR, masking).</a:t>
            </a:r>
          </a:p>
          <a:p>
            <a:pPr marL="228600" indent="-228600" latinLnBrk="0">
              <a:spcBef>
                <a:spcPts val="300"/>
              </a:spcBef>
              <a:buFont typeface="Arial"/>
              <a:buChar char="•"/>
            </a:pPr>
            <a:r>
              <a:rPr lang="en-US" altLang="ko-KR" sz="1300" b="1" dirty="0">
                <a:solidFill>
                  <a:srgbClr val="144772"/>
                </a:solidFill>
                <a:latin typeface="Arial"/>
              </a:rPr>
              <a:t>Agentic era: </a:t>
            </a:r>
            <a:r>
              <a:rPr lang="en-US" altLang="ko-KR" sz="1300" b="0" dirty="0">
                <a:solidFill>
                  <a:srgbClr val="000000"/>
                </a:solidFill>
                <a:latin typeface="Arial"/>
              </a:rPr>
              <a:t>agents also move files, send email and run on endpoints, so the winner needs AI controls and channel breadth. Somansa, MarkAny, Jiran and SaferZone have the footprint; </a:t>
            </a:r>
            <a:r>
              <a:rPr lang="ko-KR" altLang="en-US" sz="1300" b="0" dirty="0" err="1">
                <a:solidFill>
                  <a:srgbClr val="000000"/>
                </a:solidFill>
                <a:latin typeface="Arial"/>
              </a:rPr>
              <a:t>이로운앤컴퍼니</a:t>
            </a:r>
            <a:r>
              <a:rPr lang="en-US" altLang="ko-KR" sz="1300" b="0" dirty="0">
                <a:solidFill>
                  <a:srgbClr val="000000"/>
                </a:solidFill>
                <a:latin typeface="Arial"/>
              </a:rPr>
              <a:t> has the guardrails.</a:t>
            </a:r>
          </a:p>
        </p:txBody>
      </p:sp>
      <p:sp>
        <p:nvSpPr>
          <p:cNvPr id="42" name="Source"/>
          <p:cNvSpPr txBox="1"/>
          <p:nvPr/>
        </p:nvSpPr>
        <p:spPr>
          <a:xfrm>
            <a:off x="571500" y="6070600"/>
            <a:ext cx="11049000" cy="279400"/>
          </a:xfrm>
          <a:prstGeom prst="rect">
            <a:avLst/>
          </a:prstGeom>
          <a:noFill/>
        </p:spPr>
        <p:txBody>
          <a:bodyPr wrap="square" lIns="91440" tIns="0" rIns="91440" bIns="0">
            <a:noAutofit/>
          </a:bodyPr>
          <a:lstStyle/>
          <a:p>
            <a:pPr latinLnBrk="0">
              <a:buNone/>
            </a:pPr>
            <a:r>
              <a:rPr lang="en-US" altLang="ko-KR" sz="1000" b="0" dirty="0">
                <a:solidFill>
                  <a:srgbClr val="7F7F7F"/>
                </a:solidFill>
                <a:latin typeface="Arial"/>
              </a:rPr>
              <a:t>AI score = 13 AI-related items from the previous slide (● = 1, ◐ = 0.5). Agent action = D4-05, MCP = D1-13. Based on vendor documentation, not testing.</a:t>
            </a:r>
          </a:p>
        </p:txBody>
      </p:sp>
    </p:spTree>
    <p:extLst>
      <p:ext uri="{BB962C8B-B14F-4D97-AF65-F5344CB8AC3E}">
        <p14:creationId xmlns:p14="http://schemas.microsoft.com/office/powerpoint/2010/main" val="2765483350"/>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E0B4D2-800F-58A9-3544-03AC10889C8E}"/>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BAA95D4-862E-85EC-700F-BCF540A12531}"/>
              </a:ext>
            </a:extLst>
          </p:cNvPr>
          <p:cNvSpPr>
            <a:spLocks noGrp="1"/>
          </p:cNvSpPr>
          <p:nvPr>
            <p:ph type="sldNum" sz="quarter" idx="4"/>
          </p:nvPr>
        </p:nvSpPr>
        <p:spPr/>
        <p:txBody>
          <a:bodyPr/>
          <a:lstStyle/>
          <a:p>
            <a:fld id="{4EA1E582-E1CC-4474-812F-1657BC5920B7}" type="slidenum">
              <a:rPr lang="ko-KR" altLang="en-US" smtClean="0"/>
              <a:t>66</a:t>
            </a:fld>
            <a:endParaRPr lang="ko-KR" altLang="en-US"/>
          </a:p>
        </p:txBody>
      </p:sp>
      <p:sp>
        <p:nvSpPr>
          <p:cNvPr id="5" name="Text Placeholder 4">
            <a:extLst>
              <a:ext uri="{FF2B5EF4-FFF2-40B4-BE49-F238E27FC236}">
                <a16:creationId xmlns:a16="http://schemas.microsoft.com/office/drawing/2014/main" id="{4691351A-234F-B769-F991-5D7B9C800D54}"/>
              </a:ext>
            </a:extLst>
          </p:cNvPr>
          <p:cNvSpPr>
            <a:spLocks noGrp="1"/>
          </p:cNvSpPr>
          <p:nvPr>
            <p:ph type="body" sz="quarter" idx="11"/>
          </p:nvPr>
        </p:nvSpPr>
        <p:spPr/>
        <p:txBody>
          <a:bodyPr lIns="91440" tIns="45720" rIns="91440" bIns="45720" anchor="ctr" anchorCtr="0"/>
          <a:lstStyle/>
          <a:p>
            <a:r>
              <a:rPr lang="en-US">
                <a:ea typeface="KoPub돋움체 Bold"/>
              </a:rPr>
              <a:t>Four agentic-AI controls no domestic vendor fully covers: our opportunities</a:t>
            </a:r>
          </a:p>
        </p:txBody>
      </p:sp>
      <p:sp>
        <p:nvSpPr>
          <p:cNvPr id="7" name="제목 3">
            <a:extLst>
              <a:ext uri="{FF2B5EF4-FFF2-40B4-BE49-F238E27FC236}">
                <a16:creationId xmlns:a16="http://schemas.microsoft.com/office/drawing/2014/main" id="{17013727-C583-AE98-A834-13CE5CBC3A42}"/>
              </a:ext>
            </a:extLst>
          </p:cNvPr>
          <p:cNvSpPr txBox="1">
            <a:spLocks/>
          </p:cNvSpPr>
          <p:nvPr/>
        </p:nvSpPr>
        <p:spPr>
          <a:xfrm>
            <a:off x="286194" y="265704"/>
            <a:ext cx="10666268" cy="464670"/>
          </a:xfrm>
          <a:prstGeom prst="rect">
            <a:avLst/>
          </a:prstGeom>
        </p:spPr>
        <p:txBody>
          <a:bodyPr lIns="91440" tIns="45720" rIns="91440" bIns="45720" anchor="ctr" anchorCtr="0"/>
          <a:lstStyle>
            <a:lvl1pPr algn="l" rtl="0" eaLnBrk="1" fontAlgn="base" latinLnBrk="1" hangingPunct="1">
              <a:spcBef>
                <a:spcPct val="0"/>
              </a:spcBef>
              <a:spcAft>
                <a:spcPct val="0"/>
              </a:spcAft>
              <a:defRPr lang="ko-KR" altLang="en-US" sz="2400" b="1" kern="1200" baseline="0" dirty="0">
                <a:ln>
                  <a:solidFill>
                    <a:schemeClr val="accent1">
                      <a:alpha val="0"/>
                    </a:schemeClr>
                  </a:solidFill>
                </a:ln>
                <a:solidFill>
                  <a:srgbClr val="144772"/>
                </a:solidFill>
                <a:effectLst>
                  <a:glow rad="127000">
                    <a:schemeClr val="bg1"/>
                  </a:glow>
                  <a:outerShdw blurRad="38100" dist="38100" dir="2700000" algn="tl" rotWithShape="0">
                    <a:prstClr val="black">
                      <a:alpha val="40000"/>
                    </a:prstClr>
                  </a:outerShdw>
                </a:effectLst>
                <a:latin typeface="Pretendard Black" panose="02000A03000000020004" pitchFamily="50" charset="-127"/>
                <a:ea typeface="Pretendard Black" panose="02000A03000000020004" pitchFamily="50" charset="-127"/>
                <a:cs typeface="Pretendard Black" panose="02000A03000000020004" pitchFamily="50" charset="-127"/>
              </a:defRPr>
            </a:lvl1pPr>
            <a:lvl2pPr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2pPr>
            <a:lvl3pPr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3pPr>
            <a:lvl4pPr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4pPr>
            <a:lvl5pPr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5pPr>
            <a:lvl6pPr marL="457200"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6pPr>
            <a:lvl7pPr marL="914400"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7pPr>
            <a:lvl8pPr marL="1371600"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8pPr>
            <a:lvl9pPr marL="1828800"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9pPr>
          </a:lstStyle>
          <a:p>
            <a:r>
              <a:rPr lang="ko-KR">
                <a:ln>
                  <a:solidFill>
                    <a:srgbClr val="4F81BD">
                      <a:alpha val="0"/>
                    </a:srgbClr>
                  </a:solidFill>
                </a:ln>
                <a:effectLst>
                  <a:glow rad="127000">
                    <a:prstClr val="white"/>
                  </a:glow>
                  <a:outerShdw blurRad="38100" dist="38100" dir="2700000" algn="tl" rotWithShape="0">
                    <a:prstClr val="black">
                      <a:alpha val="40000"/>
                    </a:prstClr>
                  </a:outerShdw>
                </a:effectLst>
                <a:latin typeface="Arial"/>
                <a:ea typeface="Pretendard Black"/>
                <a:cs typeface="Arial"/>
              </a:rPr>
              <a:t>Domestic DLP (Compiled)</a:t>
            </a:r>
          </a:p>
        </p:txBody>
      </p:sp>
      <p:graphicFrame>
        <p:nvGraphicFramePr>
          <p:cNvPr id="40" name="Opportunity Table"/>
          <p:cNvGraphicFramePr>
            <a:graphicFrameLocks noGrp="1"/>
          </p:cNvGraphicFramePr>
          <p:nvPr>
            <p:extLst>
              <p:ext uri="{D42A27DB-BD31-4B8C-83A1-F6EECF244321}">
                <p14:modId xmlns:p14="http://schemas.microsoft.com/office/powerpoint/2010/main" val="1017593353"/>
              </p:ext>
            </p:extLst>
          </p:nvPr>
        </p:nvGraphicFramePr>
        <p:xfrm>
          <a:off x="571500" y="1371600"/>
          <a:ext cx="11049000" cy="2997200"/>
        </p:xfrm>
        <a:graphic>
          <a:graphicData uri="http://schemas.openxmlformats.org/drawingml/2006/table">
            <a:tbl>
              <a:tblPr firstRow="1"/>
              <a:tblGrid>
                <a:gridCol w="2730500">
                  <a:extLst>
                    <a:ext uri="{9D8B030D-6E8A-4147-A177-3AD203B41FA5}">
                      <a16:colId xmlns:a16="http://schemas.microsoft.com/office/drawing/2014/main" val="20000"/>
                    </a:ext>
                  </a:extLst>
                </a:gridCol>
                <a:gridCol w="2603500">
                  <a:extLst>
                    <a:ext uri="{9D8B030D-6E8A-4147-A177-3AD203B41FA5}">
                      <a16:colId xmlns:a16="http://schemas.microsoft.com/office/drawing/2014/main" val="20001"/>
                    </a:ext>
                  </a:extLst>
                </a:gridCol>
                <a:gridCol w="2413000">
                  <a:extLst>
                    <a:ext uri="{9D8B030D-6E8A-4147-A177-3AD203B41FA5}">
                      <a16:colId xmlns:a16="http://schemas.microsoft.com/office/drawing/2014/main" val="20002"/>
                    </a:ext>
                  </a:extLst>
                </a:gridCol>
                <a:gridCol w="3302000">
                  <a:extLst>
                    <a:ext uri="{9D8B030D-6E8A-4147-A177-3AD203B41FA5}">
                      <a16:colId xmlns:a16="http://schemas.microsoft.com/office/drawing/2014/main" val="20003"/>
                    </a:ext>
                  </a:extLst>
                </a:gridCol>
              </a:tblGrid>
              <a:tr h="355600">
                <a:tc>
                  <a:txBody>
                    <a:bodyPr/>
                    <a:lstStyle/>
                    <a:p>
                      <a:pPr algn="l" latinLnBrk="0">
                        <a:buNone/>
                      </a:pPr>
                      <a:r>
                        <a:rPr lang="en-US" altLang="ko-KR" sz="1300" b="1" dirty="0">
                          <a:solidFill>
                            <a:srgbClr val="144772"/>
                          </a:solidFill>
                          <a:latin typeface="Arial"/>
                        </a:rPr>
                        <a:t>Uncovered control</a:t>
                      </a:r>
                      <a:endParaRPr lang="en-US" sz="1300" dirty="0"/>
                    </a:p>
                  </a:txBody>
                  <a:tcPr marL="72000" marR="72000" marT="20000" marB="20000" anchor="ctr">
                    <a:lnL w="9525">
                      <a:solidFill>
                        <a:srgbClr val="000000"/>
                      </a:solidFill>
                    </a:lnL>
                    <a:lnR w="9525">
                      <a:solidFill>
                        <a:srgbClr val="000000"/>
                      </a:solidFill>
                    </a:lnR>
                    <a:lnT w="9525">
                      <a:solidFill>
                        <a:srgbClr val="000000"/>
                      </a:solidFill>
                    </a:lnT>
                    <a:lnB w="9525">
                      <a:solidFill>
                        <a:srgbClr val="000000"/>
                      </a:solidFill>
                    </a:lnB>
                    <a:solidFill>
                      <a:srgbClr val="DDECF2"/>
                    </a:solidFill>
                  </a:tcPr>
                </a:tc>
                <a:tc>
                  <a:txBody>
                    <a:bodyPr/>
                    <a:lstStyle/>
                    <a:p>
                      <a:pPr algn="l" latinLnBrk="0">
                        <a:buNone/>
                      </a:pPr>
                      <a:r>
                        <a:rPr lang="en-US" altLang="ko-KR" sz="1300" b="1" dirty="0">
                          <a:solidFill>
                            <a:srgbClr val="144772"/>
                          </a:solidFill>
                          <a:latin typeface="Arial"/>
                        </a:rPr>
                        <a:t>Why it matters for agents</a:t>
                      </a:r>
                      <a:endParaRPr lang="en-US" sz="1300" dirty="0"/>
                    </a:p>
                  </a:txBody>
                  <a:tcPr marL="72000" marR="72000" marT="20000" marB="20000" anchor="ctr">
                    <a:lnL w="9525">
                      <a:solidFill>
                        <a:srgbClr val="000000"/>
                      </a:solidFill>
                    </a:lnL>
                    <a:lnR w="9525">
                      <a:solidFill>
                        <a:srgbClr val="000000"/>
                      </a:solidFill>
                    </a:lnR>
                    <a:lnT w="9525">
                      <a:solidFill>
                        <a:srgbClr val="000000"/>
                      </a:solidFill>
                    </a:lnT>
                    <a:lnB w="9525">
                      <a:solidFill>
                        <a:srgbClr val="000000"/>
                      </a:solidFill>
                    </a:lnB>
                    <a:solidFill>
                      <a:srgbClr val="DDECF2"/>
                    </a:solidFill>
                  </a:tcPr>
                </a:tc>
                <a:tc>
                  <a:txBody>
                    <a:bodyPr/>
                    <a:lstStyle/>
                    <a:p>
                      <a:pPr algn="l" latinLnBrk="0">
                        <a:buNone/>
                      </a:pPr>
                      <a:r>
                        <a:rPr lang="en-US" altLang="ko-KR" sz="1300" b="1" dirty="0">
                          <a:solidFill>
                            <a:srgbClr val="144772"/>
                          </a:solidFill>
                          <a:latin typeface="Arial"/>
                        </a:rPr>
                        <a:t>Best coverage today</a:t>
                      </a:r>
                      <a:endParaRPr lang="en-US" sz="1300" dirty="0"/>
                    </a:p>
                  </a:txBody>
                  <a:tcPr marL="72000" marR="72000" marT="20000" marB="20000" anchor="ctr">
                    <a:lnL w="9525">
                      <a:solidFill>
                        <a:srgbClr val="000000"/>
                      </a:solidFill>
                    </a:lnL>
                    <a:lnR w="9525">
                      <a:solidFill>
                        <a:srgbClr val="000000"/>
                      </a:solidFill>
                    </a:lnR>
                    <a:lnT w="9525">
                      <a:solidFill>
                        <a:srgbClr val="000000"/>
                      </a:solidFill>
                    </a:lnT>
                    <a:lnB w="9525">
                      <a:solidFill>
                        <a:srgbClr val="000000"/>
                      </a:solidFill>
                    </a:lnB>
                    <a:solidFill>
                      <a:srgbClr val="DDECF2"/>
                    </a:solidFill>
                  </a:tcPr>
                </a:tc>
                <a:tc>
                  <a:txBody>
                    <a:bodyPr/>
                    <a:lstStyle/>
                    <a:p>
                      <a:pPr algn="l" latinLnBrk="0">
                        <a:buNone/>
                      </a:pPr>
                      <a:r>
                        <a:rPr lang="en-US" altLang="ko-KR" sz="1300" b="1" dirty="0">
                          <a:solidFill>
                            <a:srgbClr val="144772"/>
                          </a:solidFill>
                          <a:latin typeface="Arial"/>
                        </a:rPr>
                        <a:t>Opportunity for us</a:t>
                      </a:r>
                      <a:endParaRPr lang="en-US" sz="1300" dirty="0"/>
                    </a:p>
                  </a:txBody>
                  <a:tcPr marL="72000" marR="72000" marT="20000" marB="20000" anchor="ctr">
                    <a:lnL w="9525">
                      <a:solidFill>
                        <a:srgbClr val="000000"/>
                      </a:solidFill>
                    </a:lnL>
                    <a:lnR w="9525">
                      <a:solidFill>
                        <a:srgbClr val="000000"/>
                      </a:solidFill>
                    </a:lnR>
                    <a:lnT w="9525">
                      <a:solidFill>
                        <a:srgbClr val="000000"/>
                      </a:solidFill>
                    </a:lnT>
                    <a:lnB w="9525">
                      <a:solidFill>
                        <a:srgbClr val="000000"/>
                      </a:solidFill>
                    </a:lnB>
                    <a:solidFill>
                      <a:srgbClr val="DDECF2"/>
                    </a:solidFill>
                  </a:tcPr>
                </a:tc>
                <a:extLst>
                  <a:ext uri="{0D108BD9-81ED-4DB2-BD59-A6C34878D82A}">
                    <a16:rowId xmlns:a16="http://schemas.microsoft.com/office/drawing/2014/main" val="10000"/>
                  </a:ext>
                </a:extLst>
              </a:tr>
              <a:tr h="660400">
                <a:tc>
                  <a:txBody>
                    <a:bodyPr/>
                    <a:lstStyle/>
                    <a:p>
                      <a:pPr algn="l" latinLnBrk="0">
                        <a:buNone/>
                      </a:pPr>
                      <a:r>
                        <a:rPr lang="en-US" altLang="ko-KR" sz="1400" b="1" dirty="0">
                          <a:solidFill>
                            <a:srgbClr val="144772"/>
                          </a:solidFill>
                          <a:latin typeface="Arial"/>
                        </a:rPr>
                        <a:t>MCP / tool-call mediation (D1‑13)</a:t>
                      </a:r>
                      <a:endParaRPr lang="en-US" sz="1400" dirty="0"/>
                    </a:p>
                  </a:txBody>
                  <a:tcPr marL="72000" marR="72000" marT="20000" marB="20000" anchor="ctr">
                    <a:lnL w="9525">
                      <a:solidFill>
                        <a:srgbClr val="000000"/>
                      </a:solidFill>
                    </a:lnL>
                    <a:lnR w="9525">
                      <a:solidFill>
                        <a:srgbClr val="000000"/>
                      </a:solidFill>
                    </a:lnR>
                    <a:lnT w="9525">
                      <a:solidFill>
                        <a:srgbClr val="000000"/>
                      </a:solidFill>
                    </a:lnT>
                    <a:lnB w="9525">
                      <a:solidFill>
                        <a:srgbClr val="000000"/>
                      </a:solidFill>
                    </a:lnB>
                    <a:noFill/>
                  </a:tcPr>
                </a:tc>
                <a:tc>
                  <a:txBody>
                    <a:bodyPr/>
                    <a:lstStyle/>
                    <a:p>
                      <a:pPr algn="l" latinLnBrk="0">
                        <a:buNone/>
                      </a:pPr>
                      <a:r>
                        <a:rPr lang="en-US" altLang="ko-KR" sz="1300" b="0" dirty="0">
                          <a:solidFill>
                            <a:srgbClr val="000000"/>
                          </a:solidFill>
                          <a:latin typeface="Arial"/>
                        </a:rPr>
                        <a:t>Agents move data through tool calls, not file uploads</a:t>
                      </a:r>
                      <a:endParaRPr lang="en-US" sz="1300" dirty="0"/>
                    </a:p>
                  </a:txBody>
                  <a:tcPr marL="72000" marR="72000" marT="20000" marB="20000" anchor="ctr">
                    <a:lnL w="9525">
                      <a:solidFill>
                        <a:srgbClr val="000000"/>
                      </a:solidFill>
                    </a:lnL>
                    <a:lnR w="9525">
                      <a:solidFill>
                        <a:srgbClr val="000000"/>
                      </a:solidFill>
                    </a:lnR>
                    <a:lnT w="9525">
                      <a:solidFill>
                        <a:srgbClr val="000000"/>
                      </a:solidFill>
                    </a:lnT>
                    <a:lnB w="9525">
                      <a:solidFill>
                        <a:srgbClr val="000000"/>
                      </a:solidFill>
                    </a:lnB>
                    <a:noFill/>
                  </a:tcPr>
                </a:tc>
                <a:tc>
                  <a:txBody>
                    <a:bodyPr/>
                    <a:lstStyle/>
                    <a:p>
                      <a:pPr marL="0" marR="0" indent="0" algn="l" defTabSz="914400" eaLnBrk="1" fontAlgn="auto" latinLnBrk="0" hangingPunct="1">
                        <a:lnSpc>
                          <a:spcPct val="100000"/>
                        </a:lnSpc>
                        <a:spcBef>
                          <a:spcPts val="0"/>
                        </a:spcBef>
                        <a:spcAft>
                          <a:spcPts val="0"/>
                        </a:spcAft>
                        <a:buClrTx/>
                        <a:buSzTx/>
                        <a:buFontTx/>
                        <a:buNone/>
                        <a:tabLst/>
                        <a:defRPr/>
                      </a:pPr>
                      <a:r>
                        <a:rPr lang="ko-KR" altLang="en-US" sz="1300" b="0" dirty="0" err="1">
                          <a:solidFill>
                            <a:srgbClr val="404040"/>
                          </a:solidFill>
                          <a:latin typeface="Arial"/>
                        </a:rPr>
                        <a:t>컴트루</a:t>
                      </a:r>
                      <a:r>
                        <a:rPr lang="en-US" altLang="ko-KR" sz="1300" b="0" dirty="0">
                          <a:solidFill>
                            <a:srgbClr val="404040"/>
                          </a:solidFill>
                          <a:latin typeface="Arial"/>
                        </a:rPr>
                        <a:t> ◐ only; others not found</a:t>
                      </a:r>
                      <a:endParaRPr lang="en-US" sz="1300" dirty="0"/>
                    </a:p>
                  </a:txBody>
                  <a:tcPr marL="72000" marR="72000" marT="20000" marB="20000" anchor="ctr">
                    <a:lnL w="9525">
                      <a:solidFill>
                        <a:srgbClr val="000000"/>
                      </a:solidFill>
                    </a:lnL>
                    <a:lnR w="9525">
                      <a:solidFill>
                        <a:srgbClr val="000000"/>
                      </a:solidFill>
                    </a:lnR>
                    <a:lnT w="9525">
                      <a:solidFill>
                        <a:srgbClr val="000000"/>
                      </a:solidFill>
                    </a:lnT>
                    <a:lnB w="9525">
                      <a:solidFill>
                        <a:srgbClr val="000000"/>
                      </a:solidFill>
                    </a:lnB>
                    <a:noFill/>
                  </a:tcPr>
                </a:tc>
                <a:tc>
                  <a:txBody>
                    <a:bodyPr/>
                    <a:lstStyle/>
                    <a:p>
                      <a:pPr algn="l" latinLnBrk="0">
                        <a:buNone/>
                      </a:pPr>
                      <a:r>
                        <a:rPr lang="en-US" altLang="ko-KR" sz="1300" b="1" dirty="0">
                          <a:solidFill>
                            <a:srgbClr val="000000"/>
                          </a:solidFill>
                          <a:latin typeface="Arial"/>
                        </a:rPr>
                        <a:t>Inline MCP proxy that inspects each tool call's arguments and results</a:t>
                      </a:r>
                      <a:endParaRPr lang="en-US" sz="1300" dirty="0"/>
                    </a:p>
                  </a:txBody>
                  <a:tcPr marL="72000" marR="72000" marT="20000" marB="20000" anchor="ctr">
                    <a:lnL w="9525">
                      <a:solidFill>
                        <a:srgbClr val="000000"/>
                      </a:solidFill>
                    </a:lnL>
                    <a:lnR w="9525">
                      <a:solidFill>
                        <a:srgbClr val="000000"/>
                      </a:solidFill>
                    </a:lnR>
                    <a:lnT w="9525">
                      <a:solidFill>
                        <a:srgbClr val="000000"/>
                      </a:solidFill>
                    </a:lnT>
                    <a:lnB w="9525">
                      <a:solidFill>
                        <a:srgbClr val="000000"/>
                      </a:solidFill>
                    </a:lnB>
                    <a:solidFill>
                      <a:srgbClr val="FBE5D6"/>
                    </a:solidFill>
                  </a:tcPr>
                </a:tc>
                <a:extLst>
                  <a:ext uri="{0D108BD9-81ED-4DB2-BD59-A6C34878D82A}">
                    <a16:rowId xmlns:a16="http://schemas.microsoft.com/office/drawing/2014/main" val="10001"/>
                  </a:ext>
                </a:extLst>
              </a:tr>
              <a:tr h="660400">
                <a:tc>
                  <a:txBody>
                    <a:bodyPr/>
                    <a:lstStyle/>
                    <a:p>
                      <a:pPr algn="l" latinLnBrk="0">
                        <a:buNone/>
                      </a:pPr>
                      <a:r>
                        <a:rPr lang="en-US" altLang="ko-KR" sz="1400" b="1" dirty="0">
                          <a:solidFill>
                            <a:srgbClr val="144772"/>
                          </a:solidFill>
                          <a:latin typeface="Arial"/>
                        </a:rPr>
                        <a:t>Agent action control (D4‑05)</a:t>
                      </a:r>
                      <a:endParaRPr lang="en-US" sz="1400" dirty="0"/>
                    </a:p>
                  </a:txBody>
                  <a:tcPr marL="72000" marR="72000" marT="20000" marB="20000" anchor="ctr">
                    <a:lnL w="9525">
                      <a:solidFill>
                        <a:srgbClr val="000000"/>
                      </a:solidFill>
                    </a:lnL>
                    <a:lnR w="9525">
                      <a:solidFill>
                        <a:srgbClr val="000000"/>
                      </a:solidFill>
                    </a:lnR>
                    <a:lnT w="9525">
                      <a:solidFill>
                        <a:srgbClr val="000000"/>
                      </a:solidFill>
                    </a:lnT>
                    <a:lnB w="9525">
                      <a:solidFill>
                        <a:srgbClr val="000000"/>
                      </a:solidFill>
                    </a:lnB>
                    <a:noFill/>
                  </a:tcPr>
                </a:tc>
                <a:tc>
                  <a:txBody>
                    <a:bodyPr/>
                    <a:lstStyle/>
                    <a:p>
                      <a:pPr algn="l" latinLnBrk="0">
                        <a:buNone/>
                      </a:pPr>
                      <a:r>
                        <a:rPr lang="en-US" altLang="ko-KR" sz="1300" b="0" dirty="0">
                          <a:solidFill>
                            <a:srgbClr val="000000"/>
                          </a:solidFill>
                          <a:latin typeface="Arial"/>
                        </a:rPr>
                        <a:t>Agents act without a user approving each step</a:t>
                      </a:r>
                      <a:endParaRPr lang="en-US" sz="1300" dirty="0"/>
                    </a:p>
                  </a:txBody>
                  <a:tcPr marL="72000" marR="72000" marT="20000" marB="20000" anchor="ctr">
                    <a:lnL w="9525">
                      <a:solidFill>
                        <a:srgbClr val="000000"/>
                      </a:solidFill>
                    </a:lnL>
                    <a:lnR w="9525">
                      <a:solidFill>
                        <a:srgbClr val="000000"/>
                      </a:solidFill>
                    </a:lnR>
                    <a:lnT w="9525">
                      <a:solidFill>
                        <a:srgbClr val="000000"/>
                      </a:solidFill>
                    </a:lnT>
                    <a:lnB w="9525">
                      <a:solidFill>
                        <a:srgbClr val="000000"/>
                      </a:solidFill>
                    </a:lnB>
                    <a:noFill/>
                  </a:tcPr>
                </a:tc>
                <a:tc>
                  <a:txBody>
                    <a:bodyPr/>
                    <a:lstStyle/>
                    <a:p>
                      <a:pPr algn="l" latinLnBrk="0">
                        <a:buNone/>
                      </a:pPr>
                      <a:r>
                        <a:rPr lang="en-US" altLang="ko-KR" sz="1300" b="0" dirty="0">
                          <a:solidFill>
                            <a:srgbClr val="404040"/>
                          </a:solidFill>
                          <a:latin typeface="Arial"/>
                        </a:rPr>
                        <a:t>◐ at best (5 vendors); MarkAny, 세이퍼존 not found</a:t>
                      </a:r>
                      <a:endParaRPr lang="en-US" sz="1300" dirty="0"/>
                    </a:p>
                  </a:txBody>
                  <a:tcPr marL="72000" marR="72000" marT="20000" marB="20000" anchor="ctr">
                    <a:lnL w="9525">
                      <a:solidFill>
                        <a:srgbClr val="000000"/>
                      </a:solidFill>
                    </a:lnL>
                    <a:lnR w="9525">
                      <a:solidFill>
                        <a:srgbClr val="000000"/>
                      </a:solidFill>
                    </a:lnR>
                    <a:lnT w="9525">
                      <a:solidFill>
                        <a:srgbClr val="000000"/>
                      </a:solidFill>
                    </a:lnT>
                    <a:lnB w="9525">
                      <a:solidFill>
                        <a:srgbClr val="000000"/>
                      </a:solidFill>
                    </a:lnB>
                    <a:noFill/>
                  </a:tcPr>
                </a:tc>
                <a:tc>
                  <a:txBody>
                    <a:bodyPr/>
                    <a:lstStyle/>
                    <a:p>
                      <a:pPr algn="l" latinLnBrk="0">
                        <a:buNone/>
                      </a:pPr>
                      <a:r>
                        <a:rPr lang="en-US" altLang="ko-KR" sz="1300" b="1" dirty="0">
                          <a:solidFill>
                            <a:srgbClr val="000000"/>
                          </a:solidFill>
                          <a:latin typeface="Arial"/>
                        </a:rPr>
                        <a:t>Per-agent policy to allow, deny or require approval for each action</a:t>
                      </a:r>
                      <a:endParaRPr lang="en-US" sz="1300" dirty="0"/>
                    </a:p>
                  </a:txBody>
                  <a:tcPr marL="72000" marR="72000" marT="20000" marB="20000" anchor="ctr">
                    <a:lnL w="9525">
                      <a:solidFill>
                        <a:srgbClr val="000000"/>
                      </a:solidFill>
                    </a:lnL>
                    <a:lnR w="9525">
                      <a:solidFill>
                        <a:srgbClr val="000000"/>
                      </a:solidFill>
                    </a:lnR>
                    <a:lnT w="9525">
                      <a:solidFill>
                        <a:srgbClr val="000000"/>
                      </a:solidFill>
                    </a:lnT>
                    <a:lnB w="9525">
                      <a:solidFill>
                        <a:srgbClr val="000000"/>
                      </a:solidFill>
                    </a:lnB>
                    <a:solidFill>
                      <a:srgbClr val="FBE5D6"/>
                    </a:solidFill>
                  </a:tcPr>
                </a:tc>
                <a:extLst>
                  <a:ext uri="{0D108BD9-81ED-4DB2-BD59-A6C34878D82A}">
                    <a16:rowId xmlns:a16="http://schemas.microsoft.com/office/drawing/2014/main" val="10002"/>
                  </a:ext>
                </a:extLst>
              </a:tr>
              <a:tr h="660400">
                <a:tc>
                  <a:txBody>
                    <a:bodyPr/>
                    <a:lstStyle/>
                    <a:p>
                      <a:pPr algn="l" latinLnBrk="0">
                        <a:buNone/>
                      </a:pPr>
                      <a:r>
                        <a:rPr lang="en-US" altLang="ko-KR" sz="1400" b="1" dirty="0">
                          <a:solidFill>
                            <a:srgbClr val="144772"/>
                          </a:solidFill>
                          <a:latin typeface="Arial"/>
                        </a:rPr>
                        <a:t>Exact data matching (D2‑03)</a:t>
                      </a:r>
                      <a:endParaRPr lang="en-US" sz="1400" dirty="0"/>
                    </a:p>
                  </a:txBody>
                  <a:tcPr marL="72000" marR="72000" marT="20000" marB="20000" anchor="ctr">
                    <a:lnL w="9525">
                      <a:solidFill>
                        <a:srgbClr val="000000"/>
                      </a:solidFill>
                    </a:lnL>
                    <a:lnR w="9525">
                      <a:solidFill>
                        <a:srgbClr val="000000"/>
                      </a:solidFill>
                    </a:lnR>
                    <a:lnT w="9525">
                      <a:solidFill>
                        <a:srgbClr val="000000"/>
                      </a:solidFill>
                    </a:lnT>
                    <a:lnB w="9525">
                      <a:solidFill>
                        <a:srgbClr val="000000"/>
                      </a:solidFill>
                    </a:lnB>
                    <a:noFill/>
                  </a:tcPr>
                </a:tc>
                <a:tc>
                  <a:txBody>
                    <a:bodyPr/>
                    <a:lstStyle/>
                    <a:p>
                      <a:pPr algn="l" latinLnBrk="0">
                        <a:buNone/>
                      </a:pPr>
                      <a:r>
                        <a:rPr lang="en-US" altLang="ko-KR" sz="1300" b="0" dirty="0">
                          <a:solidFill>
                            <a:srgbClr val="000000"/>
                          </a:solidFill>
                          <a:latin typeface="Arial"/>
                        </a:rPr>
                        <a:t>Agents query databases and can return real customer records</a:t>
                      </a:r>
                      <a:endParaRPr lang="en-US" sz="1300" dirty="0"/>
                    </a:p>
                  </a:txBody>
                  <a:tcPr marL="72000" marR="72000" marT="20000" marB="20000" anchor="ctr">
                    <a:lnL w="9525">
                      <a:solidFill>
                        <a:srgbClr val="000000"/>
                      </a:solidFill>
                    </a:lnL>
                    <a:lnR w="9525">
                      <a:solidFill>
                        <a:srgbClr val="000000"/>
                      </a:solidFill>
                    </a:lnR>
                    <a:lnT w="9525">
                      <a:solidFill>
                        <a:srgbClr val="000000"/>
                      </a:solidFill>
                    </a:lnT>
                    <a:lnB w="9525">
                      <a:solidFill>
                        <a:srgbClr val="000000"/>
                      </a:solidFill>
                    </a:lnB>
                    <a:noFill/>
                  </a:tcPr>
                </a:tc>
                <a:tc>
                  <a:txBody>
                    <a:bodyPr/>
                    <a:lstStyle/>
                    <a:p>
                      <a:pPr algn="l" latinLnBrk="0">
                        <a:buNone/>
                      </a:pPr>
                      <a:r>
                        <a:rPr lang="en-US" altLang="ko-KR" sz="1300" b="0" dirty="0">
                          <a:solidFill>
                            <a:srgbClr val="404040"/>
                          </a:solidFill>
                          <a:latin typeface="Arial"/>
                        </a:rPr>
                        <a:t>No vendor</a:t>
                      </a:r>
                      <a:endParaRPr lang="en-US" sz="1300" dirty="0"/>
                    </a:p>
                  </a:txBody>
                  <a:tcPr marL="72000" marR="72000" marT="20000" marB="20000" anchor="ctr">
                    <a:lnL w="9525">
                      <a:solidFill>
                        <a:srgbClr val="000000"/>
                      </a:solidFill>
                    </a:lnL>
                    <a:lnR w="9525">
                      <a:solidFill>
                        <a:srgbClr val="000000"/>
                      </a:solidFill>
                    </a:lnR>
                    <a:lnT w="9525">
                      <a:solidFill>
                        <a:srgbClr val="000000"/>
                      </a:solidFill>
                    </a:lnT>
                    <a:lnB w="9525">
                      <a:solidFill>
                        <a:srgbClr val="000000"/>
                      </a:solidFill>
                    </a:lnB>
                    <a:noFill/>
                  </a:tcPr>
                </a:tc>
                <a:tc>
                  <a:txBody>
                    <a:bodyPr/>
                    <a:lstStyle/>
                    <a:p>
                      <a:pPr algn="l" latinLnBrk="0">
                        <a:buNone/>
                      </a:pPr>
                      <a:r>
                        <a:rPr lang="en-US" altLang="ko-KR" sz="1300" b="1" dirty="0">
                          <a:solidFill>
                            <a:srgbClr val="000000"/>
                          </a:solidFill>
                          <a:latin typeface="Arial"/>
                        </a:rPr>
                        <a:t>DB fingerprinting to catch real records in prompts, outputs and tool calls</a:t>
                      </a:r>
                      <a:endParaRPr lang="en-US" sz="1300" dirty="0"/>
                    </a:p>
                  </a:txBody>
                  <a:tcPr marL="72000" marR="72000" marT="20000" marB="20000" anchor="ctr">
                    <a:lnL w="9525">
                      <a:solidFill>
                        <a:srgbClr val="000000"/>
                      </a:solidFill>
                    </a:lnL>
                    <a:lnR w="9525">
                      <a:solidFill>
                        <a:srgbClr val="000000"/>
                      </a:solidFill>
                    </a:lnR>
                    <a:lnT w="9525">
                      <a:solidFill>
                        <a:srgbClr val="000000"/>
                      </a:solidFill>
                    </a:lnT>
                    <a:lnB w="9525">
                      <a:solidFill>
                        <a:srgbClr val="000000"/>
                      </a:solidFill>
                    </a:lnB>
                    <a:solidFill>
                      <a:srgbClr val="FBE5D6"/>
                    </a:solidFill>
                  </a:tcPr>
                </a:tc>
                <a:extLst>
                  <a:ext uri="{0D108BD9-81ED-4DB2-BD59-A6C34878D82A}">
                    <a16:rowId xmlns:a16="http://schemas.microsoft.com/office/drawing/2014/main" val="10003"/>
                  </a:ext>
                </a:extLst>
              </a:tr>
              <a:tr h="660400">
                <a:tc>
                  <a:txBody>
                    <a:bodyPr/>
                    <a:lstStyle/>
                    <a:p>
                      <a:pPr algn="l" latinLnBrk="0">
                        <a:buNone/>
                      </a:pPr>
                      <a:r>
                        <a:rPr lang="en-US" altLang="ko-KR" sz="1400" b="1" dirty="0">
                          <a:solidFill>
                            <a:srgbClr val="144772"/>
                          </a:solidFill>
                          <a:latin typeface="Arial"/>
                        </a:rPr>
                        <a:t>AI response inspection (D4‑03)</a:t>
                      </a:r>
                      <a:endParaRPr lang="en-US" sz="1400" dirty="0"/>
                    </a:p>
                  </a:txBody>
                  <a:tcPr marL="72000" marR="72000" marT="20000" marB="20000" anchor="ctr">
                    <a:lnL w="9525">
                      <a:solidFill>
                        <a:srgbClr val="000000"/>
                      </a:solidFill>
                    </a:lnL>
                    <a:lnR w="9525">
                      <a:solidFill>
                        <a:srgbClr val="000000"/>
                      </a:solidFill>
                    </a:lnR>
                    <a:lnT w="9525">
                      <a:solidFill>
                        <a:srgbClr val="000000"/>
                      </a:solidFill>
                    </a:lnT>
                    <a:lnB w="9525">
                      <a:solidFill>
                        <a:srgbClr val="000000"/>
                      </a:solidFill>
                    </a:lnB>
                    <a:noFill/>
                  </a:tcPr>
                </a:tc>
                <a:tc>
                  <a:txBody>
                    <a:bodyPr/>
                    <a:lstStyle/>
                    <a:p>
                      <a:pPr algn="l" latinLnBrk="0">
                        <a:buNone/>
                      </a:pPr>
                      <a:r>
                        <a:rPr lang="en-US" altLang="ko-KR" sz="1300" b="0" dirty="0">
                          <a:solidFill>
                            <a:srgbClr val="000000"/>
                          </a:solidFill>
                          <a:latin typeface="Arial"/>
                        </a:rPr>
                        <a:t>Model output can carry sensitive data or injected instructions</a:t>
                      </a:r>
                      <a:endParaRPr lang="en-US" sz="1300" dirty="0"/>
                    </a:p>
                  </a:txBody>
                  <a:tcPr marL="72000" marR="72000" marT="20000" marB="20000" anchor="ctr">
                    <a:lnL w="9525">
                      <a:solidFill>
                        <a:srgbClr val="000000"/>
                      </a:solidFill>
                    </a:lnL>
                    <a:lnR w="9525">
                      <a:solidFill>
                        <a:srgbClr val="000000"/>
                      </a:solidFill>
                    </a:lnR>
                    <a:lnT w="9525">
                      <a:solidFill>
                        <a:srgbClr val="000000"/>
                      </a:solidFill>
                    </a:lnT>
                    <a:lnB w="9525">
                      <a:solidFill>
                        <a:srgbClr val="000000"/>
                      </a:solidFill>
                    </a:lnB>
                    <a:noFill/>
                  </a:tcPr>
                </a:tc>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ko-KR" altLang="en-US" sz="1300" b="0" dirty="0">
                          <a:solidFill>
                            <a:srgbClr val="404040"/>
                          </a:solidFill>
                          <a:latin typeface="Arial"/>
                        </a:rPr>
                        <a:t>파수, 지란지교데이터 ●; 이로운앤컴퍼니 ◐</a:t>
                      </a:r>
                    </a:p>
                    <a:p>
                      <a:pPr marL="0" marR="0" lvl="0" indent="0" algn="l" defTabSz="914400" eaLnBrk="1" fontAlgn="auto" latinLnBrk="0" hangingPunct="1">
                        <a:lnSpc>
                          <a:spcPct val="100000"/>
                        </a:lnSpc>
                        <a:spcBef>
                          <a:spcPts val="0"/>
                        </a:spcBef>
                        <a:spcAft>
                          <a:spcPts val="0"/>
                        </a:spcAft>
                        <a:buClrTx/>
                        <a:buSzTx/>
                        <a:buFontTx/>
                        <a:buNone/>
                        <a:tabLst/>
                        <a:defRPr/>
                      </a:pPr>
                      <a:endParaRPr lang="en-US" sz="1300" dirty="0"/>
                    </a:p>
                  </a:txBody>
                  <a:tcPr marL="72000" marR="72000" marT="20000" marB="20000" anchor="ctr">
                    <a:lnL w="9525">
                      <a:solidFill>
                        <a:srgbClr val="000000"/>
                      </a:solidFill>
                    </a:lnL>
                    <a:lnR w="9525">
                      <a:solidFill>
                        <a:srgbClr val="000000"/>
                      </a:solidFill>
                    </a:lnR>
                    <a:lnT w="9525">
                      <a:solidFill>
                        <a:srgbClr val="000000"/>
                      </a:solidFill>
                    </a:lnT>
                    <a:lnB w="9525">
                      <a:solidFill>
                        <a:srgbClr val="000000"/>
                      </a:solidFill>
                    </a:lnB>
                    <a:noFill/>
                  </a:tcPr>
                </a:tc>
                <a:tc>
                  <a:txBody>
                    <a:bodyPr/>
                    <a:lstStyle/>
                    <a:p>
                      <a:pPr algn="l" latinLnBrk="0">
                        <a:buNone/>
                      </a:pPr>
                      <a:r>
                        <a:rPr lang="en-US" altLang="ko-KR" sz="1300" b="1" dirty="0">
                          <a:solidFill>
                            <a:srgbClr val="000000"/>
                          </a:solidFill>
                          <a:latin typeface="Arial"/>
                        </a:rPr>
                        <a:t>Check model output and tool results before they reach users or other tools</a:t>
                      </a:r>
                      <a:endParaRPr lang="en-US" sz="1300" dirty="0"/>
                    </a:p>
                  </a:txBody>
                  <a:tcPr marL="72000" marR="72000" marT="20000" marB="20000" anchor="ctr">
                    <a:lnL w="9525">
                      <a:solidFill>
                        <a:srgbClr val="000000"/>
                      </a:solidFill>
                    </a:lnL>
                    <a:lnR w="9525">
                      <a:solidFill>
                        <a:srgbClr val="000000"/>
                      </a:solidFill>
                    </a:lnR>
                    <a:lnT w="9525">
                      <a:solidFill>
                        <a:srgbClr val="000000"/>
                      </a:solidFill>
                    </a:lnT>
                    <a:lnB w="9525">
                      <a:solidFill>
                        <a:srgbClr val="000000"/>
                      </a:solidFill>
                    </a:lnB>
                    <a:solidFill>
                      <a:srgbClr val="FBE5D6"/>
                    </a:solidFill>
                  </a:tcPr>
                </a:tc>
                <a:extLst>
                  <a:ext uri="{0D108BD9-81ED-4DB2-BD59-A6C34878D82A}">
                    <a16:rowId xmlns:a16="http://schemas.microsoft.com/office/drawing/2014/main" val="10004"/>
                  </a:ext>
                </a:extLst>
              </a:tr>
            </a:tbl>
          </a:graphicData>
        </a:graphic>
      </p:graphicFrame>
      <p:sp>
        <p:nvSpPr>
          <p:cNvPr id="41" name="Watch list"/>
          <p:cNvSpPr txBox="1"/>
          <p:nvPr/>
        </p:nvSpPr>
        <p:spPr>
          <a:xfrm>
            <a:off x="571500" y="4597400"/>
            <a:ext cx="11049000" cy="1422400"/>
          </a:xfrm>
          <a:prstGeom prst="rect">
            <a:avLst/>
          </a:prstGeom>
          <a:noFill/>
        </p:spPr>
        <p:txBody>
          <a:bodyPr wrap="square" lIns="91440" tIns="0" rIns="91440" bIns="0">
            <a:noAutofit/>
          </a:bodyPr>
          <a:lstStyle/>
          <a:p>
            <a:pPr latinLnBrk="0">
              <a:buNone/>
            </a:pPr>
            <a:r>
              <a:rPr lang="en-US" altLang="ko-KR" sz="1400" b="1" dirty="0">
                <a:solidFill>
                  <a:srgbClr val="144772"/>
                </a:solidFill>
                <a:latin typeface="Arial"/>
              </a:rPr>
              <a:t>Also worth checking (outside our checklist, so not scored)</a:t>
            </a:r>
          </a:p>
          <a:p>
            <a:pPr marL="228600" indent="-228600" latinLnBrk="0">
              <a:spcBef>
                <a:spcPts val="200"/>
              </a:spcBef>
              <a:buFont typeface="Arial"/>
              <a:buChar char="•"/>
            </a:pPr>
            <a:r>
              <a:rPr lang="en-US" altLang="ko-KR" sz="1300" b="1" dirty="0">
                <a:solidFill>
                  <a:srgbClr val="000000"/>
                </a:solidFill>
                <a:latin typeface="Arial"/>
              </a:rPr>
              <a:t>Agent identity and delegated permissions: </a:t>
            </a:r>
            <a:r>
              <a:rPr lang="en-US" altLang="ko-KR" sz="1300" b="0" dirty="0">
                <a:solidFill>
                  <a:srgbClr val="000000"/>
                </a:solidFill>
                <a:latin typeface="Arial"/>
              </a:rPr>
              <a:t>which user an agent acts for, and what it may access</a:t>
            </a:r>
          </a:p>
          <a:p>
            <a:pPr marL="228600" indent="-228600" latinLnBrk="0">
              <a:spcBef>
                <a:spcPts val="200"/>
              </a:spcBef>
              <a:buFont typeface="Arial"/>
              <a:buChar char="•"/>
            </a:pPr>
            <a:r>
              <a:rPr lang="en-US" altLang="ko-KR" sz="1300" b="1" dirty="0">
                <a:solidFill>
                  <a:srgbClr val="000000"/>
                </a:solidFill>
                <a:latin typeface="Arial"/>
              </a:rPr>
              <a:t>Indirect prompt injection: </a:t>
            </a:r>
            <a:r>
              <a:rPr lang="en-US" altLang="ko-KR" sz="1300" b="0" dirty="0">
                <a:solidFill>
                  <a:srgbClr val="000000"/>
                </a:solidFill>
                <a:latin typeface="Arial"/>
              </a:rPr>
              <a:t>instructions hidden in documents, web pages or tool results the agent reads</a:t>
            </a:r>
          </a:p>
          <a:p>
            <a:pPr marL="228600" indent="-228600" latinLnBrk="0">
              <a:spcBef>
                <a:spcPts val="200"/>
              </a:spcBef>
              <a:buFont typeface="Arial"/>
              <a:buChar char="•"/>
            </a:pPr>
            <a:r>
              <a:rPr lang="en-US" altLang="ko-KR" sz="1300" b="1" dirty="0">
                <a:solidFill>
                  <a:srgbClr val="000000"/>
                </a:solidFill>
                <a:latin typeface="Arial"/>
              </a:rPr>
              <a:t>RAG / vector store governance: </a:t>
            </a:r>
            <a:r>
              <a:rPr lang="en-US" altLang="ko-KR" sz="1300" b="0" dirty="0">
                <a:solidFill>
                  <a:srgbClr val="000000"/>
                </a:solidFill>
                <a:latin typeface="Arial"/>
              </a:rPr>
              <a:t>sensitive data indexed for retrieval and returned to the wrong user</a:t>
            </a:r>
          </a:p>
          <a:p>
            <a:pPr marL="228600" indent="-228600" latinLnBrk="0">
              <a:spcBef>
                <a:spcPts val="200"/>
              </a:spcBef>
              <a:buFont typeface="Arial"/>
              <a:buChar char="•"/>
            </a:pPr>
            <a:r>
              <a:rPr lang="en-US" altLang="ko-KR" sz="1300" b="1" dirty="0">
                <a:solidFill>
                  <a:srgbClr val="000000"/>
                </a:solidFill>
                <a:latin typeface="Arial"/>
              </a:rPr>
              <a:t>Agent-to-agent traffic: </a:t>
            </a:r>
            <a:r>
              <a:rPr lang="en-US" altLang="ko-KR" sz="1300" b="0" dirty="0">
                <a:solidFill>
                  <a:srgbClr val="000000"/>
                </a:solidFill>
                <a:latin typeface="Arial"/>
              </a:rPr>
              <a:t>data passed between agents with no user in the loop</a:t>
            </a:r>
          </a:p>
        </p:txBody>
      </p:sp>
      <p:sp>
        <p:nvSpPr>
          <p:cNvPr id="42" name="Source"/>
          <p:cNvSpPr txBox="1"/>
          <p:nvPr/>
        </p:nvSpPr>
        <p:spPr>
          <a:xfrm>
            <a:off x="571500" y="6070600"/>
            <a:ext cx="11049000" cy="279400"/>
          </a:xfrm>
          <a:prstGeom prst="rect">
            <a:avLst/>
          </a:prstGeom>
          <a:noFill/>
        </p:spPr>
        <p:txBody>
          <a:bodyPr wrap="square" lIns="91440" tIns="0" rIns="91440" bIns="0">
            <a:noAutofit/>
          </a:bodyPr>
          <a:lstStyle/>
          <a:p>
            <a:pPr latinLnBrk="0">
              <a:buNone/>
            </a:pPr>
            <a:r>
              <a:rPr lang="en-US" altLang="ko-KR" sz="1000" b="0" dirty="0">
                <a:solidFill>
                  <a:srgbClr val="7F7F7F"/>
                </a:solidFill>
                <a:latin typeface="Arial"/>
              </a:rPr>
              <a:t>Best coverage today: ● documented, ◐ partial. Based on vendor documentation, not testing.</a:t>
            </a:r>
          </a:p>
        </p:txBody>
      </p:sp>
    </p:spTree>
    <p:extLst>
      <p:ext uri="{BB962C8B-B14F-4D97-AF65-F5344CB8AC3E}">
        <p14:creationId xmlns:p14="http://schemas.microsoft.com/office/powerpoint/2010/main" val="422995326"/>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1670A4-2154-4B53-A740-2F1C7A2D0C46}"/>
            </a:ext>
          </a:extLst>
        </p:cNvPr>
        <p:cNvGrpSpPr/>
        <p:nvPr/>
      </p:nvGrpSpPr>
      <p:grpSpPr>
        <a:xfrm>
          <a:off x="0" y="0"/>
          <a:ext cx="0" cy="0"/>
          <a:chOff x="0" y="0"/>
          <a:chExt cx="0" cy="0"/>
        </a:xfrm>
      </p:grpSpPr>
      <p:pic>
        <p:nvPicPr>
          <p:cNvPr id="5" name="그림 4">
            <a:extLst>
              <a:ext uri="{FF2B5EF4-FFF2-40B4-BE49-F238E27FC236}">
                <a16:creationId xmlns:a16="http://schemas.microsoft.com/office/drawing/2014/main" id="{1F9390AC-0C15-231D-F708-2D6913B85F5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92012" cy="6858000"/>
          </a:xfrm>
          <a:prstGeom prst="rect">
            <a:avLst/>
          </a:prstGeom>
        </p:spPr>
      </p:pic>
      <p:sp>
        <p:nvSpPr>
          <p:cNvPr id="6" name="직사각형 5">
            <a:extLst>
              <a:ext uri="{FF2B5EF4-FFF2-40B4-BE49-F238E27FC236}">
                <a16:creationId xmlns:a16="http://schemas.microsoft.com/office/drawing/2014/main" id="{332B5EBF-B0D3-5F81-CB7B-A054E89311DA}"/>
              </a:ext>
            </a:extLst>
          </p:cNvPr>
          <p:cNvSpPr/>
          <p:nvPr/>
        </p:nvSpPr>
        <p:spPr>
          <a:xfrm>
            <a:off x="0" y="2924944"/>
            <a:ext cx="12192000" cy="3763872"/>
          </a:xfrm>
          <a:prstGeom prst="rect">
            <a:avLst/>
          </a:prstGeom>
          <a:solidFill>
            <a:srgbClr val="10307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 name="자유형 21">
            <a:extLst>
              <a:ext uri="{FF2B5EF4-FFF2-40B4-BE49-F238E27FC236}">
                <a16:creationId xmlns:a16="http://schemas.microsoft.com/office/drawing/2014/main" id="{16613CF0-4D97-7E3F-ACC9-A71549F267AC}"/>
              </a:ext>
            </a:extLst>
          </p:cNvPr>
          <p:cNvSpPr/>
          <p:nvPr/>
        </p:nvSpPr>
        <p:spPr>
          <a:xfrm>
            <a:off x="5359223" y="2924944"/>
            <a:ext cx="1473554" cy="736777"/>
          </a:xfrm>
          <a:custGeom>
            <a:avLst/>
            <a:gdLst>
              <a:gd name="connsiteX0" fmla="*/ 0 w 1473554"/>
              <a:gd name="connsiteY0" fmla="*/ 0 h 736777"/>
              <a:gd name="connsiteX1" fmla="*/ 1473554 w 1473554"/>
              <a:gd name="connsiteY1" fmla="*/ 0 h 736777"/>
              <a:gd name="connsiteX2" fmla="*/ 736777 w 1473554"/>
              <a:gd name="connsiteY2" fmla="*/ 736777 h 736777"/>
              <a:gd name="connsiteX3" fmla="*/ 0 w 1473554"/>
              <a:gd name="connsiteY3" fmla="*/ 0 h 736777"/>
            </a:gdLst>
            <a:ahLst/>
            <a:cxnLst>
              <a:cxn ang="0">
                <a:pos x="connsiteX0" y="connsiteY0"/>
              </a:cxn>
              <a:cxn ang="0">
                <a:pos x="connsiteX1" y="connsiteY1"/>
              </a:cxn>
              <a:cxn ang="0">
                <a:pos x="connsiteX2" y="connsiteY2"/>
              </a:cxn>
              <a:cxn ang="0">
                <a:pos x="connsiteX3" y="connsiteY3"/>
              </a:cxn>
            </a:cxnLst>
            <a:rect l="l" t="t" r="r" b="b"/>
            <a:pathLst>
              <a:path w="1473554" h="736777">
                <a:moveTo>
                  <a:pt x="0" y="0"/>
                </a:moveTo>
                <a:lnTo>
                  <a:pt x="1473554" y="0"/>
                </a:lnTo>
                <a:cubicBezTo>
                  <a:pt x="1473554" y="406911"/>
                  <a:pt x="1143688" y="736777"/>
                  <a:pt x="736777" y="736777"/>
                </a:cubicBezTo>
                <a:cubicBezTo>
                  <a:pt x="329866" y="736777"/>
                  <a:pt x="0" y="406911"/>
                  <a:pt x="0" y="0"/>
                </a:cubicBezTo>
                <a:close/>
              </a:path>
            </a:pathLst>
          </a:custGeom>
          <a:gradFill>
            <a:gsLst>
              <a:gs pos="0">
                <a:schemeClr val="bg1">
                  <a:alpha val="81000"/>
                </a:schemeClr>
              </a:gs>
              <a:gs pos="100000">
                <a:schemeClr val="bg1">
                  <a:alpha val="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8" name="그룹 7">
            <a:extLst>
              <a:ext uri="{FF2B5EF4-FFF2-40B4-BE49-F238E27FC236}">
                <a16:creationId xmlns:a16="http://schemas.microsoft.com/office/drawing/2014/main" id="{F1254602-8D4D-3F4F-AFED-8A915FCE3A40}"/>
              </a:ext>
            </a:extLst>
          </p:cNvPr>
          <p:cNvGrpSpPr/>
          <p:nvPr/>
        </p:nvGrpSpPr>
        <p:grpSpPr>
          <a:xfrm>
            <a:off x="5447928" y="2352408"/>
            <a:ext cx="1296144" cy="1155178"/>
            <a:chOff x="5457656" y="2352408"/>
            <a:chExt cx="1296144" cy="1155178"/>
          </a:xfrm>
        </p:grpSpPr>
        <p:sp>
          <p:nvSpPr>
            <p:cNvPr id="9" name="타원 8">
              <a:extLst>
                <a:ext uri="{FF2B5EF4-FFF2-40B4-BE49-F238E27FC236}">
                  <a16:creationId xmlns:a16="http://schemas.microsoft.com/office/drawing/2014/main" id="{575BC269-D19D-384A-E4CA-694358B98414}"/>
                </a:ext>
              </a:extLst>
            </p:cNvPr>
            <p:cNvSpPr/>
            <p:nvPr/>
          </p:nvSpPr>
          <p:spPr>
            <a:xfrm>
              <a:off x="5528139" y="2352408"/>
              <a:ext cx="1155178" cy="1155178"/>
            </a:xfrm>
            <a:prstGeom prst="ellipse">
              <a:avLst/>
            </a:prstGeom>
            <a:solidFill>
              <a:srgbClr val="0F2E7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 name="자유형 8">
              <a:extLst>
                <a:ext uri="{FF2B5EF4-FFF2-40B4-BE49-F238E27FC236}">
                  <a16:creationId xmlns:a16="http://schemas.microsoft.com/office/drawing/2014/main" id="{BAA337CB-75CB-C41E-D0AD-1F57B89D3464}"/>
                </a:ext>
              </a:extLst>
            </p:cNvPr>
            <p:cNvSpPr/>
            <p:nvPr/>
          </p:nvSpPr>
          <p:spPr>
            <a:xfrm flipH="1" flipV="1">
              <a:off x="5525862" y="2705872"/>
              <a:ext cx="820757" cy="801714"/>
            </a:xfrm>
            <a:custGeom>
              <a:avLst/>
              <a:gdLst>
                <a:gd name="connsiteX0" fmla="*/ 323656 w 1092428"/>
                <a:gd name="connsiteY0" fmla="*/ 0 h 1067082"/>
                <a:gd name="connsiteX1" fmla="*/ 1092428 w 1092428"/>
                <a:gd name="connsiteY1" fmla="*/ 768772 h 1067082"/>
                <a:gd name="connsiteX2" fmla="*/ 1076809 w 1092428"/>
                <a:gd name="connsiteY2" fmla="*/ 923706 h 1067082"/>
                <a:gd name="connsiteX3" fmla="*/ 1032303 w 1092428"/>
                <a:gd name="connsiteY3" fmla="*/ 1067082 h 1067082"/>
                <a:gd name="connsiteX4" fmla="*/ 1029282 w 1092428"/>
                <a:gd name="connsiteY4" fmla="*/ 1007264 h 1067082"/>
                <a:gd name="connsiteX5" fmla="*/ 100773 w 1092428"/>
                <a:gd name="connsiteY5" fmla="*/ 78755 h 1067082"/>
                <a:gd name="connsiteX6" fmla="*/ 0 w 1092428"/>
                <a:gd name="connsiteY6" fmla="*/ 73666 h 1067082"/>
                <a:gd name="connsiteX7" fmla="*/ 24415 w 1092428"/>
                <a:gd name="connsiteY7" fmla="*/ 60414 h 1067082"/>
                <a:gd name="connsiteX8" fmla="*/ 323656 w 1092428"/>
                <a:gd name="connsiteY8" fmla="*/ 0 h 1067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92428" h="1067082">
                  <a:moveTo>
                    <a:pt x="323656" y="0"/>
                  </a:moveTo>
                  <a:cubicBezTo>
                    <a:pt x="748237" y="0"/>
                    <a:pt x="1092428" y="344191"/>
                    <a:pt x="1092428" y="768772"/>
                  </a:cubicBezTo>
                  <a:cubicBezTo>
                    <a:pt x="1092428" y="821845"/>
                    <a:pt x="1087050" y="873661"/>
                    <a:pt x="1076809" y="923706"/>
                  </a:cubicBezTo>
                  <a:lnTo>
                    <a:pt x="1032303" y="1067082"/>
                  </a:lnTo>
                  <a:lnTo>
                    <a:pt x="1029282" y="1007264"/>
                  </a:lnTo>
                  <a:cubicBezTo>
                    <a:pt x="979563" y="517687"/>
                    <a:pt x="590350" y="128474"/>
                    <a:pt x="100773" y="78755"/>
                  </a:cubicBezTo>
                  <a:lnTo>
                    <a:pt x="0" y="73666"/>
                  </a:lnTo>
                  <a:lnTo>
                    <a:pt x="24415" y="60414"/>
                  </a:lnTo>
                  <a:cubicBezTo>
                    <a:pt x="116390" y="21512"/>
                    <a:pt x="217511" y="0"/>
                    <a:pt x="323656" y="0"/>
                  </a:cubicBezTo>
                  <a:close/>
                </a:path>
              </a:pathLst>
            </a:custGeom>
            <a:solidFill>
              <a:schemeClr val="bg1">
                <a:alpha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ko-KR" altLang="en-US"/>
            </a:p>
          </p:txBody>
        </p:sp>
        <p:sp>
          <p:nvSpPr>
            <p:cNvPr id="11" name="타원 10">
              <a:extLst>
                <a:ext uri="{FF2B5EF4-FFF2-40B4-BE49-F238E27FC236}">
                  <a16:creationId xmlns:a16="http://schemas.microsoft.com/office/drawing/2014/main" id="{C66C855F-0ECF-D4DC-DC16-C2AC7097A51F}"/>
                </a:ext>
              </a:extLst>
            </p:cNvPr>
            <p:cNvSpPr/>
            <p:nvPr/>
          </p:nvSpPr>
          <p:spPr>
            <a:xfrm flipV="1">
              <a:off x="5570919" y="2399862"/>
              <a:ext cx="1050162" cy="1050162"/>
            </a:xfrm>
            <a:prstGeom prst="ellipse">
              <a:avLst/>
            </a:prstGeom>
            <a:gradFill flip="none" rotWithShape="1">
              <a:gsLst>
                <a:gs pos="0">
                  <a:schemeClr val="bg1">
                    <a:alpha val="59000"/>
                  </a:schemeClr>
                </a:gs>
                <a:gs pos="41000">
                  <a:schemeClr val="bg1">
                    <a:alpha val="0"/>
                  </a:schemeClr>
                </a:gs>
                <a:gs pos="100000">
                  <a:schemeClr val="bg1">
                    <a:alpha val="0"/>
                  </a:schemeClr>
                </a:gs>
              </a:gsLst>
              <a:lin ang="4200000" scaled="0"/>
              <a:tileRect/>
            </a:gradFill>
            <a:ln w="12700">
              <a:gradFill>
                <a:gsLst>
                  <a:gs pos="0">
                    <a:schemeClr val="bg1">
                      <a:alpha val="51000"/>
                    </a:schemeClr>
                  </a:gs>
                  <a:gs pos="35000">
                    <a:schemeClr val="bg1">
                      <a:alpha val="0"/>
                    </a:schemeClr>
                  </a:gs>
                  <a:gs pos="100000">
                    <a:schemeClr val="bg1">
                      <a:alpha val="51000"/>
                    </a:schemeClr>
                  </a:gs>
                  <a:gs pos="48000">
                    <a:schemeClr val="bg1">
                      <a:alpha val="0"/>
                    </a:schemeClr>
                  </a:gs>
                </a:gsLst>
                <a:lin ang="186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prstClr val="white"/>
                </a:solidFill>
              </a:endParaRPr>
            </a:p>
          </p:txBody>
        </p:sp>
        <p:sp>
          <p:nvSpPr>
            <p:cNvPr id="12" name="제목 1">
              <a:extLst>
                <a:ext uri="{FF2B5EF4-FFF2-40B4-BE49-F238E27FC236}">
                  <a16:creationId xmlns:a16="http://schemas.microsoft.com/office/drawing/2014/main" id="{CBCA192C-70A1-E04C-74EB-FDF59A865D8C}"/>
                </a:ext>
              </a:extLst>
            </p:cNvPr>
            <p:cNvSpPr txBox="1">
              <a:spLocks/>
            </p:cNvSpPr>
            <p:nvPr/>
          </p:nvSpPr>
          <p:spPr>
            <a:xfrm>
              <a:off x="5457656" y="2352408"/>
              <a:ext cx="1296144" cy="1033885"/>
            </a:xfrm>
            <a:prstGeom prst="rect">
              <a:avLst/>
            </a:prstGeom>
          </p:spPr>
          <p:txBody>
            <a:bodyPr vert="horz" lIns="91440" tIns="45720" rIns="91440" bIns="45720" rtlCol="0" anchor="b">
              <a:noAutofit/>
            </a:bodyPr>
            <a:lstStyle>
              <a:lvl1pPr algn="ctr" defTabSz="914400" rtl="0" eaLnBrk="1" latinLnBrk="1" hangingPunct="1">
                <a:spcBef>
                  <a:spcPct val="0"/>
                </a:spcBef>
                <a:buNone/>
                <a:defRPr lang="ko-KR" altLang="en-US" sz="4400" b="1" kern="1200" dirty="0">
                  <a:solidFill>
                    <a:schemeClr val="tx1">
                      <a:lumMod val="75000"/>
                      <a:lumOff val="25000"/>
                    </a:schemeClr>
                  </a:solidFill>
                  <a:effectLst/>
                  <a:latin typeface="나눔바른고딕" panose="020B0603020101020101" pitchFamily="50" charset="-127"/>
                  <a:ea typeface="나눔바른고딕" panose="020B0603020101020101" pitchFamily="50" charset="-127"/>
                  <a:cs typeface="+mj-cs"/>
                </a:defRPr>
              </a:lvl1pPr>
            </a:lstStyle>
            <a:p>
              <a:r>
                <a:rPr lang="en-US" altLang="ko-KR" sz="5400" spc="-150">
                  <a:ln>
                    <a:solidFill>
                      <a:schemeClr val="bg1">
                        <a:alpha val="0"/>
                      </a:schemeClr>
                    </a:solidFill>
                  </a:ln>
                  <a:solidFill>
                    <a:schemeClr val="bg1"/>
                  </a:solidFill>
                  <a:latin typeface="+mn-lt"/>
                  <a:ea typeface="맑은 고딕"/>
                  <a:cs typeface="+mn-cs"/>
                </a:rPr>
                <a:t>02</a:t>
              </a:r>
              <a:endParaRPr lang="ko-KR" altLang="en-US" sz="5400" spc="-150">
                <a:ln>
                  <a:solidFill>
                    <a:schemeClr val="bg1">
                      <a:alpha val="0"/>
                    </a:schemeClr>
                  </a:solidFill>
                </a:ln>
                <a:solidFill>
                  <a:schemeClr val="bg1"/>
                </a:solidFill>
                <a:latin typeface="+mn-lt"/>
                <a:ea typeface="+mn-ea"/>
                <a:cs typeface="+mn-cs"/>
              </a:endParaRPr>
            </a:p>
          </p:txBody>
        </p:sp>
      </p:grpSp>
      <p:sp>
        <p:nvSpPr>
          <p:cNvPr id="13" name="제목 1">
            <a:extLst>
              <a:ext uri="{FF2B5EF4-FFF2-40B4-BE49-F238E27FC236}">
                <a16:creationId xmlns:a16="http://schemas.microsoft.com/office/drawing/2014/main" id="{43771BB2-5312-EB85-1BEF-A8662601A926}"/>
              </a:ext>
            </a:extLst>
          </p:cNvPr>
          <p:cNvSpPr txBox="1">
            <a:spLocks/>
          </p:cNvSpPr>
          <p:nvPr/>
        </p:nvSpPr>
        <p:spPr>
          <a:xfrm>
            <a:off x="0" y="4005064"/>
            <a:ext cx="12192000" cy="776773"/>
          </a:xfrm>
          <a:prstGeom prst="rect">
            <a:avLst/>
          </a:prstGeom>
        </p:spPr>
        <p:txBody>
          <a:bodyPr vert="horz" lIns="91440" tIns="45720" rIns="91440" bIns="45720" rtlCol="0" anchor="b">
            <a:noAutofit/>
          </a:bodyPr>
          <a:lstStyle>
            <a:lvl1pPr algn="ctr" defTabSz="914400" rtl="0" eaLnBrk="1" latinLnBrk="1" hangingPunct="1">
              <a:spcBef>
                <a:spcPct val="0"/>
              </a:spcBef>
              <a:buNone/>
              <a:defRPr lang="ko-KR" altLang="en-US" sz="4400" b="1" kern="1200" dirty="0">
                <a:solidFill>
                  <a:schemeClr val="tx1">
                    <a:lumMod val="75000"/>
                    <a:lumOff val="25000"/>
                  </a:schemeClr>
                </a:solidFill>
                <a:effectLst/>
                <a:latin typeface="나눔바른고딕" panose="020B0603020101020101" pitchFamily="50" charset="-127"/>
                <a:ea typeface="나눔바른고딕" panose="020B0603020101020101" pitchFamily="50" charset="-127"/>
                <a:cs typeface="+mj-cs"/>
              </a:defRPr>
            </a:lvl1pPr>
          </a:lstStyle>
          <a:p>
            <a:r>
              <a:rPr lang="ko-KR" altLang="en-US" sz="4800">
                <a:ln>
                  <a:solidFill>
                    <a:prstClr val="white">
                      <a:alpha val="0"/>
                    </a:prstClr>
                  </a:solidFill>
                </a:ln>
                <a:solidFill>
                  <a:schemeClr val="bg1"/>
                </a:solidFill>
                <a:latin typeface="나눔스퀘어 ExtraBold" panose="020B0600000101010101" pitchFamily="50" charset="-127"/>
                <a:ea typeface="나눔스퀘어 ExtraBold"/>
                <a:cs typeface="+mn-cs"/>
              </a:rPr>
              <a:t>International DLP</a:t>
            </a:r>
            <a:endParaRPr lang="ko-KR" altLang="en-US" sz="4800">
              <a:ln>
                <a:solidFill>
                  <a:prstClr val="white">
                    <a:alpha val="0"/>
                  </a:prstClr>
                </a:solidFill>
              </a:ln>
              <a:solidFill>
                <a:schemeClr val="bg1"/>
              </a:solidFill>
              <a:latin typeface="나눔스퀘어 ExtraBold" panose="020B0600000101010101" pitchFamily="50" charset="-127"/>
              <a:ea typeface="나눔스퀘어 ExtraBold" panose="020B0600000101010101" pitchFamily="50" charset="-127"/>
              <a:cs typeface="+mn-cs"/>
            </a:endParaRPr>
          </a:p>
        </p:txBody>
      </p:sp>
      <p:sp>
        <p:nvSpPr>
          <p:cNvPr id="14" name="직사각형 13">
            <a:extLst>
              <a:ext uri="{FF2B5EF4-FFF2-40B4-BE49-F238E27FC236}">
                <a16:creationId xmlns:a16="http://schemas.microsoft.com/office/drawing/2014/main" id="{8AF799E8-92D7-8656-3F5E-BDB8CB7D9B5A}"/>
              </a:ext>
            </a:extLst>
          </p:cNvPr>
          <p:cNvSpPr/>
          <p:nvPr/>
        </p:nvSpPr>
        <p:spPr>
          <a:xfrm>
            <a:off x="0" y="6688816"/>
            <a:ext cx="12192000" cy="176804"/>
          </a:xfrm>
          <a:prstGeom prst="rect">
            <a:avLst/>
          </a:prstGeom>
          <a:solidFill>
            <a:srgbClr val="20A15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800"/>
          </a:p>
        </p:txBody>
      </p:sp>
    </p:spTree>
    <p:extLst>
      <p:ext uri="{BB962C8B-B14F-4D97-AF65-F5344CB8AC3E}">
        <p14:creationId xmlns:p14="http://schemas.microsoft.com/office/powerpoint/2010/main" val="406656780"/>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6C1EE2-D581-B5F4-8F29-A6E8E290DF82}"/>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7BC489A-16B0-38B5-542F-A5BF14FF39EC}"/>
              </a:ext>
            </a:extLst>
          </p:cNvPr>
          <p:cNvSpPr>
            <a:spLocks noGrp="1"/>
          </p:cNvSpPr>
          <p:nvPr>
            <p:ph type="sldNum" sz="quarter" idx="4"/>
          </p:nvPr>
        </p:nvSpPr>
        <p:spPr/>
        <p:txBody>
          <a:bodyPr/>
          <a:lstStyle/>
          <a:p>
            <a:fld id="{4EA1E582-E1CC-4474-812F-1657BC5920B7}" type="slidenum">
              <a:rPr lang="ko-KR" altLang="en-US" smtClean="0"/>
              <a:t>68</a:t>
            </a:fld>
            <a:endParaRPr lang="ko-KR" altLang="en-US"/>
          </a:p>
        </p:txBody>
      </p:sp>
      <p:sp>
        <p:nvSpPr>
          <p:cNvPr id="4" name="Title 3">
            <a:extLst>
              <a:ext uri="{FF2B5EF4-FFF2-40B4-BE49-F238E27FC236}">
                <a16:creationId xmlns:a16="http://schemas.microsoft.com/office/drawing/2014/main" id="{C689A0F7-F748-8358-8BE4-3BC930679E29}"/>
              </a:ext>
            </a:extLst>
          </p:cNvPr>
          <p:cNvSpPr>
            <a:spLocks noGrp="1"/>
          </p:cNvSpPr>
          <p:nvPr>
            <p:ph type="title"/>
          </p:nvPr>
        </p:nvSpPr>
        <p:spPr/>
        <p:txBody>
          <a:bodyPr/>
          <a:lstStyle/>
          <a:p>
            <a:endParaRPr lang="en-US"/>
          </a:p>
        </p:txBody>
      </p:sp>
      <p:graphicFrame>
        <p:nvGraphicFramePr>
          <p:cNvPr id="6" name="Table 5">
            <a:extLst>
              <a:ext uri="{FF2B5EF4-FFF2-40B4-BE49-F238E27FC236}">
                <a16:creationId xmlns:a16="http://schemas.microsoft.com/office/drawing/2014/main" id="{EDC81EDB-368D-358F-DFA0-D1B45BE9CA25}"/>
              </a:ext>
            </a:extLst>
          </p:cNvPr>
          <p:cNvGraphicFramePr>
            <a:graphicFrameLocks noGrp="1"/>
          </p:cNvGraphicFramePr>
          <p:nvPr/>
        </p:nvGraphicFramePr>
        <p:xfrm>
          <a:off x="219559" y="942813"/>
          <a:ext cx="11416191" cy="4979560"/>
        </p:xfrm>
        <a:graphic>
          <a:graphicData uri="http://schemas.openxmlformats.org/drawingml/2006/table">
            <a:tbl>
              <a:tblPr bandRow="1">
                <a:tableStyleId>{5C22544A-7EE6-4342-B048-85BDC9FD1C3A}</a:tableStyleId>
              </a:tblPr>
              <a:tblGrid>
                <a:gridCol w="3275137">
                  <a:extLst>
                    <a:ext uri="{9D8B030D-6E8A-4147-A177-3AD203B41FA5}">
                      <a16:colId xmlns:a16="http://schemas.microsoft.com/office/drawing/2014/main" val="186091046"/>
                    </a:ext>
                  </a:extLst>
                </a:gridCol>
                <a:gridCol w="2136637">
                  <a:extLst>
                    <a:ext uri="{9D8B030D-6E8A-4147-A177-3AD203B41FA5}">
                      <a16:colId xmlns:a16="http://schemas.microsoft.com/office/drawing/2014/main" val="3117377610"/>
                    </a:ext>
                  </a:extLst>
                </a:gridCol>
                <a:gridCol w="1865831">
                  <a:extLst>
                    <a:ext uri="{9D8B030D-6E8A-4147-A177-3AD203B41FA5}">
                      <a16:colId xmlns:a16="http://schemas.microsoft.com/office/drawing/2014/main" val="3215350239"/>
                    </a:ext>
                  </a:extLst>
                </a:gridCol>
                <a:gridCol w="1951289">
                  <a:extLst>
                    <a:ext uri="{9D8B030D-6E8A-4147-A177-3AD203B41FA5}">
                      <a16:colId xmlns:a16="http://schemas.microsoft.com/office/drawing/2014/main" val="3796951952"/>
                    </a:ext>
                  </a:extLst>
                </a:gridCol>
                <a:gridCol w="2187297">
                  <a:extLst>
                    <a:ext uri="{9D8B030D-6E8A-4147-A177-3AD203B41FA5}">
                      <a16:colId xmlns:a16="http://schemas.microsoft.com/office/drawing/2014/main" val="2464969728"/>
                    </a:ext>
                  </a:extLst>
                </a:gridCol>
              </a:tblGrid>
              <a:tr h="199146">
                <a:tc>
                  <a:txBody>
                    <a:bodyPr/>
                    <a:lstStyle/>
                    <a:p>
                      <a:pPr marL="0" indent="0" algn="ctr" fontAlgn="base">
                        <a:buNone/>
                      </a:pPr>
                      <a:r>
                        <a:rPr lang="en-US" sz="1000" b="1" i="0">
                          <a:solidFill>
                            <a:srgbClr val="000000"/>
                          </a:solidFill>
                          <a:effectLst/>
                          <a:latin typeface="Arial"/>
                        </a:rPr>
                        <a:t>Vendor</a:t>
                      </a:r>
                      <a:endParaRPr lang="en-US" b="1" i="0">
                        <a:solidFill>
                          <a:srgbClr val="000000"/>
                        </a:solidFill>
                        <a:effectLst/>
                        <a:latin typeface="Aria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40000"/>
                        <a:lumOff val="60000"/>
                      </a:schemeClr>
                    </a:solidFill>
                  </a:tcPr>
                </a:tc>
                <a:tc>
                  <a:txBody>
                    <a:bodyPr/>
                    <a:lstStyle/>
                    <a:p>
                      <a:pPr marL="0" indent="0" algn="ctr" fontAlgn="base">
                        <a:buNone/>
                      </a:pPr>
                      <a:r>
                        <a:rPr lang="en-US" sz="1000" b="1" i="0">
                          <a:solidFill>
                            <a:srgbClr val="000000"/>
                          </a:solidFill>
                          <a:effectLst/>
                          <a:latin typeface="Arial"/>
                        </a:rPr>
                        <a:t>Endpoint</a:t>
                      </a:r>
                      <a:endParaRPr lang="en-US" b="1" i="0">
                        <a:solidFill>
                          <a:srgbClr val="000000"/>
                        </a:solidFill>
                        <a:effectLst/>
                        <a:latin typeface="Aria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40000"/>
                        <a:lumOff val="60000"/>
                      </a:schemeClr>
                    </a:solidFill>
                  </a:tcPr>
                </a:tc>
                <a:tc>
                  <a:txBody>
                    <a:bodyPr/>
                    <a:lstStyle/>
                    <a:p>
                      <a:pPr marL="0" indent="0" algn="ctr" fontAlgn="base">
                        <a:buNone/>
                      </a:pPr>
                      <a:r>
                        <a:rPr lang="en-US" sz="1000" b="1" i="0">
                          <a:solidFill>
                            <a:srgbClr val="000000"/>
                          </a:solidFill>
                          <a:effectLst/>
                          <a:latin typeface="Arial"/>
                        </a:rPr>
                        <a:t>Network</a:t>
                      </a:r>
                      <a:endParaRPr lang="en-US" b="1" i="0">
                        <a:solidFill>
                          <a:srgbClr val="000000"/>
                        </a:solidFill>
                        <a:effectLst/>
                        <a:latin typeface="Aria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40000"/>
                        <a:lumOff val="60000"/>
                      </a:schemeClr>
                    </a:solidFill>
                  </a:tcPr>
                </a:tc>
                <a:tc>
                  <a:txBody>
                    <a:bodyPr/>
                    <a:lstStyle/>
                    <a:p>
                      <a:pPr marL="0" indent="0" algn="ctr" fontAlgn="base">
                        <a:buNone/>
                      </a:pPr>
                      <a:r>
                        <a:rPr lang="en-US" sz="1000" b="1" i="0">
                          <a:solidFill>
                            <a:srgbClr val="000000"/>
                          </a:solidFill>
                          <a:effectLst/>
                          <a:latin typeface="Arial"/>
                        </a:rPr>
                        <a:t>Data-centric</a:t>
                      </a:r>
                      <a:endParaRPr lang="en-US" b="1" i="0">
                        <a:solidFill>
                          <a:srgbClr val="000000"/>
                        </a:solidFill>
                        <a:effectLst/>
                        <a:latin typeface="Aria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40000"/>
                        <a:lumOff val="60000"/>
                      </a:schemeClr>
                    </a:solidFill>
                  </a:tcPr>
                </a:tc>
                <a:tc>
                  <a:txBody>
                    <a:bodyPr/>
                    <a:lstStyle/>
                    <a:p>
                      <a:pPr marL="0" indent="0" algn="ctr" fontAlgn="base">
                        <a:buNone/>
                      </a:pPr>
                      <a:r>
                        <a:rPr lang="en-US" sz="1000" b="1" i="0">
                          <a:solidFill>
                            <a:srgbClr val="000000"/>
                          </a:solidFill>
                          <a:effectLst/>
                          <a:latin typeface="Arial"/>
                        </a:rPr>
                        <a:t>AI</a:t>
                      </a:r>
                      <a:endParaRPr lang="en-US" b="1" i="0">
                        <a:solidFill>
                          <a:srgbClr val="000000"/>
                        </a:solidFill>
                        <a:effectLst/>
                        <a:latin typeface="Aria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40000"/>
                        <a:lumOff val="60000"/>
                      </a:schemeClr>
                    </a:solidFill>
                  </a:tcPr>
                </a:tc>
                <a:extLst>
                  <a:ext uri="{0D108BD9-81ED-4DB2-BD59-A6C34878D82A}">
                    <a16:rowId xmlns:a16="http://schemas.microsoft.com/office/drawing/2014/main" val="677165622"/>
                  </a:ext>
                </a:extLst>
              </a:tr>
              <a:tr h="415866">
                <a:tc>
                  <a:txBody>
                    <a:bodyPr/>
                    <a:lstStyle/>
                    <a:p>
                      <a:pPr marL="0" indent="0" algn="l" fontAlgn="base">
                        <a:buNone/>
                      </a:pPr>
                      <a:r>
                        <a:rPr lang="en-US" sz="1000" b="1" i="0">
                          <a:solidFill>
                            <a:srgbClr val="000000"/>
                          </a:solidFill>
                          <a:effectLst/>
                          <a:latin typeface="Arial"/>
                        </a:rPr>
                        <a:t>Symantec (Broadcom)</a:t>
                      </a:r>
                      <a:endParaRPr lang="en-US" b="1" i="0">
                        <a:solidFill>
                          <a:srgbClr val="000000"/>
                        </a:solidFill>
                        <a:effectLst/>
                        <a:latin typeface="Aria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40000"/>
                        <a:lumOff val="60000"/>
                      </a:schemeClr>
                    </a:solidFill>
                  </a:tcPr>
                </a:tc>
                <a:tc>
                  <a:txBody>
                    <a:bodyPr/>
                    <a:lstStyle/>
                    <a:p>
                      <a:pPr marL="0" indent="0" algn="ctr" fontAlgn="base">
                        <a:buNone/>
                      </a:pPr>
                      <a:r>
                        <a:rPr lang="en-US" sz="1000" b="0" i="0">
                          <a:solidFill>
                            <a:srgbClr val="000000"/>
                          </a:solidFill>
                          <a:effectLst/>
                          <a:latin typeface="Arial"/>
                        </a:rPr>
                        <a:t>●</a:t>
                      </a:r>
                      <a:endParaRPr lang="en-US" b="0" i="0">
                        <a:solidFill>
                          <a:srgbClr val="000000"/>
                        </a:solidFill>
                        <a:effectLst/>
                        <a:latin typeface="Aria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indent="0" algn="ctr" fontAlgn="base">
                        <a:buNone/>
                      </a:pPr>
                      <a:r>
                        <a:rPr lang="en-US" sz="1000" b="0" i="0">
                          <a:solidFill>
                            <a:srgbClr val="000000"/>
                          </a:solidFill>
                          <a:effectLst/>
                          <a:latin typeface="Arial"/>
                        </a:rPr>
                        <a:t>●</a:t>
                      </a:r>
                      <a:endParaRPr lang="en-US" b="0" i="0">
                        <a:solidFill>
                          <a:srgbClr val="000000"/>
                        </a:solidFill>
                        <a:effectLst/>
                        <a:latin typeface="Aria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indent="0" algn="ctr" fontAlgn="base">
                        <a:buNone/>
                      </a:pPr>
                      <a:r>
                        <a:rPr lang="en-US" sz="1000" b="0" i="0">
                          <a:solidFill>
                            <a:srgbClr val="000000"/>
                          </a:solidFill>
                          <a:effectLst/>
                          <a:latin typeface="Arial"/>
                        </a:rPr>
                        <a:t>●</a:t>
                      </a:r>
                      <a:endParaRPr lang="en-US" b="0" i="0">
                        <a:solidFill>
                          <a:srgbClr val="000000"/>
                        </a:solidFill>
                        <a:effectLst/>
                        <a:latin typeface="Aria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indent="0" algn="ctr" fontAlgn="base">
                        <a:buNone/>
                      </a:pPr>
                      <a:r>
                        <a:rPr lang="en-US" sz="1000" b="0" i="0">
                          <a:solidFill>
                            <a:srgbClr val="000000"/>
                          </a:solidFill>
                          <a:effectLst/>
                          <a:latin typeface="Arial"/>
                        </a:rPr>
                        <a:t>◐</a:t>
                      </a:r>
                      <a:endParaRPr lang="en-US" b="0" i="0">
                        <a:solidFill>
                          <a:srgbClr val="000000"/>
                        </a:solidFill>
                        <a:effectLst/>
                        <a:latin typeface="Aria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544842346"/>
                  </a:ext>
                </a:extLst>
              </a:tr>
              <a:tr h="363150">
                <a:tc>
                  <a:txBody>
                    <a:bodyPr/>
                    <a:lstStyle/>
                    <a:p>
                      <a:pPr marL="0" indent="0" algn="l" fontAlgn="base">
                        <a:buNone/>
                      </a:pPr>
                      <a:r>
                        <a:rPr lang="en-US" sz="1000" b="1" i="0">
                          <a:solidFill>
                            <a:srgbClr val="000000"/>
                          </a:solidFill>
                          <a:effectLst/>
                          <a:latin typeface="Arial"/>
                        </a:rPr>
                        <a:t>Forcepoint</a:t>
                      </a:r>
                      <a:endParaRPr lang="en-US" b="1" i="0">
                        <a:solidFill>
                          <a:srgbClr val="000000"/>
                        </a:solidFill>
                        <a:effectLst/>
                        <a:latin typeface="Aria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40000"/>
                        <a:lumOff val="60000"/>
                      </a:schemeClr>
                    </a:solidFill>
                  </a:tcPr>
                </a:tc>
                <a:tc>
                  <a:txBody>
                    <a:bodyPr/>
                    <a:lstStyle/>
                    <a:p>
                      <a:pPr marL="0" indent="0" algn="ctr" fontAlgn="base">
                        <a:buNone/>
                      </a:pPr>
                      <a:r>
                        <a:rPr lang="en-US" sz="1000" b="0" i="0">
                          <a:solidFill>
                            <a:srgbClr val="000000"/>
                          </a:solidFill>
                          <a:effectLst/>
                          <a:latin typeface="Arial"/>
                        </a:rPr>
                        <a:t>●</a:t>
                      </a:r>
                      <a:endParaRPr lang="en-US" b="0" i="0">
                        <a:solidFill>
                          <a:srgbClr val="000000"/>
                        </a:solidFill>
                        <a:effectLst/>
                        <a:latin typeface="Aria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indent="0" algn="ctr" fontAlgn="base">
                        <a:buNone/>
                      </a:pPr>
                      <a:r>
                        <a:rPr lang="en-US" sz="1000" b="0" i="0">
                          <a:solidFill>
                            <a:srgbClr val="000000"/>
                          </a:solidFill>
                          <a:effectLst/>
                          <a:latin typeface="Arial"/>
                        </a:rPr>
                        <a:t>●</a:t>
                      </a:r>
                      <a:endParaRPr lang="en-US" b="0" i="0">
                        <a:solidFill>
                          <a:srgbClr val="000000"/>
                        </a:solidFill>
                        <a:effectLst/>
                        <a:latin typeface="Aria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indent="0" algn="ctr" fontAlgn="base">
                        <a:buNone/>
                      </a:pPr>
                      <a:r>
                        <a:rPr lang="en-US" sz="1000" b="0" i="0">
                          <a:solidFill>
                            <a:srgbClr val="000000"/>
                          </a:solidFill>
                          <a:effectLst/>
                          <a:latin typeface="Arial"/>
                        </a:rPr>
                        <a:t>●</a:t>
                      </a:r>
                      <a:endParaRPr lang="en-US" b="0" i="0">
                        <a:solidFill>
                          <a:srgbClr val="000000"/>
                        </a:solidFill>
                        <a:effectLst/>
                        <a:latin typeface="Aria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indent="0" algn="ctr" fontAlgn="base">
                        <a:buNone/>
                      </a:pPr>
                      <a:r>
                        <a:rPr lang="en-US" sz="1000" b="0" i="0">
                          <a:solidFill>
                            <a:srgbClr val="000000"/>
                          </a:solidFill>
                          <a:effectLst/>
                          <a:latin typeface="Arial"/>
                        </a:rPr>
                        <a:t>?</a:t>
                      </a:r>
                      <a:endParaRPr lang="en-US" b="0" i="0">
                        <a:solidFill>
                          <a:srgbClr val="000000"/>
                        </a:solidFill>
                        <a:effectLst/>
                        <a:latin typeface="Aria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725674780"/>
                  </a:ext>
                </a:extLst>
              </a:tr>
              <a:tr h="415866">
                <a:tc>
                  <a:txBody>
                    <a:bodyPr/>
                    <a:lstStyle/>
                    <a:p>
                      <a:pPr marL="0" indent="0" algn="l" fontAlgn="base">
                        <a:buNone/>
                      </a:pPr>
                      <a:r>
                        <a:rPr lang="en-US" sz="1000" b="1" i="0" err="1">
                          <a:solidFill>
                            <a:srgbClr val="000000"/>
                          </a:solidFill>
                          <a:effectLst/>
                          <a:latin typeface="Arial"/>
                        </a:rPr>
                        <a:t>Trellix</a:t>
                      </a:r>
                      <a:r>
                        <a:rPr lang="en-US" sz="1000" b="1" i="0">
                          <a:solidFill>
                            <a:srgbClr val="000000"/>
                          </a:solidFill>
                          <a:effectLst/>
                          <a:latin typeface="Arial"/>
                        </a:rPr>
                        <a:t> (formerly McAfee)</a:t>
                      </a:r>
                      <a:endParaRPr lang="en-US" b="1" i="0">
                        <a:solidFill>
                          <a:srgbClr val="000000"/>
                        </a:solidFill>
                        <a:effectLst/>
                        <a:latin typeface="Aria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40000"/>
                        <a:lumOff val="60000"/>
                      </a:schemeClr>
                    </a:solidFill>
                  </a:tcPr>
                </a:tc>
                <a:tc>
                  <a:txBody>
                    <a:bodyPr/>
                    <a:lstStyle/>
                    <a:p>
                      <a:pPr marL="0" indent="0" algn="ctr" fontAlgn="base">
                        <a:buNone/>
                      </a:pPr>
                      <a:r>
                        <a:rPr lang="en-US" sz="1000" b="0" i="0">
                          <a:solidFill>
                            <a:srgbClr val="000000"/>
                          </a:solidFill>
                          <a:effectLst/>
                          <a:latin typeface="Arial"/>
                        </a:rPr>
                        <a:t>●</a:t>
                      </a:r>
                      <a:endParaRPr lang="en-US" b="0" i="0">
                        <a:solidFill>
                          <a:srgbClr val="000000"/>
                        </a:solidFill>
                        <a:effectLst/>
                        <a:latin typeface="Aria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indent="0" algn="ctr" fontAlgn="base">
                        <a:buNone/>
                      </a:pPr>
                      <a:r>
                        <a:rPr lang="en-US" sz="1000" b="0" i="0">
                          <a:solidFill>
                            <a:srgbClr val="000000"/>
                          </a:solidFill>
                          <a:effectLst/>
                          <a:latin typeface="Arial"/>
                        </a:rPr>
                        <a:t>●</a:t>
                      </a:r>
                      <a:endParaRPr lang="en-US" b="0" i="0">
                        <a:solidFill>
                          <a:srgbClr val="000000"/>
                        </a:solidFill>
                        <a:effectLst/>
                        <a:latin typeface="Aria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indent="0" algn="ctr" fontAlgn="base">
                        <a:buNone/>
                      </a:pPr>
                      <a:r>
                        <a:rPr lang="en-US" sz="1000" b="0" i="0">
                          <a:solidFill>
                            <a:srgbClr val="000000"/>
                          </a:solidFill>
                          <a:effectLst/>
                          <a:latin typeface="Arial"/>
                        </a:rPr>
                        <a:t>●</a:t>
                      </a:r>
                      <a:endParaRPr lang="en-US" b="0" i="0">
                        <a:solidFill>
                          <a:srgbClr val="000000"/>
                        </a:solidFill>
                        <a:effectLst/>
                        <a:latin typeface="Aria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indent="0" algn="ctr" fontAlgn="base">
                        <a:buNone/>
                      </a:pPr>
                      <a:r>
                        <a:rPr lang="en-US" sz="1000" b="0" i="0">
                          <a:solidFill>
                            <a:srgbClr val="000000"/>
                          </a:solidFill>
                          <a:effectLst/>
                          <a:latin typeface="Arial"/>
                        </a:rPr>
                        <a:t>◐</a:t>
                      </a:r>
                      <a:endParaRPr lang="en-US" b="0" i="0">
                        <a:solidFill>
                          <a:srgbClr val="000000"/>
                        </a:solidFill>
                        <a:effectLst/>
                        <a:latin typeface="Aria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401475658"/>
                  </a:ext>
                </a:extLst>
              </a:tr>
              <a:tr h="228433">
                <a:tc>
                  <a:txBody>
                    <a:bodyPr/>
                    <a:lstStyle/>
                    <a:p>
                      <a:pPr marL="0" indent="0" algn="l" fontAlgn="base">
                        <a:buNone/>
                      </a:pPr>
                      <a:r>
                        <a:rPr lang="en-US" sz="1000" b="1" i="0" err="1">
                          <a:solidFill>
                            <a:srgbClr val="000000"/>
                          </a:solidFill>
                          <a:effectLst/>
                          <a:latin typeface="Arial"/>
                        </a:rPr>
                        <a:t>Fortra</a:t>
                      </a:r>
                      <a:r>
                        <a:rPr lang="en-US" sz="1000" b="1" i="0">
                          <a:solidFill>
                            <a:srgbClr val="000000"/>
                          </a:solidFill>
                          <a:effectLst/>
                          <a:latin typeface="Arial"/>
                        </a:rPr>
                        <a:t> Digital Guardian</a:t>
                      </a:r>
                      <a:endParaRPr lang="en-US" b="1" i="0">
                        <a:solidFill>
                          <a:srgbClr val="000000"/>
                        </a:solidFill>
                        <a:effectLst/>
                        <a:latin typeface="Aria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40000"/>
                        <a:lumOff val="60000"/>
                      </a:schemeClr>
                    </a:solidFill>
                  </a:tcPr>
                </a:tc>
                <a:tc>
                  <a:txBody>
                    <a:bodyPr/>
                    <a:lstStyle/>
                    <a:p>
                      <a:pPr marL="0" indent="0" algn="ctr" fontAlgn="base">
                        <a:buNone/>
                      </a:pPr>
                      <a:r>
                        <a:rPr lang="en-US" sz="1000" b="0" i="0">
                          <a:solidFill>
                            <a:srgbClr val="000000"/>
                          </a:solidFill>
                          <a:effectLst/>
                          <a:latin typeface="Arial"/>
                        </a:rPr>
                        <a:t>●</a:t>
                      </a:r>
                      <a:endParaRPr lang="en-US" b="0" i="0">
                        <a:solidFill>
                          <a:srgbClr val="000000"/>
                        </a:solidFill>
                        <a:effectLst/>
                        <a:latin typeface="Aria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indent="0" algn="ctr" fontAlgn="base">
                        <a:buNone/>
                      </a:pPr>
                      <a:r>
                        <a:rPr lang="en-US" sz="1000" b="0" i="0">
                          <a:solidFill>
                            <a:srgbClr val="000000"/>
                          </a:solidFill>
                          <a:effectLst/>
                          <a:latin typeface="Arial"/>
                        </a:rPr>
                        <a:t>●</a:t>
                      </a:r>
                      <a:endParaRPr lang="en-US" b="0" i="0">
                        <a:solidFill>
                          <a:srgbClr val="000000"/>
                        </a:solidFill>
                        <a:effectLst/>
                        <a:latin typeface="Aria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indent="0" algn="ctr" fontAlgn="base">
                        <a:buNone/>
                      </a:pPr>
                      <a:r>
                        <a:rPr lang="en-US" sz="1000" b="0" i="0">
                          <a:solidFill>
                            <a:srgbClr val="000000"/>
                          </a:solidFill>
                          <a:effectLst/>
                          <a:latin typeface="Arial"/>
                        </a:rPr>
                        <a:t>◐</a:t>
                      </a:r>
                      <a:endParaRPr lang="en-US" b="0" i="0">
                        <a:solidFill>
                          <a:srgbClr val="000000"/>
                        </a:solidFill>
                        <a:effectLst/>
                        <a:latin typeface="Aria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indent="0" algn="ctr" fontAlgn="base">
                        <a:buNone/>
                      </a:pPr>
                      <a:r>
                        <a:rPr lang="en-US" sz="1000" b="0" i="0">
                          <a:solidFill>
                            <a:srgbClr val="000000"/>
                          </a:solidFill>
                          <a:effectLst/>
                          <a:latin typeface="Arial"/>
                        </a:rPr>
                        <a:t>?</a:t>
                      </a:r>
                      <a:endParaRPr lang="en-US" b="0" i="0">
                        <a:solidFill>
                          <a:srgbClr val="000000"/>
                        </a:solidFill>
                        <a:effectLst/>
                        <a:latin typeface="Aria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603673029"/>
                  </a:ext>
                </a:extLst>
              </a:tr>
              <a:tr h="251862">
                <a:tc>
                  <a:txBody>
                    <a:bodyPr/>
                    <a:lstStyle/>
                    <a:p>
                      <a:pPr marL="0" indent="0" algn="l" fontAlgn="base">
                        <a:buNone/>
                      </a:pPr>
                      <a:r>
                        <a:rPr lang="en-US" sz="1000" b="1" i="0">
                          <a:solidFill>
                            <a:srgbClr val="000000"/>
                          </a:solidFill>
                          <a:effectLst/>
                          <a:latin typeface="Arial"/>
                        </a:rPr>
                        <a:t>Proofpoint</a:t>
                      </a:r>
                      <a:endParaRPr lang="en-US" b="1" i="0">
                        <a:solidFill>
                          <a:srgbClr val="000000"/>
                        </a:solidFill>
                        <a:effectLst/>
                        <a:latin typeface="Aria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40000"/>
                        <a:lumOff val="60000"/>
                      </a:schemeClr>
                    </a:solidFill>
                  </a:tcPr>
                </a:tc>
                <a:tc>
                  <a:txBody>
                    <a:bodyPr/>
                    <a:lstStyle/>
                    <a:p>
                      <a:pPr marL="0" indent="0" algn="ctr" fontAlgn="base">
                        <a:buNone/>
                      </a:pPr>
                      <a:r>
                        <a:rPr lang="en-US" sz="1000" b="0" i="0">
                          <a:solidFill>
                            <a:srgbClr val="000000"/>
                          </a:solidFill>
                          <a:effectLst/>
                          <a:latin typeface="Arial"/>
                        </a:rPr>
                        <a:t>●</a:t>
                      </a:r>
                      <a:endParaRPr lang="en-US" b="0" i="0">
                        <a:solidFill>
                          <a:srgbClr val="000000"/>
                        </a:solidFill>
                        <a:effectLst/>
                        <a:latin typeface="Aria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indent="0" algn="ctr" fontAlgn="base">
                        <a:buNone/>
                      </a:pPr>
                      <a:r>
                        <a:rPr lang="en-US" sz="1000" b="0" i="0">
                          <a:solidFill>
                            <a:srgbClr val="000000"/>
                          </a:solidFill>
                          <a:effectLst/>
                          <a:latin typeface="Arial"/>
                        </a:rPr>
                        <a:t>●</a:t>
                      </a:r>
                      <a:endParaRPr lang="en-US" b="0" i="0">
                        <a:solidFill>
                          <a:srgbClr val="000000"/>
                        </a:solidFill>
                        <a:effectLst/>
                        <a:latin typeface="Aria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indent="0" algn="ctr" fontAlgn="base">
                        <a:buNone/>
                      </a:pPr>
                      <a:r>
                        <a:rPr lang="en-US" sz="1000" b="0" i="0">
                          <a:solidFill>
                            <a:srgbClr val="000000"/>
                          </a:solidFill>
                          <a:effectLst/>
                          <a:latin typeface="Arial"/>
                        </a:rPr>
                        <a:t>●</a:t>
                      </a:r>
                      <a:endParaRPr lang="en-US" b="0" i="0">
                        <a:solidFill>
                          <a:srgbClr val="000000"/>
                        </a:solidFill>
                        <a:effectLst/>
                        <a:latin typeface="Aria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indent="0" algn="ctr" fontAlgn="base">
                        <a:buNone/>
                      </a:pPr>
                      <a:r>
                        <a:rPr lang="en-US" sz="1000" b="0" i="0">
                          <a:solidFill>
                            <a:srgbClr val="000000"/>
                          </a:solidFill>
                          <a:effectLst/>
                          <a:latin typeface="Arial"/>
                        </a:rPr>
                        <a:t>?</a:t>
                      </a:r>
                      <a:endParaRPr lang="en-US" b="0" i="0">
                        <a:solidFill>
                          <a:srgbClr val="000000"/>
                        </a:solidFill>
                        <a:effectLst/>
                        <a:latin typeface="Aria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873590365"/>
                  </a:ext>
                </a:extLst>
              </a:tr>
              <a:tr h="480295">
                <a:tc>
                  <a:txBody>
                    <a:bodyPr/>
                    <a:lstStyle/>
                    <a:p>
                      <a:pPr marL="0" indent="0" algn="l" fontAlgn="base">
                        <a:buNone/>
                      </a:pPr>
                      <a:r>
                        <a:rPr lang="en-US" sz="1000" b="1" i="0">
                          <a:solidFill>
                            <a:srgbClr val="000000"/>
                          </a:solidFill>
                          <a:effectLst/>
                          <a:latin typeface="Arial"/>
                        </a:rPr>
                        <a:t>Microsoft Purview</a:t>
                      </a:r>
                      <a:endParaRPr lang="en-US" b="1" i="0">
                        <a:solidFill>
                          <a:srgbClr val="000000"/>
                        </a:solidFill>
                        <a:effectLst/>
                        <a:latin typeface="Aria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40000"/>
                        <a:lumOff val="60000"/>
                      </a:schemeClr>
                    </a:solidFill>
                  </a:tcPr>
                </a:tc>
                <a:tc>
                  <a:txBody>
                    <a:bodyPr/>
                    <a:lstStyle/>
                    <a:p>
                      <a:pPr marL="0" indent="0" algn="ctr" fontAlgn="base">
                        <a:buNone/>
                      </a:pPr>
                      <a:r>
                        <a:rPr lang="en-US" sz="1000" b="0" i="0">
                          <a:solidFill>
                            <a:srgbClr val="000000"/>
                          </a:solidFill>
                          <a:effectLst/>
                          <a:latin typeface="Arial"/>
                        </a:rPr>
                        <a:t>◐</a:t>
                      </a:r>
                      <a:endParaRPr lang="en-US" b="0" i="0">
                        <a:solidFill>
                          <a:srgbClr val="000000"/>
                        </a:solidFill>
                        <a:effectLst/>
                        <a:latin typeface="Aria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indent="0" algn="ctr" fontAlgn="base">
                        <a:buNone/>
                      </a:pPr>
                      <a:r>
                        <a:rPr lang="en-US" sz="1000" b="0" i="0">
                          <a:solidFill>
                            <a:srgbClr val="000000"/>
                          </a:solidFill>
                          <a:effectLst/>
                          <a:latin typeface="Arial"/>
                        </a:rPr>
                        <a:t>◐</a:t>
                      </a:r>
                      <a:endParaRPr lang="en-US" b="0" i="0">
                        <a:solidFill>
                          <a:srgbClr val="000000"/>
                        </a:solidFill>
                        <a:effectLst/>
                        <a:latin typeface="Aria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indent="0" algn="ctr" fontAlgn="base">
                        <a:buNone/>
                      </a:pPr>
                      <a:r>
                        <a:rPr lang="en-US" sz="1000" b="0" i="0">
                          <a:solidFill>
                            <a:srgbClr val="000000"/>
                          </a:solidFill>
                          <a:effectLst/>
                          <a:latin typeface="Arial"/>
                        </a:rPr>
                        <a:t>●</a:t>
                      </a:r>
                      <a:endParaRPr lang="en-US" b="0" i="0">
                        <a:solidFill>
                          <a:srgbClr val="000000"/>
                        </a:solidFill>
                        <a:effectLst/>
                        <a:latin typeface="Aria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indent="0" algn="ctr" fontAlgn="base">
                        <a:buNone/>
                      </a:pPr>
                      <a:r>
                        <a:rPr lang="en-US" sz="1000" b="0" i="0">
                          <a:solidFill>
                            <a:srgbClr val="000000"/>
                          </a:solidFill>
                          <a:effectLst/>
                          <a:latin typeface="Arial"/>
                        </a:rPr>
                        <a:t>●</a:t>
                      </a:r>
                      <a:endParaRPr lang="en-US" b="0" i="0">
                        <a:solidFill>
                          <a:srgbClr val="000000"/>
                        </a:solidFill>
                        <a:effectLst/>
                        <a:latin typeface="Aria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098810185"/>
                  </a:ext>
                </a:extLst>
              </a:tr>
              <a:tr h="304577">
                <a:tc>
                  <a:txBody>
                    <a:bodyPr/>
                    <a:lstStyle/>
                    <a:p>
                      <a:pPr marL="0" indent="0" algn="l" fontAlgn="base">
                        <a:buNone/>
                      </a:pPr>
                      <a:r>
                        <a:rPr lang="en-US" sz="1000" b="1" i="0">
                          <a:solidFill>
                            <a:srgbClr val="000000"/>
                          </a:solidFill>
                          <a:effectLst/>
                          <a:latin typeface="Arial"/>
                        </a:rPr>
                        <a:t>Netskope</a:t>
                      </a:r>
                      <a:endParaRPr lang="en-US" b="1" i="0">
                        <a:solidFill>
                          <a:srgbClr val="000000"/>
                        </a:solidFill>
                        <a:effectLst/>
                        <a:latin typeface="Aria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40000"/>
                        <a:lumOff val="60000"/>
                      </a:schemeClr>
                    </a:solidFill>
                  </a:tcPr>
                </a:tc>
                <a:tc>
                  <a:txBody>
                    <a:bodyPr/>
                    <a:lstStyle/>
                    <a:p>
                      <a:pPr marL="0" indent="0" algn="ctr" fontAlgn="base">
                        <a:buNone/>
                      </a:pPr>
                      <a:r>
                        <a:rPr lang="en-US" sz="1000" b="0" i="0">
                          <a:solidFill>
                            <a:srgbClr val="000000"/>
                          </a:solidFill>
                          <a:effectLst/>
                          <a:latin typeface="Arial"/>
                        </a:rPr>
                        <a:t>◐</a:t>
                      </a:r>
                      <a:endParaRPr lang="en-US" b="0" i="0">
                        <a:solidFill>
                          <a:srgbClr val="000000"/>
                        </a:solidFill>
                        <a:effectLst/>
                        <a:latin typeface="Aria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indent="0" algn="ctr" fontAlgn="base">
                        <a:buNone/>
                      </a:pPr>
                      <a:r>
                        <a:rPr lang="en-US" sz="1000" b="0" i="0">
                          <a:solidFill>
                            <a:srgbClr val="000000"/>
                          </a:solidFill>
                          <a:effectLst/>
                          <a:latin typeface="Arial"/>
                        </a:rPr>
                        <a:t>●</a:t>
                      </a:r>
                      <a:endParaRPr lang="en-US" b="0" i="0">
                        <a:solidFill>
                          <a:srgbClr val="000000"/>
                        </a:solidFill>
                        <a:effectLst/>
                        <a:latin typeface="Aria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indent="0" algn="ctr" fontAlgn="base">
                        <a:buNone/>
                      </a:pPr>
                      <a:r>
                        <a:rPr lang="en-US" sz="1000" b="0" i="0">
                          <a:solidFill>
                            <a:srgbClr val="000000"/>
                          </a:solidFill>
                          <a:effectLst/>
                          <a:latin typeface="Arial"/>
                        </a:rPr>
                        <a:t>●</a:t>
                      </a:r>
                      <a:endParaRPr lang="en-US" b="0" i="0">
                        <a:solidFill>
                          <a:srgbClr val="000000"/>
                        </a:solidFill>
                        <a:effectLst/>
                        <a:latin typeface="Aria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indent="0" algn="ctr" fontAlgn="base">
                        <a:buNone/>
                      </a:pPr>
                      <a:r>
                        <a:rPr lang="en-US" sz="1000" b="0" i="0">
                          <a:solidFill>
                            <a:srgbClr val="000000"/>
                          </a:solidFill>
                          <a:effectLst/>
                          <a:latin typeface="Arial"/>
                        </a:rPr>
                        <a:t>●</a:t>
                      </a:r>
                      <a:endParaRPr lang="en-US" b="0" i="0">
                        <a:solidFill>
                          <a:srgbClr val="000000"/>
                        </a:solidFill>
                        <a:effectLst/>
                        <a:latin typeface="Aria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811778366"/>
                  </a:ext>
                </a:extLst>
              </a:tr>
              <a:tr h="304577">
                <a:tc>
                  <a:txBody>
                    <a:bodyPr/>
                    <a:lstStyle/>
                    <a:p>
                      <a:pPr marL="0" indent="0" algn="l" fontAlgn="base">
                        <a:buNone/>
                      </a:pPr>
                      <a:r>
                        <a:rPr lang="en-US" sz="1000" b="1" i="0">
                          <a:solidFill>
                            <a:srgbClr val="000000"/>
                          </a:solidFill>
                          <a:effectLst/>
                          <a:latin typeface="Arial"/>
                        </a:rPr>
                        <a:t>Zscaler</a:t>
                      </a:r>
                      <a:endParaRPr lang="en-US" b="1" i="0">
                        <a:solidFill>
                          <a:srgbClr val="000000"/>
                        </a:solidFill>
                        <a:effectLst/>
                        <a:latin typeface="Aria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40000"/>
                        <a:lumOff val="60000"/>
                      </a:schemeClr>
                    </a:solidFill>
                  </a:tcPr>
                </a:tc>
                <a:tc>
                  <a:txBody>
                    <a:bodyPr/>
                    <a:lstStyle/>
                    <a:p>
                      <a:pPr marL="0" indent="0" algn="ctr" fontAlgn="base">
                        <a:buNone/>
                      </a:pPr>
                      <a:r>
                        <a:rPr lang="en-US" sz="1000" b="0" i="0">
                          <a:solidFill>
                            <a:srgbClr val="000000"/>
                          </a:solidFill>
                          <a:effectLst/>
                          <a:latin typeface="Arial"/>
                        </a:rPr>
                        <a:t>◐</a:t>
                      </a:r>
                      <a:endParaRPr lang="en-US" b="0" i="0">
                        <a:solidFill>
                          <a:srgbClr val="000000"/>
                        </a:solidFill>
                        <a:effectLst/>
                        <a:latin typeface="Aria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indent="0" algn="ctr" fontAlgn="base">
                        <a:buNone/>
                      </a:pPr>
                      <a:r>
                        <a:rPr lang="en-US" sz="1000" b="0" i="0">
                          <a:solidFill>
                            <a:srgbClr val="000000"/>
                          </a:solidFill>
                          <a:effectLst/>
                          <a:latin typeface="Arial"/>
                        </a:rPr>
                        <a:t>●</a:t>
                      </a:r>
                      <a:endParaRPr lang="en-US" b="0" i="0">
                        <a:solidFill>
                          <a:srgbClr val="000000"/>
                        </a:solidFill>
                        <a:effectLst/>
                        <a:latin typeface="Aria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indent="0" algn="ctr" fontAlgn="base">
                        <a:buNone/>
                      </a:pPr>
                      <a:r>
                        <a:rPr lang="en-US" sz="1000" b="0" i="0">
                          <a:solidFill>
                            <a:srgbClr val="000000"/>
                          </a:solidFill>
                          <a:effectLst/>
                          <a:latin typeface="Arial"/>
                        </a:rPr>
                        <a:t>●</a:t>
                      </a:r>
                      <a:endParaRPr lang="en-US" b="0" i="0">
                        <a:solidFill>
                          <a:srgbClr val="000000"/>
                        </a:solidFill>
                        <a:effectLst/>
                        <a:latin typeface="Aria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indent="0" algn="ctr" fontAlgn="base">
                        <a:buNone/>
                      </a:pPr>
                      <a:r>
                        <a:rPr lang="en-US" sz="1000" b="0" i="0">
                          <a:solidFill>
                            <a:srgbClr val="000000"/>
                          </a:solidFill>
                          <a:effectLst/>
                          <a:latin typeface="Arial"/>
                        </a:rPr>
                        <a:t>●</a:t>
                      </a:r>
                      <a:endParaRPr lang="en-US" b="0" i="0">
                        <a:solidFill>
                          <a:srgbClr val="000000"/>
                        </a:solidFill>
                        <a:effectLst/>
                        <a:latin typeface="Aria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281702877"/>
                  </a:ext>
                </a:extLst>
              </a:tr>
              <a:tr h="251862">
                <a:tc>
                  <a:txBody>
                    <a:bodyPr/>
                    <a:lstStyle/>
                    <a:p>
                      <a:pPr marL="0" indent="0" algn="l" fontAlgn="base">
                        <a:buNone/>
                      </a:pPr>
                      <a:r>
                        <a:rPr lang="en-US" sz="1000" b="1" i="0">
                          <a:solidFill>
                            <a:srgbClr val="000000"/>
                          </a:solidFill>
                          <a:effectLst/>
                          <a:latin typeface="Arial"/>
                        </a:rPr>
                        <a:t>Palo Alto Networks</a:t>
                      </a:r>
                      <a:endParaRPr lang="en-US" b="1" i="0">
                        <a:solidFill>
                          <a:srgbClr val="000000"/>
                        </a:solidFill>
                        <a:effectLst/>
                        <a:latin typeface="Aria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40000"/>
                        <a:lumOff val="60000"/>
                      </a:schemeClr>
                    </a:solidFill>
                  </a:tcPr>
                </a:tc>
                <a:tc>
                  <a:txBody>
                    <a:bodyPr/>
                    <a:lstStyle/>
                    <a:p>
                      <a:pPr marL="0" indent="0" algn="ctr" fontAlgn="base">
                        <a:buNone/>
                      </a:pPr>
                      <a:r>
                        <a:rPr lang="en-US" sz="1000" b="0" i="0">
                          <a:solidFill>
                            <a:srgbClr val="000000"/>
                          </a:solidFill>
                          <a:effectLst/>
                          <a:latin typeface="Arial"/>
                        </a:rPr>
                        <a:t>◐</a:t>
                      </a:r>
                      <a:endParaRPr lang="en-US" b="0" i="0">
                        <a:solidFill>
                          <a:srgbClr val="000000"/>
                        </a:solidFill>
                        <a:effectLst/>
                        <a:latin typeface="Aria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indent="0" algn="ctr" fontAlgn="base">
                        <a:buNone/>
                      </a:pPr>
                      <a:r>
                        <a:rPr lang="en-US" sz="1000" b="0" i="0">
                          <a:solidFill>
                            <a:srgbClr val="000000"/>
                          </a:solidFill>
                          <a:effectLst/>
                          <a:latin typeface="Arial"/>
                        </a:rPr>
                        <a:t>●</a:t>
                      </a:r>
                      <a:endParaRPr lang="en-US" b="0" i="0">
                        <a:solidFill>
                          <a:srgbClr val="000000"/>
                        </a:solidFill>
                        <a:effectLst/>
                        <a:latin typeface="Aria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indent="0" algn="ctr" fontAlgn="base">
                        <a:buNone/>
                      </a:pPr>
                      <a:r>
                        <a:rPr lang="en-US" sz="1000" b="0" i="0">
                          <a:solidFill>
                            <a:srgbClr val="000000"/>
                          </a:solidFill>
                          <a:effectLst/>
                          <a:latin typeface="Arial"/>
                        </a:rPr>
                        <a:t>◐</a:t>
                      </a:r>
                      <a:endParaRPr lang="en-US" b="0" i="0">
                        <a:solidFill>
                          <a:srgbClr val="000000"/>
                        </a:solidFill>
                        <a:effectLst/>
                        <a:latin typeface="Aria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indent="0" algn="ctr" fontAlgn="base">
                        <a:buNone/>
                      </a:pPr>
                      <a:r>
                        <a:rPr lang="en-US" sz="1000" b="0" i="0">
                          <a:solidFill>
                            <a:srgbClr val="000000"/>
                          </a:solidFill>
                          <a:effectLst/>
                          <a:latin typeface="Arial"/>
                        </a:rPr>
                        <a:t>?</a:t>
                      </a:r>
                      <a:endParaRPr lang="en-US" b="0" i="0">
                        <a:solidFill>
                          <a:srgbClr val="000000"/>
                        </a:solidFill>
                        <a:effectLst/>
                        <a:latin typeface="Aria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681028106"/>
                  </a:ext>
                </a:extLst>
              </a:tr>
              <a:tr h="251862">
                <a:tc>
                  <a:txBody>
                    <a:bodyPr/>
                    <a:lstStyle/>
                    <a:p>
                      <a:pPr marL="0" indent="0" algn="l" fontAlgn="base">
                        <a:buNone/>
                      </a:pPr>
                      <a:r>
                        <a:rPr lang="en-US" sz="1000" b="1" i="0" err="1">
                          <a:solidFill>
                            <a:srgbClr val="000000"/>
                          </a:solidFill>
                          <a:effectLst/>
                          <a:latin typeface="Arial"/>
                        </a:rPr>
                        <a:t>Cyberhaven</a:t>
                      </a:r>
                      <a:endParaRPr lang="en-US" b="1" i="0">
                        <a:solidFill>
                          <a:srgbClr val="000000"/>
                        </a:solidFill>
                        <a:effectLst/>
                        <a:latin typeface="Aria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40000"/>
                        <a:lumOff val="60000"/>
                      </a:schemeClr>
                    </a:solidFill>
                  </a:tcPr>
                </a:tc>
                <a:tc>
                  <a:txBody>
                    <a:bodyPr/>
                    <a:lstStyle/>
                    <a:p>
                      <a:pPr marL="0" indent="0" algn="ctr" fontAlgn="base">
                        <a:buNone/>
                      </a:pPr>
                      <a:r>
                        <a:rPr lang="en-US" sz="1000" b="0" i="0">
                          <a:solidFill>
                            <a:srgbClr val="000000"/>
                          </a:solidFill>
                          <a:effectLst/>
                          <a:latin typeface="Arial"/>
                        </a:rPr>
                        <a:t>●</a:t>
                      </a:r>
                      <a:endParaRPr lang="en-US" b="0" i="0">
                        <a:solidFill>
                          <a:srgbClr val="000000"/>
                        </a:solidFill>
                        <a:effectLst/>
                        <a:latin typeface="Aria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indent="0" algn="ctr" fontAlgn="base">
                        <a:buNone/>
                      </a:pPr>
                      <a:r>
                        <a:rPr lang="en-US" sz="1000" b="0" i="0">
                          <a:solidFill>
                            <a:srgbClr val="000000"/>
                          </a:solidFill>
                          <a:effectLst/>
                          <a:latin typeface="Arial"/>
                        </a:rPr>
                        <a:t>◐</a:t>
                      </a:r>
                      <a:endParaRPr lang="en-US" b="0" i="0">
                        <a:solidFill>
                          <a:srgbClr val="000000"/>
                        </a:solidFill>
                        <a:effectLst/>
                        <a:latin typeface="Aria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indent="0" algn="ctr" fontAlgn="base">
                        <a:buNone/>
                      </a:pPr>
                      <a:r>
                        <a:rPr lang="en-US" sz="1000" b="0" i="0">
                          <a:solidFill>
                            <a:srgbClr val="000000"/>
                          </a:solidFill>
                          <a:effectLst/>
                          <a:latin typeface="Arial"/>
                        </a:rPr>
                        <a:t>●</a:t>
                      </a:r>
                      <a:endParaRPr lang="en-US" b="0" i="0">
                        <a:solidFill>
                          <a:srgbClr val="000000"/>
                        </a:solidFill>
                        <a:effectLst/>
                        <a:latin typeface="Aria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indent="0" algn="ctr" fontAlgn="base">
                        <a:buNone/>
                      </a:pPr>
                      <a:r>
                        <a:rPr lang="en-US" sz="1000" b="0" i="0">
                          <a:solidFill>
                            <a:srgbClr val="000000"/>
                          </a:solidFill>
                          <a:effectLst/>
                          <a:latin typeface="Arial"/>
                        </a:rPr>
                        <a:t>●</a:t>
                      </a:r>
                      <a:endParaRPr lang="en-US" b="0" i="0">
                        <a:solidFill>
                          <a:srgbClr val="000000"/>
                        </a:solidFill>
                        <a:effectLst/>
                        <a:latin typeface="Aria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034247622"/>
                  </a:ext>
                </a:extLst>
              </a:tr>
              <a:tr h="304577">
                <a:tc>
                  <a:txBody>
                    <a:bodyPr/>
                    <a:lstStyle/>
                    <a:p>
                      <a:pPr marL="0" indent="0" algn="l" fontAlgn="base">
                        <a:buNone/>
                      </a:pPr>
                      <a:r>
                        <a:rPr lang="en-US" sz="1000" b="1" i="0">
                          <a:solidFill>
                            <a:srgbClr val="000000"/>
                          </a:solidFill>
                          <a:effectLst/>
                          <a:latin typeface="Arial"/>
                        </a:rPr>
                        <a:t>Nightfall AI</a:t>
                      </a:r>
                      <a:endParaRPr lang="en-US" b="1" i="0">
                        <a:solidFill>
                          <a:srgbClr val="000000"/>
                        </a:solidFill>
                        <a:effectLst/>
                        <a:latin typeface="Aria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40000"/>
                        <a:lumOff val="60000"/>
                      </a:schemeClr>
                    </a:solidFill>
                  </a:tcPr>
                </a:tc>
                <a:tc>
                  <a:txBody>
                    <a:bodyPr/>
                    <a:lstStyle/>
                    <a:p>
                      <a:pPr marL="0" indent="0" algn="ctr" fontAlgn="base">
                        <a:buNone/>
                      </a:pPr>
                      <a:r>
                        <a:rPr lang="en-US" sz="1000" b="0" i="0">
                          <a:solidFill>
                            <a:srgbClr val="000000"/>
                          </a:solidFill>
                          <a:effectLst/>
                          <a:latin typeface="Arial"/>
                        </a:rPr>
                        <a:t>◐</a:t>
                      </a:r>
                      <a:endParaRPr lang="en-US" b="0" i="0">
                        <a:solidFill>
                          <a:srgbClr val="000000"/>
                        </a:solidFill>
                        <a:effectLst/>
                        <a:latin typeface="Aria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indent="0" algn="ctr" fontAlgn="base">
                        <a:buNone/>
                      </a:pPr>
                      <a:r>
                        <a:rPr lang="en-US" sz="1000" b="0" i="0">
                          <a:solidFill>
                            <a:srgbClr val="000000"/>
                          </a:solidFill>
                          <a:effectLst/>
                          <a:latin typeface="Arial"/>
                        </a:rPr>
                        <a:t>◐</a:t>
                      </a:r>
                      <a:endParaRPr lang="en-US" b="0" i="0">
                        <a:solidFill>
                          <a:srgbClr val="000000"/>
                        </a:solidFill>
                        <a:effectLst/>
                        <a:latin typeface="Aria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indent="0" algn="ctr" fontAlgn="base">
                        <a:buNone/>
                      </a:pPr>
                      <a:r>
                        <a:rPr lang="en-US" sz="1000" b="0" i="0">
                          <a:solidFill>
                            <a:srgbClr val="000000"/>
                          </a:solidFill>
                          <a:effectLst/>
                          <a:latin typeface="Arial"/>
                        </a:rPr>
                        <a:t>◐</a:t>
                      </a:r>
                      <a:endParaRPr lang="en-US" b="0" i="0">
                        <a:solidFill>
                          <a:srgbClr val="000000"/>
                        </a:solidFill>
                        <a:effectLst/>
                        <a:latin typeface="Aria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indent="0" algn="ctr" fontAlgn="base">
                        <a:buNone/>
                      </a:pPr>
                      <a:r>
                        <a:rPr lang="en-US" sz="1000" b="0" i="0">
                          <a:solidFill>
                            <a:srgbClr val="000000"/>
                          </a:solidFill>
                          <a:effectLst/>
                          <a:latin typeface="Arial"/>
                        </a:rPr>
                        <a:t>●</a:t>
                      </a:r>
                      <a:endParaRPr lang="en-US" b="0" i="0">
                        <a:solidFill>
                          <a:srgbClr val="000000"/>
                        </a:solidFill>
                        <a:effectLst/>
                        <a:latin typeface="Aria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686118220"/>
                  </a:ext>
                </a:extLst>
              </a:tr>
              <a:tr h="415866">
                <a:tc>
                  <a:txBody>
                    <a:bodyPr/>
                    <a:lstStyle/>
                    <a:p>
                      <a:pPr marL="0" indent="0" algn="l" fontAlgn="base">
                        <a:buNone/>
                      </a:pPr>
                      <a:r>
                        <a:rPr lang="en-US" sz="1000" b="1" i="0">
                          <a:solidFill>
                            <a:srgbClr val="000000"/>
                          </a:solidFill>
                          <a:effectLst/>
                          <a:latin typeface="Arial"/>
                        </a:rPr>
                        <a:t>Mimecast </a:t>
                      </a:r>
                      <a:r>
                        <a:rPr lang="en-US" sz="1000" b="1" i="0" err="1">
                          <a:solidFill>
                            <a:srgbClr val="000000"/>
                          </a:solidFill>
                          <a:effectLst/>
                          <a:latin typeface="Arial"/>
                        </a:rPr>
                        <a:t>Incydr</a:t>
                      </a:r>
                      <a:r>
                        <a:rPr lang="en-US" sz="1000" b="1" i="0">
                          <a:solidFill>
                            <a:srgbClr val="000000"/>
                          </a:solidFill>
                          <a:effectLst/>
                          <a:latin typeface="Arial"/>
                        </a:rPr>
                        <a:t> (formerly Code42)</a:t>
                      </a:r>
                      <a:endParaRPr lang="en-US" b="1" i="0">
                        <a:solidFill>
                          <a:srgbClr val="000000"/>
                        </a:solidFill>
                        <a:effectLst/>
                        <a:latin typeface="Aria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40000"/>
                        <a:lumOff val="60000"/>
                      </a:schemeClr>
                    </a:solidFill>
                  </a:tcPr>
                </a:tc>
                <a:tc>
                  <a:txBody>
                    <a:bodyPr/>
                    <a:lstStyle/>
                    <a:p>
                      <a:pPr marL="0" indent="0" algn="ctr" fontAlgn="base">
                        <a:buNone/>
                      </a:pPr>
                      <a:r>
                        <a:rPr lang="en-US" sz="1000" b="0" i="0">
                          <a:solidFill>
                            <a:srgbClr val="000000"/>
                          </a:solidFill>
                          <a:effectLst/>
                          <a:latin typeface="Arial"/>
                        </a:rPr>
                        <a:t>●</a:t>
                      </a:r>
                      <a:endParaRPr lang="en-US" b="0" i="0">
                        <a:solidFill>
                          <a:srgbClr val="000000"/>
                        </a:solidFill>
                        <a:effectLst/>
                        <a:latin typeface="Aria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indent="0" algn="ctr" fontAlgn="base">
                        <a:buNone/>
                      </a:pPr>
                      <a:r>
                        <a:rPr lang="en-US" sz="1000" b="0" i="0">
                          <a:solidFill>
                            <a:srgbClr val="000000"/>
                          </a:solidFill>
                          <a:effectLst/>
                          <a:latin typeface="Arial"/>
                        </a:rPr>
                        <a:t>◐</a:t>
                      </a:r>
                      <a:endParaRPr lang="en-US" b="0" i="0">
                        <a:solidFill>
                          <a:srgbClr val="000000"/>
                        </a:solidFill>
                        <a:effectLst/>
                        <a:latin typeface="Aria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indent="0" algn="ctr" fontAlgn="base">
                        <a:buNone/>
                      </a:pPr>
                      <a:r>
                        <a:rPr lang="en-US" sz="1000" b="0" i="0">
                          <a:solidFill>
                            <a:srgbClr val="000000"/>
                          </a:solidFill>
                          <a:effectLst/>
                          <a:latin typeface="Arial"/>
                        </a:rPr>
                        <a:t>○</a:t>
                      </a:r>
                      <a:endParaRPr lang="en-US" b="0" i="0">
                        <a:solidFill>
                          <a:srgbClr val="000000"/>
                        </a:solidFill>
                        <a:effectLst/>
                        <a:latin typeface="Aria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indent="0" algn="ctr" fontAlgn="base">
                        <a:buNone/>
                      </a:pPr>
                      <a:r>
                        <a:rPr lang="en-US" sz="1000" b="0" i="0">
                          <a:solidFill>
                            <a:srgbClr val="000000"/>
                          </a:solidFill>
                          <a:effectLst/>
                          <a:latin typeface="Arial"/>
                        </a:rPr>
                        <a:t>◐</a:t>
                      </a:r>
                      <a:endParaRPr lang="en-US" b="0" i="0">
                        <a:solidFill>
                          <a:srgbClr val="000000"/>
                        </a:solidFill>
                        <a:effectLst/>
                        <a:latin typeface="Aria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07447831"/>
                  </a:ext>
                </a:extLst>
              </a:tr>
              <a:tr h="304577">
                <a:tc>
                  <a:txBody>
                    <a:bodyPr/>
                    <a:lstStyle/>
                    <a:p>
                      <a:pPr marL="0" indent="0" algn="l" fontAlgn="base">
                        <a:buNone/>
                      </a:pPr>
                      <a:r>
                        <a:rPr lang="en-US" sz="1000" b="1" i="0">
                          <a:solidFill>
                            <a:srgbClr val="000000"/>
                          </a:solidFill>
                          <a:effectLst/>
                          <a:latin typeface="Arial"/>
                        </a:rPr>
                        <a:t>Varonis (adjacent)</a:t>
                      </a:r>
                      <a:endParaRPr lang="en-US" b="1" i="0">
                        <a:solidFill>
                          <a:srgbClr val="000000"/>
                        </a:solidFill>
                        <a:effectLst/>
                        <a:latin typeface="Aria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40000"/>
                        <a:lumOff val="60000"/>
                      </a:schemeClr>
                    </a:solidFill>
                  </a:tcPr>
                </a:tc>
                <a:tc>
                  <a:txBody>
                    <a:bodyPr/>
                    <a:lstStyle/>
                    <a:p>
                      <a:pPr algn="ctr" fontAlgn="ctr">
                        <a:buNone/>
                      </a:pPr>
                      <a:endParaRPr lang="en-US">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buNone/>
                      </a:pPr>
                      <a:endParaRPr lang="en-US">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indent="0" algn="ctr" fontAlgn="base">
                        <a:buNone/>
                      </a:pPr>
                      <a:r>
                        <a:rPr lang="en-US" sz="1000" b="0" i="0">
                          <a:solidFill>
                            <a:srgbClr val="000000"/>
                          </a:solidFill>
                          <a:effectLst/>
                          <a:latin typeface="Arial"/>
                        </a:rPr>
                        <a:t>●</a:t>
                      </a:r>
                      <a:endParaRPr lang="en-US" b="0" i="0">
                        <a:solidFill>
                          <a:srgbClr val="000000"/>
                        </a:solidFill>
                        <a:effectLst/>
                        <a:latin typeface="Aria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indent="0" algn="ctr" fontAlgn="base">
                        <a:buNone/>
                      </a:pPr>
                      <a:r>
                        <a:rPr lang="en-US" sz="1000" b="0" i="0">
                          <a:solidFill>
                            <a:srgbClr val="000000"/>
                          </a:solidFill>
                          <a:effectLst/>
                          <a:latin typeface="Arial"/>
                        </a:rPr>
                        <a:t>◐</a:t>
                      </a:r>
                      <a:endParaRPr lang="en-US" b="0" i="0">
                        <a:solidFill>
                          <a:srgbClr val="000000"/>
                        </a:solidFill>
                        <a:effectLst/>
                        <a:latin typeface="Aria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157829849"/>
                  </a:ext>
                </a:extLst>
              </a:tr>
              <a:tr h="304577">
                <a:tc>
                  <a:txBody>
                    <a:bodyPr/>
                    <a:lstStyle/>
                    <a:p>
                      <a:pPr marL="0" indent="0" algn="l" fontAlgn="base">
                        <a:buNone/>
                      </a:pPr>
                      <a:r>
                        <a:rPr lang="en-US" sz="1000" b="1" i="0">
                          <a:solidFill>
                            <a:srgbClr val="000000"/>
                          </a:solidFill>
                          <a:effectLst/>
                          <a:latin typeface="Arial"/>
                        </a:rPr>
                        <a:t>Google Sensitive Data Protection (adjacent)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40000"/>
                        <a:lumOff val="60000"/>
                      </a:schemeClr>
                    </a:solidFill>
                  </a:tcPr>
                </a:tc>
                <a:tc>
                  <a:txBody>
                    <a:bodyPr/>
                    <a:lstStyle/>
                    <a:p>
                      <a:pPr algn="ctr" fontAlgn="ctr">
                        <a:buNone/>
                      </a:pPr>
                      <a:endParaRPr lang="en-US">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buNone/>
                      </a:pPr>
                      <a:endParaRPr lang="en-US">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indent="0" algn="ctr" fontAlgn="base">
                        <a:buNone/>
                      </a:pPr>
                      <a:r>
                        <a:rPr lang="en-US" sz="1000" b="0" i="0">
                          <a:solidFill>
                            <a:srgbClr val="000000"/>
                          </a:solidFill>
                          <a:effectLst/>
                          <a:latin typeface="Arial"/>
                        </a:rPr>
                        <a:t>●</a:t>
                      </a:r>
                      <a:endParaRPr lang="en-US" b="0" i="0">
                        <a:solidFill>
                          <a:srgbClr val="000000"/>
                        </a:solidFill>
                        <a:effectLst/>
                        <a:latin typeface="Aria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buNone/>
                      </a:pPr>
                      <a:endParaRPr lang="en-US">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828141192"/>
                  </a:ext>
                </a:extLst>
              </a:tr>
            </a:tbl>
          </a:graphicData>
        </a:graphic>
      </p:graphicFrame>
      <p:sp>
        <p:nvSpPr>
          <p:cNvPr id="5" name="제목 3">
            <a:extLst>
              <a:ext uri="{FF2B5EF4-FFF2-40B4-BE49-F238E27FC236}">
                <a16:creationId xmlns:a16="http://schemas.microsoft.com/office/drawing/2014/main" id="{4E5BD520-F714-C3BB-E0BC-EDF436CBFF51}"/>
              </a:ext>
            </a:extLst>
          </p:cNvPr>
          <p:cNvSpPr txBox="1">
            <a:spLocks/>
          </p:cNvSpPr>
          <p:nvPr/>
        </p:nvSpPr>
        <p:spPr>
          <a:xfrm>
            <a:off x="286194" y="265704"/>
            <a:ext cx="10666268" cy="464670"/>
          </a:xfrm>
          <a:prstGeom prst="rect">
            <a:avLst/>
          </a:prstGeom>
        </p:spPr>
        <p:txBody>
          <a:bodyPr lIns="91440" tIns="45720" rIns="91440" bIns="45720" anchor="ctr" anchorCtr="0"/>
          <a:lstStyle>
            <a:lvl1pPr algn="l" rtl="0" eaLnBrk="1" fontAlgn="base" latinLnBrk="1" hangingPunct="1">
              <a:spcBef>
                <a:spcPct val="0"/>
              </a:spcBef>
              <a:spcAft>
                <a:spcPct val="0"/>
              </a:spcAft>
              <a:defRPr lang="ko-KR" altLang="en-US" sz="2400" b="1" kern="1200" baseline="0" dirty="0">
                <a:ln>
                  <a:solidFill>
                    <a:schemeClr val="accent1">
                      <a:alpha val="0"/>
                    </a:schemeClr>
                  </a:solidFill>
                </a:ln>
                <a:solidFill>
                  <a:srgbClr val="144772"/>
                </a:solidFill>
                <a:effectLst>
                  <a:glow rad="127000">
                    <a:schemeClr val="bg1"/>
                  </a:glow>
                  <a:outerShdw blurRad="38100" dist="38100" dir="2700000" algn="tl" rotWithShape="0">
                    <a:prstClr val="black">
                      <a:alpha val="40000"/>
                    </a:prstClr>
                  </a:outerShdw>
                </a:effectLst>
                <a:latin typeface="Pretendard Black" panose="02000A03000000020004" pitchFamily="50" charset="-127"/>
                <a:ea typeface="Pretendard Black" panose="02000A03000000020004" pitchFamily="50" charset="-127"/>
                <a:cs typeface="Pretendard Black" panose="02000A03000000020004" pitchFamily="50" charset="-127"/>
              </a:defRPr>
            </a:lvl1pPr>
            <a:lvl2pPr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2pPr>
            <a:lvl3pPr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3pPr>
            <a:lvl4pPr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4pPr>
            <a:lvl5pPr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5pPr>
            <a:lvl6pPr marL="457200"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6pPr>
            <a:lvl7pPr marL="914400"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7pPr>
            <a:lvl8pPr marL="1371600"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8pPr>
            <a:lvl9pPr marL="1828800" algn="ctr" rtl="0" eaLnBrk="1" fontAlgn="base" latinLnBrk="1" hangingPunct="1">
              <a:spcBef>
                <a:spcPct val="0"/>
              </a:spcBef>
              <a:spcAft>
                <a:spcPct val="0"/>
              </a:spcAft>
              <a:defRPr sz="2800">
                <a:solidFill>
                  <a:srgbClr val="0E2AA7"/>
                </a:solidFill>
                <a:latin typeface="Times New Roman" pitchFamily="18" charset="0"/>
                <a:ea typeface="나눔고딕 Bold" pitchFamily="50" charset="-127"/>
              </a:defRPr>
            </a:lvl9pPr>
          </a:lstStyle>
          <a:p>
            <a:r>
              <a:rPr lang="ko-KR" altLang="en-US">
                <a:ln>
                  <a:solidFill>
                    <a:srgbClr val="4F81BD">
                      <a:alpha val="0"/>
                    </a:srgbClr>
                  </a:solidFill>
                </a:ln>
                <a:effectLst>
                  <a:glow rad="127000">
                    <a:prstClr val="white"/>
                  </a:glow>
                  <a:outerShdw blurRad="38100" dist="38100" dir="2700000" algn="tl" rotWithShape="0">
                    <a:prstClr val="black">
                      <a:alpha val="40000"/>
                    </a:prstClr>
                  </a:outerShdw>
                </a:effectLst>
                <a:ea typeface="Pretendard Black"/>
              </a:rPr>
              <a:t>International DLP</a:t>
            </a:r>
            <a:endParaRPr lang="ko-KR" altLang="en-US">
              <a:ln>
                <a:solidFill>
                  <a:srgbClr val="4F81BD">
                    <a:alpha val="0"/>
                  </a:srgbClr>
                </a:solidFill>
              </a:ln>
              <a:effectLst>
                <a:glow rad="127000">
                  <a:prstClr val="white"/>
                </a:glow>
                <a:outerShdw blurRad="38100" dist="38100" dir="2700000" algn="tl" rotWithShape="0">
                  <a:prstClr val="black">
                    <a:alpha val="40000"/>
                  </a:prstClr>
                </a:outerShdw>
              </a:effectLst>
            </a:endParaRPr>
          </a:p>
        </p:txBody>
      </p:sp>
      <p:sp>
        <p:nvSpPr>
          <p:cNvPr id="9" name="TextBox 8">
            <a:extLst>
              <a:ext uri="{FF2B5EF4-FFF2-40B4-BE49-F238E27FC236}">
                <a16:creationId xmlns:a16="http://schemas.microsoft.com/office/drawing/2014/main" id="{D2970D7E-E532-FE53-0753-83618E8121E5}"/>
              </a:ext>
            </a:extLst>
          </p:cNvPr>
          <p:cNvSpPr txBox="1"/>
          <p:nvPr/>
        </p:nvSpPr>
        <p:spPr>
          <a:xfrm>
            <a:off x="77492" y="6212237"/>
            <a:ext cx="6096000" cy="584775"/>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sz="800" b="1">
                <a:latin typeface="Arial"/>
                <a:cs typeface="Arial"/>
              </a:rPr>
              <a:t>International vendor coverage at a glance</a:t>
            </a:r>
            <a:endParaRPr lang="en-US" sz="800" b="1">
              <a:latin typeface="Arial"/>
              <a:ea typeface="맑은 고딕"/>
              <a:cs typeface="Arial"/>
            </a:endParaRPr>
          </a:p>
          <a:p>
            <a:endParaRPr lang="en-US" sz="800">
              <a:latin typeface="Arial"/>
              <a:ea typeface="맑은 고딕"/>
              <a:cs typeface="Arial"/>
            </a:endParaRPr>
          </a:p>
          <a:p>
            <a:r>
              <a:rPr lang="en-US" sz="800">
                <a:latin typeface="Arial"/>
                <a:cs typeface="Arial"/>
              </a:rPr>
              <a:t>● dedicated product · ◐ partial or add-on · ○ absent by design · ? not confirmed in this pass · blank = outside the vendor's scope</a:t>
            </a:r>
            <a:endParaRPr lang="en-US" sz="800">
              <a:latin typeface="Arial"/>
              <a:ea typeface="맑은 고딕"/>
              <a:cs typeface="Arial"/>
            </a:endParaRPr>
          </a:p>
          <a:p>
            <a:pPr algn="ctr"/>
            <a:endParaRPr lang="en-US" sz="800">
              <a:latin typeface="Arial"/>
              <a:ea typeface="맑은 고딕"/>
              <a:cs typeface="Arial"/>
            </a:endParaRPr>
          </a:p>
        </p:txBody>
      </p:sp>
    </p:spTree>
    <p:extLst>
      <p:ext uri="{BB962C8B-B14F-4D97-AF65-F5344CB8AC3E}">
        <p14:creationId xmlns:p14="http://schemas.microsoft.com/office/powerpoint/2010/main" val="342710384"/>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DVSHAPEID" val="JfwnYXOXLUvR45dobOFO5w"/>
</p:tagLst>
</file>

<file path=ppt/tags/tag2.xml><?xml version="1.0" encoding="utf-8"?>
<p:tagLst xmlns:a="http://schemas.openxmlformats.org/drawingml/2006/main" xmlns:r="http://schemas.openxmlformats.org/officeDocument/2006/relationships" xmlns:p="http://schemas.openxmlformats.org/presentationml/2006/main">
  <p:tag name="DVSHAPEID" val="m9DTBptqZV2uc8jFWqjFc0"/>
</p:tagLst>
</file>

<file path=ppt/tags/tag3.xml><?xml version="1.0" encoding="utf-8"?>
<p:tagLst xmlns:a="http://schemas.openxmlformats.org/drawingml/2006/main" xmlns:r="http://schemas.openxmlformats.org/officeDocument/2006/relationships" xmlns:p="http://schemas.openxmlformats.org/presentationml/2006/main">
  <p:tag name="DVSHAPEID" val="18pChlaXnULdSmJ4motlVA"/>
</p:tagLst>
</file>

<file path=ppt/tags/tag4.xml><?xml version="1.0" encoding="utf-8"?>
<p:tagLst xmlns:a="http://schemas.openxmlformats.org/drawingml/2006/main" xmlns:r="http://schemas.openxmlformats.org/officeDocument/2006/relationships" xmlns:p="http://schemas.openxmlformats.org/presentationml/2006/main">
  <p:tag name="DVSHAPEID" val="JfwnYXOXLUvR45dobOFO5w"/>
</p:tagLst>
</file>

<file path=ppt/tags/tag5.xml><?xml version="1.0" encoding="utf-8"?>
<p:tagLst xmlns:a="http://schemas.openxmlformats.org/drawingml/2006/main" xmlns:r="http://schemas.openxmlformats.org/officeDocument/2006/relationships" xmlns:p="http://schemas.openxmlformats.org/presentationml/2006/main">
  <p:tag name="DVSHAPEID" val="hHbEfVRAWoJn4JJGiHEPMc"/>
</p:tagLst>
</file>

<file path=ppt/tags/tag6.xml><?xml version="1.0" encoding="utf-8"?>
<p:tagLst xmlns:a="http://schemas.openxmlformats.org/drawingml/2006/main" xmlns:r="http://schemas.openxmlformats.org/officeDocument/2006/relationships" xmlns:p="http://schemas.openxmlformats.org/presentationml/2006/main">
  <p:tag name="DVSHAPEID" val="oBYOn956YP6sfx4V7ktuWE"/>
</p:tagLst>
</file>

<file path=ppt/tags/tag7.xml><?xml version="1.0" encoding="utf-8"?>
<p:tagLst xmlns:a="http://schemas.openxmlformats.org/drawingml/2006/main" xmlns:r="http://schemas.openxmlformats.org/officeDocument/2006/relationships" xmlns:p="http://schemas.openxmlformats.org/presentationml/2006/main">
  <p:tag name="DVSHAPEID" val="hBtcCmzjmhfJDuZhLbpvTG"/>
</p:tagLst>
</file>

<file path=ppt/tags/tag8.xml><?xml version="1.0" encoding="utf-8"?>
<p:tagLst xmlns:a="http://schemas.openxmlformats.org/drawingml/2006/main" xmlns:r="http://schemas.openxmlformats.org/officeDocument/2006/relationships" xmlns:p="http://schemas.openxmlformats.org/presentationml/2006/main">
  <p:tag name="DVSHAPEID" val="JfwnYXOXLUvR45dobOFO5w"/>
</p:tagLst>
</file>

<file path=ppt/tags/tag9.xml><?xml version="1.0" encoding="utf-8"?>
<p:tagLst xmlns:a="http://schemas.openxmlformats.org/drawingml/2006/main" xmlns:r="http://schemas.openxmlformats.org/officeDocument/2006/relationships" xmlns:p="http://schemas.openxmlformats.org/presentationml/2006/main">
  <p:tag name="DVSHAPEID" val="hBtcCmzjmhfJDuZhLbpvTG"/>
</p:tagLst>
</file>

<file path=ppt/tags/tag10.xml><?xml version="1.0" encoding="utf-8"?>
<p:tagLst xmlns:a="http://schemas.openxmlformats.org/drawingml/2006/main" xmlns:r="http://schemas.openxmlformats.org/officeDocument/2006/relationships" xmlns:p="http://schemas.openxmlformats.org/presentationml/2006/main">
  <p:tag name="DVSHAPEID" val="JfwnYXOXLUvR45dobOFO5w"/>
</p:tagLst>
</file>

<file path=ppt/tags/tag11.xml><?xml version="1.0" encoding="utf-8"?>
<p:tagLst xmlns:a="http://schemas.openxmlformats.org/drawingml/2006/main" xmlns:r="http://schemas.openxmlformats.org/officeDocument/2006/relationships" xmlns:p="http://schemas.openxmlformats.org/presentationml/2006/main">
  <p:tag name="DVSHAPEID" val="JfwnYXOXLUvR45dobOFO5w"/>
</p:tagLst>
</file>

<file path=ppt/theme/theme1.xml><?xml version="1.0" encoding="utf-8"?>
<a:theme xmlns:a="http://schemas.openxmlformats.org/drawingml/2006/main" name="1_PNUCSE_PPP_Wid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가을">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PNUCSE_PPP_Wide" id="{515B2B6C-3A9B-4A47-80E7-F8D4C1A6DCC4}" vid="{126227F8-6E20-4B96-857B-D4A6D97CAEA5}"/>
    </a:ext>
  </a:extLst>
</a:theme>
</file>

<file path=ppt/theme/theme2.xml><?xml version="1.0" encoding="utf-8"?>
<a:theme xmlns:a="http://schemas.openxmlformats.org/drawingml/2006/main" name="1_PNUCSE_PPP_Wid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가을">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PNUCSE_PPP_Wide" id="{515B2B6C-3A9B-4A47-80E7-F8D4C1A6DCC4}" vid="{126227F8-6E20-4B96-857B-D4A6D97CAEA5}"/>
    </a:ext>
  </a:extLst>
</a:theme>
</file>

<file path=ppt/theme/theme3.xml><?xml version="1.0" encoding="utf-8"?>
<a:theme xmlns:a="http://schemas.openxmlformats.org/drawingml/2006/main" name="Office 테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맑은 고딕"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4.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10AAC76F-1643-9A49-BC66-DB7D4F79514D}">
  <we:reference id="wa200010001" version="1.0.0.1" store="en-US" storeType="OMEX"/>
  <we:alternateReferences>
    <we:reference id="wa200010001" version="1.0.0.1" store="en-US" storeType="OMEX"/>
  </we:alternateReferences>
  <we:properties>
    <we:property name="claude.fileId" value="&quot;60d695c7-c58f-44ec-b0be-010783dcc9ed&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emplate/>
  <TotalTime>215</TotalTime>
  <Words>25981</Words>
  <Application>Microsoft Macintosh PowerPoint</Application>
  <PresentationFormat>Widescreen</PresentationFormat>
  <Paragraphs>4563</Paragraphs>
  <Slides>98</Slides>
  <Notes>48</Notes>
  <HiddenSlides>0</HiddenSlides>
  <MMClips>0</MMClips>
  <ScaleCrop>false</ScaleCrop>
  <HeadingPairs>
    <vt:vector size="8" baseType="variant">
      <vt:variant>
        <vt:lpstr>Fonts Used</vt:lpstr>
      </vt:variant>
      <vt:variant>
        <vt:i4>18</vt:i4>
      </vt:variant>
      <vt:variant>
        <vt:lpstr>Theme</vt:lpstr>
      </vt:variant>
      <vt:variant>
        <vt:i4>2</vt:i4>
      </vt:variant>
      <vt:variant>
        <vt:lpstr>Embedded OLE Servers</vt:lpstr>
      </vt:variant>
      <vt:variant>
        <vt:i4>1</vt:i4>
      </vt:variant>
      <vt:variant>
        <vt:lpstr>Slide Titles</vt:lpstr>
      </vt:variant>
      <vt:variant>
        <vt:i4>98</vt:i4>
      </vt:variant>
    </vt:vector>
  </HeadingPairs>
  <TitlesOfParts>
    <vt:vector size="119" baseType="lpstr">
      <vt:lpstr>굴림</vt:lpstr>
      <vt:lpstr>HY견고딕</vt:lpstr>
      <vt:lpstr>HY헤드라인M</vt:lpstr>
      <vt:lpstr>KoPub돋움체 Bold</vt:lpstr>
      <vt:lpstr>KoPub돋움체 Medium</vt:lpstr>
      <vt:lpstr>맑은 고딕</vt:lpstr>
      <vt:lpstr>맑은 고딕</vt:lpstr>
      <vt:lpstr>Pretendard Black</vt:lpstr>
      <vt:lpstr>Pretendard Medium</vt:lpstr>
      <vt:lpstr>나눔고딕 ExtraBold</vt:lpstr>
      <vt:lpstr>나눔스퀘어 ExtraBold</vt:lpstr>
      <vt:lpstr>Arial</vt:lpstr>
      <vt:lpstr>Calibri</vt:lpstr>
      <vt:lpstr>Candara</vt:lpstr>
      <vt:lpstr>Consolas</vt:lpstr>
      <vt:lpstr>Courier New</vt:lpstr>
      <vt:lpstr>Times New Roman</vt:lpstr>
      <vt:lpstr>Wingdings</vt:lpstr>
      <vt:lpstr>1_PNUCSE_PPP_Wide</vt:lpstr>
      <vt:lpstr>1_PNUCSE_PPP_Wide</vt:lpstr>
      <vt:lpstr>차트</vt:lpstr>
      <vt:lpstr>Competitor Analysis for DLP</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서론</vt:lpstr>
      <vt:lpstr>PowerPoint Presentation</vt:lpstr>
      <vt:lpstr>1-1. 교육환경 개요</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감사합니다!</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프레젠테이션</dc:title>
  <dc:creator>Yoon-Ho</dc:creator>
  <cp:lastModifiedBy>nurul harzira binti mohamad nor</cp:lastModifiedBy>
  <cp:revision>6</cp:revision>
  <dcterms:created xsi:type="dcterms:W3CDTF">2021-12-26T05:35:57Z</dcterms:created>
  <dcterms:modified xsi:type="dcterms:W3CDTF">2026-10-02T10:02:28Z</dcterms:modified>
</cp:coreProperties>
</file>